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09a38315ff4ee9" /><Relationship Type="http://schemas.openxmlformats.org/officeDocument/2006/relationships/extended-properties" Target="/docProps/app.xml" Id="R7b7124765d884f05" /><Relationship Type="http://schemas.openxmlformats.org/officeDocument/2006/relationships/officeDocument" Target="/ppt/presentation.xml" Id="R7251e87e32b040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ef9aa2a7734258"/>
  </p:sldMasterIdLst>
  <p:notesMasterIdLst>
    <p:notesMasterId xmlns:r="http://schemas.openxmlformats.org/officeDocument/2006/relationships" r:id="R570da303a9b34c28"/>
  </p:notesMasterIdLst>
  <p:sldIdLst>
    <p:sldId xmlns:r="http://schemas.openxmlformats.org/officeDocument/2006/relationships" id="256" r:id="R54619af555f34840"/>
    <p:sldId xmlns:r="http://schemas.openxmlformats.org/officeDocument/2006/relationships" id="257" r:id="R56b4349848de46b1"/>
    <p:sldId xmlns:r="http://schemas.openxmlformats.org/officeDocument/2006/relationships" id="258" r:id="Rd4cbe91d6ed24d96"/>
    <p:sldId xmlns:r="http://schemas.openxmlformats.org/officeDocument/2006/relationships" id="259" r:id="R92ae69bc9d084f91"/>
    <p:sldId xmlns:r="http://schemas.openxmlformats.org/officeDocument/2006/relationships" id="260" r:id="Re2f8d6350f8d4748"/>
    <p:sldId xmlns:r="http://schemas.openxmlformats.org/officeDocument/2006/relationships" id="261" r:id="R96a138b7166a4e1c"/>
    <p:sldId xmlns:r="http://schemas.openxmlformats.org/officeDocument/2006/relationships" id="262" r:id="R0e9b188803c04c12"/>
    <p:sldId xmlns:r="http://schemas.openxmlformats.org/officeDocument/2006/relationships" id="263" r:id="Re547183f78914fa8"/>
    <p:sldId xmlns:r="http://schemas.openxmlformats.org/officeDocument/2006/relationships" id="264" r:id="R4bd03e3b086f41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179f54944d49d2" /><Relationship Type="http://schemas.openxmlformats.org/officeDocument/2006/relationships/slideMaster" Target="/ppt/slideMasters/slideMaster1.xml" Id="R19ef9aa2a7734258" /><Relationship Type="http://schemas.openxmlformats.org/officeDocument/2006/relationships/notesMaster" Target="/ppt/notesMasters/notesMaster1.xml" Id="R570da303a9b34c28" /><Relationship Type="http://schemas.openxmlformats.org/officeDocument/2006/relationships/presProps" Target="/ppt/presProps.xml" Id="R2f6f6f3ceb704e21" /><Relationship Type="http://schemas.openxmlformats.org/officeDocument/2006/relationships/tableStyles" Target="/ppt/tableStyles.xml" Id="R305c26aaa2714065" /><Relationship Type="http://schemas.openxmlformats.org/officeDocument/2006/relationships/slide" Target="/ppt/slides/slide1.xml" Id="R54619af555f34840" /><Relationship Type="http://schemas.openxmlformats.org/officeDocument/2006/relationships/slide" Target="/ppt/slides/slide2.xml" Id="R56b4349848de46b1" /><Relationship Type="http://schemas.openxmlformats.org/officeDocument/2006/relationships/slide" Target="/ppt/slides/slide3.xml" Id="Rd4cbe91d6ed24d96" /><Relationship Type="http://schemas.openxmlformats.org/officeDocument/2006/relationships/slide" Target="/ppt/slides/slide4.xml" Id="R92ae69bc9d084f91" /><Relationship Type="http://schemas.openxmlformats.org/officeDocument/2006/relationships/slide" Target="/ppt/slides/slide5.xml" Id="Re2f8d6350f8d4748" /><Relationship Type="http://schemas.openxmlformats.org/officeDocument/2006/relationships/slide" Target="/ppt/slides/slide6.xml" Id="R96a138b7166a4e1c" /><Relationship Type="http://schemas.openxmlformats.org/officeDocument/2006/relationships/slide" Target="/ppt/slides/slide7.xml" Id="R0e9b188803c04c12" /><Relationship Type="http://schemas.openxmlformats.org/officeDocument/2006/relationships/slide" Target="/ppt/slides/slide8.xml" Id="Re547183f78914fa8" /><Relationship Type="http://schemas.openxmlformats.org/officeDocument/2006/relationships/slide" Target="/ppt/slides/slide9.xml" Id="R4bd03e3b086f41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c6ea467f4c46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60dd841af4451" /><Relationship Type="http://schemas.openxmlformats.org/officeDocument/2006/relationships/notesMaster" Target="/ppt/notesMasters/notesMaster1.xml" Id="Re23a86c8ea9648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db6368e71d4963" /><Relationship Type="http://schemas.openxmlformats.org/officeDocument/2006/relationships/notesMaster" Target="/ppt/notesMasters/notesMaster1.xml" Id="Raf47e260559445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3e8eaaf38b4835" /><Relationship Type="http://schemas.openxmlformats.org/officeDocument/2006/relationships/notesMaster" Target="/ppt/notesMasters/notesMaster1.xml" Id="R904d215f8b8a42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3d0f9d460c4a58" /><Relationship Type="http://schemas.openxmlformats.org/officeDocument/2006/relationships/notesMaster" Target="/ppt/notesMasters/notesMaster1.xml" Id="R7cf2df1d0ac440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74093864b439c" /><Relationship Type="http://schemas.openxmlformats.org/officeDocument/2006/relationships/notesMaster" Target="/ppt/notesMasters/notesMaster1.xml" Id="Rf511d5aecfb446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76bce4dfc54716" /><Relationship Type="http://schemas.openxmlformats.org/officeDocument/2006/relationships/notesMaster" Target="/ppt/notesMasters/notesMaster1.xml" Id="R68b2d261109c4f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fb3af2b0df4460" /><Relationship Type="http://schemas.openxmlformats.org/officeDocument/2006/relationships/notesMaster" Target="/ppt/notesMasters/notesMaster1.xml" Id="R1eb00b87cf684f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1b3c337b4d4f4a" /><Relationship Type="http://schemas.openxmlformats.org/officeDocument/2006/relationships/notesMaster" Target="/ppt/notesMasters/notesMaster1.xml" Id="Raa5a45f10a9643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712fc1985146d8" /><Relationship Type="http://schemas.openxmlformats.org/officeDocument/2006/relationships/notesMaster" Target="/ppt/notesMasters/notesMaster1.xml" Id="R763fb31c42a146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从需求到可审查修改，能说明每一处改变的理由。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把需求变成行为</a:t>
            </a:r>
          </a:p>
          <a:p xmlns:a="http://schemas.openxmlformats.org/drawingml/2006/main">
            <a:r>
              <a:t>先写触发条件、预期结果、失败和取消行为，判断扩展接口能否完成，再决定是否修改核心。</a:t>
            </a:r>
          </a:p>
          <a:p xmlns:a="http://schemas.openxmlformats.org/drawingml/2006/main">
            <a:r>
              <a:t>输入：具体需求</a:t>
            </a:r>
          </a:p>
          <a:p xmlns:a="http://schemas.openxmlformats.org/drawingml/2006/main">
            <a:r>
              <a:t>输出：可测试的行为说明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定位契约与调用者</a:t>
            </a:r>
          </a:p>
          <a:p xmlns:a="http://schemas.openxmlformats.org/drawingml/2006/main">
            <a:r>
              <a:t>找到公开类型、实际消费位置和相关测试，检查改动影响的配置、SDK 与界面路径。</a:t>
            </a:r>
          </a:p>
          <a:p xmlns:a="http://schemas.openxmlformats.org/drawingml/2006/main">
            <a:r>
              <a:t>输入：行为说明</a:t>
            </a:r>
          </a:p>
          <a:p xmlns:a="http://schemas.openxmlformats.org/drawingml/2006/main">
            <a:r>
              <a:t>输出：最小修改范围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先定义回归用例</a:t>
            </a:r>
          </a:p>
          <a:p xmlns:a="http://schemas.openxmlformats.org/drawingml/2006/main">
            <a:r>
              <a:t>选择可复现行为断言，先验证旧实现的缺陷，再实现修改，避免把实现细节直接复制成测试。</a:t>
            </a:r>
          </a:p>
          <a:p xmlns:a="http://schemas.openxmlformats.org/drawingml/2006/main">
            <a:r>
              <a:t>输入：失败场景</a:t>
            </a:r>
          </a:p>
          <a:p xmlns:a="http://schemas.openxmlformats.org/drawingml/2006/main">
            <a:r>
              <a:t>输出：修复前失败、修复后通过的用例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审查并交付</a:t>
            </a:r>
          </a:p>
          <a:p xmlns:a="http://schemas.openxmlformats.org/drawingml/2006/main">
            <a:r>
              <a:t>检查 diff、定向测试与整体检查结果，记录环境限制和剩余风险；提交仅在获得明确要求时执行。</a:t>
            </a:r>
          </a:p>
          <a:p xmlns:a="http://schemas.openxmlformats.org/drawingml/2006/main">
            <a:r>
              <a:t>输入：完成的修改</a:t>
            </a:r>
          </a:p>
          <a:p xmlns:a="http://schemas.openxmlformats.org/drawingml/2006/main">
            <a:r>
              <a:t>输出：可审查的变更与验证说明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失败与恢复：一个测试通过不能证明所有配置路径都正确。新增接口前应先查询已有契约及复用点。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练习：选择一个现成工具扩展示例，增加一个无外部副作用的能力，并提交一份行为、调用链和验证笔记。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参考判断：合格结果包含成功/失败/取消说明、真实源码依据、相关测试结果和明确扩展边界。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功能编号：CFG-10, EXT-01, EXT-02, EXT-05, EXT-06, EXT-07, EXT-08, EXT-16, EXT-17, EXT-18, EXT-19, EXT-20, EXT-21, EXT-22, EXT-25, EXT-27, EXT-28, EXT-30, INT-01, INT-03, INT-04, INT-05, INT-06, INT-07, OTH-01, OTH-02, OTH-03, OTH-04, OTH-05, OTH-43, OTH-44, OTH-56,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从需求到可审查修改，能说明每一处改变的理由。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把需求变成行为</a:t>
            </a:r>
          </a:p>
          <a:p xmlns:a="http://schemas.openxmlformats.org/drawingml/2006/main">
            <a:r>
              <a:t>先写触发条件、预期结果、失败和取消行为，判断扩展接口能否完成，再决定是否修改核心。</a:t>
            </a:r>
          </a:p>
          <a:p xmlns:a="http://schemas.openxmlformats.org/drawingml/2006/main">
            <a:r>
              <a:t>输入：具体需求</a:t>
            </a:r>
          </a:p>
          <a:p xmlns:a="http://schemas.openxmlformats.org/drawingml/2006/main">
            <a:r>
              <a:t>输出：可测试的行为说明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定位契约与调用者</a:t>
            </a:r>
          </a:p>
          <a:p xmlns:a="http://schemas.openxmlformats.org/drawingml/2006/main">
            <a:r>
              <a:t>找到公开类型、实际消费位置和相关测试，检查改动影响的配置、SDK 与界面路径。</a:t>
            </a:r>
          </a:p>
          <a:p xmlns:a="http://schemas.openxmlformats.org/drawingml/2006/main">
            <a:r>
              <a:t>输入：行为说明</a:t>
            </a:r>
          </a:p>
          <a:p xmlns:a="http://schemas.openxmlformats.org/drawingml/2006/main">
            <a:r>
              <a:t>输出：最小修改范围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先定义回归用例</a:t>
            </a:r>
          </a:p>
          <a:p xmlns:a="http://schemas.openxmlformats.org/drawingml/2006/main">
            <a:r>
              <a:t>选择可复现行为断言，先验证旧实现的缺陷，再实现修改，避免把实现细节直接复制成测试。</a:t>
            </a:r>
          </a:p>
          <a:p xmlns:a="http://schemas.openxmlformats.org/drawingml/2006/main">
            <a:r>
              <a:t>输入：失败场景</a:t>
            </a:r>
          </a:p>
          <a:p xmlns:a="http://schemas.openxmlformats.org/drawingml/2006/main">
            <a:r>
              <a:t>输出：修复前失败、修复后通过的用例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审查并交付</a:t>
            </a:r>
          </a:p>
          <a:p xmlns:a="http://schemas.openxmlformats.org/drawingml/2006/main">
            <a:r>
              <a:t>检查 diff、定向测试与整体检查结果，记录环境限制和剩余风险；提交仅在获得明确要求时执行。</a:t>
            </a:r>
          </a:p>
          <a:p xmlns:a="http://schemas.openxmlformats.org/drawingml/2006/main">
            <a:r>
              <a:t>输入：完成的修改</a:t>
            </a:r>
          </a:p>
          <a:p xmlns:a="http://schemas.openxmlformats.org/drawingml/2006/main">
            <a:r>
              <a:t>输出：可审查的变更与验证说明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失败与恢复：一个测试通过不能证明所有配置路径都正确。新增接口前应先查询已有契约及复用点。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练习：选择一个现成工具扩展示例，增加一个无外部副作用的能力，并提交一份行为、调用链和验证笔记。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参考判断：合格结果包含成功/失败/取消说明、真实源码依据、相关测试结果和明确扩展边界。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功能编号：CFG-10, EXT-01, EXT-02, EXT-05, EXT-06, EXT-07, EXT-08, EXT-16, EXT-17, EXT-18, EXT-19, EXT-20, EXT-21, EXT-22, EXT-25, EXT-27, EXT-28, EXT-30, INT-01, INT-03, INT-04, INT-05, INT-06, INT-07, OTH-01, OTH-02, OTH-03, OTH-04, OTH-05, OTH-43, OTH-44, OTH-56,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从需求到可审查修改，能说明每一处改变的理由。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把需求变成行为</a:t>
            </a:r>
          </a:p>
          <a:p xmlns:a="http://schemas.openxmlformats.org/drawingml/2006/main">
            <a:r>
              <a:t>先写触发条件、预期结果、失败和取消行为，判断扩展接口能否完成，再决定是否修改核心。</a:t>
            </a:r>
          </a:p>
          <a:p xmlns:a="http://schemas.openxmlformats.org/drawingml/2006/main">
            <a:r>
              <a:t>输入：具体需求</a:t>
            </a:r>
          </a:p>
          <a:p xmlns:a="http://schemas.openxmlformats.org/drawingml/2006/main">
            <a:r>
              <a:t>输出：可测试的行为说明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定位契约与调用者</a:t>
            </a:r>
          </a:p>
          <a:p xmlns:a="http://schemas.openxmlformats.org/drawingml/2006/main">
            <a:r>
              <a:t>找到公开类型、实际消费位置和相关测试，检查改动影响的配置、SDK 与界面路径。</a:t>
            </a:r>
          </a:p>
          <a:p xmlns:a="http://schemas.openxmlformats.org/drawingml/2006/main">
            <a:r>
              <a:t>输入：行为说明</a:t>
            </a:r>
          </a:p>
          <a:p xmlns:a="http://schemas.openxmlformats.org/drawingml/2006/main">
            <a:r>
              <a:t>输出：最小修改范围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先定义回归用例</a:t>
            </a:r>
          </a:p>
          <a:p xmlns:a="http://schemas.openxmlformats.org/drawingml/2006/main">
            <a:r>
              <a:t>选择可复现行为断言，先验证旧实现的缺陷，再实现修改，避免把实现细节直接复制成测试。</a:t>
            </a:r>
          </a:p>
          <a:p xmlns:a="http://schemas.openxmlformats.org/drawingml/2006/main">
            <a:r>
              <a:t>输入：失败场景</a:t>
            </a:r>
          </a:p>
          <a:p xmlns:a="http://schemas.openxmlformats.org/drawingml/2006/main">
            <a:r>
              <a:t>输出：修复前失败、修复后通过的用例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审查并交付</a:t>
            </a:r>
          </a:p>
          <a:p xmlns:a="http://schemas.openxmlformats.org/drawingml/2006/main">
            <a:r>
              <a:t>检查 diff、定向测试与整体检查结果，记录环境限制和剩余风险；提交仅在获得明确要求时执行。</a:t>
            </a:r>
          </a:p>
          <a:p xmlns:a="http://schemas.openxmlformats.org/drawingml/2006/main">
            <a:r>
              <a:t>输入：完成的修改</a:t>
            </a:r>
          </a:p>
          <a:p xmlns:a="http://schemas.openxmlformats.org/drawingml/2006/main">
            <a:r>
              <a:t>输出：可审查的变更与验证说明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失败与恢复：一个测试通过不能证明所有配置路径都正确。新增接口前应先查询已有契约及复用点。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练习：选择一个现成工具扩展示例，增加一个无外部副作用的能力，并提交一份行为、调用链和验证笔记。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参考判断：合格结果包含成功/失败/取消说明、真实源码依据、相关测试结果和明确扩展边界。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功能编号：CFG-10, EXT-01, EXT-02, EXT-05, EXT-06, EXT-07, EXT-08, EXT-16, EXT-17, EXT-18, EXT-19, EXT-20, EXT-21, EXT-22, EXT-25, EXT-27, EXT-28, EXT-30, INT-01, INT-03, INT-04, INT-05, INT-06, INT-07, OTH-01, OTH-02, OTH-03, OTH-04, OTH-05, OTH-43, OTH-44, OTH-56,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源码修改完成后，需要理解发布产物和升级时的变化范围。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区分手写与生成文件</a:t>
            </a:r>
          </a:p>
          <a:p xmlns:a="http://schemas.openxmlformats.org/drawingml/2006/main">
            <a:r>
              <a:t>跟踪模型生成器、数据水合和元数据来源；生成表通过生成器维护，不直接手改。</a:t>
            </a:r>
          </a:p>
          <a:p xmlns:a="http://schemas.openxmlformats.org/drawingml/2006/main">
            <a:r>
              <a:t>输入：模型或配置变更</a:t>
            </a:r>
          </a:p>
          <a:p xmlns:a="http://schemas.openxmlformats.org/drawingml/2006/main">
            <a:r>
              <a:t>输出：正确的生成入口</a:t>
            </a:r>
          </a:p>
          <a:p xmlns:a="http://schemas.openxmlformats.org/drawingml/2006/main">
            <a:r>
              <a:t>入口线索：模型生成/差异脚本</a:t>
            </a:r>
          </a:p>
          <a:p xmlns:a="http://schemas.openxmlformats.org/drawingml/2006/main">
            <a:r>
              <a:t>职责：生成代码应从其生成器维护。</a:t>
            </a:r>
          </a:p>
          <a:p xmlns:a="http://schemas.openxmlformats.org/drawingml/2006/main">
            <a:r>
              <a:t>源码：packages/ai/scripts/generate-models.ts</a:t>
            </a:r>
          </a:p>
          <a:p xmlns:a="http://schemas.openxmlformats.org/drawingml/2006/main">
            <a:r>
              <a:t>packages/ai/scripts/generate-test-image.ts</a:t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>scripts/diff-model-catalog.mjs</a:t>
            </a:r>
          </a:p>
          <a:p xmlns:a="http://schemas.openxmlformats.org/drawingml/2006/main">
            <a:r>
              <a:t>scripts/generate-coding-agent-install-lock.mjs</a:t>
            </a:r>
          </a:p>
          <a:p xmlns:a="http://schemas.openxmlformats.org/drawingml/2006/main">
            <a:r>
              <a:t>scripts/generate-thinking-capabilities.mjs</a:t>
            </a:r>
          </a:p>
          <a:p xmlns:a="http://schemas.openxmlformats.org/drawingml/2006/main">
            <a:r>
              <a:t>scripts/model-catalog-protocol.ts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检查依赖与安装锁</a:t>
            </a:r>
          </a:p>
          <a:p xmlns:a="http://schemas.openxmlformats.org/drawingml/2006/main">
            <a:r>
              <a:t>阅读精确依赖和 coding-agent install-lock 的生成/检查流程，核对生命周期脚本的显式允许项。</a:t>
            </a:r>
          </a:p>
          <a:p xmlns:a="http://schemas.openxmlformats.org/drawingml/2006/main">
            <a:r>
              <a:t>输入：依赖元数据</a:t>
            </a:r>
          </a:p>
          <a:p xmlns:a="http://schemas.openxmlformats.org/drawingml/2006/main">
            <a:r>
              <a:t>输出：一致的锁文件与检查</a:t>
            </a:r>
          </a:p>
          <a:p xmlns:a="http://schemas.openxmlformats.org/drawingml/2006/main">
            <a:r>
              <a:t>入口线索：install-lock:coding-agent；check:install-lock:coding-agent</a:t>
            </a:r>
          </a:p>
          <a:p xmlns:a="http://schemas.openxmlformats.org/drawingml/2006/main">
            <a:r>
              <a:t>职责：当前使用 install-lock；旧发布 npm-shrinkwrap 已移除，常规 npm 使用其自身依赖解析。</a:t>
            </a:r>
          </a:p>
          <a:p xmlns:a="http://schemas.openxmlformats.org/drawingml/2006/main">
            <a:r>
              <a:t>源码：scripts/generate-coding-agent-install-lock.mjs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理解发布产物</a:t>
            </a:r>
          </a:p>
          <a:p xmlns:a="http://schemas.openxmlformats.org/drawingml/2006/main">
            <a:r>
              <a:t>只读追踪 workspace 打包、消费者验证、二进制与版本同步；真正发布需按项目 release 技能执行。</a:t>
            </a:r>
          </a:p>
          <a:p xmlns:a="http://schemas.openxmlformats.org/drawingml/2006/main">
            <a:r>
              <a:t>输入：源码与版本</a:t>
            </a:r>
          </a:p>
          <a:p xmlns:a="http://schemas.openxmlformats.org/drawingml/2006/main">
            <a:r>
              <a:t>输出：待验证发布产物</a:t>
            </a:r>
          </a:p>
          <a:p xmlns:a="http://schemas.openxmlformats.org/drawingml/2006/main">
            <a:r>
              <a:t>入口线索：仓库维护脚本</a:t>
            </a:r>
          </a:p>
          <a:p xmlns:a="http://schemas.openxmlformats.org/drawingml/2006/main">
            <a:r>
              <a:t>职责：涉及发布时必须遵守项目 release 技能；此清单只读。</a:t>
            </a:r>
          </a:p>
          <a:p xmlns:a="http://schemas.openxmlformats.org/drawingml/2006/main">
            <a:r>
              <a:t>源码：scripts/build-binaries.sh</a:t>
            </a:r>
          </a:p>
          <a:p xmlns:a="http://schemas.openxmlformats.org/drawingml/2006/main">
            <a:r>
              <a:t>scripts/build-coding-agent-bundle.mjs</a:t>
            </a:r>
          </a:p>
          <a:p xmlns:a="http://schemas.openxmlformats.org/drawingml/2006/main">
            <a:r>
              <a:t>scripts/create-source-archive.sh</a:t>
            </a:r>
          </a:p>
          <a:p xmlns:a="http://schemas.openxmlformats.org/drawingml/2006/main">
            <a:r>
              <a:t>scripts/local-release.mjs</a:t>
            </a:r>
          </a:p>
          <a:p xmlns:a="http://schemas.openxmlformats.org/drawingml/2006/main">
            <a:r>
              <a:t>scripts/package-workspaces.mjs</a:t>
            </a:r>
          </a:p>
          <a:p xmlns:a="http://schemas.openxmlformats.org/drawingml/2006/main">
            <a:r>
              <a:t>scripts/publish-model-catalog.mjs</a:t>
            </a:r>
          </a:p>
          <a:p xmlns:a="http://schemas.openxmlformats.org/drawingml/2006/main">
            <a:r>
              <a:t>scripts/publish-release-announcement.mjs</a:t>
            </a:r>
          </a:p>
          <a:p xmlns:a="http://schemas.openxmlformats.org/drawingml/2006/main">
            <a:r>
              <a:t>scripts/publish.mjs</a:t>
            </a:r>
          </a:p>
          <a:p xmlns:a="http://schemas.openxmlformats.org/drawingml/2006/main">
            <a:r>
              <a:t>scripts/release-notes.mjs</a:t>
            </a:r>
          </a:p>
          <a:p xmlns:a="http://schemas.openxmlformats.org/drawingml/2006/main">
            <a:r>
              <a:t>scripts/release-packages.mjs</a:t>
            </a:r>
          </a:p>
          <a:p xmlns:a="http://schemas.openxmlformats.org/drawingml/2006/main">
            <a:r>
              <a:t>scripts/release.mjs</a:t>
            </a:r>
          </a:p>
          <a:p xmlns:a="http://schemas.openxmlformats.org/drawingml/2006/main">
            <a:r>
              <a:t>scripts/sync-versions.js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回到用户运行场景</a:t>
            </a:r>
          </a:p>
          <a:p xmlns:a="http://schemas.openxmlformats.org/drawingml/2006/main">
            <a:r>
              <a:t>对照源码 resolver、npm 安装和 standalone 的资源路径，验证升级后的配置、会话与扩展入口。</a:t>
            </a:r>
          </a:p>
          <a:p xmlns:a="http://schemas.openxmlformats.org/drawingml/2006/main">
            <a:r>
              <a:t>输入：目标安装形态</a:t>
            </a:r>
          </a:p>
          <a:p xmlns:a="http://schemas.openxmlformats.org/drawingml/2006/main">
            <a:r>
              <a:t>输出：可复现的升级检查清单</a:t>
            </a:r>
          </a:p>
          <a:p xmlns:a="http://schemas.openxmlformats.org/drawingml/2006/main">
            <a:r>
              <a:t>入口线索：node --import source-resolver.ts src/cli.ts</a:t>
            </a:r>
          </a:p>
          <a:p xmlns:a="http://schemas.openxmlformats.org/drawingml/2006/main">
            <a:r>
              <a:t>职责：实验 CLI 与服务栈已移除；experimental 中遗留中文 README 是历史资料，不能作为可运行应用入口。</a:t>
            </a:r>
          </a:p>
          <a:p xmlns:a="http://schemas.openxmlformats.org/drawingml/2006/main">
            <a:r>
              <a:t>源码：packages/coding-agent/src/experimental/source-resolver.ts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失败与恢复：源码可运行不等于发布包完整；发布、部署和依赖安装不是阅读教程自动授权的动作。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练习：任选一个 release 脚本说明输入产物和消费者检查；再记录一项本版本接口变化及受影响例子。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参考判断：结论必须基于当前脚本与实际验证；历史资料不能代替当前包的 exports 与契约。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功能编号：OTH-82, OTH-83, OTH-84, OTH-86, OTH-87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scripts/model-catalog-protocol.test.ts</a:t>
            </a:r>
          </a:p>
          <a:p xmlns:a="http://schemas.openxmlformats.org/drawingml/2006/main">
            <a:r>
              <a:t>scripts/publish-release-announcement.test.mjs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源码修改完成后，需要理解发布产物和升级时的变化范围。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区分手写与生成文件</a:t>
            </a:r>
          </a:p>
          <a:p xmlns:a="http://schemas.openxmlformats.org/drawingml/2006/main">
            <a:r>
              <a:t>跟踪模型生成器、数据水合和元数据来源；生成表通过生成器维护，不直接手改。</a:t>
            </a:r>
          </a:p>
          <a:p xmlns:a="http://schemas.openxmlformats.org/drawingml/2006/main">
            <a:r>
              <a:t>输入：模型或配置变更</a:t>
            </a:r>
          </a:p>
          <a:p xmlns:a="http://schemas.openxmlformats.org/drawingml/2006/main">
            <a:r>
              <a:t>输出：正确的生成入口</a:t>
            </a:r>
          </a:p>
          <a:p xmlns:a="http://schemas.openxmlformats.org/drawingml/2006/main">
            <a:r>
              <a:t>入口线索：模型生成/差异脚本</a:t>
            </a:r>
          </a:p>
          <a:p xmlns:a="http://schemas.openxmlformats.org/drawingml/2006/main">
            <a:r>
              <a:t>职责：生成代码应从其生成器维护。</a:t>
            </a:r>
          </a:p>
          <a:p xmlns:a="http://schemas.openxmlformats.org/drawingml/2006/main">
            <a:r>
              <a:t>源码：packages/ai/scripts/generate-models.ts</a:t>
            </a:r>
          </a:p>
          <a:p xmlns:a="http://schemas.openxmlformats.org/drawingml/2006/main">
            <a:r>
              <a:t>packages/ai/scripts/generate-test-image.ts</a:t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>scripts/diff-model-catalog.mjs</a:t>
            </a:r>
          </a:p>
          <a:p xmlns:a="http://schemas.openxmlformats.org/drawingml/2006/main">
            <a:r>
              <a:t>scripts/generate-coding-agent-install-lock.mjs</a:t>
            </a:r>
          </a:p>
          <a:p xmlns:a="http://schemas.openxmlformats.org/drawingml/2006/main">
            <a:r>
              <a:t>scripts/generate-thinking-capabilities.mjs</a:t>
            </a:r>
          </a:p>
          <a:p xmlns:a="http://schemas.openxmlformats.org/drawingml/2006/main">
            <a:r>
              <a:t>scripts/model-catalog-protocol.ts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检查依赖与安装锁</a:t>
            </a:r>
          </a:p>
          <a:p xmlns:a="http://schemas.openxmlformats.org/drawingml/2006/main">
            <a:r>
              <a:t>阅读精确依赖和 coding-agent install-lock 的生成/检查流程，核对生命周期脚本的显式允许项。</a:t>
            </a:r>
          </a:p>
          <a:p xmlns:a="http://schemas.openxmlformats.org/drawingml/2006/main">
            <a:r>
              <a:t>输入：依赖元数据</a:t>
            </a:r>
          </a:p>
          <a:p xmlns:a="http://schemas.openxmlformats.org/drawingml/2006/main">
            <a:r>
              <a:t>输出：一致的锁文件与检查</a:t>
            </a:r>
          </a:p>
          <a:p xmlns:a="http://schemas.openxmlformats.org/drawingml/2006/main">
            <a:r>
              <a:t>入口线索：install-lock:coding-agent；check:install-lock:coding-agent</a:t>
            </a:r>
          </a:p>
          <a:p xmlns:a="http://schemas.openxmlformats.org/drawingml/2006/main">
            <a:r>
              <a:t>职责：当前使用 install-lock；旧发布 npm-shrinkwrap 已移除，常规 npm 使用其自身依赖解析。</a:t>
            </a:r>
          </a:p>
          <a:p xmlns:a="http://schemas.openxmlformats.org/drawingml/2006/main">
            <a:r>
              <a:t>源码：scripts/generate-coding-agent-install-lock.mjs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理解发布产物</a:t>
            </a:r>
          </a:p>
          <a:p xmlns:a="http://schemas.openxmlformats.org/drawingml/2006/main">
            <a:r>
              <a:t>只读追踪 workspace 打包、消费者验证、二进制与版本同步；真正发布需按项目 release 技能执行。</a:t>
            </a:r>
          </a:p>
          <a:p xmlns:a="http://schemas.openxmlformats.org/drawingml/2006/main">
            <a:r>
              <a:t>输入：源码与版本</a:t>
            </a:r>
          </a:p>
          <a:p xmlns:a="http://schemas.openxmlformats.org/drawingml/2006/main">
            <a:r>
              <a:t>输出：待验证发布产物</a:t>
            </a:r>
          </a:p>
          <a:p xmlns:a="http://schemas.openxmlformats.org/drawingml/2006/main">
            <a:r>
              <a:t>入口线索：仓库维护脚本</a:t>
            </a:r>
          </a:p>
          <a:p xmlns:a="http://schemas.openxmlformats.org/drawingml/2006/main">
            <a:r>
              <a:t>职责：涉及发布时必须遵守项目 release 技能；此清单只读。</a:t>
            </a:r>
          </a:p>
          <a:p xmlns:a="http://schemas.openxmlformats.org/drawingml/2006/main">
            <a:r>
              <a:t>源码：scripts/build-binaries.sh</a:t>
            </a:r>
          </a:p>
          <a:p xmlns:a="http://schemas.openxmlformats.org/drawingml/2006/main">
            <a:r>
              <a:t>scripts/build-coding-agent-bundle.mjs</a:t>
            </a:r>
          </a:p>
          <a:p xmlns:a="http://schemas.openxmlformats.org/drawingml/2006/main">
            <a:r>
              <a:t>scripts/create-source-archive.sh</a:t>
            </a:r>
          </a:p>
          <a:p xmlns:a="http://schemas.openxmlformats.org/drawingml/2006/main">
            <a:r>
              <a:t>scripts/local-release.mjs</a:t>
            </a:r>
          </a:p>
          <a:p xmlns:a="http://schemas.openxmlformats.org/drawingml/2006/main">
            <a:r>
              <a:t>scripts/package-workspaces.mjs</a:t>
            </a:r>
          </a:p>
          <a:p xmlns:a="http://schemas.openxmlformats.org/drawingml/2006/main">
            <a:r>
              <a:t>scripts/publish-model-catalog.mjs</a:t>
            </a:r>
          </a:p>
          <a:p xmlns:a="http://schemas.openxmlformats.org/drawingml/2006/main">
            <a:r>
              <a:t>scripts/publish-release-announcement.mjs</a:t>
            </a:r>
          </a:p>
          <a:p xmlns:a="http://schemas.openxmlformats.org/drawingml/2006/main">
            <a:r>
              <a:t>scripts/publish.mjs</a:t>
            </a:r>
          </a:p>
          <a:p xmlns:a="http://schemas.openxmlformats.org/drawingml/2006/main">
            <a:r>
              <a:t>scripts/release-notes.mjs</a:t>
            </a:r>
          </a:p>
          <a:p xmlns:a="http://schemas.openxmlformats.org/drawingml/2006/main">
            <a:r>
              <a:t>scripts/release-packages.mjs</a:t>
            </a:r>
          </a:p>
          <a:p xmlns:a="http://schemas.openxmlformats.org/drawingml/2006/main">
            <a:r>
              <a:t>scripts/release.mjs</a:t>
            </a:r>
          </a:p>
          <a:p xmlns:a="http://schemas.openxmlformats.org/drawingml/2006/main">
            <a:r>
              <a:t>scripts/sync-versions.js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回到用户运行场景</a:t>
            </a:r>
          </a:p>
          <a:p xmlns:a="http://schemas.openxmlformats.org/drawingml/2006/main">
            <a:r>
              <a:t>对照源码 resolver、npm 安装和 standalone 的资源路径，验证升级后的配置、会话与扩展入口。</a:t>
            </a:r>
          </a:p>
          <a:p xmlns:a="http://schemas.openxmlformats.org/drawingml/2006/main">
            <a:r>
              <a:t>输入：目标安装形态</a:t>
            </a:r>
          </a:p>
          <a:p xmlns:a="http://schemas.openxmlformats.org/drawingml/2006/main">
            <a:r>
              <a:t>输出：可复现的升级检查清单</a:t>
            </a:r>
          </a:p>
          <a:p xmlns:a="http://schemas.openxmlformats.org/drawingml/2006/main">
            <a:r>
              <a:t>入口线索：node --import source-resolver.ts src/cli.ts</a:t>
            </a:r>
          </a:p>
          <a:p xmlns:a="http://schemas.openxmlformats.org/drawingml/2006/main">
            <a:r>
              <a:t>职责：实验 CLI 与服务栈已移除；experimental 中遗留中文 README 是历史资料，不能作为可运行应用入口。</a:t>
            </a:r>
          </a:p>
          <a:p xmlns:a="http://schemas.openxmlformats.org/drawingml/2006/main">
            <a:r>
              <a:t>源码：packages/coding-agent/src/experimental/source-resolver.ts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失败与恢复：源码可运行不等于发布包完整；发布、部署和依赖安装不是阅读教程自动授权的动作。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练习：任选一个 release 脚本说明输入产物和消费者检查；再记录一项本版本接口变化及受影响例子。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参考判断：结论必须基于当前脚本与实际验证；历史资料不能代替当前包的 exports 与契约。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功能编号：OTH-82, OTH-83, OTH-84, OTH-86, OTH-87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scripts/model-catalog-protocol.test.ts</a:t>
            </a:r>
          </a:p>
          <a:p xmlns:a="http://schemas.openxmlformats.org/drawingml/2006/main">
            <a:r>
              <a:t>scripts/publish-release-announcement.test.mjs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源码修改完成后，需要理解发布产物和升级时的变化范围。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区分手写与生成文件</a:t>
            </a:r>
          </a:p>
          <a:p xmlns:a="http://schemas.openxmlformats.org/drawingml/2006/main">
            <a:r>
              <a:t>跟踪模型生成器、数据水合和元数据来源；生成表通过生成器维护，不直接手改。</a:t>
            </a:r>
          </a:p>
          <a:p xmlns:a="http://schemas.openxmlformats.org/drawingml/2006/main">
            <a:r>
              <a:t>输入：模型或配置变更</a:t>
            </a:r>
          </a:p>
          <a:p xmlns:a="http://schemas.openxmlformats.org/drawingml/2006/main">
            <a:r>
              <a:t>输出：正确的生成入口</a:t>
            </a:r>
          </a:p>
          <a:p xmlns:a="http://schemas.openxmlformats.org/drawingml/2006/main">
            <a:r>
              <a:t>入口线索：模型生成/差异脚本</a:t>
            </a:r>
          </a:p>
          <a:p xmlns:a="http://schemas.openxmlformats.org/drawingml/2006/main">
            <a:r>
              <a:t>职责：生成代码应从其生成器维护。</a:t>
            </a:r>
          </a:p>
          <a:p xmlns:a="http://schemas.openxmlformats.org/drawingml/2006/main">
            <a:r>
              <a:t>源码：packages/ai/scripts/generate-models.ts</a:t>
            </a:r>
          </a:p>
          <a:p xmlns:a="http://schemas.openxmlformats.org/drawingml/2006/main">
            <a:r>
              <a:t>packages/ai/scripts/generate-test-image.ts</a:t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>scripts/diff-model-catalog.mjs</a:t>
            </a:r>
          </a:p>
          <a:p xmlns:a="http://schemas.openxmlformats.org/drawingml/2006/main">
            <a:r>
              <a:t>scripts/generate-coding-agent-install-lock.mjs</a:t>
            </a:r>
          </a:p>
          <a:p xmlns:a="http://schemas.openxmlformats.org/drawingml/2006/main">
            <a:r>
              <a:t>scripts/generate-thinking-capabilities.mjs</a:t>
            </a:r>
          </a:p>
          <a:p xmlns:a="http://schemas.openxmlformats.org/drawingml/2006/main">
            <a:r>
              <a:t>scripts/model-catalog-protocol.ts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检查依赖与安装锁</a:t>
            </a:r>
          </a:p>
          <a:p xmlns:a="http://schemas.openxmlformats.org/drawingml/2006/main">
            <a:r>
              <a:t>阅读精确依赖和 coding-agent install-lock 的生成/检查流程，核对生命周期脚本的显式允许项。</a:t>
            </a:r>
          </a:p>
          <a:p xmlns:a="http://schemas.openxmlformats.org/drawingml/2006/main">
            <a:r>
              <a:t>输入：依赖元数据</a:t>
            </a:r>
          </a:p>
          <a:p xmlns:a="http://schemas.openxmlformats.org/drawingml/2006/main">
            <a:r>
              <a:t>输出：一致的锁文件与检查</a:t>
            </a:r>
          </a:p>
          <a:p xmlns:a="http://schemas.openxmlformats.org/drawingml/2006/main">
            <a:r>
              <a:t>入口线索：install-lock:coding-agent；check:install-lock:coding-agent</a:t>
            </a:r>
          </a:p>
          <a:p xmlns:a="http://schemas.openxmlformats.org/drawingml/2006/main">
            <a:r>
              <a:t>职责：当前使用 install-lock；旧发布 npm-shrinkwrap 已移除，常规 npm 使用其自身依赖解析。</a:t>
            </a:r>
          </a:p>
          <a:p xmlns:a="http://schemas.openxmlformats.org/drawingml/2006/main">
            <a:r>
              <a:t>源码：scripts/generate-coding-agent-install-lock.mjs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理解发布产物</a:t>
            </a:r>
          </a:p>
          <a:p xmlns:a="http://schemas.openxmlformats.org/drawingml/2006/main">
            <a:r>
              <a:t>只读追踪 workspace 打包、消费者验证、二进制与版本同步；真正发布需按项目 release 技能执行。</a:t>
            </a:r>
          </a:p>
          <a:p xmlns:a="http://schemas.openxmlformats.org/drawingml/2006/main">
            <a:r>
              <a:t>输入：源码与版本</a:t>
            </a:r>
          </a:p>
          <a:p xmlns:a="http://schemas.openxmlformats.org/drawingml/2006/main">
            <a:r>
              <a:t>输出：待验证发布产物</a:t>
            </a:r>
          </a:p>
          <a:p xmlns:a="http://schemas.openxmlformats.org/drawingml/2006/main">
            <a:r>
              <a:t>入口线索：仓库维护脚本</a:t>
            </a:r>
          </a:p>
          <a:p xmlns:a="http://schemas.openxmlformats.org/drawingml/2006/main">
            <a:r>
              <a:t>职责：涉及发布时必须遵守项目 release 技能；此清单只读。</a:t>
            </a:r>
          </a:p>
          <a:p xmlns:a="http://schemas.openxmlformats.org/drawingml/2006/main">
            <a:r>
              <a:t>源码：scripts/build-binaries.sh</a:t>
            </a:r>
          </a:p>
          <a:p xmlns:a="http://schemas.openxmlformats.org/drawingml/2006/main">
            <a:r>
              <a:t>scripts/build-coding-agent-bundle.mjs</a:t>
            </a:r>
          </a:p>
          <a:p xmlns:a="http://schemas.openxmlformats.org/drawingml/2006/main">
            <a:r>
              <a:t>scripts/create-source-archive.sh</a:t>
            </a:r>
          </a:p>
          <a:p xmlns:a="http://schemas.openxmlformats.org/drawingml/2006/main">
            <a:r>
              <a:t>scripts/local-release.mjs</a:t>
            </a:r>
          </a:p>
          <a:p xmlns:a="http://schemas.openxmlformats.org/drawingml/2006/main">
            <a:r>
              <a:t>scripts/package-workspaces.mjs</a:t>
            </a:r>
          </a:p>
          <a:p xmlns:a="http://schemas.openxmlformats.org/drawingml/2006/main">
            <a:r>
              <a:t>scripts/publish-model-catalog.mjs</a:t>
            </a:r>
          </a:p>
          <a:p xmlns:a="http://schemas.openxmlformats.org/drawingml/2006/main">
            <a:r>
              <a:t>scripts/publish-release-announcement.mjs</a:t>
            </a:r>
          </a:p>
          <a:p xmlns:a="http://schemas.openxmlformats.org/drawingml/2006/main">
            <a:r>
              <a:t>scripts/publish.mjs</a:t>
            </a:r>
          </a:p>
          <a:p xmlns:a="http://schemas.openxmlformats.org/drawingml/2006/main">
            <a:r>
              <a:t>scripts/release-notes.mjs</a:t>
            </a:r>
          </a:p>
          <a:p xmlns:a="http://schemas.openxmlformats.org/drawingml/2006/main">
            <a:r>
              <a:t>scripts/release-packages.mjs</a:t>
            </a:r>
          </a:p>
          <a:p xmlns:a="http://schemas.openxmlformats.org/drawingml/2006/main">
            <a:r>
              <a:t>scripts/release.mjs</a:t>
            </a:r>
          </a:p>
          <a:p xmlns:a="http://schemas.openxmlformats.org/drawingml/2006/main">
            <a:r>
              <a:t>scripts/sync-versions.js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回到用户运行场景</a:t>
            </a:r>
          </a:p>
          <a:p xmlns:a="http://schemas.openxmlformats.org/drawingml/2006/main">
            <a:r>
              <a:t>对照源码 resolver、npm 安装和 standalone 的资源路径，验证升级后的配置、会话与扩展入口。</a:t>
            </a:r>
          </a:p>
          <a:p xmlns:a="http://schemas.openxmlformats.org/drawingml/2006/main">
            <a:r>
              <a:t>输入：目标安装形态</a:t>
            </a:r>
          </a:p>
          <a:p xmlns:a="http://schemas.openxmlformats.org/drawingml/2006/main">
            <a:r>
              <a:t>输出：可复现的升级检查清单</a:t>
            </a:r>
          </a:p>
          <a:p xmlns:a="http://schemas.openxmlformats.org/drawingml/2006/main">
            <a:r>
              <a:t>入口线索：node --import source-resolver.ts src/cli.ts</a:t>
            </a:r>
          </a:p>
          <a:p xmlns:a="http://schemas.openxmlformats.org/drawingml/2006/main">
            <a:r>
              <a:t>职责：实验 CLI 与服务栈已移除；experimental 中遗留中文 README 是历史资料，不能作为可运行应用入口。</a:t>
            </a:r>
          </a:p>
          <a:p xmlns:a="http://schemas.openxmlformats.org/drawingml/2006/main">
            <a:r>
              <a:t>源码：packages/coding-agent/src/experimental/source-resolver.ts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失败与恢复：源码可运行不等于发布包完整；发布、部署和依赖安装不是阅读教程自动授权的动作。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练习：任选一个 release 脚本说明输入产物和消费者检查；再记录一项本版本接口变化及受影响例子。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参考判断：结论必须基于当前脚本与实际验证；历史资料不能代替当前包的 exports 与契约。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功能编号：OTH-82, OTH-83, OTH-84, OTH-86, OTH-87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scripts/model-catalog-protocol.test.ts</a:t>
            </a:r>
          </a:p>
          <a:p xmlns:a="http://schemas.openxmlformats.org/drawingml/2006/main">
            <a:r>
              <a:t>scripts/publish-release-announcement.test.mjs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仓库保留旧目录、设计提案和中文翻译，需要判断哪些还能直接使用。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确认当前源码基线</a:t>
            </a:r>
          </a:p>
          <a:p xmlns:a="http://schemas.openxmlformats.org/drawingml/2006/main">
            <a:r>
              <a:t>核对 HEAD、工作区差异与 manifest，分别记录当前源码、未跟踪资料和历史快照。</a:t>
            </a:r>
          </a:p>
          <a:p xmlns:a="http://schemas.openxmlformats.org/drawingml/2006/main">
            <a:r>
              <a:t>输入：仓库与文档快照</a:t>
            </a:r>
          </a:p>
          <a:p xmlns:a="http://schemas.openxmlformats.org/drawingml/2006/main">
            <a:r>
              <a:t>输出：审查基线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比较当前装配</a:t>
            </a:r>
          </a:p>
          <a:p xmlns:a="http://schemas.openxmlformats.org/drawingml/2006/main">
            <a:r>
              <a:t>以真实 exports、当前 src 和测试确定运行入口；旧 client/protocol/server 目录资料不能证明包仍可运行。</a:t>
            </a:r>
          </a:p>
          <a:p xmlns:a="http://schemas.openxmlformats.org/drawingml/2006/main">
            <a:r>
              <a:t>输入：历史设计与当前入口</a:t>
            </a:r>
          </a:p>
          <a:p xmlns:a="http://schemas.openxmlformats.org/drawingml/2006/main">
            <a:r>
              <a:t>输出：已实现和历史内容边界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追踪演进证据</a:t>
            </a:r>
          </a:p>
          <a:p xmlns:a="http://schemas.openxmlformats.org/drawingml/2006/main">
            <a:r>
              <a:t>用 Git 时间线与具体 diff 查明变化，再更新编号映射和离线资料。自动中文统计摘要不能替代逐个 diff 审查。</a:t>
            </a:r>
          </a:p>
          <a:p xmlns:a="http://schemas.openxmlformats.org/drawingml/2006/main">
            <a:r>
              <a:t>输入：提交和设计文档</a:t>
            </a:r>
          </a:p>
          <a:p xmlns:a="http://schemas.openxmlformats.org/drawingml/2006/main">
            <a:r>
              <a:t>输出：可追溯的变化说明</a:t>
            </a:r>
          </a:p>
          <a:p xmlns:a="http://schemas.openxmlformats.org/drawingml/2006/main">
            <a:r>
              <a:t>入口线索：本地统计脚本</a:t>
            </a:r>
          </a:p>
          <a:p xmlns:a="http://schemas.openxmlformats.org/drawingml/2006/main">
            <a:r>
              <a:t>职责：这些脚本不是默认对话功能。</a:t>
            </a:r>
          </a:p>
          <a:p xmlns:a="http://schemas.openxmlformats.org/drawingml/2006/main">
            <a:r>
              <a:t>源码：scripts/cost.ts</a:t>
            </a:r>
          </a:p>
          <a:p xmlns:a="http://schemas.openxmlformats.org/drawingml/2006/main">
            <a:r>
              <a:t>scripts/edit-tool-stats.mjs</a:t>
            </a:r>
          </a:p>
          <a:p xmlns:a="http://schemas.openxmlformats.org/drawingml/2006/main">
            <a:r>
              <a:t>scripts/profile-coding-agent-node.mjs</a:t>
            </a:r>
          </a:p>
          <a:p xmlns:a="http://schemas.openxmlformats.org/drawingml/2006/main">
            <a:r>
              <a:t>scripts/read-tool-stats.mjs</a:t>
            </a:r>
          </a:p>
          <a:p xmlns:a="http://schemas.openxmlformats.org/drawingml/2006/main">
            <a:r>
              <a:t>scripts/session-context-stats.mjs</a:t>
            </a:r>
          </a:p>
          <a:p xmlns:a="http://schemas.openxmlformats.org/drawingml/2006/main">
            <a:r>
              <a:t>scripts/session-transcripts.ts</a:t>
            </a:r>
          </a:p>
          <a:p xmlns:a="http://schemas.openxmlformats.org/drawingml/2006/main">
            <a:r>
              <a:t>scripts/stats.ts</a:t>
            </a:r>
          </a:p>
          <a:p xmlns:a="http://schemas.openxmlformats.org/drawingml/2006/main">
            <a:r>
              <a:t>scripts/tool-stats.ts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失败与恢复：未初始化目录的文件说明可以暂为空；没有实现和测试证据的设计能力不可写成现成接口。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练习：找一个历史目录，列出当前保留资料、缺少的运行入口和可继续追踪的提交线索。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参考判断：应明确标记“历史资料/设计方案”，并避免生成虚构调用链。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功能编号：EXT-22, INT-01, INT-03, INT-04, INT-05, INT-07, OTH-56, OTH-84, OTH-85, OTH-89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docs/doc-html/README.md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仓库保留旧目录、设计提案和中文翻译，需要判断哪些还能直接使用。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确认当前源码基线</a:t>
            </a:r>
          </a:p>
          <a:p xmlns:a="http://schemas.openxmlformats.org/drawingml/2006/main">
            <a:r>
              <a:t>核对 HEAD、工作区差异与 manifest，分别记录当前源码、未跟踪资料和历史快照。</a:t>
            </a:r>
          </a:p>
          <a:p xmlns:a="http://schemas.openxmlformats.org/drawingml/2006/main">
            <a:r>
              <a:t>输入：仓库与文档快照</a:t>
            </a:r>
          </a:p>
          <a:p xmlns:a="http://schemas.openxmlformats.org/drawingml/2006/main">
            <a:r>
              <a:t>输出：审查基线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比较当前装配</a:t>
            </a:r>
          </a:p>
          <a:p xmlns:a="http://schemas.openxmlformats.org/drawingml/2006/main">
            <a:r>
              <a:t>以真实 exports、当前 src 和测试确定运行入口；旧 client/protocol/server 目录资料不能证明包仍可运行。</a:t>
            </a:r>
          </a:p>
          <a:p xmlns:a="http://schemas.openxmlformats.org/drawingml/2006/main">
            <a:r>
              <a:t>输入：历史设计与当前入口</a:t>
            </a:r>
          </a:p>
          <a:p xmlns:a="http://schemas.openxmlformats.org/drawingml/2006/main">
            <a:r>
              <a:t>输出：已实现和历史内容边界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追踪演进证据</a:t>
            </a:r>
          </a:p>
          <a:p xmlns:a="http://schemas.openxmlformats.org/drawingml/2006/main">
            <a:r>
              <a:t>用 Git 时间线与具体 diff 查明变化，再更新编号映射和离线资料。自动中文统计摘要不能替代逐个 diff 审查。</a:t>
            </a:r>
          </a:p>
          <a:p xmlns:a="http://schemas.openxmlformats.org/drawingml/2006/main">
            <a:r>
              <a:t>输入：提交和设计文档</a:t>
            </a:r>
          </a:p>
          <a:p xmlns:a="http://schemas.openxmlformats.org/drawingml/2006/main">
            <a:r>
              <a:t>输出：可追溯的变化说明</a:t>
            </a:r>
          </a:p>
          <a:p xmlns:a="http://schemas.openxmlformats.org/drawingml/2006/main">
            <a:r>
              <a:t>入口线索：本地统计脚本</a:t>
            </a:r>
          </a:p>
          <a:p xmlns:a="http://schemas.openxmlformats.org/drawingml/2006/main">
            <a:r>
              <a:t>职责：这些脚本不是默认对话功能。</a:t>
            </a:r>
          </a:p>
          <a:p xmlns:a="http://schemas.openxmlformats.org/drawingml/2006/main">
            <a:r>
              <a:t>源码：scripts/cost.ts</a:t>
            </a:r>
          </a:p>
          <a:p xmlns:a="http://schemas.openxmlformats.org/drawingml/2006/main">
            <a:r>
              <a:t>scripts/edit-tool-stats.mjs</a:t>
            </a:r>
          </a:p>
          <a:p xmlns:a="http://schemas.openxmlformats.org/drawingml/2006/main">
            <a:r>
              <a:t>scripts/profile-coding-agent-node.mjs</a:t>
            </a:r>
          </a:p>
          <a:p xmlns:a="http://schemas.openxmlformats.org/drawingml/2006/main">
            <a:r>
              <a:t>scripts/read-tool-stats.mjs</a:t>
            </a:r>
          </a:p>
          <a:p xmlns:a="http://schemas.openxmlformats.org/drawingml/2006/main">
            <a:r>
              <a:t>scripts/session-context-stats.mjs</a:t>
            </a:r>
          </a:p>
          <a:p xmlns:a="http://schemas.openxmlformats.org/drawingml/2006/main">
            <a:r>
              <a:t>scripts/session-transcripts.ts</a:t>
            </a:r>
          </a:p>
          <a:p xmlns:a="http://schemas.openxmlformats.org/drawingml/2006/main">
            <a:r>
              <a:t>scripts/stats.ts</a:t>
            </a:r>
          </a:p>
          <a:p xmlns:a="http://schemas.openxmlformats.org/drawingml/2006/main">
            <a:r>
              <a:t>scripts/tool-stats.ts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失败与恢复：未初始化目录的文件说明可以暂为空；没有实现和测试证据的设计能力不可写成现成接口。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练习：找一个历史目录，列出当前保留资料、缺少的运行入口和可继续追踪的提交线索。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参考判断：应明确标记“历史资料/设计方案”，并避免生成虚构调用链。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功能编号：EXT-22, INT-01, INT-03, INT-04, INT-05, INT-07, OTH-56, OTH-84, OTH-85, OTH-89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docs/doc-html/README.md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仓库保留旧目录、设计提案和中文翻译，需要判断哪些还能直接使用。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确认当前源码基线</a:t>
            </a:r>
          </a:p>
          <a:p xmlns:a="http://schemas.openxmlformats.org/drawingml/2006/main">
            <a:r>
              <a:t>核对 HEAD、工作区差异与 manifest，分别记录当前源码、未跟踪资料和历史快照。</a:t>
            </a:r>
          </a:p>
          <a:p xmlns:a="http://schemas.openxmlformats.org/drawingml/2006/main">
            <a:r>
              <a:t>输入：仓库与文档快照</a:t>
            </a:r>
          </a:p>
          <a:p xmlns:a="http://schemas.openxmlformats.org/drawingml/2006/main">
            <a:r>
              <a:t>输出：审查基线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比较当前装配</a:t>
            </a:r>
          </a:p>
          <a:p xmlns:a="http://schemas.openxmlformats.org/drawingml/2006/main">
            <a:r>
              <a:t>以真实 exports、当前 src 和测试确定运行入口；旧 client/protocol/server 目录资料不能证明包仍可运行。</a:t>
            </a:r>
          </a:p>
          <a:p xmlns:a="http://schemas.openxmlformats.org/drawingml/2006/main">
            <a:r>
              <a:t>输入：历史设计与当前入口</a:t>
            </a:r>
          </a:p>
          <a:p xmlns:a="http://schemas.openxmlformats.org/drawingml/2006/main">
            <a:r>
              <a:t>输出：已实现和历史内容边界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追踪演进证据</a:t>
            </a:r>
          </a:p>
          <a:p xmlns:a="http://schemas.openxmlformats.org/drawingml/2006/main">
            <a:r>
              <a:t>用 Git 时间线与具体 diff 查明变化，再更新编号映射和离线资料。自动中文统计摘要不能替代逐个 diff 审查。</a:t>
            </a:r>
          </a:p>
          <a:p xmlns:a="http://schemas.openxmlformats.org/drawingml/2006/main">
            <a:r>
              <a:t>输入：提交和设计文档</a:t>
            </a:r>
          </a:p>
          <a:p xmlns:a="http://schemas.openxmlformats.org/drawingml/2006/main">
            <a:r>
              <a:t>输出：可追溯的变化说明</a:t>
            </a:r>
          </a:p>
          <a:p xmlns:a="http://schemas.openxmlformats.org/drawingml/2006/main">
            <a:r>
              <a:t>入口线索：本地统计脚本</a:t>
            </a:r>
          </a:p>
          <a:p xmlns:a="http://schemas.openxmlformats.org/drawingml/2006/main">
            <a:r>
              <a:t>职责：这些脚本不是默认对话功能。</a:t>
            </a:r>
          </a:p>
          <a:p xmlns:a="http://schemas.openxmlformats.org/drawingml/2006/main">
            <a:r>
              <a:t>源码：scripts/cost.ts</a:t>
            </a:r>
          </a:p>
          <a:p xmlns:a="http://schemas.openxmlformats.org/drawingml/2006/main">
            <a:r>
              <a:t>scripts/edit-tool-stats.mjs</a:t>
            </a:r>
          </a:p>
          <a:p xmlns:a="http://schemas.openxmlformats.org/drawingml/2006/main">
            <a:r>
              <a:t>scripts/profile-coding-agent-node.mjs</a:t>
            </a:r>
          </a:p>
          <a:p xmlns:a="http://schemas.openxmlformats.org/drawingml/2006/main">
            <a:r>
              <a:t>scripts/read-tool-stats.mjs</a:t>
            </a:r>
          </a:p>
          <a:p xmlns:a="http://schemas.openxmlformats.org/drawingml/2006/main">
            <a:r>
              <a:t>scripts/session-context-stats.mjs</a:t>
            </a:r>
          </a:p>
          <a:p xmlns:a="http://schemas.openxmlformats.org/drawingml/2006/main">
            <a:r>
              <a:t>scripts/session-transcripts.ts</a:t>
            </a:r>
          </a:p>
          <a:p xmlns:a="http://schemas.openxmlformats.org/drawingml/2006/main">
            <a:r>
              <a:t>scripts/stats.ts</a:t>
            </a:r>
          </a:p>
          <a:p xmlns:a="http://schemas.openxmlformats.org/drawingml/2006/main">
            <a:r>
              <a:t>scripts/tool-stats.ts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失败与恢复：未初始化目录的文件说明可以暂为空；没有实现和测试证据的设计能力不可写成现成接口。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练习：找一个历史目录，列出当前保留资料、缺少的运行入口和可继续追踪的提交线索。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参考判断：应明确标记“历史资料/设计方案”，并避免生成虚构调用链。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功能编号：EXT-22, INT-01, INT-03, INT-04, INT-05, INT-07, OTH-56, OTH-84, OTH-85, OTH-89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docs/doc-html/README.md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67a71931946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dcd946f6845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9d2e12e4440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021d0e3db4a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9f54dd0e54e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fa805753645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5ACDFF-B44D-4CE4-9C4A-01FC426FFD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32EB10-4544-40EB-A192-19401DD52A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D83231-CF09-464C-B99B-093E1A908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225EEA-BFA6-41CE-98F8-9F305A34D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872E41-A1B1-4DFF-9B56-EB97FAB85F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D7B494-5207-4541-A7F7-387D31910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20C4C0-D46A-402E-AC67-580356377D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EA7D90-E498-437C-AB10-6330C5D02D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C2B063-A9C4-46D2-BDE0-F7079935F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174C6C-9A14-4909-9812-CEA8EA437A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07b4a57a649de" /><Relationship Type="http://schemas.openxmlformats.org/officeDocument/2006/relationships/slideLayout" Target="/ppt/slideLayouts/slideLayout1.xml" Id="Ra92e06bb4dd247a5" /><Relationship Type="http://schemas.openxmlformats.org/officeDocument/2006/relationships/slideLayout" Target="/ppt/slideLayouts/slideLayout2.xml" Id="R147f77ef8a6847cc" /><Relationship Type="http://schemas.openxmlformats.org/officeDocument/2006/relationships/slideLayout" Target="/ppt/slideLayouts/slideLayout3.xml" Id="R4bad3874c98a43d9" /><Relationship Type="http://schemas.openxmlformats.org/officeDocument/2006/relationships/slideLayout" Target="/ppt/slideLayouts/slideLayout4.xml" Id="R9f5c8f93d14c46dd" /><Relationship Type="http://schemas.openxmlformats.org/officeDocument/2006/relationships/slideLayout" Target="/ppt/slideLayouts/slideLayout5.xml" Id="Raf31da1e9756418d" /><Relationship Type="http://schemas.openxmlformats.org/officeDocument/2006/relationships/slideLayout" Target="/ppt/slideLayouts/slideLayout6.xml" Id="R66874dc82b4142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2e06bb4dd247a5"/>
    <p:sldLayoutId xmlns:r="http://schemas.openxmlformats.org/officeDocument/2006/relationships" id="2147483650" r:id="R147f77ef8a6847cc"/>
    <p:sldLayoutId xmlns:r="http://schemas.openxmlformats.org/officeDocument/2006/relationships" id="2147483651" r:id="R4bad3874c98a43d9"/>
    <p:sldLayoutId xmlns:r="http://schemas.openxmlformats.org/officeDocument/2006/relationships" id="2147483652" r:id="R9f5c8f93d14c46dd"/>
    <p:sldLayoutId xmlns:r="http://schemas.openxmlformats.org/officeDocument/2006/relationships" id="2147483653" r:id="Raf31da1e9756418d"/>
    <p:sldLayoutId xmlns:r="http://schemas.openxmlformats.org/officeDocument/2006/relationships" id="2147483654" r:id="R66874dc82b4142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3abd2075443a8" /><Relationship Type="http://schemas.openxmlformats.org/officeDocument/2006/relationships/notesSlide" Target="/ppt/notesSlides/notesSlide1.xml" Id="R6424375ea41940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638a79db040ac" /><Relationship Type="http://schemas.openxmlformats.org/officeDocument/2006/relationships/notesSlide" Target="/ppt/notesSlides/notesSlide2.xml" Id="Rcefb52647e8745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6db33a4604b95" /><Relationship Type="http://schemas.openxmlformats.org/officeDocument/2006/relationships/notesSlide" Target="/ppt/notesSlides/notesSlide3.xml" Id="R3c2001c9facd4f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bca67afaa407b" /><Relationship Type="http://schemas.openxmlformats.org/officeDocument/2006/relationships/notesSlide" Target="/ppt/notesSlides/notesSlide4.xml" Id="R3ef1e80e16974f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bb7e40bea4da8" /><Relationship Type="http://schemas.openxmlformats.org/officeDocument/2006/relationships/notesSlide" Target="/ppt/notesSlides/notesSlide5.xml" Id="R0cfd02feaa3243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c03e307ecb4e18" /><Relationship Type="http://schemas.openxmlformats.org/officeDocument/2006/relationships/notesSlide" Target="/ppt/notesSlides/notesSlide6.xml" Id="R77ce2efc26e140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188002ccf408d" /><Relationship Type="http://schemas.openxmlformats.org/officeDocument/2006/relationships/notesSlide" Target="/ppt/notesSlides/notesSlide7.xml" Id="Rd5d849764d0043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27a3637794e18" /><Relationship Type="http://schemas.openxmlformats.org/officeDocument/2006/relationships/notesSlide" Target="/ppt/notesSlides/notesSlide8.xml" Id="R26af83aa13044c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fe19402a34ecc" /><Relationship Type="http://schemas.openxmlformats.org/officeDocument/2006/relationships/notesSlide" Target="/ppt/notesSlides/notesSlide9.xml" Id="Rc46226ff75e34a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E523C71-506E-472C-9BDC-B889FF46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08 独立改造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E6EDEB-0A70-4913-BE5C-EB655D7C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完成一次独立扩展与源码改造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750431E4-D9D1-4807-B50C-29038890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从需求到可审查修改，能说明每一处改变的理由。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937AFBE-19AD-4EB4-925E-08CE3A7A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1629C21E-C140-4764-9F06-6D14C6DE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扩展发现、注册与事件分发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797DC6BE-783E-4B41-A21B-046132A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SDK 创建与替换运行时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1BD9FC70-8D57-4750-AD77-8BCAF08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依赖、导入与构建边界校验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F8DEBCC-669B-4F5F-B437-4CBDE7B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change-deliver   /   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758360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88018C2-9162-4B34-9579-C9BED080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08 独立改造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4E531F-012F-4CBF-9E50-EA6D8484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完成一次独立扩展与源码改造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064BA063-96BA-4FB3-B826-BAD407C8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把需求变成行为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20A9ED8C-805F-40D7-AC0C-F698A7D8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输入：具体需求    输出：可测试的行为说明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C32EE2E1-FEDB-471A-AA27-FF6A1A07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定位契约与调用者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E0B83AC-DAAB-41FF-977C-0D58FA6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输入：行为说明    输出：最小修改范围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0E7D18DC-95D7-42FB-8112-029F4CB9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先定义回归用例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7300ACB7-368B-49B0-9195-8EB169A3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输入：失败场景    输出：修复前失败、修复后通过的用例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57E74E21-2D65-4A20-8F1B-8C3EE50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审查并交付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C4531F25-D4EA-46B2-89D9-53F06D5A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输入：完成的修改    输出：可审查的变更与验证说明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35436F1-ADF8-4635-A532-7F5EEC33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change-deliver   /   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723731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AD5DEAA-FD91-4A88-9261-2AEB525B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08 独立改造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B6A161-DC1D-4944-8635-7B8A071F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完成一次独立扩展与源码改造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F8E54431-9C7C-4FBD-90A0-4E1B97F8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37D0A0E-7A7B-4C40-9140-5C93F947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一个测试通过不能证明所有配置路径都正确。新增接口前应先查询已有契约及复用点。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D3534C12-2FF6-44C5-BD8B-CDD55695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999B72EE-FD06-49FF-812D-12544E96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选择一个现成工具扩展示例，增加一个无外部副作用的能力，并提交一份行为、调用链和验证笔记。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214413C-8DC7-4E38-A605-20280F6B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change-deliver   /   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83997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0D03771-29BF-4FF4-912A-8F69264A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08 独立改造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9BCEE5-7E77-4D4F-AEBC-8471D6E8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生成数据、打包部署与版本升级核对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A1C9555A-508A-4CF1-8F4E-C79903A3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源码修改完成后，需要理解发布产物和升级时的变化范围。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A400F25B-E5E3-49EB-82DD-433A9C0B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294EF043-B80D-4DDB-B9C0-37A4C1FD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模型目录协议与生成维护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5FB5E062-0C52-4429-B458-26456EC9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安装锁生成与生命周期脚本审查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773AAEBE-88F0-4B38-A7A6-3EA8A850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打包、发布与版本同步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35C00C9C-7111-47D5-B25A-C7DFB78C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源码解析器与历史实验资料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481F8BE-9EDE-4C14-A8DD-5245E9AA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release-upgrade   /   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342668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F31C894-0B30-4ED5-A679-66A73CF4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08 独立改造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FE25B5-C36B-4D0E-9216-19077B1F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生成数据、打包部署与版本升级核对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206AA046-A2E7-41E0-AFB8-4D6C136F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区分手写与生成文件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56FA24D0-1B84-4A61-B6D7-67456DC1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输入：模型或配置变更    输出：正确的生成入口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1896CDB-3450-4CDE-8226-93A2C1A4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检查依赖与安装锁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74484A23-E60C-4E3E-BC52-E5DE331F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输入：依赖元数据    输出：一致的锁文件与检查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590DD0EF-42F9-4D90-8B76-2B757155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理解发布产物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1AF53030-2C24-4671-A32C-9D3BC22C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输入：源码与版本    输出：待验证发布产物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DF7ADD69-FDE4-4FDA-987D-BF86189A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回到用户运行场景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7DDEFBB-C8BC-4F24-8C98-3BCA1101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输入：目标安装形态    输出：可复现的升级检查清单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7CF350B-1C88-4D6A-8833-7A0D06AF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release-upgrade   /   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09555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7C3B5FF4-B5DF-40D8-A3ED-E907E341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08 独立改造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2E6A3D-6A1C-41B6-9B7E-E78FE7D9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生成数据、打包部署与版本升级核对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917C618C-29D3-47FB-BAB1-A61D6255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61A9BF97-3331-4D06-A775-ED8DA008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源码可运行不等于发布包完整；发布、部署和依赖安装不是阅读教程自动授权的动作。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84329CED-8E90-4B57-B230-791C0541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8AE4B755-89A5-4D3F-8947-19028852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任选一个 release 脚本说明输入产物和消费者检查；再记录一项本版本接口变化及受影响例子。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58FF4C0-966A-4722-857B-B66E0218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release-upgrade   /   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389352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9727CA47-921E-4C62-A68B-7F179F9F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08 独立改造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A56A68-8882-4F0D-9C43-422CBD4D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从历史设计到当前实现的证据审查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26514E29-3DA2-44CB-9445-9B7F5334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仓库保留旧目录、设计提案和中文翻译，需要判断哪些还能直接使用。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5EB4951-2A20-4631-9256-F1FF1F71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3FE8F98C-ECA3-4BAA-A6FD-5F4CAA6C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依赖、导入与构建边界校验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D4700072-C912-4852-8486-E0725DA2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SDK 创建与替换运行时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2C20F626-4B88-46F3-B1C6-C43C0C04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会话统计与性能分析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67E8942-0EEB-473F-9F5E-BE9F7E2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design-history   /   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8442787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6DAFA0FD-6793-4980-9C63-E27635B5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08 独立改造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E9F2AF-2ED8-4A99-9A2C-B47A2E94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从历史设计到当前实现的证据审查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08BC4B01-20AB-4588-A5AB-3E52D6EF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确认当前源码基线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D8907A22-218D-41B7-A384-1B920163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输入：仓库与文档快照    输出：审查基线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418D558-6839-4FEE-B144-0BC5C942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比较当前装配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8F0761AB-0E49-459E-B744-69BA9FDC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输入：历史设计与当前入口    输出：已实现和历史内容边界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6147FA87-3387-43AD-B3D5-CDFBC90C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追踪演进证据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1472BDD5-F320-4AD5-A21A-11CE20C8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输入：提交和设计文档    输出：可追溯的变化说明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BDDC83C-22BD-4D62-9035-F038087B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design-history   /   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21526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F3145FF5-E27F-49AD-ABE9-6DAF6486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08 独立改造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36E637-B08B-4A60-9343-C4A5EEFE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从历史设计到当前实现的证据审查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344E5A3D-1827-4A56-A9F9-822C9E6C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8301AEF8-6ABF-42E7-9EF1-0EB8E92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未初始化目录的文件说明可以暂为空；没有实现和测试证据的设计能力不可写成现成接口。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C4E13E91-457C-4224-B035-9EE3392D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31CF7C5B-76F8-49A3-89D2-AF3CF8E2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找一个历史目录，列出当前保留资料、缺少的运行入口和可继续追踪的提交线索。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C54DC39-A33B-40A7-82A8-625AAB57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design-history   /   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338471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2026-10-12T14:55:54.8630000Z</dcterms:created>
  <dcterms:modified xsi:type="dcterms:W3CDTF">2026-10-12T14:55:54.8640000Z</dcterms:modified>
</coreProperties>
</file>