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3016a7a398493d" /><Relationship Type="http://schemas.openxmlformats.org/officeDocument/2006/relationships/extended-properties" Target="/docProps/app.xml" Id="R4b912a0615f942ae" /><Relationship Type="http://schemas.openxmlformats.org/officeDocument/2006/relationships/officeDocument" Target="/ppt/presentation.xml" Id="R3805cf750a654b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76cb34649944ab"/>
  </p:sldMasterIdLst>
  <p:notesMasterIdLst>
    <p:notesMasterId xmlns:r="http://schemas.openxmlformats.org/officeDocument/2006/relationships" r:id="R1c96daafe37f48ea"/>
  </p:notesMasterIdLst>
  <p:sldIdLst>
    <p:sldId xmlns:r="http://schemas.openxmlformats.org/officeDocument/2006/relationships" id="256" r:id="R3b4e95ed35764e13"/>
    <p:sldId xmlns:r="http://schemas.openxmlformats.org/officeDocument/2006/relationships" id="257" r:id="Re0b6a0af2bbe4d86"/>
    <p:sldId xmlns:r="http://schemas.openxmlformats.org/officeDocument/2006/relationships" id="258" r:id="R3fcddd7f0f5d42e0"/>
    <p:sldId xmlns:r="http://schemas.openxmlformats.org/officeDocument/2006/relationships" id="259" r:id="Rf9c327f266ac4d19"/>
    <p:sldId xmlns:r="http://schemas.openxmlformats.org/officeDocument/2006/relationships" id="260" r:id="R3aaefa8dfa5d4563"/>
    <p:sldId xmlns:r="http://schemas.openxmlformats.org/officeDocument/2006/relationships" id="261" r:id="R0fdb3cce1407467f"/>
    <p:sldId xmlns:r="http://schemas.openxmlformats.org/officeDocument/2006/relationships" id="262" r:id="R624034ff4f2146c1"/>
    <p:sldId xmlns:r="http://schemas.openxmlformats.org/officeDocument/2006/relationships" id="263" r:id="R6f9c30e235c34a35"/>
    <p:sldId xmlns:r="http://schemas.openxmlformats.org/officeDocument/2006/relationships" id="264" r:id="Rb929de3744df4379"/>
    <p:sldId xmlns:r="http://schemas.openxmlformats.org/officeDocument/2006/relationships" id="265" r:id="Rb9659c2d4990463b"/>
    <p:sldId xmlns:r="http://schemas.openxmlformats.org/officeDocument/2006/relationships" id="266" r:id="R85414cbf45ad4393"/>
    <p:sldId xmlns:r="http://schemas.openxmlformats.org/officeDocument/2006/relationships" id="267" r:id="Ra2f39b0c5fd749ef"/>
    <p:sldId xmlns:r="http://schemas.openxmlformats.org/officeDocument/2006/relationships" id="268" r:id="R1e5ab67cdc7945ae"/>
    <p:sldId xmlns:r="http://schemas.openxmlformats.org/officeDocument/2006/relationships" id="269" r:id="Rff64f932655c491e"/>
    <p:sldId xmlns:r="http://schemas.openxmlformats.org/officeDocument/2006/relationships" id="270" r:id="Rdb5cee82a68f467a"/>
    <p:sldId xmlns:r="http://schemas.openxmlformats.org/officeDocument/2006/relationships" id="271" r:id="R0dbc6cc930564ee1"/>
    <p:sldId xmlns:r="http://schemas.openxmlformats.org/officeDocument/2006/relationships" id="272" r:id="R27ab1603fb974297"/>
    <p:sldId xmlns:r="http://schemas.openxmlformats.org/officeDocument/2006/relationships" id="273" r:id="Rd8c2af343aca472a"/>
    <p:sldId xmlns:r="http://schemas.openxmlformats.org/officeDocument/2006/relationships" id="274" r:id="R9e821a2d18af4856"/>
    <p:sldId xmlns:r="http://schemas.openxmlformats.org/officeDocument/2006/relationships" id="275" r:id="R894b19ff78c1467a"/>
    <p:sldId xmlns:r="http://schemas.openxmlformats.org/officeDocument/2006/relationships" id="276" r:id="Rd6c5999fdc4042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74990160a24d33" /><Relationship Type="http://schemas.openxmlformats.org/officeDocument/2006/relationships/slideMaster" Target="/ppt/slideMasters/slideMaster1.xml" Id="R5c76cb34649944ab" /><Relationship Type="http://schemas.openxmlformats.org/officeDocument/2006/relationships/notesMaster" Target="/ppt/notesMasters/notesMaster1.xml" Id="R1c96daafe37f48ea" /><Relationship Type="http://schemas.openxmlformats.org/officeDocument/2006/relationships/presProps" Target="/ppt/presProps.xml" Id="Ra0898175cd664b69" /><Relationship Type="http://schemas.openxmlformats.org/officeDocument/2006/relationships/tableStyles" Target="/ppt/tableStyles.xml" Id="Rbcffd7947c8f4f87" /><Relationship Type="http://schemas.openxmlformats.org/officeDocument/2006/relationships/slide" Target="/ppt/slides/slide1.xml" Id="R3b4e95ed35764e13" /><Relationship Type="http://schemas.openxmlformats.org/officeDocument/2006/relationships/slide" Target="/ppt/slides/slide2.xml" Id="Re0b6a0af2bbe4d86" /><Relationship Type="http://schemas.openxmlformats.org/officeDocument/2006/relationships/slide" Target="/ppt/slides/slide3.xml" Id="R3fcddd7f0f5d42e0" /><Relationship Type="http://schemas.openxmlformats.org/officeDocument/2006/relationships/slide" Target="/ppt/slides/slide4.xml" Id="Rf9c327f266ac4d19" /><Relationship Type="http://schemas.openxmlformats.org/officeDocument/2006/relationships/slide" Target="/ppt/slides/slide5.xml" Id="R3aaefa8dfa5d4563" /><Relationship Type="http://schemas.openxmlformats.org/officeDocument/2006/relationships/slide" Target="/ppt/slides/slide6.xml" Id="R0fdb3cce1407467f" /><Relationship Type="http://schemas.openxmlformats.org/officeDocument/2006/relationships/slide" Target="/ppt/slides/slide7.xml" Id="R624034ff4f2146c1" /><Relationship Type="http://schemas.openxmlformats.org/officeDocument/2006/relationships/slide" Target="/ppt/slides/slide8.xml" Id="R6f9c30e235c34a35" /><Relationship Type="http://schemas.openxmlformats.org/officeDocument/2006/relationships/slide" Target="/ppt/slides/slide9.xml" Id="Rb929de3744df4379" /><Relationship Type="http://schemas.openxmlformats.org/officeDocument/2006/relationships/slide" Target="/ppt/slides/slide10.xml" Id="Rb9659c2d4990463b" /><Relationship Type="http://schemas.openxmlformats.org/officeDocument/2006/relationships/slide" Target="/ppt/slides/slide11.xml" Id="R85414cbf45ad4393" /><Relationship Type="http://schemas.openxmlformats.org/officeDocument/2006/relationships/slide" Target="/ppt/slides/slide12.xml" Id="Ra2f39b0c5fd749ef" /><Relationship Type="http://schemas.openxmlformats.org/officeDocument/2006/relationships/slide" Target="/ppt/slides/slide13.xml" Id="R1e5ab67cdc7945ae" /><Relationship Type="http://schemas.openxmlformats.org/officeDocument/2006/relationships/slide" Target="/ppt/slides/slide14.xml" Id="Rff64f932655c491e" /><Relationship Type="http://schemas.openxmlformats.org/officeDocument/2006/relationships/slide" Target="/ppt/slides/slide15.xml" Id="Rdb5cee82a68f467a" /><Relationship Type="http://schemas.openxmlformats.org/officeDocument/2006/relationships/slide" Target="/ppt/slides/slide16.xml" Id="R0dbc6cc930564ee1" /><Relationship Type="http://schemas.openxmlformats.org/officeDocument/2006/relationships/slide" Target="/ppt/slides/slide17.xml" Id="R27ab1603fb974297" /><Relationship Type="http://schemas.openxmlformats.org/officeDocument/2006/relationships/slide" Target="/ppt/slides/slide18.xml" Id="Rd8c2af343aca472a" /><Relationship Type="http://schemas.openxmlformats.org/officeDocument/2006/relationships/slide" Target="/ppt/slides/slide19.xml" Id="R9e821a2d18af4856" /><Relationship Type="http://schemas.openxmlformats.org/officeDocument/2006/relationships/slide" Target="/ppt/slides/slide20.xml" Id="R894b19ff78c1467a" /><Relationship Type="http://schemas.openxmlformats.org/officeDocument/2006/relationships/slide" Target="/ppt/slides/slide21.xml" Id="Rd6c5999fdc4042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7deea9d642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784725845b4544" /><Relationship Type="http://schemas.openxmlformats.org/officeDocument/2006/relationships/notesMaster" Target="/ppt/notesMasters/notesMaster1.xml" Id="R27f7cc6bdb63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081a81fb8e4b2c" /><Relationship Type="http://schemas.openxmlformats.org/officeDocument/2006/relationships/notesMaster" Target="/ppt/notesMasters/notesMaster1.xml" Id="R6f6c5e7222f9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6cfe6857a478e" /><Relationship Type="http://schemas.openxmlformats.org/officeDocument/2006/relationships/notesMaster" Target="/ppt/notesMasters/notesMaster1.xml" Id="Rbc23651fb0644f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4c8ed024104701" /><Relationship Type="http://schemas.openxmlformats.org/officeDocument/2006/relationships/notesMaster" Target="/ppt/notesMasters/notesMaster1.xml" Id="R709374e505af46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887384368a48ed" /><Relationship Type="http://schemas.openxmlformats.org/officeDocument/2006/relationships/notesMaster" Target="/ppt/notesMasters/notesMaster1.xml" Id="Rad064eb0285740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35d4b638cd4826" /><Relationship Type="http://schemas.openxmlformats.org/officeDocument/2006/relationships/notesMaster" Target="/ppt/notesMasters/notesMaster1.xml" Id="R2ff9186bc486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62f03147a64035" /><Relationship Type="http://schemas.openxmlformats.org/officeDocument/2006/relationships/notesMaster" Target="/ppt/notesMasters/notesMaster1.xml" Id="R2a84e382c4b94c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d5bb7a598d4130" /><Relationship Type="http://schemas.openxmlformats.org/officeDocument/2006/relationships/notesMaster" Target="/ppt/notesMasters/notesMaster1.xml" Id="Ra07766e91bea4b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6e2eeea25e4e2e" /><Relationship Type="http://schemas.openxmlformats.org/officeDocument/2006/relationships/notesMaster" Target="/ppt/notesMasters/notesMaster1.xml" Id="R324ee997108a4a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9391ec98714982" /><Relationship Type="http://schemas.openxmlformats.org/officeDocument/2006/relationships/notesMaster" Target="/ppt/notesMasters/notesMaster1.xml" Id="R6a03e76889d74a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f56c725d664a65" /><Relationship Type="http://schemas.openxmlformats.org/officeDocument/2006/relationships/notesMaster" Target="/ppt/notesMasters/notesMaster1.xml" Id="R1eaa0995f04145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2807f2949e46aa" /><Relationship Type="http://schemas.openxmlformats.org/officeDocument/2006/relationships/notesMaster" Target="/ppt/notesMasters/notesMaster1.xml" Id="Rfe60619be88042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2bbf131c32474f" /><Relationship Type="http://schemas.openxmlformats.org/officeDocument/2006/relationships/notesMaster" Target="/ppt/notesMasters/notesMaster1.xml" Id="R2817a8a4228a45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085346b7724e6f" /><Relationship Type="http://schemas.openxmlformats.org/officeDocument/2006/relationships/notesMaster" Target="/ppt/notesMasters/notesMaster1.xml" Id="Raa852c3817fe48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aa348e1d41441c" /><Relationship Type="http://schemas.openxmlformats.org/officeDocument/2006/relationships/notesMaster" Target="/ppt/notesMasters/notesMaster1.xml" Id="R7aa5f2ed137f4a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4ccda1d21e4b35" /><Relationship Type="http://schemas.openxmlformats.org/officeDocument/2006/relationships/notesMaster" Target="/ppt/notesMasters/notesMaster1.xml" Id="R78067871abc14a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dd8915c88b4042" /><Relationship Type="http://schemas.openxmlformats.org/officeDocument/2006/relationships/notesMaster" Target="/ppt/notesMasters/notesMaster1.xml" Id="Re294a7de44c04c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b4cbb9fb904512" /><Relationship Type="http://schemas.openxmlformats.org/officeDocument/2006/relationships/notesMaster" Target="/ppt/notesMasters/notesMaster1.xml" Id="R2cf58439938149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46e14f01d2415b" /><Relationship Type="http://schemas.openxmlformats.org/officeDocument/2006/relationships/notesMaster" Target="/ppt/notesMasters/notesMaster1.xml" Id="Rc32a10ff40444a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39e142c21e4d45" /><Relationship Type="http://schemas.openxmlformats.org/officeDocument/2006/relationships/notesMaster" Target="/ppt/notesMasters/notesMaster1.xml" Id="R647e36affc5345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a50fc2de954d1e" /><Relationship Type="http://schemas.openxmlformats.org/officeDocument/2006/relationships/notesMaster" Target="/ppt/notesMasters/notesMaster1.xml" Id="Ra22dca04387d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模型要在仓库里定位代码并修改一段文本。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搜索入口与路径</a:t>
            </a:r>
          </a:p>
          <a:p xmlns:a="http://schemas.openxmlformats.org/drawingml/2006/main">
            <a:r>
              <a:t>比较 find 的文件匹配与 ls 的目录列举，检查 cwd、路径展开和输出限制。</a:t>
            </a:r>
          </a:p>
          <a:p xmlns:a="http://schemas.openxmlformats.org/drawingml/2006/main">
            <a:r>
              <a:t>输入：路径与模式</a:t>
            </a:r>
          </a:p>
          <a:p xmlns:a="http://schemas.openxmlformats.org/drawingml/2006/main">
            <a:r>
              <a:t>输出：候选文件列表</a:t>
            </a:r>
          </a:p>
          <a:p xmlns:a="http://schemas.openxmlformats.org/drawingml/2006/main">
            <a:r>
              <a:t>入口线索：--tools find</a:t>
            </a:r>
          </a:p>
          <a:p xmlns:a="http://schemas.openxmlformats.org/drawingml/2006/main">
            <a:r>
              <a:t>职责：适合先定位路径，再调用 read；不同于 grep 的文件内容检索。</a:t>
            </a:r>
          </a:p>
          <a:p xmlns:a="http://schemas.openxmlformats.org/drawingml/2006/main">
            <a:r>
              <a:t>源码：packages/coding-agent/src/core/tools/find.ts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定位内容</a:t>
            </a:r>
          </a:p>
          <a:p xmlns:a="http://schemas.openxmlformats.org/drawingml/2006/main">
            <a:r>
              <a:t>阅读搜索后端、忽略规则和截断逻辑，记录匹配行与路径，避免从截断输出推断不存在。</a:t>
            </a:r>
          </a:p>
          <a:p xmlns:a="http://schemas.openxmlformats.org/drawingml/2006/main">
            <a:r>
              <a:t>输入：搜索表达式与候选目录</a:t>
            </a:r>
          </a:p>
          <a:p xmlns:a="http://schemas.openxmlformats.org/drawingml/2006/main">
            <a:r>
              <a:t>输出：带位置的匹配</a:t>
            </a:r>
          </a:p>
          <a:p xmlns:a="http://schemas.openxmlformats.org/drawingml/2006/main">
            <a:r>
              <a:t>入口线索：--tools grep</a:t>
            </a:r>
          </a:p>
          <a:p xmlns:a="http://schemas.openxmlformats.org/drawingml/2006/main">
            <a:r>
              <a:t>职责：搜索范围与输出上限属于工具参数/实现；输出作为 toolResult 返回。</a:t>
            </a:r>
          </a:p>
          <a:p xmlns:a="http://schemas.openxmlformats.org/drawingml/2006/main">
            <a:r>
              <a:t>源码：packages/coding-agent/src/core/tools/grep.ts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读取目标片段</a:t>
            </a:r>
          </a:p>
          <a:p xmlns:a="http://schemas.openxmlformats.org/drawingml/2006/main">
            <a:r>
              <a:t>检查文本行范围、字节限制与图片路径处理，读取修改前的真实内容。</a:t>
            </a:r>
          </a:p>
          <a:p xmlns:a="http://schemas.openxmlformats.org/drawingml/2006/main">
            <a:r>
              <a:t>输入：文件与范围</a:t>
            </a:r>
          </a:p>
          <a:p xmlns:a="http://schemas.openxmlformats.org/drawingml/2006/main">
            <a:r>
              <a:t>输出：文本或图片结果</a:t>
            </a:r>
          </a:p>
          <a:p xmlns:a="http://schemas.openxmlformats.org/drawingml/2006/main">
            <a:r>
              <a:t>入口线索：默认启用工具 read</a:t>
            </a:r>
          </a:p>
          <a:p xmlns:a="http://schemas.openxmlformats.org/drawingml/2006/main">
            <a:r>
              <a:t>职责：路径处理、输出限制与图片处理决定返回内容；可注入读取操作。</a:t>
            </a:r>
          </a:p>
          <a:p xmlns:a="http://schemas.openxmlformats.org/drawingml/2006/main">
            <a:r>
              <a:t>源码：packages/coding-agent/src/core/tools/read.ts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执行修改并验证</a:t>
            </a:r>
          </a:p>
          <a:p xmlns:a="http://schemas.openxmlformats.org/drawingml/2006/main">
            <a:r>
              <a:t>对比精确文本替换与 write 覆写语义，核对换行处理、匹配失败及差异输出，再运行相关测试。</a:t>
            </a:r>
          </a:p>
          <a:p xmlns:a="http://schemas.openxmlformats.org/drawingml/2006/main">
            <a:r>
              <a:t>输入：确认过的旧文本和新文本</a:t>
            </a:r>
          </a:p>
          <a:p xmlns:a="http://schemas.openxmlformats.org/drawingml/2006/main">
            <a:r>
              <a:t>输出：文件变化与可核验差异</a:t>
            </a:r>
          </a:p>
          <a:p xmlns:a="http://schemas.openxmlformats.org/drawingml/2006/main">
            <a:r>
              <a:t>入口线索：默认启用工具 edit</a:t>
            </a:r>
          </a:p>
          <a:p xmlns:a="http://schemas.openxmlformats.org/drawingml/2006/main">
            <a:r>
              <a:t>职责：替换匹配失败需要返回可理解的错误；完整读改写需要避免并发冲突。</a:t>
            </a:r>
          </a:p>
          <a:p xmlns:a="http://schemas.openxmlformats.org/drawingml/2006/main">
            <a:r>
              <a:t>源码：packages/coding-agent/src/core/tools/edit-diff.ts</a:t>
            </a:r>
          </a:p>
          <a:p xmlns:a="http://schemas.openxmlformats.org/drawingml/2006/main">
            <a:r>
              <a:t>packages/coding-agent/src/core/tools/edit.ts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失败与恢复：匹配失败必须重新读取；全文 write 与局部 edit 的影响不同。文件工具不提供自动版本回滚。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练习：在临时示例文件上分别设计匹配成功、匹配不到与歧义匹配三种测试输入。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参考判断：预期应从具体工具实现和测试取得；不要用模糊猜测的旧文本继续修改真实文件。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功能编号：TOOL-01, TOOL-04, TOOL-05, TOOL-06, TOOL-07, TOOL-08, TOOL-09, TOOL-11, TOOL-14, TOOL-15, TOOL-16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packages/coding-agent/src/core/tools/index.ts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packages/coding-agent/test/suite/regressions/3302-find-path-glob.test.ts</a:t>
            </a:r>
          </a:p>
          <a:p xmlns:a="http://schemas.openxmlformats.org/drawingml/2006/main">
            <a:r>
              <a:t>packages/coding-agent/test/suite/regressions/3303-find-nested-gitignore.test.ts</a:t>
            </a:r>
          </a:p>
          <a:p xmlns:a="http://schemas.openxmlformats.org/drawingml/2006/main">
            <a:r>
              <a:t>packages/coding-agent/test/suite/regressions/6104-find-root-relativization.test.ts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packages/coding-agent/test/file-mutation-queue.test.ts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packages/coding-agent/test/path-utils.test.ts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模型要在仓库里定位代码并修改一段文本。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搜索入口与路径</a:t>
            </a:r>
          </a:p>
          <a:p xmlns:a="http://schemas.openxmlformats.org/drawingml/2006/main">
            <a:r>
              <a:t>比较 find 的文件匹配与 ls 的目录列举，检查 cwd、路径展开和输出限制。</a:t>
            </a:r>
          </a:p>
          <a:p xmlns:a="http://schemas.openxmlformats.org/drawingml/2006/main">
            <a:r>
              <a:t>输入：路径与模式</a:t>
            </a:r>
          </a:p>
          <a:p xmlns:a="http://schemas.openxmlformats.org/drawingml/2006/main">
            <a:r>
              <a:t>输出：候选文件列表</a:t>
            </a:r>
          </a:p>
          <a:p xmlns:a="http://schemas.openxmlformats.org/drawingml/2006/main">
            <a:r>
              <a:t>入口线索：--tools find</a:t>
            </a:r>
          </a:p>
          <a:p xmlns:a="http://schemas.openxmlformats.org/drawingml/2006/main">
            <a:r>
              <a:t>职责：适合先定位路径，再调用 read；不同于 grep 的文件内容检索。</a:t>
            </a:r>
          </a:p>
          <a:p xmlns:a="http://schemas.openxmlformats.org/drawingml/2006/main">
            <a:r>
              <a:t>源码：packages/coding-agent/src/core/tools/find.ts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定位内容</a:t>
            </a:r>
          </a:p>
          <a:p xmlns:a="http://schemas.openxmlformats.org/drawingml/2006/main">
            <a:r>
              <a:t>阅读搜索后端、忽略规则和截断逻辑，记录匹配行与路径，避免从截断输出推断不存在。</a:t>
            </a:r>
          </a:p>
          <a:p xmlns:a="http://schemas.openxmlformats.org/drawingml/2006/main">
            <a:r>
              <a:t>输入：搜索表达式与候选目录</a:t>
            </a:r>
          </a:p>
          <a:p xmlns:a="http://schemas.openxmlformats.org/drawingml/2006/main">
            <a:r>
              <a:t>输出：带位置的匹配</a:t>
            </a:r>
          </a:p>
          <a:p xmlns:a="http://schemas.openxmlformats.org/drawingml/2006/main">
            <a:r>
              <a:t>入口线索：--tools grep</a:t>
            </a:r>
          </a:p>
          <a:p xmlns:a="http://schemas.openxmlformats.org/drawingml/2006/main">
            <a:r>
              <a:t>职责：搜索范围与输出上限属于工具参数/实现；输出作为 toolResult 返回。</a:t>
            </a:r>
          </a:p>
          <a:p xmlns:a="http://schemas.openxmlformats.org/drawingml/2006/main">
            <a:r>
              <a:t>源码：packages/coding-agent/src/core/tools/grep.ts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读取目标片段</a:t>
            </a:r>
          </a:p>
          <a:p xmlns:a="http://schemas.openxmlformats.org/drawingml/2006/main">
            <a:r>
              <a:t>检查文本行范围、字节限制与图片路径处理，读取修改前的真实内容。</a:t>
            </a:r>
          </a:p>
          <a:p xmlns:a="http://schemas.openxmlformats.org/drawingml/2006/main">
            <a:r>
              <a:t>输入：文件与范围</a:t>
            </a:r>
          </a:p>
          <a:p xmlns:a="http://schemas.openxmlformats.org/drawingml/2006/main">
            <a:r>
              <a:t>输出：文本或图片结果</a:t>
            </a:r>
          </a:p>
          <a:p xmlns:a="http://schemas.openxmlformats.org/drawingml/2006/main">
            <a:r>
              <a:t>入口线索：默认启用工具 read</a:t>
            </a:r>
          </a:p>
          <a:p xmlns:a="http://schemas.openxmlformats.org/drawingml/2006/main">
            <a:r>
              <a:t>职责：路径处理、输出限制与图片处理决定返回内容；可注入读取操作。</a:t>
            </a:r>
          </a:p>
          <a:p xmlns:a="http://schemas.openxmlformats.org/drawingml/2006/main">
            <a:r>
              <a:t>源码：packages/coding-agent/src/core/tools/read.ts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执行修改并验证</a:t>
            </a:r>
          </a:p>
          <a:p xmlns:a="http://schemas.openxmlformats.org/drawingml/2006/main">
            <a:r>
              <a:t>对比精确文本替换与 write 覆写语义，核对换行处理、匹配失败及差异输出，再运行相关测试。</a:t>
            </a:r>
          </a:p>
          <a:p xmlns:a="http://schemas.openxmlformats.org/drawingml/2006/main">
            <a:r>
              <a:t>输入：确认过的旧文本和新文本</a:t>
            </a:r>
          </a:p>
          <a:p xmlns:a="http://schemas.openxmlformats.org/drawingml/2006/main">
            <a:r>
              <a:t>输出：文件变化与可核验差异</a:t>
            </a:r>
          </a:p>
          <a:p xmlns:a="http://schemas.openxmlformats.org/drawingml/2006/main">
            <a:r>
              <a:t>入口线索：默认启用工具 edit</a:t>
            </a:r>
          </a:p>
          <a:p xmlns:a="http://schemas.openxmlformats.org/drawingml/2006/main">
            <a:r>
              <a:t>职责：替换匹配失败需要返回可理解的错误；完整读改写需要避免并发冲突。</a:t>
            </a:r>
          </a:p>
          <a:p xmlns:a="http://schemas.openxmlformats.org/drawingml/2006/main">
            <a:r>
              <a:t>源码：packages/coding-agent/src/core/tools/edit-diff.ts</a:t>
            </a:r>
          </a:p>
          <a:p xmlns:a="http://schemas.openxmlformats.org/drawingml/2006/main">
            <a:r>
              <a:t>packages/coding-agent/src/core/tools/edit.ts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失败与恢复：匹配失败必须重新读取；全文 write 与局部 edit 的影响不同。文件工具不提供自动版本回滚。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练习：在临时示例文件上分别设计匹配成功、匹配不到与歧义匹配三种测试输入。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参考判断：预期应从具体工具实现和测试取得；不要用模糊猜测的旧文本继续修改真实文件。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功能编号：TOOL-01, TOOL-04, TOOL-05, TOOL-06, TOOL-07, TOOL-08, TOOL-09, TOOL-11, TOOL-14, TOOL-15, TOOL-16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packages/coding-agent/src/core/tools/index.ts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packages/coding-agent/test/suite/regressions/3302-find-path-glob.test.ts</a:t>
            </a:r>
          </a:p>
          <a:p xmlns:a="http://schemas.openxmlformats.org/drawingml/2006/main">
            <a:r>
              <a:t>packages/coding-agent/test/suite/regressions/3303-find-nested-gitignore.test.ts</a:t>
            </a:r>
          </a:p>
          <a:p xmlns:a="http://schemas.openxmlformats.org/drawingml/2006/main">
            <a:r>
              <a:t>packages/coding-agent/test/suite/regressions/6104-find-root-relativization.test.ts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packages/coding-agent/test/file-mutation-queue.test.ts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packages/coding-agent/test/path-utils.test.ts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模型要在仓库里定位代码并修改一段文本。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搜索入口与路径</a:t>
            </a:r>
          </a:p>
          <a:p xmlns:a="http://schemas.openxmlformats.org/drawingml/2006/main">
            <a:r>
              <a:t>比较 find 的文件匹配与 ls 的目录列举，检查 cwd、路径展开和输出限制。</a:t>
            </a:r>
          </a:p>
          <a:p xmlns:a="http://schemas.openxmlformats.org/drawingml/2006/main">
            <a:r>
              <a:t>输入：路径与模式</a:t>
            </a:r>
          </a:p>
          <a:p xmlns:a="http://schemas.openxmlformats.org/drawingml/2006/main">
            <a:r>
              <a:t>输出：候选文件列表</a:t>
            </a:r>
          </a:p>
          <a:p xmlns:a="http://schemas.openxmlformats.org/drawingml/2006/main">
            <a:r>
              <a:t>入口线索：--tools find</a:t>
            </a:r>
          </a:p>
          <a:p xmlns:a="http://schemas.openxmlformats.org/drawingml/2006/main">
            <a:r>
              <a:t>职责：适合先定位路径，再调用 read；不同于 grep 的文件内容检索。</a:t>
            </a:r>
          </a:p>
          <a:p xmlns:a="http://schemas.openxmlformats.org/drawingml/2006/main">
            <a:r>
              <a:t>源码：packages/coding-agent/src/core/tools/find.ts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定位内容</a:t>
            </a:r>
          </a:p>
          <a:p xmlns:a="http://schemas.openxmlformats.org/drawingml/2006/main">
            <a:r>
              <a:t>阅读搜索后端、忽略规则和截断逻辑，记录匹配行与路径，避免从截断输出推断不存在。</a:t>
            </a:r>
          </a:p>
          <a:p xmlns:a="http://schemas.openxmlformats.org/drawingml/2006/main">
            <a:r>
              <a:t>输入：搜索表达式与候选目录</a:t>
            </a:r>
          </a:p>
          <a:p xmlns:a="http://schemas.openxmlformats.org/drawingml/2006/main">
            <a:r>
              <a:t>输出：带位置的匹配</a:t>
            </a:r>
          </a:p>
          <a:p xmlns:a="http://schemas.openxmlformats.org/drawingml/2006/main">
            <a:r>
              <a:t>入口线索：--tools grep</a:t>
            </a:r>
          </a:p>
          <a:p xmlns:a="http://schemas.openxmlformats.org/drawingml/2006/main">
            <a:r>
              <a:t>职责：搜索范围与输出上限属于工具参数/实现；输出作为 toolResult 返回。</a:t>
            </a:r>
          </a:p>
          <a:p xmlns:a="http://schemas.openxmlformats.org/drawingml/2006/main">
            <a:r>
              <a:t>源码：packages/coding-agent/src/core/tools/grep.ts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读取目标片段</a:t>
            </a:r>
          </a:p>
          <a:p xmlns:a="http://schemas.openxmlformats.org/drawingml/2006/main">
            <a:r>
              <a:t>检查文本行范围、字节限制与图片路径处理，读取修改前的真实内容。</a:t>
            </a:r>
          </a:p>
          <a:p xmlns:a="http://schemas.openxmlformats.org/drawingml/2006/main">
            <a:r>
              <a:t>输入：文件与范围</a:t>
            </a:r>
          </a:p>
          <a:p xmlns:a="http://schemas.openxmlformats.org/drawingml/2006/main">
            <a:r>
              <a:t>输出：文本或图片结果</a:t>
            </a:r>
          </a:p>
          <a:p xmlns:a="http://schemas.openxmlformats.org/drawingml/2006/main">
            <a:r>
              <a:t>入口线索：默认启用工具 read</a:t>
            </a:r>
          </a:p>
          <a:p xmlns:a="http://schemas.openxmlformats.org/drawingml/2006/main">
            <a:r>
              <a:t>职责：路径处理、输出限制与图片处理决定返回内容；可注入读取操作。</a:t>
            </a:r>
          </a:p>
          <a:p xmlns:a="http://schemas.openxmlformats.org/drawingml/2006/main">
            <a:r>
              <a:t>源码：packages/coding-agent/src/core/tools/read.ts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执行修改并验证</a:t>
            </a:r>
          </a:p>
          <a:p xmlns:a="http://schemas.openxmlformats.org/drawingml/2006/main">
            <a:r>
              <a:t>对比精确文本替换与 write 覆写语义，核对换行处理、匹配失败及差异输出，再运行相关测试。</a:t>
            </a:r>
          </a:p>
          <a:p xmlns:a="http://schemas.openxmlformats.org/drawingml/2006/main">
            <a:r>
              <a:t>输入：确认过的旧文本和新文本</a:t>
            </a:r>
          </a:p>
          <a:p xmlns:a="http://schemas.openxmlformats.org/drawingml/2006/main">
            <a:r>
              <a:t>输出：文件变化与可核验差异</a:t>
            </a:r>
          </a:p>
          <a:p xmlns:a="http://schemas.openxmlformats.org/drawingml/2006/main">
            <a:r>
              <a:t>入口线索：默认启用工具 edit</a:t>
            </a:r>
          </a:p>
          <a:p xmlns:a="http://schemas.openxmlformats.org/drawingml/2006/main">
            <a:r>
              <a:t>职责：替换匹配失败需要返回可理解的错误；完整读改写需要避免并发冲突。</a:t>
            </a:r>
          </a:p>
          <a:p xmlns:a="http://schemas.openxmlformats.org/drawingml/2006/main">
            <a:r>
              <a:t>源码：packages/coding-agent/src/core/tools/edit-diff.ts</a:t>
            </a:r>
          </a:p>
          <a:p xmlns:a="http://schemas.openxmlformats.org/drawingml/2006/main">
            <a:r>
              <a:t>packages/coding-agent/src/core/tools/edit.ts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失败与恢复：匹配失败必须重新读取；全文 write 与局部 edit 的影响不同。文件工具不提供自动版本回滚。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练习：在临时示例文件上分别设计匹配成功、匹配不到与歧义匹配三种测试输入。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参考判断：预期应从具体工具实现和测试取得；不要用模糊猜测的旧文本继续修改真实文件。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功能编号：TOOL-01, TOOL-04, TOOL-05, TOOL-06, TOOL-07, TOOL-08, TOOL-09, TOOL-11, TOOL-14, TOOL-15, TOOL-16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packages/coding-agent/src/core/tools/index.ts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packages/coding-agent/test/suite/regressions/3302-find-path-glob.test.ts</a:t>
            </a:r>
          </a:p>
          <a:p xmlns:a="http://schemas.openxmlformats.org/drawingml/2006/main">
            <a:r>
              <a:t>packages/coding-agent/test/suite/regressions/3303-find-nested-gitignore.test.ts</a:t>
            </a:r>
          </a:p>
          <a:p xmlns:a="http://schemas.openxmlformats.org/drawingml/2006/main">
            <a:r>
              <a:t>packages/coding-agent/test/suite/regressions/6104-find-root-relativization.test.ts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packages/coding-agent/test/file-mutation-queue.test.ts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packages/coding-agent/test/path-utils.test.ts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运行测试产生大量输出，并且可能超时或被取消。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选择执行器</a:t>
            </a:r>
          </a:p>
          <a:p xmlns:a="http://schemas.openxmlformats.org/drawingml/2006/main">
            <a:r>
              <a:t>检查 cwd、shell、超时与环境设置，区分终端 ! 命令和模型工具调用入口。</a:t>
            </a:r>
          </a:p>
          <a:p xmlns:a="http://schemas.openxmlformats.org/drawingml/2006/main">
            <a:r>
              <a:t>输入：命令与执行选项</a:t>
            </a:r>
          </a:p>
          <a:p xmlns:a="http://schemas.openxmlformats.org/drawingml/2006/main">
            <a:r>
              <a:t>输出：已启动进程</a:t>
            </a:r>
          </a:p>
          <a:p xmlns:a="http://schemas.openxmlformats.org/drawingml/2006/main">
            <a:r>
              <a:t>入口线索：默认启用工具 bash；用户 ! 命令</a:t>
            </a:r>
          </a:p>
          <a:p xmlns:a="http://schemas.openxmlformats.org/drawingml/2006/main">
            <a:r>
              <a:t>职责：信号、超时、子进程与输出捕获由执行层协作处理。</a:t>
            </a:r>
          </a:p>
          <a:p xmlns:a="http://schemas.openxmlformats.org/drawingml/2006/main">
            <a:r>
              <a:t>源码：packages/coding-agent/src/core/bash-executor.ts</a:t>
            </a:r>
          </a:p>
          <a:p xmlns:a="http://schemas.openxmlformats.org/drawingml/2006/main">
            <a:r>
              <a:t>packages/coding-agent/src/core/tools/bash.ts</a:t>
            </a:r>
          </a:p>
          <a:p xmlns:a="http://schemas.openxmlformats.org/drawingml/2006/main">
            <a:r>
              <a:t>packages/coding-agent/src/utils/shell.ts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跟踪平台差异</a:t>
            </a:r>
          </a:p>
          <a:p xmlns:a="http://schemas.openxmlformats.org/drawingml/2006/main">
            <a:r>
              <a:t>阅读 PowerShell 工具与平台选择规则，确认编码、进程终止和错误格式。</a:t>
            </a:r>
          </a:p>
          <a:p xmlns:a="http://schemas.openxmlformats.org/drawingml/2006/main">
            <a:r>
              <a:t>输入：目标平台</a:t>
            </a:r>
          </a:p>
          <a:p xmlns:a="http://schemas.openxmlformats.org/drawingml/2006/main">
            <a:r>
              <a:t>输出：对应的执行路径</a:t>
            </a:r>
          </a:p>
          <a:p xmlns:a="http://schemas.openxmlformats.org/drawingml/2006/main">
            <a:r>
              <a:t>入口线索：--tools powershell</a:t>
            </a:r>
          </a:p>
          <a:p xmlns:a="http://schemas.openxmlformats.org/drawingml/2006/main">
            <a:r>
              <a:t>职责：不是所有平台的默认工具；平台、编码与进程行为以实现为准。</a:t>
            </a:r>
          </a:p>
          <a:p xmlns:a="http://schemas.openxmlformats.org/drawingml/2006/main">
            <a:r>
              <a:t>源码：packages/coding-agent/src/core/tools/powershell.ts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收集与限制输出</a:t>
            </a:r>
          </a:p>
          <a:p xmlns:a="http://schemas.openxmlformats.org/drawingml/2006/main">
            <a:r>
              <a:t>跟踪截断结果、完整输出文件及其清理生命周期，分别记录 exit code、stdout/stderr 和提示信息。</a:t>
            </a:r>
          </a:p>
          <a:p xmlns:a="http://schemas.openxmlformats.org/drawingml/2006/main">
            <a:r>
              <a:t>输入：进程输出与退出状态</a:t>
            </a:r>
          </a:p>
          <a:p xmlns:a="http://schemas.openxmlformats.org/drawingml/2006/main">
            <a:r>
              <a:t>输出：模型结果和完整输出引用</a:t>
            </a:r>
          </a:p>
          <a:p xmlns:a="http://schemas.openxmlformats.org/drawingml/2006/main">
            <a:r>
              <a:t>入口线索：image(block)；fullOutputPath</a:t>
            </a:r>
          </a:p>
          <a:p xmlns:a="http://schemas.openxmlformats.org/drawingml/2006/main">
            <a:r>
              <a:t>职责：图像只接受支持格式的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packages/coding-agent/src/utils/output-files.ts</a:t>
            </a:r>
          </a:p>
          <a:p xmlns:a="http://schemas.openxmlformats.org/drawingml/2006/main">
            <a:r>
              <a:t>packages/coding-agent/src/utils/tool-result-images.ts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完成取消与收尾</a:t>
            </a:r>
          </a:p>
          <a:p xmlns:a="http://schemas.openxmlformats.org/drawingml/2006/main">
            <a:r>
              <a:t>观察取消信号、后台状态与结果发出，检查进程是否仍存活而不只看界面提示。</a:t>
            </a:r>
          </a:p>
          <a:p xmlns:a="http://schemas.openxmlformats.org/drawingml/2006/main">
            <a:r>
              <a:t>输入：超时或用户取消</a:t>
            </a:r>
          </a:p>
          <a:p xmlns:a="http://schemas.openxmlformats.org/drawingml/2006/main">
            <a:r>
              <a:t>输出：实际运行状态</a:t>
            </a:r>
          </a:p>
          <a:p xmlns:a="http://schemas.openxmlformats.org/drawingml/2006/main">
            <a:r>
              <a:t>入口线索：PI_PROGRAM_STATUS；agent_settled.aborted</a:t>
            </a:r>
          </a:p>
          <a:p xmlns:a="http://schemas.openxmlformats.org/drawingml/2006/main">
            <a:r>
              <a:t>职责：状态协议依赖终端能力；会话最终通知仍在自动重试与压缩处理之后。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packages/coding-agent/src/modes/interactive/program-status-reporter.ts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失败与恢复：命令失败不代表无副作用，截断也不代表完整日志已丢失；应根据返回的文件引用继续定位。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练习：阅读现有测试中超时和大输出用例，写出应断言的退出状态、截断标记和文件可读性。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参考判断：有效验证同时观察结果和进程生命周期，不能只匹配一段“已取消”文本。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功能编号：UI-25, TOOL-02, TOOL-03, TOOL-12, TOOL-13, EXT-24, EXT-30, CODE-10, CODE-21, OTH-16, OTH-40, OTH-41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运行测试产生大量输出，并且可能超时或被取消。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选择执行器</a:t>
            </a:r>
          </a:p>
          <a:p xmlns:a="http://schemas.openxmlformats.org/drawingml/2006/main">
            <a:r>
              <a:t>检查 cwd、shell、超时与环境设置，区分终端 ! 命令和模型工具调用入口。</a:t>
            </a:r>
          </a:p>
          <a:p xmlns:a="http://schemas.openxmlformats.org/drawingml/2006/main">
            <a:r>
              <a:t>输入：命令与执行选项</a:t>
            </a:r>
          </a:p>
          <a:p xmlns:a="http://schemas.openxmlformats.org/drawingml/2006/main">
            <a:r>
              <a:t>输出：已启动进程</a:t>
            </a:r>
          </a:p>
          <a:p xmlns:a="http://schemas.openxmlformats.org/drawingml/2006/main">
            <a:r>
              <a:t>入口线索：默认启用工具 bash；用户 ! 命令</a:t>
            </a:r>
          </a:p>
          <a:p xmlns:a="http://schemas.openxmlformats.org/drawingml/2006/main">
            <a:r>
              <a:t>职责：信号、超时、子进程与输出捕获由执行层协作处理。</a:t>
            </a:r>
          </a:p>
          <a:p xmlns:a="http://schemas.openxmlformats.org/drawingml/2006/main">
            <a:r>
              <a:t>源码：packages/coding-agent/src/core/bash-executor.ts</a:t>
            </a:r>
          </a:p>
          <a:p xmlns:a="http://schemas.openxmlformats.org/drawingml/2006/main">
            <a:r>
              <a:t>packages/coding-agent/src/core/tools/bash.ts</a:t>
            </a:r>
          </a:p>
          <a:p xmlns:a="http://schemas.openxmlformats.org/drawingml/2006/main">
            <a:r>
              <a:t>packages/coding-agent/src/utils/shell.ts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跟踪平台差异</a:t>
            </a:r>
          </a:p>
          <a:p xmlns:a="http://schemas.openxmlformats.org/drawingml/2006/main">
            <a:r>
              <a:t>阅读 PowerShell 工具与平台选择规则，确认编码、进程终止和错误格式。</a:t>
            </a:r>
          </a:p>
          <a:p xmlns:a="http://schemas.openxmlformats.org/drawingml/2006/main">
            <a:r>
              <a:t>输入：目标平台</a:t>
            </a:r>
          </a:p>
          <a:p xmlns:a="http://schemas.openxmlformats.org/drawingml/2006/main">
            <a:r>
              <a:t>输出：对应的执行路径</a:t>
            </a:r>
          </a:p>
          <a:p xmlns:a="http://schemas.openxmlformats.org/drawingml/2006/main">
            <a:r>
              <a:t>入口线索：--tools powershell</a:t>
            </a:r>
          </a:p>
          <a:p xmlns:a="http://schemas.openxmlformats.org/drawingml/2006/main">
            <a:r>
              <a:t>职责：不是所有平台的默认工具；平台、编码与进程行为以实现为准。</a:t>
            </a:r>
          </a:p>
          <a:p xmlns:a="http://schemas.openxmlformats.org/drawingml/2006/main">
            <a:r>
              <a:t>源码：packages/coding-agent/src/core/tools/powershell.ts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收集与限制输出</a:t>
            </a:r>
          </a:p>
          <a:p xmlns:a="http://schemas.openxmlformats.org/drawingml/2006/main">
            <a:r>
              <a:t>跟踪截断结果、完整输出文件及其清理生命周期，分别记录 exit code、stdout/stderr 和提示信息。</a:t>
            </a:r>
          </a:p>
          <a:p xmlns:a="http://schemas.openxmlformats.org/drawingml/2006/main">
            <a:r>
              <a:t>输入：进程输出与退出状态</a:t>
            </a:r>
          </a:p>
          <a:p xmlns:a="http://schemas.openxmlformats.org/drawingml/2006/main">
            <a:r>
              <a:t>输出：模型结果和完整输出引用</a:t>
            </a:r>
          </a:p>
          <a:p xmlns:a="http://schemas.openxmlformats.org/drawingml/2006/main">
            <a:r>
              <a:t>入口线索：image(block)；fullOutputPath</a:t>
            </a:r>
          </a:p>
          <a:p xmlns:a="http://schemas.openxmlformats.org/drawingml/2006/main">
            <a:r>
              <a:t>职责：图像只接受支持格式的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packages/coding-agent/src/utils/output-files.ts</a:t>
            </a:r>
          </a:p>
          <a:p xmlns:a="http://schemas.openxmlformats.org/drawingml/2006/main">
            <a:r>
              <a:t>packages/coding-agent/src/utils/tool-result-images.ts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完成取消与收尾</a:t>
            </a:r>
          </a:p>
          <a:p xmlns:a="http://schemas.openxmlformats.org/drawingml/2006/main">
            <a:r>
              <a:t>观察取消信号、后台状态与结果发出，检查进程是否仍存活而不只看界面提示。</a:t>
            </a:r>
          </a:p>
          <a:p xmlns:a="http://schemas.openxmlformats.org/drawingml/2006/main">
            <a:r>
              <a:t>输入：超时或用户取消</a:t>
            </a:r>
          </a:p>
          <a:p xmlns:a="http://schemas.openxmlformats.org/drawingml/2006/main">
            <a:r>
              <a:t>输出：实际运行状态</a:t>
            </a:r>
          </a:p>
          <a:p xmlns:a="http://schemas.openxmlformats.org/drawingml/2006/main">
            <a:r>
              <a:t>入口线索：PI_PROGRAM_STATUS；agent_settled.aborted</a:t>
            </a:r>
          </a:p>
          <a:p xmlns:a="http://schemas.openxmlformats.org/drawingml/2006/main">
            <a:r>
              <a:t>职责：状态协议依赖终端能力；会话最终通知仍在自动重试与压缩处理之后。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packages/coding-agent/src/modes/interactive/program-status-reporter.ts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失败与恢复：命令失败不代表无副作用，截断也不代表完整日志已丢失；应根据返回的文件引用继续定位。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练习：阅读现有测试中超时和大输出用例，写出应断言的退出状态、截断标记和文件可读性。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参考判断：有效验证同时观察结果和进程生命周期，不能只匹配一段“已取消”文本。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功能编号：UI-25, TOOL-02, TOOL-03, TOOL-12, TOOL-13, EXT-24, EXT-30, CODE-10, CODE-21, OTH-16, OTH-40, OTH-41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运行测试产生大量输出，并且可能超时或被取消。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选择执行器</a:t>
            </a:r>
          </a:p>
          <a:p xmlns:a="http://schemas.openxmlformats.org/drawingml/2006/main">
            <a:r>
              <a:t>检查 cwd、shell、超时与环境设置，区分终端 ! 命令和模型工具调用入口。</a:t>
            </a:r>
          </a:p>
          <a:p xmlns:a="http://schemas.openxmlformats.org/drawingml/2006/main">
            <a:r>
              <a:t>输入：命令与执行选项</a:t>
            </a:r>
          </a:p>
          <a:p xmlns:a="http://schemas.openxmlformats.org/drawingml/2006/main">
            <a:r>
              <a:t>输出：已启动进程</a:t>
            </a:r>
          </a:p>
          <a:p xmlns:a="http://schemas.openxmlformats.org/drawingml/2006/main">
            <a:r>
              <a:t>入口线索：默认启用工具 bash；用户 ! 命令</a:t>
            </a:r>
          </a:p>
          <a:p xmlns:a="http://schemas.openxmlformats.org/drawingml/2006/main">
            <a:r>
              <a:t>职责：信号、超时、子进程与输出捕获由执行层协作处理。</a:t>
            </a:r>
          </a:p>
          <a:p xmlns:a="http://schemas.openxmlformats.org/drawingml/2006/main">
            <a:r>
              <a:t>源码：packages/coding-agent/src/core/bash-executor.ts</a:t>
            </a:r>
          </a:p>
          <a:p xmlns:a="http://schemas.openxmlformats.org/drawingml/2006/main">
            <a:r>
              <a:t>packages/coding-agent/src/core/tools/bash.ts</a:t>
            </a:r>
          </a:p>
          <a:p xmlns:a="http://schemas.openxmlformats.org/drawingml/2006/main">
            <a:r>
              <a:t>packages/coding-agent/src/utils/shell.ts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跟踪平台差异</a:t>
            </a:r>
          </a:p>
          <a:p xmlns:a="http://schemas.openxmlformats.org/drawingml/2006/main">
            <a:r>
              <a:t>阅读 PowerShell 工具与平台选择规则，确认编码、进程终止和错误格式。</a:t>
            </a:r>
          </a:p>
          <a:p xmlns:a="http://schemas.openxmlformats.org/drawingml/2006/main">
            <a:r>
              <a:t>输入：目标平台</a:t>
            </a:r>
          </a:p>
          <a:p xmlns:a="http://schemas.openxmlformats.org/drawingml/2006/main">
            <a:r>
              <a:t>输出：对应的执行路径</a:t>
            </a:r>
          </a:p>
          <a:p xmlns:a="http://schemas.openxmlformats.org/drawingml/2006/main">
            <a:r>
              <a:t>入口线索：--tools powershell</a:t>
            </a:r>
          </a:p>
          <a:p xmlns:a="http://schemas.openxmlformats.org/drawingml/2006/main">
            <a:r>
              <a:t>职责：不是所有平台的默认工具；平台、编码与进程行为以实现为准。</a:t>
            </a:r>
          </a:p>
          <a:p xmlns:a="http://schemas.openxmlformats.org/drawingml/2006/main">
            <a:r>
              <a:t>源码：packages/coding-agent/src/core/tools/powershell.ts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收集与限制输出</a:t>
            </a:r>
          </a:p>
          <a:p xmlns:a="http://schemas.openxmlformats.org/drawingml/2006/main">
            <a:r>
              <a:t>跟踪截断结果、完整输出文件及其清理生命周期，分别记录 exit code、stdout/stderr 和提示信息。</a:t>
            </a:r>
          </a:p>
          <a:p xmlns:a="http://schemas.openxmlformats.org/drawingml/2006/main">
            <a:r>
              <a:t>输入：进程输出与退出状态</a:t>
            </a:r>
          </a:p>
          <a:p xmlns:a="http://schemas.openxmlformats.org/drawingml/2006/main">
            <a:r>
              <a:t>输出：模型结果和完整输出引用</a:t>
            </a:r>
          </a:p>
          <a:p xmlns:a="http://schemas.openxmlformats.org/drawingml/2006/main">
            <a:r>
              <a:t>入口线索：image(block)；fullOutputPath</a:t>
            </a:r>
          </a:p>
          <a:p xmlns:a="http://schemas.openxmlformats.org/drawingml/2006/main">
            <a:r>
              <a:t>职责：图像只接受支持格式的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packages/coding-agent/src/utils/output-files.ts</a:t>
            </a:r>
          </a:p>
          <a:p xmlns:a="http://schemas.openxmlformats.org/drawingml/2006/main">
            <a:r>
              <a:t>packages/coding-agent/src/utils/tool-result-images.ts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完成取消与收尾</a:t>
            </a:r>
          </a:p>
          <a:p xmlns:a="http://schemas.openxmlformats.org/drawingml/2006/main">
            <a:r>
              <a:t>观察取消信号、后台状态与结果发出，检查进程是否仍存活而不只看界面提示。</a:t>
            </a:r>
          </a:p>
          <a:p xmlns:a="http://schemas.openxmlformats.org/drawingml/2006/main">
            <a:r>
              <a:t>输入：超时或用户取消</a:t>
            </a:r>
          </a:p>
          <a:p xmlns:a="http://schemas.openxmlformats.org/drawingml/2006/main">
            <a:r>
              <a:t>输出：实际运行状态</a:t>
            </a:r>
          </a:p>
          <a:p xmlns:a="http://schemas.openxmlformats.org/drawingml/2006/main">
            <a:r>
              <a:t>入口线索：PI_PROGRAM_STATUS；agent_settled.aborted</a:t>
            </a:r>
          </a:p>
          <a:p xmlns:a="http://schemas.openxmlformats.org/drawingml/2006/main">
            <a:r>
              <a:t>职责：状态协议依赖终端能力；会话最终通知仍在自动重试与压缩处理之后。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packages/coding-agent/src/modes/interactive/program-status-reporter.ts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失败与恢复：命令失败不代表无副作用，截断也不代表完整日志已丢失；应根据返回的文件引用继续定位。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练习：阅读现有测试中超时和大输出用例，写出应断言的退出状态、截断标记和文件可读性。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参考判断：有效验证同时观察结果和进程生命周期，不能只匹配一段“已取消”文本。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功能编号：UI-25, TOOL-02, TOOL-03, TOOL-12, TOOL-13, EXT-24, EXT-30, CODE-10, CODE-21, OTH-16, OTH-40, OTH-41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可用工具很多，希望模型按需要发现，同时所有调用都经过同一条校验管线。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确定工具注册与启用</a:t>
            </a:r>
          </a:p>
          <a:p xmlns:a="http://schemas.openxmlformats.org/drawingml/2006/main">
            <a:r>
              <a:t>区分已注册工具、默认工具和启用集合，检查命令与设置如何调整。</a:t>
            </a:r>
          </a:p>
          <a:p xmlns:a="http://schemas.openxmlformats.org/drawingml/2006/main">
            <a:r>
              <a:t>输入：工具注册与设置</a:t>
            </a:r>
          </a:p>
          <a:p xmlns:a="http://schemas.openxmlformats.org/drawingml/2006/main">
            <a:r>
              <a:t>输出：当前可用工具集合</a:t>
            </a:r>
          </a:p>
          <a:p xmlns:a="http://schemas.openxmlformats.org/drawingml/2006/main">
            <a:r>
              <a:t>入口线索：--tools +name,-name</a:t>
            </a:r>
          </a:p>
          <a:p xmlns:a="http://schemas.openxmlformats.org/drawingml/2006/main">
            <a:r>
              <a:t>职责：与直接列名称替换默认集合区分；最终工具还受排除与暴露设置约束。</a:t>
            </a:r>
          </a:p>
          <a:p xmlns:a="http://schemas.openxmlformats.org/drawingml/2006/main">
            <a:r>
              <a:t>源码：packages/coding-agent/src/cli/args.ts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组织请求中的声明</a:t>
            </a:r>
          </a:p>
          <a:p xmlns:a="http://schemas.openxmlformats.org/drawingml/2006/main">
            <a:r>
              <a:t>跟踪 Loadout 选择和声明构造，明确本轮模型实际看到什么。</a:t>
            </a:r>
          </a:p>
          <a:p xmlns:a="http://schemas.openxmlformats.org/drawingml/2006/main">
            <a:r>
              <a:t>输入：可用工具与运行状态</a:t>
            </a:r>
          </a:p>
          <a:p xmlns:a="http://schemas.openxmlformats.org/drawingml/2006/main">
            <a:r>
              <a:t>输出：请求工具声明</a:t>
            </a:r>
          </a:p>
          <a:p xmlns:a="http://schemas.openxmlformats.org/drawingml/2006/main">
            <a:r>
              <a:t>入口线索：ToolExposure；prepareLoadout；getAllTools；namespace</a:t>
            </a:r>
          </a:p>
          <a:p xmlns:a="http://schemas.openxmlformats.org/drawingml/2006/main">
            <a:r>
              <a:t>职责：模型声明不代表所有注册工具；annotations、outputSchema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按需发现工具</a:t>
            </a:r>
          </a:p>
          <a:p xmlns:a="http://schemas.openxmlformats.org/drawingml/2006/main">
            <a:r>
              <a:t>检查名称、描述搜索结果与暴露方式，区分发现工具与真正执行工具。</a:t>
            </a:r>
          </a:p>
          <a:p xmlns:a="http://schemas.openxmlformats.org/drawingml/2006/main">
            <a:r>
              <a:t>输入：工具查询</a:t>
            </a:r>
          </a:p>
          <a:p xmlns:a="http://schemas.openxmlformats.org/drawingml/2006/main">
            <a:r>
              <a:t>输出：可选择的工具描述</a:t>
            </a:r>
          </a:p>
          <a:p xmlns:a="http://schemas.openxmlformats.org/drawingml/2006/main">
            <a:r>
              <a:t>入口线索：tool_search；Bm25Ranker；searchTools</a:t>
            </a:r>
          </a:p>
          <a:p xmlns:a="http://schemas.openxmlformats.org/drawingml/2006/main">
            <a:r>
              <a:t>职责：tool_search 改变工具集合并写入会话；脚本 searchTools 只查找可调用工具，两者职责不同。</a:t>
            </a:r>
          </a:p>
          <a:p xmlns:a="http://schemas.openxmlformats.org/drawingml/2006/main">
            <a:r>
              <a:t>源码：packages/coding-agent/src/extensions/tool-search/index.ts</a:t>
            </a:r>
          </a:p>
          <a:p xmlns:a="http://schemas.openxmlformats.org/drawingml/2006/main">
            <a:r>
              <a:t>packages/coding-agent/src/extensions/tool-search/tool.ts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保持嵌套调用一致</a:t>
            </a:r>
          </a:p>
          <a:p xmlns:a="http://schemas.openxmlformats.org/drawingml/2006/main">
            <a:r>
              <a:t>从 MCP/codemode 嵌套调用跟到 runToolCall，确认前后 hook、参数验证与错误结果仍然发生。</a:t>
            </a:r>
          </a:p>
          <a:p xmlns:a="http://schemas.openxmlformats.org/drawingml/2006/main">
            <a:r>
              <a:t>输入：嵌套工具调用</a:t>
            </a:r>
          </a:p>
          <a:p xmlns:a="http://schemas.openxmlformats.org/drawingml/2006/main">
            <a:r>
              <a:t>输出：一致的调用结果和事件</a:t>
            </a:r>
          </a:p>
          <a:p xmlns:a="http://schemas.openxmlformats.org/drawingml/2006/main">
            <a:r>
              <a:t>入口线索：ctx.executeTool；parentToolCallId；nestedCalls</a:t>
            </a:r>
          </a:p>
          <a:p xmlns:a="http://schemas.openxmlformats.org/drawingml/2006/main">
            <a:r>
              <a:t>职责：子调用收到取消信号，串行策略由队列处理；嵌套结果不逐条进入模型上下文，记录有界。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packages/coding-agent/src/core/nested-tool-calls.ts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失败与恢复：直接调用 execute 会跳过统一管线。模型看到声明也不意味着工具在所有运行阶段都允许执行。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 beforeToolCall 阻止调用的测试，分别从普通工具和嵌套入口触发。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参考判断：两条入口都必须体现同一阻止结果；如果只测普通调用，会漏掉嵌套绕过。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功能编号：TOOL-10, EXT-09, EXT-10, EXT-11, EXT-12, EXT-13, EXT-14, EXT-15, EXT-32, MCP-19, MCP-27, CODE-05, CODE-07, OTH-22, OTH-23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packages/coding-agent/examples/extensions/plan-mode/README.md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packages/coding-agent/test/plan-mode-utils.test.ts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可用工具很多，希望模型按需要发现，同时所有调用都经过同一条校验管线。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确定工具注册与启用</a:t>
            </a:r>
          </a:p>
          <a:p xmlns:a="http://schemas.openxmlformats.org/drawingml/2006/main">
            <a:r>
              <a:t>区分已注册工具、默认工具和启用集合，检查命令与设置如何调整。</a:t>
            </a:r>
          </a:p>
          <a:p xmlns:a="http://schemas.openxmlformats.org/drawingml/2006/main">
            <a:r>
              <a:t>输入：工具注册与设置</a:t>
            </a:r>
          </a:p>
          <a:p xmlns:a="http://schemas.openxmlformats.org/drawingml/2006/main">
            <a:r>
              <a:t>输出：当前可用工具集合</a:t>
            </a:r>
          </a:p>
          <a:p xmlns:a="http://schemas.openxmlformats.org/drawingml/2006/main">
            <a:r>
              <a:t>入口线索：--tools +name,-name</a:t>
            </a:r>
          </a:p>
          <a:p xmlns:a="http://schemas.openxmlformats.org/drawingml/2006/main">
            <a:r>
              <a:t>职责：与直接列名称替换默认集合区分；最终工具还受排除与暴露设置约束。</a:t>
            </a:r>
          </a:p>
          <a:p xmlns:a="http://schemas.openxmlformats.org/drawingml/2006/main">
            <a:r>
              <a:t>源码：packages/coding-agent/src/cli/args.ts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组织请求中的声明</a:t>
            </a:r>
          </a:p>
          <a:p xmlns:a="http://schemas.openxmlformats.org/drawingml/2006/main">
            <a:r>
              <a:t>跟踪 Loadout 选择和声明构造，明确本轮模型实际看到什么。</a:t>
            </a:r>
          </a:p>
          <a:p xmlns:a="http://schemas.openxmlformats.org/drawingml/2006/main">
            <a:r>
              <a:t>输入：可用工具与运行状态</a:t>
            </a:r>
          </a:p>
          <a:p xmlns:a="http://schemas.openxmlformats.org/drawingml/2006/main">
            <a:r>
              <a:t>输出：请求工具声明</a:t>
            </a:r>
          </a:p>
          <a:p xmlns:a="http://schemas.openxmlformats.org/drawingml/2006/main">
            <a:r>
              <a:t>入口线索：ToolExposure；prepareLoadout；getAllTools；namespace</a:t>
            </a:r>
          </a:p>
          <a:p xmlns:a="http://schemas.openxmlformats.org/drawingml/2006/main">
            <a:r>
              <a:t>职责：模型声明不代表所有注册工具；annotations、outputSchema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按需发现工具</a:t>
            </a:r>
          </a:p>
          <a:p xmlns:a="http://schemas.openxmlformats.org/drawingml/2006/main">
            <a:r>
              <a:t>检查名称、描述搜索结果与暴露方式，区分发现工具与真正执行工具。</a:t>
            </a:r>
          </a:p>
          <a:p xmlns:a="http://schemas.openxmlformats.org/drawingml/2006/main">
            <a:r>
              <a:t>输入：工具查询</a:t>
            </a:r>
          </a:p>
          <a:p xmlns:a="http://schemas.openxmlformats.org/drawingml/2006/main">
            <a:r>
              <a:t>输出：可选择的工具描述</a:t>
            </a:r>
          </a:p>
          <a:p xmlns:a="http://schemas.openxmlformats.org/drawingml/2006/main">
            <a:r>
              <a:t>入口线索：tool_search；Bm25Ranker；searchTools</a:t>
            </a:r>
          </a:p>
          <a:p xmlns:a="http://schemas.openxmlformats.org/drawingml/2006/main">
            <a:r>
              <a:t>职责：tool_search 改变工具集合并写入会话；脚本 searchTools 只查找可调用工具，两者职责不同。</a:t>
            </a:r>
          </a:p>
          <a:p xmlns:a="http://schemas.openxmlformats.org/drawingml/2006/main">
            <a:r>
              <a:t>源码：packages/coding-agent/src/extensions/tool-search/index.ts</a:t>
            </a:r>
          </a:p>
          <a:p xmlns:a="http://schemas.openxmlformats.org/drawingml/2006/main">
            <a:r>
              <a:t>packages/coding-agent/src/extensions/tool-search/tool.ts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保持嵌套调用一致</a:t>
            </a:r>
          </a:p>
          <a:p xmlns:a="http://schemas.openxmlformats.org/drawingml/2006/main">
            <a:r>
              <a:t>从 MCP/codemode 嵌套调用跟到 runToolCall，确认前后 hook、参数验证与错误结果仍然发生。</a:t>
            </a:r>
          </a:p>
          <a:p xmlns:a="http://schemas.openxmlformats.org/drawingml/2006/main">
            <a:r>
              <a:t>输入：嵌套工具调用</a:t>
            </a:r>
          </a:p>
          <a:p xmlns:a="http://schemas.openxmlformats.org/drawingml/2006/main">
            <a:r>
              <a:t>输出：一致的调用结果和事件</a:t>
            </a:r>
          </a:p>
          <a:p xmlns:a="http://schemas.openxmlformats.org/drawingml/2006/main">
            <a:r>
              <a:t>入口线索：ctx.executeTool；parentToolCallId；nestedCalls</a:t>
            </a:r>
          </a:p>
          <a:p xmlns:a="http://schemas.openxmlformats.org/drawingml/2006/main">
            <a:r>
              <a:t>职责：子调用收到取消信号，串行策略由队列处理；嵌套结果不逐条进入模型上下文，记录有界。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packages/coding-agent/src/core/nested-tool-calls.ts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失败与恢复：直接调用 execute 会跳过统一管线。模型看到声明也不意味着工具在所有运行阶段都允许执行。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 beforeToolCall 阻止调用的测试，分别从普通工具和嵌套入口触发。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参考判断：两条入口都必须体现同一阻止结果；如果只测普通调用，会漏掉嵌套绕过。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功能编号：TOOL-10, EXT-09, EXT-10, EXT-11, EXT-12, EXT-13, EXT-14, EXT-15, EXT-32, MCP-19, MCP-27, CODE-05, CODE-07, OTH-22, OTH-23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packages/coding-agent/examples/extensions/plan-mode/README.md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packages/coding-agent/test/plan-mode-utils.test.ts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可用工具很多，希望模型按需要发现，同时所有调用都经过同一条校验管线。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确定工具注册与启用</a:t>
            </a:r>
          </a:p>
          <a:p xmlns:a="http://schemas.openxmlformats.org/drawingml/2006/main">
            <a:r>
              <a:t>区分已注册工具、默认工具和启用集合，检查命令与设置如何调整。</a:t>
            </a:r>
          </a:p>
          <a:p xmlns:a="http://schemas.openxmlformats.org/drawingml/2006/main">
            <a:r>
              <a:t>输入：工具注册与设置</a:t>
            </a:r>
          </a:p>
          <a:p xmlns:a="http://schemas.openxmlformats.org/drawingml/2006/main">
            <a:r>
              <a:t>输出：当前可用工具集合</a:t>
            </a:r>
          </a:p>
          <a:p xmlns:a="http://schemas.openxmlformats.org/drawingml/2006/main">
            <a:r>
              <a:t>入口线索：--tools +name,-name</a:t>
            </a:r>
          </a:p>
          <a:p xmlns:a="http://schemas.openxmlformats.org/drawingml/2006/main">
            <a:r>
              <a:t>职责：与直接列名称替换默认集合区分；最终工具还受排除与暴露设置约束。</a:t>
            </a:r>
          </a:p>
          <a:p xmlns:a="http://schemas.openxmlformats.org/drawingml/2006/main">
            <a:r>
              <a:t>源码：packages/coding-agent/src/cli/args.ts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组织请求中的声明</a:t>
            </a:r>
          </a:p>
          <a:p xmlns:a="http://schemas.openxmlformats.org/drawingml/2006/main">
            <a:r>
              <a:t>跟踪 Loadout 选择和声明构造，明确本轮模型实际看到什么。</a:t>
            </a:r>
          </a:p>
          <a:p xmlns:a="http://schemas.openxmlformats.org/drawingml/2006/main">
            <a:r>
              <a:t>输入：可用工具与运行状态</a:t>
            </a:r>
          </a:p>
          <a:p xmlns:a="http://schemas.openxmlformats.org/drawingml/2006/main">
            <a:r>
              <a:t>输出：请求工具声明</a:t>
            </a:r>
          </a:p>
          <a:p xmlns:a="http://schemas.openxmlformats.org/drawingml/2006/main">
            <a:r>
              <a:t>入口线索：ToolExposure；prepareLoadout；getAllTools；namespace</a:t>
            </a:r>
          </a:p>
          <a:p xmlns:a="http://schemas.openxmlformats.org/drawingml/2006/main">
            <a:r>
              <a:t>职责：模型声明不代表所有注册工具；annotations、outputSchema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按需发现工具</a:t>
            </a:r>
          </a:p>
          <a:p xmlns:a="http://schemas.openxmlformats.org/drawingml/2006/main">
            <a:r>
              <a:t>检查名称、描述搜索结果与暴露方式，区分发现工具与真正执行工具。</a:t>
            </a:r>
          </a:p>
          <a:p xmlns:a="http://schemas.openxmlformats.org/drawingml/2006/main">
            <a:r>
              <a:t>输入：工具查询</a:t>
            </a:r>
          </a:p>
          <a:p xmlns:a="http://schemas.openxmlformats.org/drawingml/2006/main">
            <a:r>
              <a:t>输出：可选择的工具描述</a:t>
            </a:r>
          </a:p>
          <a:p xmlns:a="http://schemas.openxmlformats.org/drawingml/2006/main">
            <a:r>
              <a:t>入口线索：tool_search；Bm25Ranker；searchTools</a:t>
            </a:r>
          </a:p>
          <a:p xmlns:a="http://schemas.openxmlformats.org/drawingml/2006/main">
            <a:r>
              <a:t>职责：tool_search 改变工具集合并写入会话；脚本 searchTools 只查找可调用工具，两者职责不同。</a:t>
            </a:r>
          </a:p>
          <a:p xmlns:a="http://schemas.openxmlformats.org/drawingml/2006/main">
            <a:r>
              <a:t>源码：packages/coding-agent/src/extensions/tool-search/index.ts</a:t>
            </a:r>
          </a:p>
          <a:p xmlns:a="http://schemas.openxmlformats.org/drawingml/2006/main">
            <a:r>
              <a:t>packages/coding-agent/src/extensions/tool-search/tool.ts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保持嵌套调用一致</a:t>
            </a:r>
          </a:p>
          <a:p xmlns:a="http://schemas.openxmlformats.org/drawingml/2006/main">
            <a:r>
              <a:t>从 MCP/codemode 嵌套调用跟到 runToolCall，确认前后 hook、参数验证与错误结果仍然发生。</a:t>
            </a:r>
          </a:p>
          <a:p xmlns:a="http://schemas.openxmlformats.org/drawingml/2006/main">
            <a:r>
              <a:t>输入：嵌套工具调用</a:t>
            </a:r>
          </a:p>
          <a:p xmlns:a="http://schemas.openxmlformats.org/drawingml/2006/main">
            <a:r>
              <a:t>输出：一致的调用结果和事件</a:t>
            </a:r>
          </a:p>
          <a:p xmlns:a="http://schemas.openxmlformats.org/drawingml/2006/main">
            <a:r>
              <a:t>入口线索：ctx.executeTool；parentToolCallId；nestedCalls</a:t>
            </a:r>
          </a:p>
          <a:p xmlns:a="http://schemas.openxmlformats.org/drawingml/2006/main">
            <a:r>
              <a:t>职责：子调用收到取消信号，串行策略由队列处理；嵌套结果不逐条进入模型上下文，记录有界。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>源码：packages/coding-agent/src/core/agent-session.ts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packages/coding-agent/src/core/nested-tool-calls.ts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失败与恢复：直接调用 execute 会跳过统一管线。模型看到声明也不意味着工具在所有运行阶段都允许执行。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 beforeToolCall 阻止调用的测试，分别从普通工具和嵌套入口触发。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参考判断：两条入口都必须体现同一阻止结果；如果只测普通调用，会漏掉嵌套绕过。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功能编号：TOOL-10, EXT-09, EXT-10, EXT-11, EXT-12, EXT-13, EXT-14, EXT-15, EXT-32, MCP-19, MCP-27, CODE-05, CODE-07, OTH-22, OTH-23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packages/coding-agent/examples/extensions/plan-mode/README.md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packages/coding-agent/test/plan-mode-utils.test.ts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把一个本地 stdio 服务或远程 HTTP 服务接入会话。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读取服务配置</a:t>
            </a:r>
          </a:p>
          <a:p xmlns:a="http://schemas.openxmlformats.org/drawingml/2006/main">
            <a:r>
              <a:t>沿 mcp.json 的作用域和 schema 检查传输、命令、URL 与环境配置。</a:t>
            </a:r>
          </a:p>
          <a:p xmlns:a="http://schemas.openxmlformats.org/drawingml/2006/main">
            <a:r>
              <a:t>输入：服务配置</a:t>
            </a:r>
          </a:p>
          <a:p xmlns:a="http://schemas.openxmlformats.org/drawingml/2006/main">
            <a:r>
              <a:t>输出：可连接的服务定义</a:t>
            </a:r>
          </a:p>
          <a:p xmlns:a="http://schemas.openxmlformats.org/drawingml/2006/main">
            <a:r>
              <a:t>入口线索：pi.registerMcpServer；~/.pi/agent/mcp.json；.pi/mcp.json</a:t>
            </a:r>
          </a:p>
          <a:p xmlns:a="http://schemas.openxmlformats.org/drawingml/2006/main">
            <a:r>
              <a:t>职责：同名文件配置优先于扩展；项目仅覆盖开关或暴露时保留用户端连接配置。项目来源受信任控制。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>源码：packages/coding-agent/src/core/mcp-servers.ts</a:t>
            </a:r>
          </a:p>
          <a:p xmlns:a="http://schemas.openxmlformats.org/drawingml/2006/main">
            <a:r>
              <a:t>packages/coding-agent/src/extensions/mcp/config.ts</a:t>
            </a:r>
          </a:p>
          <a:p xmlns:a="http://schemas.openxmlformats.org/drawingml/2006/main">
            <a:r>
              <a:t>packages/coding-agent/src/extensions/mcp/index.ts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建立协议连接</a:t>
            </a:r>
          </a:p>
          <a:p xmlns:a="http://schemas.openxmlformats.org/drawingml/2006/main">
            <a:r>
              <a:t>查看 client 初始化与 stdio/http transport，区分启动进程、协议握手和能力发现。</a:t>
            </a:r>
          </a:p>
          <a:p xmlns:a="http://schemas.openxmlformats.org/drawingml/2006/main">
            <a:r>
              <a:t>输入：传输和会话参数</a:t>
            </a:r>
          </a:p>
          <a:p xmlns:a="http://schemas.openxmlformats.org/drawingml/2006/main">
            <a:r>
              <a:t>输出：已初始化客户端</a:t>
            </a:r>
          </a:p>
          <a:p xmlns:a="http://schemas.openxmlformats.org/drawingml/2006/main">
            <a:r>
              <a:t>入口线索：McpClient.connect；listTools；callTool；close</a:t>
            </a:r>
          </a:p>
          <a:p xmlns:a="http://schemas.openxmlformats.org/drawingml/2006/main">
            <a:r>
              <a:t>职责：传输负责 I/O，客户端负责协议；不是 MCP 服务端，当前不支持 batch、sampling 与 tasks。</a:t>
            </a:r>
          </a:p>
          <a:p xmlns:a="http://schemas.openxmlformats.org/drawingml/2006/main">
            <a:r>
              <a:t>源码：packages/mcp/src/client.ts</a:t>
            </a:r>
          </a:p>
          <a:p xmlns:a="http://schemas.openxmlformats.org/drawingml/2006/main">
            <a:r>
              <a:t>packages/mcp/src/protocol/jsonrpc.ts</a:t>
            </a:r>
          </a:p>
          <a:p xmlns:a="http://schemas.openxmlformats.org/drawingml/2006/main">
            <a:r>
              <a:t>packages/mcp/src/protocol/types.ts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合并工具与资源</a:t>
            </a:r>
          </a:p>
          <a:p xmlns:a="http://schemas.openxmlformats.org/drawingml/2006/main">
            <a:r>
              <a:t>观察服务状态、工具列表与资源注册进入产品的过程，区分 MCP 名称和本地暴露名称。</a:t>
            </a:r>
          </a:p>
          <a:p xmlns:a="http://schemas.openxmlformats.org/drawingml/2006/main">
            <a:r>
              <a:t>输入：远端能力列表</a:t>
            </a:r>
          </a:p>
          <a:p xmlns:a="http://schemas.openxmlformats.org/drawingml/2006/main">
            <a:r>
              <a:t>输出：产品中的 MCP 能力</a:t>
            </a:r>
          </a:p>
          <a:p xmlns:a="http://schemas.openxmlformats.org/drawingml/2006/main">
            <a:r>
              <a:t>入口线索：session_start；MCP 工具调用；/reload</a:t>
            </a:r>
          </a:p>
          <a:p xmlns:a="http://schemas.openxmlformats.org/drawingml/2006/main">
            <a:r>
              <a:t>职责：首个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>源码：packages/coding-agent/src/extensions/mcp/runtime.lazy.ts</a:t>
            </a:r>
          </a:p>
          <a:p xmlns:a="http://schemas.openxmlformats.org/drawingml/2006/main">
            <a:r>
              <a:t>packages/coding-agent/src/extensions/mcp/runtime.ts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刷新或断开</a:t>
            </a:r>
          </a:p>
          <a:p xmlns:a="http://schemas.openxmlformats.org/drawingml/2006/main">
            <a:r>
              <a:t>跟踪管理命令、重连、取消和清理，确认旧客户端与失效能力不继续被使用。</a:t>
            </a:r>
          </a:p>
          <a:p xmlns:a="http://schemas.openxmlformats.org/drawingml/2006/main">
            <a:r>
              <a:t>输入：配置变化或连接错误</a:t>
            </a:r>
          </a:p>
          <a:p xmlns:a="http://schemas.openxmlformats.org/drawingml/2006/main">
            <a:r>
              <a:t>输出：新的连接状态与诊断</a:t>
            </a:r>
          </a:p>
          <a:p xmlns:a="http://schemas.openxmlformats.org/drawingml/2006/main">
            <a:r>
              <a:t>入口线索：pi mcp add/remove/list/login/logout；/mcp</a:t>
            </a:r>
          </a:p>
          <a:p xmlns:a="http://schemas.openxmlformats.org/drawingml/2006/main">
            <a:r>
              <a:t>职责：login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>源码：packages/coding-agent/src/extensions/mcp/cli.lazy.ts</a:t>
            </a:r>
          </a:p>
          <a:p xmlns:a="http://schemas.openxmlformats.org/drawingml/2006/main">
            <a:r>
              <a:t>packages/coding-agent/src/extensions/mcp/cli.ts</a:t>
            </a:r>
          </a:p>
          <a:p xmlns:a="http://schemas.openxmlformats.org/drawingml/2006/main">
            <a:r>
              <a:t>packages/coding-agent/src/extensions/mcp/log.ts</a:t>
            </a:r>
          </a:p>
          <a:p xmlns:a="http://schemas.openxmlformats.org/drawingml/2006/main">
            <a:r>
              <a:t>packages/coding-agent/src/extensions/mcp/ui.ts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失败与恢复：进程启动成功不等于 MCP 握手成功；HTTP 可达也不代表认证完成或工具 schema 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mcp/testing 的测试服务器构造一个工具列表，再模拟断连，记录客户端和产品状态变化。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参考判断：测试应分别覆盖传输、初始化与能力注册；不需要连接真实外部服务。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功能编号：EXT-26, MCP-01, MCP-02, MCP-03, MCP-04, MCP-05, MCP-06, MCP-07, MCP-13, MCP-20, MCP-21, MCP-22, MCP-23, MCP-24, MCP-25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packages/coding-agent/test/mcp-command.test.ts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packages/mcp/test/streamable-http.test.ts</a:t>
            </a:r>
          </a:p>
          <a:p xmlns:a="http://schemas.openxmlformats.org/drawingml/2006/main">
            <a:r>
              <a:t>packages/mcp/test/client.test.ts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把一个本地 stdio 服务或远程 HTTP 服务接入会话。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读取服务配置</a:t>
            </a:r>
          </a:p>
          <a:p xmlns:a="http://schemas.openxmlformats.org/drawingml/2006/main">
            <a:r>
              <a:t>沿 mcp.json 的作用域和 schema 检查传输、命令、URL 与环境配置。</a:t>
            </a:r>
          </a:p>
          <a:p xmlns:a="http://schemas.openxmlformats.org/drawingml/2006/main">
            <a:r>
              <a:t>输入：服务配置</a:t>
            </a:r>
          </a:p>
          <a:p xmlns:a="http://schemas.openxmlformats.org/drawingml/2006/main">
            <a:r>
              <a:t>输出：可连接的服务定义</a:t>
            </a:r>
          </a:p>
          <a:p xmlns:a="http://schemas.openxmlformats.org/drawingml/2006/main">
            <a:r>
              <a:t>入口线索：pi.registerMcpServer；~/.pi/agent/mcp.json；.pi/mcp.json</a:t>
            </a:r>
          </a:p>
          <a:p xmlns:a="http://schemas.openxmlformats.org/drawingml/2006/main">
            <a:r>
              <a:t>职责：同名文件配置优先于扩展；项目仅覆盖开关或暴露时保留用户端连接配置。项目来源受信任控制。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>源码：packages/coding-agent/src/core/mcp-servers.ts</a:t>
            </a:r>
          </a:p>
          <a:p xmlns:a="http://schemas.openxmlformats.org/drawingml/2006/main">
            <a:r>
              <a:t>packages/coding-agent/src/extensions/mcp/config.ts</a:t>
            </a:r>
          </a:p>
          <a:p xmlns:a="http://schemas.openxmlformats.org/drawingml/2006/main">
            <a:r>
              <a:t>packages/coding-agent/src/extensions/mcp/index.ts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建立协议连接</a:t>
            </a:r>
          </a:p>
          <a:p xmlns:a="http://schemas.openxmlformats.org/drawingml/2006/main">
            <a:r>
              <a:t>查看 client 初始化与 stdio/http transport，区分启动进程、协议握手和能力发现。</a:t>
            </a:r>
          </a:p>
          <a:p xmlns:a="http://schemas.openxmlformats.org/drawingml/2006/main">
            <a:r>
              <a:t>输入：传输和会话参数</a:t>
            </a:r>
          </a:p>
          <a:p xmlns:a="http://schemas.openxmlformats.org/drawingml/2006/main">
            <a:r>
              <a:t>输出：已初始化客户端</a:t>
            </a:r>
          </a:p>
          <a:p xmlns:a="http://schemas.openxmlformats.org/drawingml/2006/main">
            <a:r>
              <a:t>入口线索：McpClient.connect；listTools；callTool；close</a:t>
            </a:r>
          </a:p>
          <a:p xmlns:a="http://schemas.openxmlformats.org/drawingml/2006/main">
            <a:r>
              <a:t>职责：传输负责 I/O，客户端负责协议；不是 MCP 服务端，当前不支持 batch、sampling 与 tasks。</a:t>
            </a:r>
          </a:p>
          <a:p xmlns:a="http://schemas.openxmlformats.org/drawingml/2006/main">
            <a:r>
              <a:t>源码：packages/mcp/src/client.ts</a:t>
            </a:r>
          </a:p>
          <a:p xmlns:a="http://schemas.openxmlformats.org/drawingml/2006/main">
            <a:r>
              <a:t>packages/mcp/src/protocol/jsonrpc.ts</a:t>
            </a:r>
          </a:p>
          <a:p xmlns:a="http://schemas.openxmlformats.org/drawingml/2006/main">
            <a:r>
              <a:t>packages/mcp/src/protocol/types.ts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合并工具与资源</a:t>
            </a:r>
          </a:p>
          <a:p xmlns:a="http://schemas.openxmlformats.org/drawingml/2006/main">
            <a:r>
              <a:t>观察服务状态、工具列表与资源注册进入产品的过程，区分 MCP 名称和本地暴露名称。</a:t>
            </a:r>
          </a:p>
          <a:p xmlns:a="http://schemas.openxmlformats.org/drawingml/2006/main">
            <a:r>
              <a:t>输入：远端能力列表</a:t>
            </a:r>
          </a:p>
          <a:p xmlns:a="http://schemas.openxmlformats.org/drawingml/2006/main">
            <a:r>
              <a:t>输出：产品中的 MCP 能力</a:t>
            </a:r>
          </a:p>
          <a:p xmlns:a="http://schemas.openxmlformats.org/drawingml/2006/main">
            <a:r>
              <a:t>入口线索：session_start；MCP 工具调用；/reload</a:t>
            </a:r>
          </a:p>
          <a:p xmlns:a="http://schemas.openxmlformats.org/drawingml/2006/main">
            <a:r>
              <a:t>职责：首个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>源码：packages/coding-agent/src/extensions/mcp/runtime.lazy.ts</a:t>
            </a:r>
          </a:p>
          <a:p xmlns:a="http://schemas.openxmlformats.org/drawingml/2006/main">
            <a:r>
              <a:t>packages/coding-agent/src/extensions/mcp/runtime.ts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刷新或断开</a:t>
            </a:r>
          </a:p>
          <a:p xmlns:a="http://schemas.openxmlformats.org/drawingml/2006/main">
            <a:r>
              <a:t>跟踪管理命令、重连、取消和清理，确认旧客户端与失效能力不继续被使用。</a:t>
            </a:r>
          </a:p>
          <a:p xmlns:a="http://schemas.openxmlformats.org/drawingml/2006/main">
            <a:r>
              <a:t>输入：配置变化或连接错误</a:t>
            </a:r>
          </a:p>
          <a:p xmlns:a="http://schemas.openxmlformats.org/drawingml/2006/main">
            <a:r>
              <a:t>输出：新的连接状态与诊断</a:t>
            </a:r>
          </a:p>
          <a:p xmlns:a="http://schemas.openxmlformats.org/drawingml/2006/main">
            <a:r>
              <a:t>入口线索：pi mcp add/remove/list/login/logout；/mcp</a:t>
            </a:r>
          </a:p>
          <a:p xmlns:a="http://schemas.openxmlformats.org/drawingml/2006/main">
            <a:r>
              <a:t>职责：login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>源码：packages/coding-agent/src/extensions/mcp/cli.lazy.ts</a:t>
            </a:r>
          </a:p>
          <a:p xmlns:a="http://schemas.openxmlformats.org/drawingml/2006/main">
            <a:r>
              <a:t>packages/coding-agent/src/extensions/mcp/cli.ts</a:t>
            </a:r>
          </a:p>
          <a:p xmlns:a="http://schemas.openxmlformats.org/drawingml/2006/main">
            <a:r>
              <a:t>packages/coding-agent/src/extensions/mcp/log.ts</a:t>
            </a:r>
          </a:p>
          <a:p xmlns:a="http://schemas.openxmlformats.org/drawingml/2006/main">
            <a:r>
              <a:t>packages/coding-agent/src/extensions/mcp/ui.ts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失败与恢复：进程启动成功不等于 MCP 握手成功；HTTP 可达也不代表认证完成或工具 schema 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mcp/testing 的测试服务器构造一个工具列表，再模拟断连，记录客户端和产品状态变化。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参考判断：测试应分别覆盖传输、初始化与能力注册；不需要连接真实外部服务。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功能编号：EXT-26, MCP-01, MCP-02, MCP-03, MCP-04, MCP-05, MCP-06, MCP-07, MCP-13, MCP-20, MCP-21, MCP-22, MCP-23, MCP-24, MCP-25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packages/coding-agent/test/mcp-command.test.ts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packages/mcp/test/streamable-http.test.ts</a:t>
            </a:r>
          </a:p>
          <a:p xmlns:a="http://schemas.openxmlformats.org/drawingml/2006/main">
            <a:r>
              <a:t>packages/mcp/test/client.test.ts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把一个本地 stdio 服务或远程 HTTP 服务接入会话。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读取服务配置</a:t>
            </a:r>
          </a:p>
          <a:p xmlns:a="http://schemas.openxmlformats.org/drawingml/2006/main">
            <a:r>
              <a:t>沿 mcp.json 的作用域和 schema 检查传输、命令、URL 与环境配置。</a:t>
            </a:r>
          </a:p>
          <a:p xmlns:a="http://schemas.openxmlformats.org/drawingml/2006/main">
            <a:r>
              <a:t>输入：服务配置</a:t>
            </a:r>
          </a:p>
          <a:p xmlns:a="http://schemas.openxmlformats.org/drawingml/2006/main">
            <a:r>
              <a:t>输出：可连接的服务定义</a:t>
            </a:r>
          </a:p>
          <a:p xmlns:a="http://schemas.openxmlformats.org/drawingml/2006/main">
            <a:r>
              <a:t>入口线索：pi.registerMcpServer；~/.pi/agent/mcp.json；.pi/mcp.json</a:t>
            </a:r>
          </a:p>
          <a:p xmlns:a="http://schemas.openxmlformats.org/drawingml/2006/main">
            <a:r>
              <a:t>职责：同名文件配置优先于扩展；项目仅覆盖开关或暴露时保留用户端连接配置。项目来源受信任控制。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>源码：packages/coding-agent/src/core/mcp-servers.ts</a:t>
            </a:r>
          </a:p>
          <a:p xmlns:a="http://schemas.openxmlformats.org/drawingml/2006/main">
            <a:r>
              <a:t>packages/coding-agent/src/extensions/mcp/config.ts</a:t>
            </a:r>
          </a:p>
          <a:p xmlns:a="http://schemas.openxmlformats.org/drawingml/2006/main">
            <a:r>
              <a:t>packages/coding-agent/src/extensions/mcp/index.ts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建立协议连接</a:t>
            </a:r>
          </a:p>
          <a:p xmlns:a="http://schemas.openxmlformats.org/drawingml/2006/main">
            <a:r>
              <a:t>查看 client 初始化与 stdio/http transport，区分启动进程、协议握手和能力发现。</a:t>
            </a:r>
          </a:p>
          <a:p xmlns:a="http://schemas.openxmlformats.org/drawingml/2006/main">
            <a:r>
              <a:t>输入：传输和会话参数</a:t>
            </a:r>
          </a:p>
          <a:p xmlns:a="http://schemas.openxmlformats.org/drawingml/2006/main">
            <a:r>
              <a:t>输出：已初始化客户端</a:t>
            </a:r>
          </a:p>
          <a:p xmlns:a="http://schemas.openxmlformats.org/drawingml/2006/main">
            <a:r>
              <a:t>入口线索：McpClient.connect；listTools；callTool；close</a:t>
            </a:r>
          </a:p>
          <a:p xmlns:a="http://schemas.openxmlformats.org/drawingml/2006/main">
            <a:r>
              <a:t>职责：传输负责 I/O，客户端负责协议；不是 MCP 服务端，当前不支持 batch、sampling 与 tasks。</a:t>
            </a:r>
          </a:p>
          <a:p xmlns:a="http://schemas.openxmlformats.org/drawingml/2006/main">
            <a:r>
              <a:t>源码：packages/mcp/src/client.ts</a:t>
            </a:r>
          </a:p>
          <a:p xmlns:a="http://schemas.openxmlformats.org/drawingml/2006/main">
            <a:r>
              <a:t>packages/mcp/src/protocol/jsonrpc.ts</a:t>
            </a:r>
          </a:p>
          <a:p xmlns:a="http://schemas.openxmlformats.org/drawingml/2006/main">
            <a:r>
              <a:t>packages/mcp/src/protocol/types.ts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合并工具与资源</a:t>
            </a:r>
          </a:p>
          <a:p xmlns:a="http://schemas.openxmlformats.org/drawingml/2006/main">
            <a:r>
              <a:t>观察服务状态、工具列表与资源注册进入产品的过程，区分 MCP 名称和本地暴露名称。</a:t>
            </a:r>
          </a:p>
          <a:p xmlns:a="http://schemas.openxmlformats.org/drawingml/2006/main">
            <a:r>
              <a:t>输入：远端能力列表</a:t>
            </a:r>
          </a:p>
          <a:p xmlns:a="http://schemas.openxmlformats.org/drawingml/2006/main">
            <a:r>
              <a:t>输出：产品中的 MCP 能力</a:t>
            </a:r>
          </a:p>
          <a:p xmlns:a="http://schemas.openxmlformats.org/drawingml/2006/main">
            <a:r>
              <a:t>入口线索：session_start；MCP 工具调用；/reload</a:t>
            </a:r>
          </a:p>
          <a:p xmlns:a="http://schemas.openxmlformats.org/drawingml/2006/main">
            <a:r>
              <a:t>职责：首个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>源码：packages/coding-agent/src/extensions/mcp/runtime.lazy.ts</a:t>
            </a:r>
          </a:p>
          <a:p xmlns:a="http://schemas.openxmlformats.org/drawingml/2006/main">
            <a:r>
              <a:t>packages/coding-agent/src/extensions/mcp/runtime.ts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刷新或断开</a:t>
            </a:r>
          </a:p>
          <a:p xmlns:a="http://schemas.openxmlformats.org/drawingml/2006/main">
            <a:r>
              <a:t>跟踪管理命令、重连、取消和清理，确认旧客户端与失效能力不继续被使用。</a:t>
            </a:r>
          </a:p>
          <a:p xmlns:a="http://schemas.openxmlformats.org/drawingml/2006/main">
            <a:r>
              <a:t>输入：配置变化或连接错误</a:t>
            </a:r>
          </a:p>
          <a:p xmlns:a="http://schemas.openxmlformats.org/drawingml/2006/main">
            <a:r>
              <a:t>输出：新的连接状态与诊断</a:t>
            </a:r>
          </a:p>
          <a:p xmlns:a="http://schemas.openxmlformats.org/drawingml/2006/main">
            <a:r>
              <a:t>入口线索：pi mcp add/remove/list/login/logout；/mcp</a:t>
            </a:r>
          </a:p>
          <a:p xmlns:a="http://schemas.openxmlformats.org/drawingml/2006/main">
            <a:r>
              <a:t>职责：login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>源码：packages/coding-agent/src/extensions/mcp/cli.lazy.ts</a:t>
            </a:r>
          </a:p>
          <a:p xmlns:a="http://schemas.openxmlformats.org/drawingml/2006/main">
            <a:r>
              <a:t>packages/coding-agent/src/extensions/mcp/cli.ts</a:t>
            </a:r>
          </a:p>
          <a:p xmlns:a="http://schemas.openxmlformats.org/drawingml/2006/main">
            <a:r>
              <a:t>packages/coding-agent/src/extensions/mcp/log.ts</a:t>
            </a:r>
          </a:p>
          <a:p xmlns:a="http://schemas.openxmlformats.org/drawingml/2006/main">
            <a:r>
              <a:t>packages/coding-agent/src/extensions/mcp/ui.ts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失败与恢复：进程启动成功不等于 MCP 握手成功；HTTP 可达也不代表认证完成或工具 schema 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mcp/testing 的测试服务器构造一个工具列表，再模拟断连，记录客户端和产品状态变化。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参考判断：测试应分别覆盖传输、初始化与能力注册；不需要连接真实外部服务。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功能编号：EXT-26, MCP-01, MCP-02, MCP-03, MCP-04, MCP-05, MCP-06, MCP-07, MCP-13, MCP-20, MCP-21, MCP-22, MCP-23, MCP-24, MCP-25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packages/coding-agent/test/mcp-command.test.ts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>packages/mcp/test/streamable-http.test.ts</a:t>
            </a:r>
          </a:p>
          <a:p xmlns:a="http://schemas.openxmlformats.org/drawingml/2006/main">
            <a:r>
              <a:t>packages/mcp/test/client.test.ts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远端 MCP 要求登录，并返回文本、图像或资源内容。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发现授权端点</a:t>
            </a:r>
          </a:p>
          <a:p xmlns:a="http://schemas.openxmlformats.org/drawingml/2006/main">
            <a:r>
              <a:t>检查受保护资源和授权服务器元数据，辨认 URL 校验与发现失败。</a:t>
            </a:r>
          </a:p>
          <a:p xmlns:a="http://schemas.openxmlformats.org/drawingml/2006/main">
            <a:r>
              <a:t>输入：受保护服务响应</a:t>
            </a:r>
          </a:p>
          <a:p xmlns:a="http://schemas.openxmlformats.org/drawingml/2006/main">
            <a:r>
              <a:t>输出：授权服务器信息</a:t>
            </a:r>
          </a:p>
          <a:p xmlns:a="http://schemas.openxmlformats.org/drawingml/2006/main">
            <a:r>
              <a:t>入口线索：OAuth discovery；authServerMetadataUrl</a:t>
            </a:r>
          </a:p>
          <a:p xmlns:a="http://schemas.openxmlformats.org/drawingml/2006/main">
            <a:r>
              <a:t>职责：这是 MCP OAuth 子路径的能力；配置和 issuer 校验需对照实际返回数据。</a:t>
            </a:r>
          </a:p>
          <a:p xmlns:a="http://schemas.openxmlformats.org/drawingml/2006/main">
            <a:r>
              <a:t>源码：packages/mcp/src/oauth/discovery.ts</a:t>
            </a:r>
          </a:p>
          <a:p xmlns:a="http://schemas.openxmlformats.org/drawingml/2006/main">
            <a:r>
              <a:t>packages/mcp/src/oauth/types.ts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完成回调并保存授权</a:t>
            </a:r>
          </a:p>
          <a:p xmlns:a="http://schemas.openxmlformats.org/drawingml/2006/main">
            <a:r>
              <a:t>沿 state、PKCE、回调与 token 交换检查授权流程，再看 coding-agent 如何存储和使用凭据。</a:t>
            </a:r>
          </a:p>
          <a:p xmlns:a="http://schemas.openxmlformats.org/drawingml/2006/main">
            <a:r>
              <a:t>输入：授权请求与回调</a:t>
            </a:r>
          </a:p>
          <a:p xmlns:a="http://schemas.openxmlformats.org/drawingml/2006/main">
            <a:r>
              <a:t>输出：MCP 会话可用凭据</a:t>
            </a:r>
          </a:p>
          <a:p xmlns:a="http://schemas.openxmlformats.org/drawingml/2006/main">
            <a:r>
              <a:t>入口线索：authorizeMcp；McpOAuthProvider；adaptOAuthProvider</a:t>
            </a:r>
          </a:p>
          <a:p xmlns:a="http://schemas.openxmlformats.org/drawingml/2006/main">
            <a:r>
              <a:t>职责：凭据持久化由注入 StateStore 完成；库不自行打开浏览器或选择保存目录。</a:t>
            </a:r>
          </a:p>
          <a:p xmlns:a="http://schemas.openxmlformats.org/drawingml/2006/main">
            <a:r>
              <a:t>源码：packages/mcp/src/auth-provider.ts</a:t>
            </a:r>
          </a:p>
          <a:p xmlns:a="http://schemas.openxmlformats.org/drawingml/2006/main">
            <a:r>
              <a:t>packages/mcp/src/oauth/errors.ts</a:t>
            </a:r>
          </a:p>
          <a:p xmlns:a="http://schemas.openxmlformats.org/drawingml/2006/main">
            <a:r>
              <a:t>packages/mcp/src/oauth/flow.ts</a:t>
            </a:r>
          </a:p>
          <a:p xmlns:a="http://schemas.openxmlformats.org/drawingml/2006/main">
            <a:r>
              <a:t>packages/mcp/src/oauth/provider.ts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执行工具并转换内容</a:t>
            </a:r>
          </a:p>
          <a:p xmlns:a="http://schemas.openxmlformats.org/drawingml/2006/main">
            <a:r>
              <a:t>查看 MCP 工具包装器的参数和结果映射，保留错误、内容块与调用关系。</a:t>
            </a:r>
          </a:p>
          <a:p xmlns:a="http://schemas.openxmlformats.org/drawingml/2006/main">
            <a:r>
              <a:t>输入：MCP callTool 结果</a:t>
            </a:r>
          </a:p>
          <a:p xmlns:a="http://schemas.openxmlformats.org/drawingml/2006/main">
            <a:r>
              <a:t>输出：Agent 工具结果</a:t>
            </a:r>
          </a:p>
          <a:p xmlns:a="http://schemas.openxmlformats.org/drawingml/2006/main">
            <a:r>
              <a:t>入口线索：direct / codemode / deferred / hidden；toolExposure</a:t>
            </a:r>
          </a:p>
          <a:p xmlns:a="http://schemas.openxmlformats.org/drawingml/2006/main">
            <a:r>
              <a:t>职责：规范化后的重名工具带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>源码：packages/coding-agent/src/core/mcp-servers.ts</a:t>
            </a:r>
          </a:p>
          <a:p xmlns:a="http://schemas.openxmlformats.org/drawingml/2006/main">
            <a:r>
              <a:t>packages/coding-agent/src/extensions/mcp/tools.ts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列举并读取资源</a:t>
            </a:r>
          </a:p>
          <a:p xmlns:a="http://schemas.openxmlformats.org/drawingml/2006/main">
            <a:r>
              <a:t>区分工具调用与 resources 的列举、模板和读取，跟踪内容进入模型上下文的位置。</a:t>
            </a:r>
          </a:p>
          <a:p xmlns:a="http://schemas.openxmlformats.org/drawingml/2006/main">
            <a:r>
              <a:t>输入：资源 URI 或模板参数</a:t>
            </a:r>
          </a:p>
          <a:p xmlns:a="http://schemas.openxmlformats.org/drawingml/2006/main">
            <a:r>
              <a:t>输出：可消费的资源内容</a:t>
            </a:r>
          </a:p>
          <a:p xmlns:a="http://schemas.openxmlformats.org/drawingml/2006/main">
            <a:r>
              <a:t>入口线索：list_mcp_resources；list_mcp_resource_templates；read_mcp_resource</a:t>
            </a:r>
          </a:p>
          <a:p xmlns:a="http://schemas.openxmlformats.org/drawingml/2006/main">
            <a:r>
              <a:t>职责：仅面向启用且非 hidden 的资源服务器；当前不渲染 MCP Apps 的 ui:// 与 HTML 资源。</a:t>
            </a:r>
          </a:p>
          <a:p xmlns:a="http://schemas.openxmlformats.org/drawingml/2006/main">
            <a:r>
              <a:t>源码：packages/coding-agent/src/extensions/mcp/resources.ts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失败与恢复：外部资源内容不是程序指令。授权刷新失败、资源不存在与内容不支持应给出不同诊断。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练习：从内容转换测试找出文本、图像和错误三种结果，说明给模型的数据怎样变化。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参考判断：只转换受支持的内容形状，保留失败状态；OAuth 回调需要验证关联信息。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功能编号：MCP-08, MCP-09, MCP-10, MCP-11, MCP-12, MCP-14, MCP-15, MCP-16, MCP-17, MCP-18, MCP-19, MCP-27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远端 MCP 要求登录，并返回文本、图像或资源内容。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发现授权端点</a:t>
            </a:r>
          </a:p>
          <a:p xmlns:a="http://schemas.openxmlformats.org/drawingml/2006/main">
            <a:r>
              <a:t>检查受保护资源和授权服务器元数据，辨认 URL 校验与发现失败。</a:t>
            </a:r>
          </a:p>
          <a:p xmlns:a="http://schemas.openxmlformats.org/drawingml/2006/main">
            <a:r>
              <a:t>输入：受保护服务响应</a:t>
            </a:r>
          </a:p>
          <a:p xmlns:a="http://schemas.openxmlformats.org/drawingml/2006/main">
            <a:r>
              <a:t>输出：授权服务器信息</a:t>
            </a:r>
          </a:p>
          <a:p xmlns:a="http://schemas.openxmlformats.org/drawingml/2006/main">
            <a:r>
              <a:t>入口线索：OAuth discovery；authServerMetadataUrl</a:t>
            </a:r>
          </a:p>
          <a:p xmlns:a="http://schemas.openxmlformats.org/drawingml/2006/main">
            <a:r>
              <a:t>职责：这是 MCP OAuth 子路径的能力；配置和 issuer 校验需对照实际返回数据。</a:t>
            </a:r>
          </a:p>
          <a:p xmlns:a="http://schemas.openxmlformats.org/drawingml/2006/main">
            <a:r>
              <a:t>源码：packages/mcp/src/oauth/discovery.ts</a:t>
            </a:r>
          </a:p>
          <a:p xmlns:a="http://schemas.openxmlformats.org/drawingml/2006/main">
            <a:r>
              <a:t>packages/mcp/src/oauth/types.ts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完成回调并保存授权</a:t>
            </a:r>
          </a:p>
          <a:p xmlns:a="http://schemas.openxmlformats.org/drawingml/2006/main">
            <a:r>
              <a:t>沿 state、PKCE、回调与 token 交换检查授权流程，再看 coding-agent 如何存储和使用凭据。</a:t>
            </a:r>
          </a:p>
          <a:p xmlns:a="http://schemas.openxmlformats.org/drawingml/2006/main">
            <a:r>
              <a:t>输入：授权请求与回调</a:t>
            </a:r>
          </a:p>
          <a:p xmlns:a="http://schemas.openxmlformats.org/drawingml/2006/main">
            <a:r>
              <a:t>输出：MCP 会话可用凭据</a:t>
            </a:r>
          </a:p>
          <a:p xmlns:a="http://schemas.openxmlformats.org/drawingml/2006/main">
            <a:r>
              <a:t>入口线索：authorizeMcp；McpOAuthProvider；adaptOAuthProvider</a:t>
            </a:r>
          </a:p>
          <a:p xmlns:a="http://schemas.openxmlformats.org/drawingml/2006/main">
            <a:r>
              <a:t>职责：凭据持久化由注入 StateStore 完成；库不自行打开浏览器或选择保存目录。</a:t>
            </a:r>
          </a:p>
          <a:p xmlns:a="http://schemas.openxmlformats.org/drawingml/2006/main">
            <a:r>
              <a:t>源码：packages/mcp/src/auth-provider.ts</a:t>
            </a:r>
          </a:p>
          <a:p xmlns:a="http://schemas.openxmlformats.org/drawingml/2006/main">
            <a:r>
              <a:t>packages/mcp/src/oauth/errors.ts</a:t>
            </a:r>
          </a:p>
          <a:p xmlns:a="http://schemas.openxmlformats.org/drawingml/2006/main">
            <a:r>
              <a:t>packages/mcp/src/oauth/flow.ts</a:t>
            </a:r>
          </a:p>
          <a:p xmlns:a="http://schemas.openxmlformats.org/drawingml/2006/main">
            <a:r>
              <a:t>packages/mcp/src/oauth/provider.ts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执行工具并转换内容</a:t>
            </a:r>
          </a:p>
          <a:p xmlns:a="http://schemas.openxmlformats.org/drawingml/2006/main">
            <a:r>
              <a:t>查看 MCP 工具包装器的参数和结果映射，保留错误、内容块与调用关系。</a:t>
            </a:r>
          </a:p>
          <a:p xmlns:a="http://schemas.openxmlformats.org/drawingml/2006/main">
            <a:r>
              <a:t>输入：MCP callTool 结果</a:t>
            </a:r>
          </a:p>
          <a:p xmlns:a="http://schemas.openxmlformats.org/drawingml/2006/main">
            <a:r>
              <a:t>输出：Agent 工具结果</a:t>
            </a:r>
          </a:p>
          <a:p xmlns:a="http://schemas.openxmlformats.org/drawingml/2006/main">
            <a:r>
              <a:t>入口线索：direct / codemode / deferred / hidden；toolExposure</a:t>
            </a:r>
          </a:p>
          <a:p xmlns:a="http://schemas.openxmlformats.org/drawingml/2006/main">
            <a:r>
              <a:t>职责：规范化后的重名工具带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>源码：packages/coding-agent/src/core/mcp-servers.ts</a:t>
            </a:r>
          </a:p>
          <a:p xmlns:a="http://schemas.openxmlformats.org/drawingml/2006/main">
            <a:r>
              <a:t>packages/coding-agent/src/extensions/mcp/tools.ts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列举并读取资源</a:t>
            </a:r>
          </a:p>
          <a:p xmlns:a="http://schemas.openxmlformats.org/drawingml/2006/main">
            <a:r>
              <a:t>区分工具调用与 resources 的列举、模板和读取，跟踪内容进入模型上下文的位置。</a:t>
            </a:r>
          </a:p>
          <a:p xmlns:a="http://schemas.openxmlformats.org/drawingml/2006/main">
            <a:r>
              <a:t>输入：资源 URI 或模板参数</a:t>
            </a:r>
          </a:p>
          <a:p xmlns:a="http://schemas.openxmlformats.org/drawingml/2006/main">
            <a:r>
              <a:t>输出：可消费的资源内容</a:t>
            </a:r>
          </a:p>
          <a:p xmlns:a="http://schemas.openxmlformats.org/drawingml/2006/main">
            <a:r>
              <a:t>入口线索：list_mcp_resources；list_mcp_resource_templates；read_mcp_resource</a:t>
            </a:r>
          </a:p>
          <a:p xmlns:a="http://schemas.openxmlformats.org/drawingml/2006/main">
            <a:r>
              <a:t>职责：仅面向启用且非 hidden 的资源服务器；当前不渲染 MCP Apps 的 ui:// 与 HTML 资源。</a:t>
            </a:r>
          </a:p>
          <a:p xmlns:a="http://schemas.openxmlformats.org/drawingml/2006/main">
            <a:r>
              <a:t>源码：packages/coding-agent/src/extensions/mcp/resources.ts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失败与恢复：外部资源内容不是程序指令。授权刷新失败、资源不存在与内容不支持应给出不同诊断。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练习：从内容转换测试找出文本、图像和错误三种结果，说明给模型的数据怎样变化。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参考判断：只转换受支持的内容形状，保留失败状态；OAuth 回调需要验证关联信息。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功能编号：MCP-08, MCP-09, MCP-10, MCP-11, MCP-12, MCP-14, MCP-15, MCP-16, MCP-17, MCP-18, MCP-19, MCP-27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远端 MCP 要求登录，并返回文本、图像或资源内容。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发现授权端点</a:t>
            </a:r>
          </a:p>
          <a:p xmlns:a="http://schemas.openxmlformats.org/drawingml/2006/main">
            <a:r>
              <a:t>检查受保护资源和授权服务器元数据，辨认 URL 校验与发现失败。</a:t>
            </a:r>
          </a:p>
          <a:p xmlns:a="http://schemas.openxmlformats.org/drawingml/2006/main">
            <a:r>
              <a:t>输入：受保护服务响应</a:t>
            </a:r>
          </a:p>
          <a:p xmlns:a="http://schemas.openxmlformats.org/drawingml/2006/main">
            <a:r>
              <a:t>输出：授权服务器信息</a:t>
            </a:r>
          </a:p>
          <a:p xmlns:a="http://schemas.openxmlformats.org/drawingml/2006/main">
            <a:r>
              <a:t>入口线索：OAuth discovery；authServerMetadataUrl</a:t>
            </a:r>
          </a:p>
          <a:p xmlns:a="http://schemas.openxmlformats.org/drawingml/2006/main">
            <a:r>
              <a:t>职责：这是 MCP OAuth 子路径的能力；配置和 issuer 校验需对照实际返回数据。</a:t>
            </a:r>
          </a:p>
          <a:p xmlns:a="http://schemas.openxmlformats.org/drawingml/2006/main">
            <a:r>
              <a:t>源码：packages/mcp/src/oauth/discovery.ts</a:t>
            </a:r>
          </a:p>
          <a:p xmlns:a="http://schemas.openxmlformats.org/drawingml/2006/main">
            <a:r>
              <a:t>packages/mcp/src/oauth/types.ts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完成回调并保存授权</a:t>
            </a:r>
          </a:p>
          <a:p xmlns:a="http://schemas.openxmlformats.org/drawingml/2006/main">
            <a:r>
              <a:t>沿 state、PKCE、回调与 token 交换检查授权流程，再看 coding-agent 如何存储和使用凭据。</a:t>
            </a:r>
          </a:p>
          <a:p xmlns:a="http://schemas.openxmlformats.org/drawingml/2006/main">
            <a:r>
              <a:t>输入：授权请求与回调</a:t>
            </a:r>
          </a:p>
          <a:p xmlns:a="http://schemas.openxmlformats.org/drawingml/2006/main">
            <a:r>
              <a:t>输出：MCP 会话可用凭据</a:t>
            </a:r>
          </a:p>
          <a:p xmlns:a="http://schemas.openxmlformats.org/drawingml/2006/main">
            <a:r>
              <a:t>入口线索：authorizeMcp；McpOAuthProvider；adaptOAuthProvider</a:t>
            </a:r>
          </a:p>
          <a:p xmlns:a="http://schemas.openxmlformats.org/drawingml/2006/main">
            <a:r>
              <a:t>职责：凭据持久化由注入 StateStore 完成；库不自行打开浏览器或选择保存目录。</a:t>
            </a:r>
          </a:p>
          <a:p xmlns:a="http://schemas.openxmlformats.org/drawingml/2006/main">
            <a:r>
              <a:t>源码：packages/mcp/src/auth-provider.ts</a:t>
            </a:r>
          </a:p>
          <a:p xmlns:a="http://schemas.openxmlformats.org/drawingml/2006/main">
            <a:r>
              <a:t>packages/mcp/src/oauth/errors.ts</a:t>
            </a:r>
          </a:p>
          <a:p xmlns:a="http://schemas.openxmlformats.org/drawingml/2006/main">
            <a:r>
              <a:t>packages/mcp/src/oauth/flow.ts</a:t>
            </a:r>
          </a:p>
          <a:p xmlns:a="http://schemas.openxmlformats.org/drawingml/2006/main">
            <a:r>
              <a:t>packages/mcp/src/oauth/provider.ts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执行工具并转换内容</a:t>
            </a:r>
          </a:p>
          <a:p xmlns:a="http://schemas.openxmlformats.org/drawingml/2006/main">
            <a:r>
              <a:t>查看 MCP 工具包装器的参数和结果映射，保留错误、内容块与调用关系。</a:t>
            </a:r>
          </a:p>
          <a:p xmlns:a="http://schemas.openxmlformats.org/drawingml/2006/main">
            <a:r>
              <a:t>输入：MCP callTool 结果</a:t>
            </a:r>
          </a:p>
          <a:p xmlns:a="http://schemas.openxmlformats.org/drawingml/2006/main">
            <a:r>
              <a:t>输出：Agent 工具结果</a:t>
            </a:r>
          </a:p>
          <a:p xmlns:a="http://schemas.openxmlformats.org/drawingml/2006/main">
            <a:r>
              <a:t>入口线索：direct / codemode / deferred / hidden；toolExposure</a:t>
            </a:r>
          </a:p>
          <a:p xmlns:a="http://schemas.openxmlformats.org/drawingml/2006/main">
            <a:r>
              <a:t>职责：规范化后的重名工具带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>源码：packages/coding-agent/src/core/mcp-servers.ts</a:t>
            </a:r>
          </a:p>
          <a:p xmlns:a="http://schemas.openxmlformats.org/drawingml/2006/main">
            <a:r>
              <a:t>packages/coding-agent/src/extensions/mcp/tools.ts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列举并读取资源</a:t>
            </a:r>
          </a:p>
          <a:p xmlns:a="http://schemas.openxmlformats.org/drawingml/2006/main">
            <a:r>
              <a:t>区分工具调用与 resources 的列举、模板和读取，跟踪内容进入模型上下文的位置。</a:t>
            </a:r>
          </a:p>
          <a:p xmlns:a="http://schemas.openxmlformats.org/drawingml/2006/main">
            <a:r>
              <a:t>输入：资源 URI 或模板参数</a:t>
            </a:r>
          </a:p>
          <a:p xmlns:a="http://schemas.openxmlformats.org/drawingml/2006/main">
            <a:r>
              <a:t>输出：可消费的资源内容</a:t>
            </a:r>
          </a:p>
          <a:p xmlns:a="http://schemas.openxmlformats.org/drawingml/2006/main">
            <a:r>
              <a:t>入口线索：list_mcp_resources；list_mcp_resource_templates；read_mcp_resource</a:t>
            </a:r>
          </a:p>
          <a:p xmlns:a="http://schemas.openxmlformats.org/drawingml/2006/main">
            <a:r>
              <a:t>职责：仅面向启用且非 hidden 的资源服务器；当前不渲染 MCP Apps 的 ui:// 与 HTML 资源。</a:t>
            </a:r>
          </a:p>
          <a:p xmlns:a="http://schemas.openxmlformats.org/drawingml/2006/main">
            <a:r>
              <a:t>源码：packages/coding-agent/src/extensions/mcp/resources.ts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失败与恢复：外部资源内容不是程序指令。授权刷新失败、资源不存在与内容不支持应给出不同诊断。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练习：从内容转换测试找出文本、图像和错误三种结果，说明给模型的数据怎样变化。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参考判断：只转换受支持的内容形状，保留失败状态；OAuth 回调需要验证关联信息。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功能编号：MCP-08, MCP-09, MCP-10, MCP-11, MCP-12, MCP-14, MCP-15, MCP-16, MCP-17, MCP-18, MCP-19, MCP-27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让模型写一段脚本组合多次工具调用，减少中间结果占用上下文。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解析脚本头和声明</a:t>
            </a:r>
          </a:p>
          <a:p xmlns:a="http://schemas.openxmlformats.org/drawingml/2006/main">
            <a:r>
              <a:t>阅读 parseCodemodeSource 与声明生成，区分模型可读 TypeScript 声明和运行时参数校验。</a:t>
            </a:r>
          </a:p>
          <a:p xmlns:a="http://schemas.openxmlformats.org/drawingml/2006/main">
            <a:r>
              <a:t>输入：脚本与首行选项</a:t>
            </a:r>
          </a:p>
          <a:p xmlns:a="http://schemas.openxmlformats.org/drawingml/2006/main">
            <a:r>
              <a:t>输出：代码和执行选项</a:t>
            </a:r>
          </a:p>
          <a:p xmlns:a="http://schemas.openxmlformats.org/drawingml/2006/main">
            <a:r>
              <a:t>入口线索：parseCodemodeSource；CODEMODE_SOURCE_GRAMMAR</a:t>
            </a:r>
          </a:p>
          <a:p xmlns:a="http://schemas.openxmlformats.org/drawingml/2006/main">
            <a:r>
              <a:t>职责：解析器不自行执行 timeout/output 选项；宿主决定策略。</a:t>
            </a:r>
          </a:p>
          <a:p xmlns:a="http://schemas.openxmlformats.org/drawingml/2006/main">
            <a:r>
              <a:t>源码：packages/codemode/src/source.ts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建立隔离执行环境</a:t>
            </a:r>
          </a:p>
          <a:p xmlns:a="http://schemas.openxmlformats.org/drawingml/2006/main">
            <a:r>
              <a:t>检查注入的 tools/globals、超时和内存限制，明确脚本没有任意宿主 API。</a:t>
            </a:r>
          </a:p>
          <a:p xmlns:a="http://schemas.openxmlformats.org/drawingml/2006/main">
            <a:r>
              <a:t>输入：受控能力与代码</a:t>
            </a:r>
          </a:p>
          <a:p xmlns:a="http://schemas.openxmlformats.org/drawingml/2006/main">
            <a:r>
              <a:t>输出：QuickJS 执行环境</a:t>
            </a:r>
          </a:p>
          <a:p xmlns:a="http://schemas.openxmlformats.org/drawingml/2006/main">
            <a:r>
              <a:t>入口线索：CodemodeSandbox.execute；close</a:t>
            </a:r>
          </a:p>
          <a:p xmlns:a="http://schemas.openxmlformats.org/drawingml/2006/main">
            <a:r>
              <a:t>职责：脚本错误以结果返回；未等待工具在结束时取消，外部操作副作用不自动回滚。</a:t>
            </a:r>
          </a:p>
          <a:p xmlns:a="http://schemas.openxmlformats.org/drawingml/2006/main">
            <a:r>
              <a:t>源码：packages/codemode/src/index.ts</a:t>
            </a:r>
          </a:p>
          <a:p xmlns:a="http://schemas.openxmlformats.org/drawingml/2006/main">
            <a:r>
              <a:t>packages/codemode/src/runtime/host.ts</a:t>
            </a:r>
          </a:p>
          <a:p xmlns:a="http://schemas.openxmlformats.org/drawingml/2006/main">
            <a:r>
              <a:t>packages/codemode/src/runtime/protocol.ts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桥接工具 Promise</a:t>
            </a:r>
          </a:p>
          <a:p xmlns:a="http://schemas.openxmlformats.org/drawingml/2006/main">
            <a:r>
              <a:t>沿 VM 到宿主调用检查参数 JSON 转换、异步结果与取消，理解未等待 Promise 的结束规则。</a:t>
            </a:r>
          </a:p>
          <a:p xmlns:a="http://schemas.openxmlformats.org/drawingml/2006/main">
            <a:r>
              <a:t>输入：脚本工具调用</a:t>
            </a:r>
          </a:p>
          <a:p xmlns:a="http://schemas.openxmlformats.org/drawingml/2006/main">
            <a:r>
              <a:t>输出：宿主结果回到 VM</a:t>
            </a:r>
          </a:p>
          <a:p xmlns:a="http://schemas.openxmlformats.org/drawingml/2006/main">
            <a:r>
              <a:t>入口线索：loadQuickJSWasm；wasm；workerUrl</a:t>
            </a:r>
          </a:p>
          <a:p xmlns:a="http://schemas.openxmlformats.org/drawingml/2006/main">
            <a:r>
              <a:t>职责：包资源路径不一定存在于单文件可执行程序，打包宿主需提供相应入口。</a:t>
            </a:r>
          </a:p>
          <a:p xmlns:a="http://schemas.openxmlformats.org/drawingml/2006/main">
            <a:r>
              <a:t>源码：packages/codemode/src/index.ts</a:t>
            </a:r>
          </a:p>
          <a:p xmlns:a="http://schemas.openxmlformats.org/drawingml/2006/main">
            <a:r>
              <a:t>packages/codemode/src/wasm.ts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返回输出并关闭</a:t>
            </a:r>
          </a:p>
          <a:p xmlns:a="http://schemas.openxmlformats.org/drawingml/2006/main">
            <a:r>
              <a:t>区分输出日志、返回值、错误与调用记录，并在宿主完成后清理沙箱。</a:t>
            </a:r>
          </a:p>
          <a:p xmlns:a="http://schemas.openxmlformats.org/drawingml/2006/main">
            <a:r>
              <a:t>输入：VM 执行结束</a:t>
            </a:r>
          </a:p>
          <a:p xmlns:a="http://schemas.openxmlformats.org/drawingml/2006/main">
            <a:r>
              <a:t>输出：结构化执行结果</a:t>
            </a:r>
          </a:p>
          <a:p xmlns:a="http://schemas.openxmlformats.org/drawingml/2006/main">
            <a:r>
              <a:t>入口线索：result.output；result.calls；result.error.kind</a:t>
            </a:r>
          </a:p>
          <a:p xmlns:a="http://schemas.openxmlformats.org/drawingml/2006/main">
            <a:r>
              <a:t>职责：仅支持 base64 图像，存在总输出大小和条数限制；图像落盘由 coding-agent 产品层实现。</a:t>
            </a:r>
          </a:p>
          <a:p xmlns:a="http://schemas.openxmlformats.org/drawingml/2006/main">
            <a:r>
              <a:t>源码：packages/codemode/src/runtime/host.ts</a:t>
            </a:r>
          </a:p>
          <a:p xmlns:a="http://schemas.openxmlformats.org/drawingml/2006/main">
            <a:r>
              <a:t>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失败与恢复：工具声明不是自动参数验证；超时终止 VM 不会回滚已经产生的宿主副作用。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练习：阅读示例后用一个纯本地加法工具设计成功、工具抛错、无限循环三个测试场景。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参考判断：分别断言结果、错误和超时，并确认 finally 的资源释放；不要给教学沙箱注入不必要能力。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功能编号：CODE-01, CODE-02, CODE-03, CODE-04, CODE-06, CODE-08, CODE-09, CODE-16, CODE-17, CODE-18, CODE-19, CODE-20, CODE-25, CODE-28, OTH-57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packages/codemode/test/source.test.ts</a:t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>packages/codemode/test/declarations.test.ts</a:t>
            </a:r>
          </a:p>
          <a:p xmlns:a="http://schemas.openxmlformats.org/drawingml/2006/main">
            <a:r>
              <a:t>packages/codemode/test/deterministic.test.ts</a:t>
            </a:r>
          </a:p>
          <a:p xmlns:a="http://schemas.openxmlformats.org/drawingml/2006/main">
            <a:r>
              <a:t>packages/codemode/test/portable.test.ts</a:t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让模型写一段脚本组合多次工具调用，减少中间结果占用上下文。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解析脚本头和声明</a:t>
            </a:r>
          </a:p>
          <a:p xmlns:a="http://schemas.openxmlformats.org/drawingml/2006/main">
            <a:r>
              <a:t>阅读 parseCodemodeSource 与声明生成，区分模型可读 TypeScript 声明和运行时参数校验。</a:t>
            </a:r>
          </a:p>
          <a:p xmlns:a="http://schemas.openxmlformats.org/drawingml/2006/main">
            <a:r>
              <a:t>输入：脚本与首行选项</a:t>
            </a:r>
          </a:p>
          <a:p xmlns:a="http://schemas.openxmlformats.org/drawingml/2006/main">
            <a:r>
              <a:t>输出：代码和执行选项</a:t>
            </a:r>
          </a:p>
          <a:p xmlns:a="http://schemas.openxmlformats.org/drawingml/2006/main">
            <a:r>
              <a:t>入口线索：parseCodemodeSource；CODEMODE_SOURCE_GRAMMAR</a:t>
            </a:r>
          </a:p>
          <a:p xmlns:a="http://schemas.openxmlformats.org/drawingml/2006/main">
            <a:r>
              <a:t>职责：解析器不自行执行 timeout/output 选项；宿主决定策略。</a:t>
            </a:r>
          </a:p>
          <a:p xmlns:a="http://schemas.openxmlformats.org/drawingml/2006/main">
            <a:r>
              <a:t>源码：packages/codemode/src/source.ts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建立隔离执行环境</a:t>
            </a:r>
          </a:p>
          <a:p xmlns:a="http://schemas.openxmlformats.org/drawingml/2006/main">
            <a:r>
              <a:t>检查注入的 tools/globals、超时和内存限制，明确脚本没有任意宿主 API。</a:t>
            </a:r>
          </a:p>
          <a:p xmlns:a="http://schemas.openxmlformats.org/drawingml/2006/main">
            <a:r>
              <a:t>输入：受控能力与代码</a:t>
            </a:r>
          </a:p>
          <a:p xmlns:a="http://schemas.openxmlformats.org/drawingml/2006/main">
            <a:r>
              <a:t>输出：QuickJS 执行环境</a:t>
            </a:r>
          </a:p>
          <a:p xmlns:a="http://schemas.openxmlformats.org/drawingml/2006/main">
            <a:r>
              <a:t>入口线索：CodemodeSandbox.execute；close</a:t>
            </a:r>
          </a:p>
          <a:p xmlns:a="http://schemas.openxmlformats.org/drawingml/2006/main">
            <a:r>
              <a:t>职责：脚本错误以结果返回；未等待工具在结束时取消，外部操作副作用不自动回滚。</a:t>
            </a:r>
          </a:p>
          <a:p xmlns:a="http://schemas.openxmlformats.org/drawingml/2006/main">
            <a:r>
              <a:t>源码：packages/codemode/src/index.ts</a:t>
            </a:r>
          </a:p>
          <a:p xmlns:a="http://schemas.openxmlformats.org/drawingml/2006/main">
            <a:r>
              <a:t>packages/codemode/src/runtime/host.ts</a:t>
            </a:r>
          </a:p>
          <a:p xmlns:a="http://schemas.openxmlformats.org/drawingml/2006/main">
            <a:r>
              <a:t>packages/codemode/src/runtime/protocol.ts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桥接工具 Promise</a:t>
            </a:r>
          </a:p>
          <a:p xmlns:a="http://schemas.openxmlformats.org/drawingml/2006/main">
            <a:r>
              <a:t>沿 VM 到宿主调用检查参数 JSON 转换、异步结果与取消，理解未等待 Promise 的结束规则。</a:t>
            </a:r>
          </a:p>
          <a:p xmlns:a="http://schemas.openxmlformats.org/drawingml/2006/main">
            <a:r>
              <a:t>输入：脚本工具调用</a:t>
            </a:r>
          </a:p>
          <a:p xmlns:a="http://schemas.openxmlformats.org/drawingml/2006/main">
            <a:r>
              <a:t>输出：宿主结果回到 VM</a:t>
            </a:r>
          </a:p>
          <a:p xmlns:a="http://schemas.openxmlformats.org/drawingml/2006/main">
            <a:r>
              <a:t>入口线索：loadQuickJSWasm；wasm；workerUrl</a:t>
            </a:r>
          </a:p>
          <a:p xmlns:a="http://schemas.openxmlformats.org/drawingml/2006/main">
            <a:r>
              <a:t>职责：包资源路径不一定存在于单文件可执行程序，打包宿主需提供相应入口。</a:t>
            </a:r>
          </a:p>
          <a:p xmlns:a="http://schemas.openxmlformats.org/drawingml/2006/main">
            <a:r>
              <a:t>源码：packages/codemode/src/index.ts</a:t>
            </a:r>
          </a:p>
          <a:p xmlns:a="http://schemas.openxmlformats.org/drawingml/2006/main">
            <a:r>
              <a:t>packages/codemode/src/wasm.ts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返回输出并关闭</a:t>
            </a:r>
          </a:p>
          <a:p xmlns:a="http://schemas.openxmlformats.org/drawingml/2006/main">
            <a:r>
              <a:t>区分输出日志、返回值、错误与调用记录，并在宿主完成后清理沙箱。</a:t>
            </a:r>
          </a:p>
          <a:p xmlns:a="http://schemas.openxmlformats.org/drawingml/2006/main">
            <a:r>
              <a:t>输入：VM 执行结束</a:t>
            </a:r>
          </a:p>
          <a:p xmlns:a="http://schemas.openxmlformats.org/drawingml/2006/main">
            <a:r>
              <a:t>输出：结构化执行结果</a:t>
            </a:r>
          </a:p>
          <a:p xmlns:a="http://schemas.openxmlformats.org/drawingml/2006/main">
            <a:r>
              <a:t>入口线索：result.output；result.calls；result.error.kind</a:t>
            </a:r>
          </a:p>
          <a:p xmlns:a="http://schemas.openxmlformats.org/drawingml/2006/main">
            <a:r>
              <a:t>职责：仅支持 base64 图像，存在总输出大小和条数限制；图像落盘由 coding-agent 产品层实现。</a:t>
            </a:r>
          </a:p>
          <a:p xmlns:a="http://schemas.openxmlformats.org/drawingml/2006/main">
            <a:r>
              <a:t>源码：packages/codemode/src/runtime/host.ts</a:t>
            </a:r>
          </a:p>
          <a:p xmlns:a="http://schemas.openxmlformats.org/drawingml/2006/main">
            <a:r>
              <a:t>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失败与恢复：工具声明不是自动参数验证；超时终止 VM 不会回滚已经产生的宿主副作用。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练习：阅读示例后用一个纯本地加法工具设计成功、工具抛错、无限循环三个测试场景。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参考判断：分别断言结果、错误和超时，并确认 finally 的资源释放；不要给教学沙箱注入不必要能力。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功能编号：CODE-01, CODE-02, CODE-03, CODE-04, CODE-06, CODE-08, CODE-09, CODE-16, CODE-17, CODE-18, CODE-19, CODE-20, CODE-25, CODE-28, OTH-57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packages/codemode/test/source.test.ts</a:t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>packages/codemode/test/declarations.test.ts</a:t>
            </a:r>
          </a:p>
          <a:p xmlns:a="http://schemas.openxmlformats.org/drawingml/2006/main">
            <a:r>
              <a:t>packages/codemode/test/deterministic.test.ts</a:t>
            </a:r>
          </a:p>
          <a:p xmlns:a="http://schemas.openxmlformats.org/drawingml/2006/main">
            <a:r>
              <a:t>packages/codemode/test/portable.test.ts</a:t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让模型写一段脚本组合多次工具调用，减少中间结果占用上下文。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解析脚本头和声明</a:t>
            </a:r>
          </a:p>
          <a:p xmlns:a="http://schemas.openxmlformats.org/drawingml/2006/main">
            <a:r>
              <a:t>阅读 parseCodemodeSource 与声明生成，区分模型可读 TypeScript 声明和运行时参数校验。</a:t>
            </a:r>
          </a:p>
          <a:p xmlns:a="http://schemas.openxmlformats.org/drawingml/2006/main">
            <a:r>
              <a:t>输入：脚本与首行选项</a:t>
            </a:r>
          </a:p>
          <a:p xmlns:a="http://schemas.openxmlformats.org/drawingml/2006/main">
            <a:r>
              <a:t>输出：代码和执行选项</a:t>
            </a:r>
          </a:p>
          <a:p xmlns:a="http://schemas.openxmlformats.org/drawingml/2006/main">
            <a:r>
              <a:t>入口线索：parseCodemodeSource；CODEMODE_SOURCE_GRAMMAR</a:t>
            </a:r>
          </a:p>
          <a:p xmlns:a="http://schemas.openxmlformats.org/drawingml/2006/main">
            <a:r>
              <a:t>职责：解析器不自行执行 timeout/output 选项；宿主决定策略。</a:t>
            </a:r>
          </a:p>
          <a:p xmlns:a="http://schemas.openxmlformats.org/drawingml/2006/main">
            <a:r>
              <a:t>源码：packages/codemode/src/source.ts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建立隔离执行环境</a:t>
            </a:r>
          </a:p>
          <a:p xmlns:a="http://schemas.openxmlformats.org/drawingml/2006/main">
            <a:r>
              <a:t>检查注入的 tools/globals、超时和内存限制，明确脚本没有任意宿主 API。</a:t>
            </a:r>
          </a:p>
          <a:p xmlns:a="http://schemas.openxmlformats.org/drawingml/2006/main">
            <a:r>
              <a:t>输入：受控能力与代码</a:t>
            </a:r>
          </a:p>
          <a:p xmlns:a="http://schemas.openxmlformats.org/drawingml/2006/main">
            <a:r>
              <a:t>输出：QuickJS 执行环境</a:t>
            </a:r>
          </a:p>
          <a:p xmlns:a="http://schemas.openxmlformats.org/drawingml/2006/main">
            <a:r>
              <a:t>入口线索：CodemodeSandbox.execute；close</a:t>
            </a:r>
          </a:p>
          <a:p xmlns:a="http://schemas.openxmlformats.org/drawingml/2006/main">
            <a:r>
              <a:t>职责：脚本错误以结果返回；未等待工具在结束时取消，外部操作副作用不自动回滚。</a:t>
            </a:r>
          </a:p>
          <a:p xmlns:a="http://schemas.openxmlformats.org/drawingml/2006/main">
            <a:r>
              <a:t>源码：packages/codemode/src/index.ts</a:t>
            </a:r>
          </a:p>
          <a:p xmlns:a="http://schemas.openxmlformats.org/drawingml/2006/main">
            <a:r>
              <a:t>packages/codemode/src/runtime/host.ts</a:t>
            </a:r>
          </a:p>
          <a:p xmlns:a="http://schemas.openxmlformats.org/drawingml/2006/main">
            <a:r>
              <a:t>packages/codemode/src/runtime/protocol.ts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桥接工具 Promise</a:t>
            </a:r>
          </a:p>
          <a:p xmlns:a="http://schemas.openxmlformats.org/drawingml/2006/main">
            <a:r>
              <a:t>沿 VM 到宿主调用检查参数 JSON 转换、异步结果与取消，理解未等待 Promise 的结束规则。</a:t>
            </a:r>
          </a:p>
          <a:p xmlns:a="http://schemas.openxmlformats.org/drawingml/2006/main">
            <a:r>
              <a:t>输入：脚本工具调用</a:t>
            </a:r>
          </a:p>
          <a:p xmlns:a="http://schemas.openxmlformats.org/drawingml/2006/main">
            <a:r>
              <a:t>输出：宿主结果回到 VM</a:t>
            </a:r>
          </a:p>
          <a:p xmlns:a="http://schemas.openxmlformats.org/drawingml/2006/main">
            <a:r>
              <a:t>入口线索：loadQuickJSWasm；wasm；workerUrl</a:t>
            </a:r>
          </a:p>
          <a:p xmlns:a="http://schemas.openxmlformats.org/drawingml/2006/main">
            <a:r>
              <a:t>职责：包资源路径不一定存在于单文件可执行程序，打包宿主需提供相应入口。</a:t>
            </a:r>
          </a:p>
          <a:p xmlns:a="http://schemas.openxmlformats.org/drawingml/2006/main">
            <a:r>
              <a:t>源码：packages/codemode/src/index.ts</a:t>
            </a:r>
          </a:p>
          <a:p xmlns:a="http://schemas.openxmlformats.org/drawingml/2006/main">
            <a:r>
              <a:t>packages/codemode/src/wasm.ts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返回输出并关闭</a:t>
            </a:r>
          </a:p>
          <a:p xmlns:a="http://schemas.openxmlformats.org/drawingml/2006/main">
            <a:r>
              <a:t>区分输出日志、返回值、错误与调用记录，并在宿主完成后清理沙箱。</a:t>
            </a:r>
          </a:p>
          <a:p xmlns:a="http://schemas.openxmlformats.org/drawingml/2006/main">
            <a:r>
              <a:t>输入：VM 执行结束</a:t>
            </a:r>
          </a:p>
          <a:p xmlns:a="http://schemas.openxmlformats.org/drawingml/2006/main">
            <a:r>
              <a:t>输出：结构化执行结果</a:t>
            </a:r>
          </a:p>
          <a:p xmlns:a="http://schemas.openxmlformats.org/drawingml/2006/main">
            <a:r>
              <a:t>入口线索：result.output；result.calls；result.error.kind</a:t>
            </a:r>
          </a:p>
          <a:p xmlns:a="http://schemas.openxmlformats.org/drawingml/2006/main">
            <a:r>
              <a:t>职责：仅支持 base64 图像，存在总输出大小和条数限制；图像落盘由 coding-agent 产品层实现。</a:t>
            </a:r>
          </a:p>
          <a:p xmlns:a="http://schemas.openxmlformats.org/drawingml/2006/main">
            <a:r>
              <a:t>源码：packages/codemode/src/runtime/host.ts</a:t>
            </a:r>
          </a:p>
          <a:p xmlns:a="http://schemas.openxmlformats.org/drawingml/2006/main">
            <a:r>
              <a:t>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失败与恢复：工具声明不是自动参数验证；超时终止 VM 不会回滚已经产生的宿主副作用。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练习：阅读示例后用一个纯本地加法工具设计成功、工具抛错、无限循环三个测试场景。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参考判断：分别断言结果、错误和超时，并确认 finally 的资源释放；不要给教学沙箱注入不必要能力。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功能编号：CODE-01, CODE-02, CODE-03, CODE-04, CODE-06, CODE-08, CODE-09, CODE-16, CODE-17, CODE-18, CODE-19, CODE-20, CODE-25, CODE-28, OTH-57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packages/codemode/test/source.test.ts</a:t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>packages/codemode/test/declarations.test.ts</a:t>
            </a:r>
          </a:p>
          <a:p xmlns:a="http://schemas.openxmlformats.org/drawingml/2006/main">
            <a:r>
              <a:t>packages/codemode/test/deterministic.test.ts</a:t>
            </a:r>
          </a:p>
          <a:p xmlns:a="http://schemas.openxmlformats.org/drawingml/2006/main">
            <a:r>
              <a:t>packages/codemode/test/portable.test.ts</a:t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脚本跨次保留值，或在退出后按记录继续，甚至在另一台运行时执行。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区分本次值与持久值</a:t>
            </a:r>
          </a:p>
          <a:p xmlns:a="http://schemas.openxmlformats.org/drawingml/2006/main">
            <a:r>
              <a:t>检查 store 的快照、读写和 storeWrites，明确宿主何时提交成功写入。</a:t>
            </a:r>
          </a:p>
          <a:p xmlns:a="http://schemas.openxmlformats.org/drawingml/2006/main">
            <a:r>
              <a:t>输入：旧 store 和脚本</a:t>
            </a:r>
          </a:p>
          <a:p xmlns:a="http://schemas.openxmlformats.org/drawingml/2006/main">
            <a:r>
              <a:t>输出：候选 storeWrites</a:t>
            </a:r>
          </a:p>
          <a:p xmlns:a="http://schemas.openxmlformats.org/drawingml/2006/main">
            <a:r>
              <a:t>入口线索：store；load；result.storeWrites</a:t>
            </a:r>
          </a:p>
          <a:p xmlns:a="http://schemas.openxmlformats.org/drawingml/2006/main">
            <a:r>
              <a:t>职责：库不持久化 store；宿主负责保存，失败执行不提交 storeWrites。</a:t>
            </a:r>
          </a:p>
          <a:p xmlns:a="http://schemas.openxmlformats.org/drawingml/2006/main">
            <a:r>
              <a:t>源码：packages/codemode/src/runtime/prelude-source.ts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记录确定性输入</a:t>
            </a:r>
          </a:p>
          <a:p xmlns:a="http://schemas.openxmlformats.org/drawingml/2006/main">
            <a:r>
              <a:t>跟踪 startedAt、seed、调用编号与 deliver，解释有序结果对重放的影响。</a:t>
            </a:r>
          </a:p>
          <a:p xmlns:a="http://schemas.openxmlformats.org/drawingml/2006/main">
            <a:r>
              <a:t>输入：历史调用及结果</a:t>
            </a:r>
          </a:p>
          <a:p xmlns:a="http://schemas.openxmlformats.org/drawingml/2006/main">
            <a:r>
              <a:t>输出：可重放执行序列</a:t>
            </a:r>
          </a:p>
          <a:p xmlns:a="http://schemas.openxmlformats.org/drawingml/2006/main">
            <a:r>
              <a:t>入口线索：sandbox.start / CodemodeRun.deliver / result / finished</a:t>
            </a:r>
          </a:p>
          <a:p xmlns:a="http://schemas.openxmlformats.org/drawingml/2006/main">
            <a:r>
              <a:t>职责：响应序号从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>源码：packages/codemode/src/runtime/execution.ts</a:t>
            </a:r>
          </a:p>
          <a:p xmlns:a="http://schemas.openxmlformats.org/drawingml/2006/main">
            <a:r>
              <a:t>packages/codemode/src/runtime/host.ts</a:t>
            </a:r>
          </a:p>
          <a:p xmlns:a="http://schemas.openxmlformats.org/drawingml/2006/main">
            <a:r>
              <a:t>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比较不同沙箱</a:t>
            </a:r>
          </a:p>
          <a:p xmlns:a="http://schemas.openxmlformats.org/drawingml/2006/main">
            <a:r>
              <a:t>对照 Inline、Worker、Remote 的阻塞、取消和能力边界，记录远端仍可能执行的情况。</a:t>
            </a:r>
          </a:p>
          <a:p xmlns:a="http://schemas.openxmlformats.org/drawingml/2006/main">
            <a:r>
              <a:t>输入：运行环境与请求</a:t>
            </a:r>
          </a:p>
          <a:p xmlns:a="http://schemas.openxmlformats.org/drawingml/2006/main">
            <a:r>
              <a:t>输出：对应沙箱的执行结果</a:t>
            </a:r>
          </a:p>
          <a:p xmlns:a="http://schemas.openxmlformats.org/drawingml/2006/main">
            <a:r>
              <a:t>入口线索：InlineCodemodeSandbox；RemoteCodemodeSandbox；CodemodeSandboxDurableObject</a:t>
            </a:r>
          </a:p>
          <a:p xmlns:a="http://schemas.openxmlformats.org/drawingml/2006/main">
            <a:r>
              <a:t>职责：portable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>源码：packages/codemode/src/cloudflare.ts</a:t>
            </a:r>
          </a:p>
          <a:p xmlns:a="http://schemas.openxmlformats.org/drawingml/2006/main">
            <a:r>
              <a:t>packages/codemode/src/portable.ts</a:t>
            </a:r>
          </a:p>
          <a:p xmlns:a="http://schemas.openxmlformats.org/drawingml/2006/main">
            <a:r>
              <a:t>packages/codemode/src/runtime/execution.ts</a:t>
            </a:r>
          </a:p>
          <a:p xmlns:a="http://schemas.openxmlformats.org/drawingml/2006/main">
            <a:r>
              <a:t>packages/codemode/src/runtime/inline.ts</a:t>
            </a:r>
          </a:p>
          <a:p xmlns:a="http://schemas.openxmlformats.org/drawingml/2006/main">
            <a:r>
              <a:t>packages/codemode/src/runtime/remote.ts</a:t>
            </a:r>
          </a:p>
          <a:p xmlns:a="http://schemas.openxmlformats.org/drawingml/2006/main">
            <a:r>
              <a:t>packages/codemode/src/runtime/vm.ts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接入产品会话</a:t>
            </a:r>
          </a:p>
          <a:p xmlns:a="http://schemas.openxmlformats.org/drawingml/2006/main">
            <a:r>
              <a:t>跟踪宿主如何保存成功状态并关联会话，检查分支和恢复对存储的影响。</a:t>
            </a:r>
          </a:p>
          <a:p xmlns:a="http://schemas.openxmlformats.org/drawingml/2006/main">
            <a:r>
              <a:t>输入：成功执行与活动会话</a:t>
            </a:r>
          </a:p>
          <a:p xmlns:a="http://schemas.openxmlformats.org/drawingml/2006/main">
            <a:r>
              <a:t>输出：后续调用可见的状态</a:t>
            </a:r>
          </a:p>
          <a:p xmlns:a="http://schemas.openxmlformats.org/drawingml/2006/main">
            <a:r>
              <a:t>入口线索：store(key,value)；load(key)；CODEMODE_STORE_ENTRY_TYPE</a:t>
            </a:r>
          </a:p>
          <a:p xmlns:a="http://schemas.openxmlformats.org/drawingml/2006/main">
            <a:r>
              <a:t>职责：失败脚本不提交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失败与恢复：失败执行不应按成功路径提交 storeWrites；远程请求超时不证明远端 VM 已停止。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练习：用相同 seed 和工具结果重放两次，比较调用序列，再改变结果顺序观察验证约束。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参考判断：确定性依赖固定输入与有序交付；外部工具的副作用仍需宿主设计幂等策略。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功能编号：CODE-11, CODE-22, CODE-23, CODE-24, CODE-26, CODE-27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脚本跨次保留值，或在退出后按记录继续，甚至在另一台运行时执行。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区分本次值与持久值</a:t>
            </a:r>
          </a:p>
          <a:p xmlns:a="http://schemas.openxmlformats.org/drawingml/2006/main">
            <a:r>
              <a:t>检查 store 的快照、读写和 storeWrites，明确宿主何时提交成功写入。</a:t>
            </a:r>
          </a:p>
          <a:p xmlns:a="http://schemas.openxmlformats.org/drawingml/2006/main">
            <a:r>
              <a:t>输入：旧 store 和脚本</a:t>
            </a:r>
          </a:p>
          <a:p xmlns:a="http://schemas.openxmlformats.org/drawingml/2006/main">
            <a:r>
              <a:t>输出：候选 storeWrites</a:t>
            </a:r>
          </a:p>
          <a:p xmlns:a="http://schemas.openxmlformats.org/drawingml/2006/main">
            <a:r>
              <a:t>入口线索：store；load；result.storeWrites</a:t>
            </a:r>
          </a:p>
          <a:p xmlns:a="http://schemas.openxmlformats.org/drawingml/2006/main">
            <a:r>
              <a:t>职责：库不持久化 store；宿主负责保存，失败执行不提交 storeWrites。</a:t>
            </a:r>
          </a:p>
          <a:p xmlns:a="http://schemas.openxmlformats.org/drawingml/2006/main">
            <a:r>
              <a:t>源码：packages/codemode/src/runtime/prelude-source.ts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记录确定性输入</a:t>
            </a:r>
          </a:p>
          <a:p xmlns:a="http://schemas.openxmlformats.org/drawingml/2006/main">
            <a:r>
              <a:t>跟踪 startedAt、seed、调用编号与 deliver，解释有序结果对重放的影响。</a:t>
            </a:r>
          </a:p>
          <a:p xmlns:a="http://schemas.openxmlformats.org/drawingml/2006/main">
            <a:r>
              <a:t>输入：历史调用及结果</a:t>
            </a:r>
          </a:p>
          <a:p xmlns:a="http://schemas.openxmlformats.org/drawingml/2006/main">
            <a:r>
              <a:t>输出：可重放执行序列</a:t>
            </a:r>
          </a:p>
          <a:p xmlns:a="http://schemas.openxmlformats.org/drawingml/2006/main">
            <a:r>
              <a:t>入口线索：sandbox.start / CodemodeRun.deliver / result / finished</a:t>
            </a:r>
          </a:p>
          <a:p xmlns:a="http://schemas.openxmlformats.org/drawingml/2006/main">
            <a:r>
              <a:t>职责：响应序号从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>源码：packages/codemode/src/runtime/execution.ts</a:t>
            </a:r>
          </a:p>
          <a:p xmlns:a="http://schemas.openxmlformats.org/drawingml/2006/main">
            <a:r>
              <a:t>packages/codemode/src/runtime/host.ts</a:t>
            </a:r>
          </a:p>
          <a:p xmlns:a="http://schemas.openxmlformats.org/drawingml/2006/main">
            <a:r>
              <a:t>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比较不同沙箱</a:t>
            </a:r>
          </a:p>
          <a:p xmlns:a="http://schemas.openxmlformats.org/drawingml/2006/main">
            <a:r>
              <a:t>对照 Inline、Worker、Remote 的阻塞、取消和能力边界，记录远端仍可能执行的情况。</a:t>
            </a:r>
          </a:p>
          <a:p xmlns:a="http://schemas.openxmlformats.org/drawingml/2006/main">
            <a:r>
              <a:t>输入：运行环境与请求</a:t>
            </a:r>
          </a:p>
          <a:p xmlns:a="http://schemas.openxmlformats.org/drawingml/2006/main">
            <a:r>
              <a:t>输出：对应沙箱的执行结果</a:t>
            </a:r>
          </a:p>
          <a:p xmlns:a="http://schemas.openxmlformats.org/drawingml/2006/main">
            <a:r>
              <a:t>入口线索：InlineCodemodeSandbox；RemoteCodemodeSandbox；CodemodeSandboxDurableObject</a:t>
            </a:r>
          </a:p>
          <a:p xmlns:a="http://schemas.openxmlformats.org/drawingml/2006/main">
            <a:r>
              <a:t>职责：portable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>源码：packages/codemode/src/cloudflare.ts</a:t>
            </a:r>
          </a:p>
          <a:p xmlns:a="http://schemas.openxmlformats.org/drawingml/2006/main">
            <a:r>
              <a:t>packages/codemode/src/portable.ts</a:t>
            </a:r>
          </a:p>
          <a:p xmlns:a="http://schemas.openxmlformats.org/drawingml/2006/main">
            <a:r>
              <a:t>packages/codemode/src/runtime/execution.ts</a:t>
            </a:r>
          </a:p>
          <a:p xmlns:a="http://schemas.openxmlformats.org/drawingml/2006/main">
            <a:r>
              <a:t>packages/codemode/src/runtime/inline.ts</a:t>
            </a:r>
          </a:p>
          <a:p xmlns:a="http://schemas.openxmlformats.org/drawingml/2006/main">
            <a:r>
              <a:t>packages/codemode/src/runtime/remote.ts</a:t>
            </a:r>
          </a:p>
          <a:p xmlns:a="http://schemas.openxmlformats.org/drawingml/2006/main">
            <a:r>
              <a:t>packages/codemode/src/runtime/vm.ts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接入产品会话</a:t>
            </a:r>
          </a:p>
          <a:p xmlns:a="http://schemas.openxmlformats.org/drawingml/2006/main">
            <a:r>
              <a:t>跟踪宿主如何保存成功状态并关联会话，检查分支和恢复对存储的影响。</a:t>
            </a:r>
          </a:p>
          <a:p xmlns:a="http://schemas.openxmlformats.org/drawingml/2006/main">
            <a:r>
              <a:t>输入：成功执行与活动会话</a:t>
            </a:r>
          </a:p>
          <a:p xmlns:a="http://schemas.openxmlformats.org/drawingml/2006/main">
            <a:r>
              <a:t>输出：后续调用可见的状态</a:t>
            </a:r>
          </a:p>
          <a:p xmlns:a="http://schemas.openxmlformats.org/drawingml/2006/main">
            <a:r>
              <a:t>入口线索：store(key,value)；load(key)；CODEMODE_STORE_ENTRY_TYPE</a:t>
            </a:r>
          </a:p>
          <a:p xmlns:a="http://schemas.openxmlformats.org/drawingml/2006/main">
            <a:r>
              <a:t>职责：失败脚本不提交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失败与恢复：失败执行不应按成功路径提交 storeWrites；远程请求超时不证明远端 VM 已停止。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练习：用相同 seed 和工具结果重放两次，比较调用序列，再改变结果顺序观察验证约束。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参考判断：确定性依赖固定输入与有序交付；外部工具的副作用仍需宿主设计幂等策略。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功能编号：CODE-11, CODE-22, CODE-23, CODE-24, CODE-26, CODE-27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脚本跨次保留值，或在退出后按记录继续，甚至在另一台运行时执行。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区分本次值与持久值</a:t>
            </a:r>
          </a:p>
          <a:p xmlns:a="http://schemas.openxmlformats.org/drawingml/2006/main">
            <a:r>
              <a:t>检查 store 的快照、读写和 storeWrites，明确宿主何时提交成功写入。</a:t>
            </a:r>
          </a:p>
          <a:p xmlns:a="http://schemas.openxmlformats.org/drawingml/2006/main">
            <a:r>
              <a:t>输入：旧 store 和脚本</a:t>
            </a:r>
          </a:p>
          <a:p xmlns:a="http://schemas.openxmlformats.org/drawingml/2006/main">
            <a:r>
              <a:t>输出：候选 storeWrites</a:t>
            </a:r>
          </a:p>
          <a:p xmlns:a="http://schemas.openxmlformats.org/drawingml/2006/main">
            <a:r>
              <a:t>入口线索：store；load；result.storeWrites</a:t>
            </a:r>
          </a:p>
          <a:p xmlns:a="http://schemas.openxmlformats.org/drawingml/2006/main">
            <a:r>
              <a:t>职责：库不持久化 store；宿主负责保存，失败执行不提交 storeWrites。</a:t>
            </a:r>
          </a:p>
          <a:p xmlns:a="http://schemas.openxmlformats.org/drawingml/2006/main">
            <a:r>
              <a:t>源码：packages/codemode/src/runtime/prelude-source.ts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记录确定性输入</a:t>
            </a:r>
          </a:p>
          <a:p xmlns:a="http://schemas.openxmlformats.org/drawingml/2006/main">
            <a:r>
              <a:t>跟踪 startedAt、seed、调用编号与 deliver，解释有序结果对重放的影响。</a:t>
            </a:r>
          </a:p>
          <a:p xmlns:a="http://schemas.openxmlformats.org/drawingml/2006/main">
            <a:r>
              <a:t>输入：历史调用及结果</a:t>
            </a:r>
          </a:p>
          <a:p xmlns:a="http://schemas.openxmlformats.org/drawingml/2006/main">
            <a:r>
              <a:t>输出：可重放执行序列</a:t>
            </a:r>
          </a:p>
          <a:p xmlns:a="http://schemas.openxmlformats.org/drawingml/2006/main">
            <a:r>
              <a:t>入口线索：sandbox.start / CodemodeRun.deliver / result / finished</a:t>
            </a:r>
          </a:p>
          <a:p xmlns:a="http://schemas.openxmlformats.org/drawingml/2006/main">
            <a:r>
              <a:t>职责：响应序号从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>源码：packages/codemode/src/runtime/execution.ts</a:t>
            </a:r>
          </a:p>
          <a:p xmlns:a="http://schemas.openxmlformats.org/drawingml/2006/main">
            <a:r>
              <a:t>packages/codemode/src/runtime/host.ts</a:t>
            </a:r>
          </a:p>
          <a:p xmlns:a="http://schemas.openxmlformats.org/drawingml/2006/main">
            <a:r>
              <a:t>packages/codemode/src/runtime/prelude-source.ts</a:t>
            </a:r>
          </a:p>
          <a:p xmlns:a="http://schemas.openxmlformats.org/drawingml/2006/main">
            <a:r>
              <a:t>packages/codemode/src/types.ts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比较不同沙箱</a:t>
            </a:r>
          </a:p>
          <a:p xmlns:a="http://schemas.openxmlformats.org/drawingml/2006/main">
            <a:r>
              <a:t>对照 Inline、Worker、Remote 的阻塞、取消和能力边界，记录远端仍可能执行的情况。</a:t>
            </a:r>
          </a:p>
          <a:p xmlns:a="http://schemas.openxmlformats.org/drawingml/2006/main">
            <a:r>
              <a:t>输入：运行环境与请求</a:t>
            </a:r>
          </a:p>
          <a:p xmlns:a="http://schemas.openxmlformats.org/drawingml/2006/main">
            <a:r>
              <a:t>输出：对应沙箱的执行结果</a:t>
            </a:r>
          </a:p>
          <a:p xmlns:a="http://schemas.openxmlformats.org/drawingml/2006/main">
            <a:r>
              <a:t>入口线索：InlineCodemodeSandbox；RemoteCodemodeSandbox；CodemodeSandboxDurableObject</a:t>
            </a:r>
          </a:p>
          <a:p xmlns:a="http://schemas.openxmlformats.org/drawingml/2006/main">
            <a:r>
              <a:t>职责：portable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>源码：packages/codemode/src/cloudflare.ts</a:t>
            </a:r>
          </a:p>
          <a:p xmlns:a="http://schemas.openxmlformats.org/drawingml/2006/main">
            <a:r>
              <a:t>packages/codemode/src/portable.ts</a:t>
            </a:r>
          </a:p>
          <a:p xmlns:a="http://schemas.openxmlformats.org/drawingml/2006/main">
            <a:r>
              <a:t>packages/codemode/src/runtime/execution.ts</a:t>
            </a:r>
          </a:p>
          <a:p xmlns:a="http://schemas.openxmlformats.org/drawingml/2006/main">
            <a:r>
              <a:t>packages/codemode/src/runtime/inline.ts</a:t>
            </a:r>
          </a:p>
          <a:p xmlns:a="http://schemas.openxmlformats.org/drawingml/2006/main">
            <a:r>
              <a:t>packages/codemode/src/runtime/remote.ts</a:t>
            </a:r>
          </a:p>
          <a:p xmlns:a="http://schemas.openxmlformats.org/drawingml/2006/main">
            <a:r>
              <a:t>packages/codemode/src/runtime/vm.ts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接入产品会话</a:t>
            </a:r>
          </a:p>
          <a:p xmlns:a="http://schemas.openxmlformats.org/drawingml/2006/main">
            <a:r>
              <a:t>跟踪宿主如何保存成功状态并关联会话，检查分支和恢复对存储的影响。</a:t>
            </a:r>
          </a:p>
          <a:p xmlns:a="http://schemas.openxmlformats.org/drawingml/2006/main">
            <a:r>
              <a:t>输入：成功执行与活动会话</a:t>
            </a:r>
          </a:p>
          <a:p xmlns:a="http://schemas.openxmlformats.org/drawingml/2006/main">
            <a:r>
              <a:t>输出：后续调用可见的状态</a:t>
            </a:r>
          </a:p>
          <a:p xmlns:a="http://schemas.openxmlformats.org/drawingml/2006/main">
            <a:r>
              <a:t>入口线索：store(key,value)；load(key)；CODEMODE_STORE_ENTRY_TYPE</a:t>
            </a:r>
          </a:p>
          <a:p xmlns:a="http://schemas.openxmlformats.org/drawingml/2006/main">
            <a:r>
              <a:t>职责：失败脚本不提交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packages/coding-agent/src/extensions/codemode/tool.ts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失败与恢复：失败执行不应按成功路径提交 storeWrites；远程请求超时不证明远端 VM 已停止。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练习：用相同 seed 和工具结果重放两次，比较调用序列，再改变结果顺序观察验证约束。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参考判断：确定性依赖固定输入与有序交付；外部工具的副作用仍需宿主设计幂等策略。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功能编号：CODE-11, CODE-22, CODE-23, CODE-24, CODE-26, CODE-27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29319b39942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ad1e293a547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96a3ee3b243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90b4a21114c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37fe2198947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ec7a93bfc42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3FD213-F696-4CDB-A48D-1C3B9D8AB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8E2BAA-C72D-435F-9296-3300A4BBAC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670C8B-D855-4F6D-BAE5-C9D4FC41C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667C9-08FF-4393-B778-74E5B8B19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AD9B22-B111-45E3-924D-E6DFB91E43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4A42E8-5387-47C9-87C2-373F3F50E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FDCF1C-7A57-496C-9ACC-E7801914E6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F5580E-58B9-419C-AD1E-3B1535A4A5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9C28DF-3AC8-45A3-89D4-519658217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507953-A08D-4964-95F7-4E8ED8206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ad08120bcd4a3c" /><Relationship Type="http://schemas.openxmlformats.org/officeDocument/2006/relationships/slideLayout" Target="/ppt/slideLayouts/slideLayout1.xml" Id="Rc77f957318694bf1" /><Relationship Type="http://schemas.openxmlformats.org/officeDocument/2006/relationships/slideLayout" Target="/ppt/slideLayouts/slideLayout2.xml" Id="Rf83ada31e4e34a10" /><Relationship Type="http://schemas.openxmlformats.org/officeDocument/2006/relationships/slideLayout" Target="/ppt/slideLayouts/slideLayout3.xml" Id="R887ee424593444a8" /><Relationship Type="http://schemas.openxmlformats.org/officeDocument/2006/relationships/slideLayout" Target="/ppt/slideLayouts/slideLayout4.xml" Id="R3f5a60c012e94e91" /><Relationship Type="http://schemas.openxmlformats.org/officeDocument/2006/relationships/slideLayout" Target="/ppt/slideLayouts/slideLayout5.xml" Id="Rad11c39aa4c64b27" /><Relationship Type="http://schemas.openxmlformats.org/officeDocument/2006/relationships/slideLayout" Target="/ppt/slideLayouts/slideLayout6.xml" Id="R773f0e1e7f5144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7f957318694bf1"/>
    <p:sldLayoutId xmlns:r="http://schemas.openxmlformats.org/officeDocument/2006/relationships" id="2147483650" r:id="Rf83ada31e4e34a10"/>
    <p:sldLayoutId xmlns:r="http://schemas.openxmlformats.org/officeDocument/2006/relationships" id="2147483651" r:id="R887ee424593444a8"/>
    <p:sldLayoutId xmlns:r="http://schemas.openxmlformats.org/officeDocument/2006/relationships" id="2147483652" r:id="R3f5a60c012e94e91"/>
    <p:sldLayoutId xmlns:r="http://schemas.openxmlformats.org/officeDocument/2006/relationships" id="2147483653" r:id="Rad11c39aa4c64b27"/>
    <p:sldLayoutId xmlns:r="http://schemas.openxmlformats.org/officeDocument/2006/relationships" id="2147483654" r:id="R773f0e1e7f5144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6a0d2231a41d3" /><Relationship Type="http://schemas.openxmlformats.org/officeDocument/2006/relationships/notesSlide" Target="/ppt/notesSlides/notesSlide1.xml" Id="R576add51cd814d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5e8d9e40b42aa" /><Relationship Type="http://schemas.openxmlformats.org/officeDocument/2006/relationships/notesSlide" Target="/ppt/notesSlides/notesSlide2.xml" Id="R198dedfc37b543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2a9a534864df2" /><Relationship Type="http://schemas.openxmlformats.org/officeDocument/2006/relationships/notesSlide" Target="/ppt/notesSlides/notesSlide3.xml" Id="R4b65cd8b8f3a4b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1d01d8e3a4ffa" /><Relationship Type="http://schemas.openxmlformats.org/officeDocument/2006/relationships/notesSlide" Target="/ppt/notesSlides/notesSlide4.xml" Id="R22e3c9b2ccd242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b82d146d04ead" /><Relationship Type="http://schemas.openxmlformats.org/officeDocument/2006/relationships/notesSlide" Target="/ppt/notesSlides/notesSlide5.xml" Id="R88a99ac23fb94e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353adc9d214ccd" /><Relationship Type="http://schemas.openxmlformats.org/officeDocument/2006/relationships/notesSlide" Target="/ppt/notesSlides/notesSlide6.xml" Id="Rea360e5d11bd48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2da8bd6034852" /><Relationship Type="http://schemas.openxmlformats.org/officeDocument/2006/relationships/notesSlide" Target="/ppt/notesSlides/notesSlide7.xml" Id="R535f87eb4e7b4d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46f5760b74d84" /><Relationship Type="http://schemas.openxmlformats.org/officeDocument/2006/relationships/notesSlide" Target="/ppt/notesSlides/notesSlide8.xml" Id="Rf4bff07f0c0044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18bc1ec7f4b65" /><Relationship Type="http://schemas.openxmlformats.org/officeDocument/2006/relationships/notesSlide" Target="/ppt/notesSlides/notesSlide9.xml" Id="R248ba30ecc344d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8cb7ac6d141ca" /><Relationship Type="http://schemas.openxmlformats.org/officeDocument/2006/relationships/notesSlide" Target="/ppt/notesSlides/notesSlide10.xml" Id="R14f1ef79ebd943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b80ac899a400d" /><Relationship Type="http://schemas.openxmlformats.org/officeDocument/2006/relationships/notesSlide" Target="/ppt/notesSlides/notesSlide11.xml" Id="Re7975050eeba47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627f2337c41a9" /><Relationship Type="http://schemas.openxmlformats.org/officeDocument/2006/relationships/notesSlide" Target="/ppt/notesSlides/notesSlide12.xml" Id="R5aff69fc50e14e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721e716aa4cf0" /><Relationship Type="http://schemas.openxmlformats.org/officeDocument/2006/relationships/notesSlide" Target="/ppt/notesSlides/notesSlide13.xml" Id="Re6645f30be3d44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5d48e5e4b41b8" /><Relationship Type="http://schemas.openxmlformats.org/officeDocument/2006/relationships/notesSlide" Target="/ppt/notesSlides/notesSlide14.xml" Id="R3f48e4e24d0446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6a632a5fd48d8" /><Relationship Type="http://schemas.openxmlformats.org/officeDocument/2006/relationships/notesSlide" Target="/ppt/notesSlides/notesSlide15.xml" Id="Re1bc005fca8b41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7b1b602b64bb2" /><Relationship Type="http://schemas.openxmlformats.org/officeDocument/2006/relationships/notesSlide" Target="/ppt/notesSlides/notesSlide16.xml" Id="Rd2bee3f96c3d4e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fd3fdee1740ef" /><Relationship Type="http://schemas.openxmlformats.org/officeDocument/2006/relationships/notesSlide" Target="/ppt/notesSlides/notesSlide17.xml" Id="Rb31ab1a66b3a43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c8e8ad86f4fce" /><Relationship Type="http://schemas.openxmlformats.org/officeDocument/2006/relationships/notesSlide" Target="/ppt/notesSlides/notesSlide18.xml" Id="R6c56779bd93840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3905549c04c00" /><Relationship Type="http://schemas.openxmlformats.org/officeDocument/2006/relationships/notesSlide" Target="/ppt/notesSlides/notesSlide19.xml" Id="Re31602e69a624c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8c168cf764593" /><Relationship Type="http://schemas.openxmlformats.org/officeDocument/2006/relationships/notesSlide" Target="/ppt/notesSlides/notesSlide20.xml" Id="Rb9fa7c5f3b3646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361a65aba4d81" /><Relationship Type="http://schemas.openxmlformats.org/officeDocument/2006/relationships/notesSlide" Target="/ppt/notesSlides/notesSlide21.xml" Id="R74efc8ec469146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160FEE5-202D-4CB2-A328-1A199CAF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AEC990-F904-4B30-8324-8E3FBFA1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查找、读取、编辑与写入文件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8EA20E1D-0F0A-43E1-A9CB-04822C7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模型要在仓库里定位代码并修改一段文本。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5B9EEEE-44FE-4C82-A466-A745C21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8B71ED46-797C-4EA2-85AD-5B7F861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find：文件路径搜索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AE08856E-C835-4A9F-BBAB-9FD3D410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grep：内容检索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A6898B7-E687-460A-9E1C-AB2DD23C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read：读取文本与图片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1FB5260F-E998-4EB8-AC6F-1C06C77B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edit：精确替换与差异展示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FC96068-11B4-4BDC-B93F-B556EC8E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file-tools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12897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21FE522-5008-4F86-9272-AD76AF6B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33D586-3FEB-41D2-AAE2-1D2F638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查找、读取、编辑与写入文件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1D1CB552-E361-4140-85AC-B68B89A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搜索入口与路径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41CF3F7-0F64-4935-8F59-BF2E2D5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输入：路径与模式    输出：候选文件列表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FC54214-3F3C-4D91-AA3D-869E0F53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定位内容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999D7505-28B6-4B81-8DDD-D62DA30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输入：搜索表达式与候选目录    输出：带位置的匹配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26F5011F-6F79-4F8F-9EFA-6F45249B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读取目标片段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700AA317-B6A1-4230-BFBD-6391DECB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输入：文件与范围    输出：文本或图片结果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789EEBB-6C80-4E3F-8E8F-219659B7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执行修改并验证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AFFCFBA-0E2E-4666-A993-472985E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输入：确认过的旧文本和新文本    输出：文件变化与可核验差异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275F44E-509B-4451-B30F-F4FB441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file-tools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071792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15D5CD2-B698-44EF-9FCE-09B05798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74E89C-7AAB-42CC-8887-AF1D2B9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查找、读取、编辑与写入文件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114CF31-7285-4D07-89A7-7ED2436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B9AEB891-9A4B-4A3E-B75A-14041FC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匹配失败必须重新读取；全文 write 与局部 edit 的影响不同。文件工具不提供自动版本回滚。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174D8AD6-8337-4E3F-A7A4-F3FE23B6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F2EECD39-B769-49BA-9689-858D24CE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在临时示例文件上分别设计匹配成功、匹配不到与歧义匹配三种测试输入。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50EA6B9-44D2-45DC-8AE6-BC61F0AF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file-tools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18693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CF3EB58-01F6-41D3-A743-1216F641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90166E-0F5C-4203-B4E1-F800118D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命令执行、取消与大输出文件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2837D5F-7DF9-47DC-B087-AA0C2B9F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运行测试产生大量输出，并且可能超时或被取消。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7AE34A6-04C0-43DD-A84B-66588998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EF70909B-C403-4AA2-991E-B847EDB0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bash：Shell 执行与输出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6EE530E-00D5-4F09-B65B-7CD1335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powershell：Windows 命令执行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9BD36EC1-1E52-4775-B3D9-D176397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脚本图像落盘与完整输出文件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CE34BA6-6CA5-4B65-ACF2-C0EE517B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终端程序状态与取消结果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7E5882D-2735-4C91-A9E1-6BB166EA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process-tools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605329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7CA3F18-6F0E-44F8-9BC1-9E9C4FD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977245-FD3F-4516-A0B6-C5E4EC63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命令执行、取消与大输出文件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9469104-155A-4B70-913B-DD012B3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选择执行器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E51DF7D7-E943-43D5-A378-CA44255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输入：命令与执行选项    输出：已启动进程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F3321D85-8A24-41DC-B6AE-825E159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跟踪平台差异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56F8D3DA-B7CA-4091-ABD8-C489C5F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输入：目标平台    输出：对应的执行路径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96A34D95-0508-4130-98A9-96B179C1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收集与限制输出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EB4EDF1-9A63-4DB3-9296-3991273B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输入：进程输出与退出状态    输出：模型结果和完整输出引用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746C1DA5-DBAD-4E2C-9633-B23DF6A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完成取消与收尾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A88DC6DF-FF58-42F9-A8F2-A97E1A01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输入：超时或用户取消    输出：实际运行状态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DB7A257-5A4B-4850-A1F9-23CBD241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process-tools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83160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5805601-8F27-4810-ADFE-7CE376B2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B8DA8E-BF8A-4FDD-A992-B01D08B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命令执行、取消与大输出文件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B6F0781C-768E-4539-BFF1-8C808411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B9013CA-3D20-4ECA-B891-2B822D35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命令失败不代表无副作用，截断也不代表完整日志已丢失；应根据返回的文件引用继续定位。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309E59A-AD83-49E6-8323-39181B5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F18DEA48-C687-4BC1-AB1C-14AA4A3C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阅读现有测试中超时和大输出用例，写出应断言的退出状态、截断标记和文件可读性。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077B5D3-D9C6-4B7E-839D-939635AC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process-tools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503260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C1C4394-F992-4FA3-9B79-690042C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E1CCDE-0416-4BB1-A62F-52A40A36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工具选择、搜索、Loadout 与嵌套钩子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E648C059-977B-4065-B52C-3C39C1A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可用工具很多，希望模型按需要发现，同时所有调用都经过同一条校验管线。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6E85526-7BFE-4A3C-8BFF-5846619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B4E5CE0-75A4-4119-A5CA-2F5DCF4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默认工具的增减选择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90D8B231-66A9-4556-AFB9-AEE241B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工具暴露、命名空间与请求 Loadout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A7F0C9E-4152-4DAA-8841-869313D2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tool_search：BM25 搜索与延迟工具加载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BD577B92-0655-4977-A1E5-A5BA2EED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嵌套工具管线、父子事件与用量记录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00E1195-90DD-4131-B66A-5045BFB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tool-exposure   /   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488338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6ED6655-0762-48DC-82C3-81EED54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E856F3-27E1-4E23-BFCB-BCA83B0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工具选择、搜索、Loadout 与嵌套钩子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467E6B5-9C6F-45E7-AE70-DE7E21C1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确定工具注册与启用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E8B7BF2-B41C-47F4-BCF6-5336680E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输入：工具注册与设置    输出：当前可用工具集合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AADC3C11-7262-42A3-992B-C453588D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组织请求中的声明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7CEE7565-27CB-4B55-A046-35A9405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输入：可用工具与运行状态    输出：请求工具声明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B2AA20F1-54C0-43A8-A063-E389B49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按需发现工具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66F154B8-340D-42DE-8820-B2A1B13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输入：工具查询    输出：可选择的工具描述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F5640D5E-A63B-49E2-BC93-81C28B4F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保持嵌套调用一致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BD6A790-B9D1-4E0C-81B5-E6BA9D4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输入：嵌套工具调用    输出：一致的调用结果和事件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FF445308-D8AA-4041-A8CD-5360728F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tool-exposure   /   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41783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DA32BEE-2CF2-47EC-88EA-0D33D78B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5D8109-14E9-403F-A594-7BD6483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工具选择、搜索、Loadout 与嵌套钩子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2B6895E-38A7-46CB-A56D-D5C3CCB1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D26BA54-8B97-4C92-9B6F-2D6636E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直接调用 execute 会跳过统一管线。模型看到声明也不意味着工具在所有运行阶段都允许执行。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EDBA1760-44F2-407B-AF95-B8E7B456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E9105A4D-6497-47FC-AB6E-9AE17B44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设计一个 beforeToolCall 阻止调用的测试，分别从普通工具和嵌套入口触发。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5926297-5F2F-4C6A-8276-C1E9F5AC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tool-exposure   /   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98671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D93BDE1-D057-4B24-B19B-99C08F6F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1A1913-D63E-40AD-B10D-CB6742E3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配置、连接、发现与重连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BB7DF32-1C9A-4AA2-B510-411A3C6E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把一个本地 stdio 服务或远程 HTTP 服务接入会话。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694E6EF-461E-42F4-A720-DF149E58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047613B-D1D0-4BA2-9E99-74B0189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MCP 分层配置与服务器注册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A1B09D4-F4E3-4724-A23E-0D44739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MCP 握手、请求关联与取消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3A4E0247-1EA4-414C-A97B-DB533FA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MCP 后台连接、等待与重连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40031554-72F7-4826-BE4F-243A8D1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MCP 管理命令、UI 与日志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5C0ED6C-7294-4B79-8DB5-7A6A3BA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mcp-connect   /   10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337973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A80A69D-CF51-4E25-AB98-D9CA40D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6F91C0-11AB-4DF0-A5F9-5424497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配置、连接、发现与重连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AEABE1B8-A881-475C-A574-71DAB27E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读取服务配置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83D7C7BE-C767-4B07-967B-4085C09B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输入：服务配置    输出：可连接的服务定义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346B76AE-DDD2-43D6-9387-A9DA0BF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建立协议连接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E4EECE7-C5C8-4C30-B669-5BA4257B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输入：传输和会话参数    输出：已初始化客户端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E094489-46DD-4072-8F84-BC530CD6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合并工具与资源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E255DAFD-9515-4A0E-A151-40C6FAF6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输入：远端能力列表    输出：产品中的 MCP 能力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6AE6E22E-451D-44F9-9D62-FEED82EA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刷新或断开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FA7B3326-A73C-4115-BFBA-B7BAA750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输入：配置变化或连接错误    输出：新的连接状态与诊断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D092C72-F92E-4641-8E76-C5B54F75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mcp-connect   /   11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595116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524174C-0D4C-457A-BD33-405E4DE6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18E146-FBD7-40FE-84DE-41B06CD9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配置、连接、发现与重连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714A79B1-03C4-42B3-84FC-D7EAF63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0AD97DB-48C4-465C-8D0E-9FD2BE23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进程启动成功不等于 MCP 握手成功；HTTP 可达也不代表认证完成或工具 schema 可用。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0845CCEA-4125-483A-BBEF-DB68181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813850B-E2A8-4B0A-AB55-026B2F8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 mcp/testing 的测试服务器构造一个工具列表，再模拟断连，记录客户端和产品状态变化。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7E4B3B3-1675-4691-86AA-70CCEB4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mcp-connect   /   12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8155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8AB15D7-A91C-4B08-BBFA-30E5E7D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282387-58BD-4F9A-B82E-41CCA45C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OAuth、工具结果与资源读取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F6D9C10-BCC9-400A-A575-187647A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远端 MCP 要求登录，并返回文本、图像或资源内容。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4DDDBEF7-9261-4191-815B-C5823CE4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133907B-744F-42FF-B271-EDD07AAB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OAuth 资源与授权服务器发现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A92AA96-3C6F-4108-868E-507E8AD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OAuth PKCE、注册、刷新与升级授权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1C48D552-DBCC-4C75-8918-60A2CE9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MCP 工具命名、暴露与结果适配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FCB03CAF-20C8-48CE-B08B-BA4774DC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MCP 资源、URI 模板与二进制读取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854611A-6DA7-4E86-AB62-B815BFF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mcp-auth-resources   /   13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7067875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FB3F522-4B71-4885-9C3A-61389BB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3D675F-FC7B-4AAD-851C-82F1462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OAuth、工具结果与资源读取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FBB2323C-0957-41AB-81CD-10EECE9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发现授权端点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497FA33-B512-4B19-99F2-E713459D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输入：受保护服务响应    输出：授权服务器信息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7011CD0-A966-4A94-949D-EAE9C3E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完成回调并保存授权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B3EDA3FE-DF5A-4B59-9466-6B2770C3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输入：授权请求与回调    输出：MCP 会话可用凭据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25C2C68-3C47-41CF-869A-40A51DBD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执行工具并转换内容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8D1DE27-D3F2-41BC-A025-CD07336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输入：MCP callTool 结果    输出：Agent 工具结果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62DCB139-D1D2-4519-B20C-E8D1C76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列举并读取资源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AB77B2E-BE60-47C2-AF12-B615209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输入：资源 URI 或模板参数    输出：可消费的资源内容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818A929-72ED-4EC9-9B7D-A26493B6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mcp-auth-resources   /   14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793624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7739B6D-73A0-449A-8546-1ADD3354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3A3EA8-24CB-4162-AADA-6AC96302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OAuth、工具结果与资源读取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C29B3131-F3DE-4142-8B72-7179941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AF0F130-0CED-4E7E-B973-E0FAD099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外部资源内容不是程序指令。授权刷新失败、资源不存在与内容不支持应给出不同诊断。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D0F59BC7-D6AC-4538-8330-DB1E8B5A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3D183144-0F23-4330-BE2F-3ABD7FE2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从内容转换测试找出文本、图像和错误三种结果，说明给模型的数据怎样变化。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966EED8-48FE-4C88-AD25-42DC9F19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mcp-auth-resources   /   15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227229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561D5CD-8E73-42F4-AA8B-9633C3E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8A58D2-6B57-4FC6-9F72-54F1A72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脚本声明、沙箱执行与工具桥接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AC8045B-B8A4-4BD1-A57B-BFE66742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让模型写一段脚本组合多次工具调用，减少中间结果占用上下文。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8369CAF-1A61-4659-B9A6-2D7DD14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DB148D15-BDBC-4B2E-A2C0-6D3DB4E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脚本格式、选项行与语法契约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DD7B32D5-1676-4AD3-8C05-8C35A276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沙箱宿主、工具桥接与截止时间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31DB9769-FB83-4193-A926-D40503B2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WASM 编译缓存与打包宿主接入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1CDB306C-4658-46BB-93E2-65D18B5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文本图像输出、调用状态与错误分类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7092B8E-51C4-4FBC-9ADE-2449AB8D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codemode-execute   /   16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870032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DF8DD3A-54FB-48DF-AFE7-98D49CD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2B7B9C-BF29-4592-973C-C3CE606D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脚本声明、沙箱执行与工具桥接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4A128E8-7626-4F91-90EC-32E2ADC5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解析脚本头和声明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3D5065E8-FBC8-4228-A088-652FB84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输入：脚本与首行选项    输出：代码和执行选项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77E9348-AF4A-4B14-BFAB-475B0B98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建立隔离执行环境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0174A283-D770-4E48-BAE5-275FE73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输入：受控能力与代码    输出：QuickJS 执行环境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1C7F0DC9-4BC7-4F00-85BA-E50D00C3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桥接工具 Promise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3560492-DE7A-42CA-8CAF-C533AB3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输入：脚本工具调用    输出：宿主结果回到 VM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1F96604-0614-4685-A233-2F74F32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返回输出并关闭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0F828C24-4580-4B74-851E-6EF94A1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输入：VM 执行结束    输出：结构化执行结果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30B873E-492F-48F2-B753-DC594CA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codemode-execute   /   17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027426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BE3508AD-F8FA-4821-A7E1-BA869E8C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F40BB3-6B78-4536-96A1-33B02A1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脚本声明、沙箱执行与工具桥接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872C4BDA-A9E6-40E5-AD93-9F7C5F20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A987B08F-0D9F-4631-BC4E-234D6A3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工具声明不是自动参数验证；超时终止 VM 不会回滚已经产生的宿主副作用。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FC8734D-9E08-4E40-BD49-F804B609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C3C86BDA-1A44-4001-84D9-F057B9F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阅读示例后用一个纯本地加法工具设计成功、工具抛错、无限循环三个测试场景。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9221FF1-A41F-4396-84A8-E9E836A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codemode-execute   /   18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355649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DCB2C59-FE64-4021-8816-05AE5D8F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F11A8C-3F77-47B7-A4A3-504B0A15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脚本状态、确定性重放与远程沙箱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A997CC1-8307-41F6-8FD7-0D74AAFD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脚本跨次保留值，或在退出后按记录继续，甚至在另一台运行时执行。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9219ED6-197B-42D4-B3A3-43EA9286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99BA72FC-AF1D-429C-A29A-5D27B7F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JSON Store 复制与容量限制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E539823-9259-4244-9612-9F190048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确定性启动与有序响应投递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595A3291-A607-460F-B1E2-BFCF544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可移植、同线程与远程沙箱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2E849742-2705-4A7E-A3F3-02F58F6E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codemode 跨调用状态与分支恢复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7E73C1B-3CDA-4F48-BB6B-23173AAC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codemode-replay   /   19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311037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60F9706-0088-4801-8F1B-304F608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641058-CECD-405E-98C8-DDF722E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脚本状态、确定性重放与远程沙箱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CA095F05-03A0-488E-B066-E3E984B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区分本次值与持久值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2257B669-D667-4213-A409-14D0E71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输入：旧 store 和脚本    输出：候选 storeWrites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8F66926-B643-4988-B17B-BA3351E4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记录确定性输入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0F2F212-3025-4EFD-B793-27F5BAD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输入：历史调用及结果    输出：可重放执行序列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DD09849-9D14-4D5D-80B1-E2BBAE3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比较不同沙箱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A23BD12F-478A-447E-B564-02830D3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输入：运行环境与请求    输出：对应沙箱的执行结果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17AB5D6A-DE16-4603-B4C6-8439BB3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接入产品会话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6411972-C0FC-4AE4-842B-4796A1E6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输入：成功执行与活动会话    输出：后续调用可见的状态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13A08EB-6DD6-4580-ADC2-F5B9650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codemode-replay   /   20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6007325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A18E7B3-2939-4E7F-A697-FDC6D58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B7365B-A4B9-47B6-9892-0EE28FC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脚本状态、确定性重放与远程沙箱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2B717245-B313-4AB1-9255-18D9227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A1DD3308-B97C-473B-AB7A-4D11A60F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失败执行不应按成功路径提交 storeWrites；远程请求超时不证明远端 VM 已停止。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C05C368A-BDEA-47D3-852A-800C4EC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FC2D9A20-967E-4D88-B5E9-DF555C3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用相同 seed 和工具结果重放两次，比较调用序列，再改变结果顺序观察验证约束。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A867751-601D-4631-97BA-4429F141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codemode-replay   /   21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638697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2026-10-12T14:55:35.9870000Z</dcterms:created>
  <dcterms:modified xsi:type="dcterms:W3CDTF">2026-10-12T14:55:35.9870000Z</dcterms:modified>
</coreProperties>
</file>