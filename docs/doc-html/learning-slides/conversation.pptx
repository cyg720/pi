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45999eb28043e8" /><Relationship Type="http://schemas.openxmlformats.org/officeDocument/2006/relationships/extended-properties" Target="/docProps/app.xml" Id="Rcf2e10be17e8412c" /><Relationship Type="http://schemas.openxmlformats.org/officeDocument/2006/relationships/officeDocument" Target="/ppt/presentation.xml" Id="Rb0b5ecb4967746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1921a65a7247fd"/>
  </p:sldMasterIdLst>
  <p:notesMasterIdLst>
    <p:notesMasterId xmlns:r="http://schemas.openxmlformats.org/officeDocument/2006/relationships" r:id="R8cf09fed1c904cae"/>
  </p:notesMasterIdLst>
  <p:sldIdLst>
    <p:sldId xmlns:r="http://schemas.openxmlformats.org/officeDocument/2006/relationships" id="256" r:id="R130a05cd4cf24d8c"/>
    <p:sldId xmlns:r="http://schemas.openxmlformats.org/officeDocument/2006/relationships" id="257" r:id="Rb0a6989ab0874e73"/>
    <p:sldId xmlns:r="http://schemas.openxmlformats.org/officeDocument/2006/relationships" id="258" r:id="R2622877f7f704447"/>
    <p:sldId xmlns:r="http://schemas.openxmlformats.org/officeDocument/2006/relationships" id="259" r:id="R83be1e5acc82468b"/>
    <p:sldId xmlns:r="http://schemas.openxmlformats.org/officeDocument/2006/relationships" id="260" r:id="R9b794b1cdf0d4c8f"/>
    <p:sldId xmlns:r="http://schemas.openxmlformats.org/officeDocument/2006/relationships" id="261" r:id="Rb4aeb6f565d141a5"/>
    <p:sldId xmlns:r="http://schemas.openxmlformats.org/officeDocument/2006/relationships" id="262" r:id="R0a8356125da8404d"/>
    <p:sldId xmlns:r="http://schemas.openxmlformats.org/officeDocument/2006/relationships" id="263" r:id="Rdb3699c85fad426e"/>
    <p:sldId xmlns:r="http://schemas.openxmlformats.org/officeDocument/2006/relationships" id="264" r:id="R4e43141ef6ae4761"/>
    <p:sldId xmlns:r="http://schemas.openxmlformats.org/officeDocument/2006/relationships" id="265" r:id="R6a1eb9daadd64f1e"/>
    <p:sldId xmlns:r="http://schemas.openxmlformats.org/officeDocument/2006/relationships" id="266" r:id="R87da85ae0ff74aad"/>
    <p:sldId xmlns:r="http://schemas.openxmlformats.org/officeDocument/2006/relationships" id="267" r:id="R67f74bbfc99e4c80"/>
    <p:sldId xmlns:r="http://schemas.openxmlformats.org/officeDocument/2006/relationships" id="268" r:id="R6007901d38a24bee"/>
    <p:sldId xmlns:r="http://schemas.openxmlformats.org/officeDocument/2006/relationships" id="269" r:id="R1951029838d44b5d"/>
    <p:sldId xmlns:r="http://schemas.openxmlformats.org/officeDocument/2006/relationships" id="270" r:id="Rf6e6f2659f9c4639"/>
    <p:sldId xmlns:r="http://schemas.openxmlformats.org/officeDocument/2006/relationships" id="271" r:id="R910175c9b59642d4"/>
    <p:sldId xmlns:r="http://schemas.openxmlformats.org/officeDocument/2006/relationships" id="272" r:id="Re7c7365af46842e0"/>
    <p:sldId xmlns:r="http://schemas.openxmlformats.org/officeDocument/2006/relationships" id="273" r:id="Radaadf2edada4c3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1454a7ab214cb3" /><Relationship Type="http://schemas.openxmlformats.org/officeDocument/2006/relationships/slideMaster" Target="/ppt/slideMasters/slideMaster1.xml" Id="R371921a65a7247fd" /><Relationship Type="http://schemas.openxmlformats.org/officeDocument/2006/relationships/notesMaster" Target="/ppt/notesMasters/notesMaster1.xml" Id="R8cf09fed1c904cae" /><Relationship Type="http://schemas.openxmlformats.org/officeDocument/2006/relationships/presProps" Target="/ppt/presProps.xml" Id="R26b3850e94804d7c" /><Relationship Type="http://schemas.openxmlformats.org/officeDocument/2006/relationships/tableStyles" Target="/ppt/tableStyles.xml" Id="Rda47db3204b847fa" /><Relationship Type="http://schemas.openxmlformats.org/officeDocument/2006/relationships/slide" Target="/ppt/slides/slide1.xml" Id="R130a05cd4cf24d8c" /><Relationship Type="http://schemas.openxmlformats.org/officeDocument/2006/relationships/slide" Target="/ppt/slides/slide2.xml" Id="Rb0a6989ab0874e73" /><Relationship Type="http://schemas.openxmlformats.org/officeDocument/2006/relationships/slide" Target="/ppt/slides/slide3.xml" Id="R2622877f7f704447" /><Relationship Type="http://schemas.openxmlformats.org/officeDocument/2006/relationships/slide" Target="/ppt/slides/slide4.xml" Id="R83be1e5acc82468b" /><Relationship Type="http://schemas.openxmlformats.org/officeDocument/2006/relationships/slide" Target="/ppt/slides/slide5.xml" Id="R9b794b1cdf0d4c8f" /><Relationship Type="http://schemas.openxmlformats.org/officeDocument/2006/relationships/slide" Target="/ppt/slides/slide6.xml" Id="Rb4aeb6f565d141a5" /><Relationship Type="http://schemas.openxmlformats.org/officeDocument/2006/relationships/slide" Target="/ppt/slides/slide7.xml" Id="R0a8356125da8404d" /><Relationship Type="http://schemas.openxmlformats.org/officeDocument/2006/relationships/slide" Target="/ppt/slides/slide8.xml" Id="Rdb3699c85fad426e" /><Relationship Type="http://schemas.openxmlformats.org/officeDocument/2006/relationships/slide" Target="/ppt/slides/slide9.xml" Id="R4e43141ef6ae4761" /><Relationship Type="http://schemas.openxmlformats.org/officeDocument/2006/relationships/slide" Target="/ppt/slides/slide10.xml" Id="R6a1eb9daadd64f1e" /><Relationship Type="http://schemas.openxmlformats.org/officeDocument/2006/relationships/slide" Target="/ppt/slides/slide11.xml" Id="R87da85ae0ff74aad" /><Relationship Type="http://schemas.openxmlformats.org/officeDocument/2006/relationships/slide" Target="/ppt/slides/slide12.xml" Id="R67f74bbfc99e4c80" /><Relationship Type="http://schemas.openxmlformats.org/officeDocument/2006/relationships/slide" Target="/ppt/slides/slide13.xml" Id="R6007901d38a24bee" /><Relationship Type="http://schemas.openxmlformats.org/officeDocument/2006/relationships/slide" Target="/ppt/slides/slide14.xml" Id="R1951029838d44b5d" /><Relationship Type="http://schemas.openxmlformats.org/officeDocument/2006/relationships/slide" Target="/ppt/slides/slide15.xml" Id="Rf6e6f2659f9c4639" /><Relationship Type="http://schemas.openxmlformats.org/officeDocument/2006/relationships/slide" Target="/ppt/slides/slide16.xml" Id="R910175c9b59642d4" /><Relationship Type="http://schemas.openxmlformats.org/officeDocument/2006/relationships/slide" Target="/ppt/slides/slide17.xml" Id="Re7c7365af46842e0" /><Relationship Type="http://schemas.openxmlformats.org/officeDocument/2006/relationships/slide" Target="/ppt/slides/slide18.xml" Id="Radaadf2edada4c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0bfd7c0b414f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88b48cc28a4d1d" /><Relationship Type="http://schemas.openxmlformats.org/officeDocument/2006/relationships/notesMaster" Target="/ppt/notesMasters/notesMaster1.xml" Id="R1c855af558db4a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fee0e0a08c43b8" /><Relationship Type="http://schemas.openxmlformats.org/officeDocument/2006/relationships/notesMaster" Target="/ppt/notesMasters/notesMaster1.xml" Id="R2a60158ecd1c4d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22c8af1f934552" /><Relationship Type="http://schemas.openxmlformats.org/officeDocument/2006/relationships/notesMaster" Target="/ppt/notesMasters/notesMaster1.xml" Id="R4e8d35b368d747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29bb1a2a214c05" /><Relationship Type="http://schemas.openxmlformats.org/officeDocument/2006/relationships/notesMaster" Target="/ppt/notesMasters/notesMaster1.xml" Id="R962ad5b131a649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838708b7a84dd3" /><Relationship Type="http://schemas.openxmlformats.org/officeDocument/2006/relationships/notesMaster" Target="/ppt/notesMasters/notesMaster1.xml" Id="R4d8f8850b1d346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cfbfd3b4f14692" /><Relationship Type="http://schemas.openxmlformats.org/officeDocument/2006/relationships/notesMaster" Target="/ppt/notesMasters/notesMaster1.xml" Id="R819f021e43b949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fcb55e3e3824f5a" /><Relationship Type="http://schemas.openxmlformats.org/officeDocument/2006/relationships/notesMaster" Target="/ppt/notesMasters/notesMaster1.xml" Id="R45ec3ae2c2a043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9baeb48758440c" /><Relationship Type="http://schemas.openxmlformats.org/officeDocument/2006/relationships/notesMaster" Target="/ppt/notesMasters/notesMaster1.xml" Id="Rc396e91cf4724bb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ac208fcab2546c7" /><Relationship Type="http://schemas.openxmlformats.org/officeDocument/2006/relationships/notesMaster" Target="/ppt/notesMasters/notesMaster1.xml" Id="Rd8adc2dd27f34a1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44ba8eab33f49af" /><Relationship Type="http://schemas.openxmlformats.org/officeDocument/2006/relationships/notesMaster" Target="/ppt/notesMasters/notesMaster1.xml" Id="Ra0acf701d2c449e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bcf2c7d121246e1" /><Relationship Type="http://schemas.openxmlformats.org/officeDocument/2006/relationships/notesMaster" Target="/ppt/notesMasters/notesMaster1.xml" Id="R60e0e52d2983433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74aa6814ba94858" /><Relationship Type="http://schemas.openxmlformats.org/officeDocument/2006/relationships/notesMaster" Target="/ppt/notesMasters/notesMaster1.xml" Id="Rfdfc3c99f3de485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f075e3a3862494d" /><Relationship Type="http://schemas.openxmlformats.org/officeDocument/2006/relationships/notesMaster" Target="/ppt/notesMasters/notesMaster1.xml" Id="R1ceba4e13a674ad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efb5dc04fe946c4" /><Relationship Type="http://schemas.openxmlformats.org/officeDocument/2006/relationships/notesMaster" Target="/ppt/notesMasters/notesMaster1.xml" Id="R04e0894af2ab467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7d240f3b04240e9" /><Relationship Type="http://schemas.openxmlformats.org/officeDocument/2006/relationships/notesMaster" Target="/ppt/notesMasters/notesMaster1.xml" Id="R767321f0f22a445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6d9f19544044b7b" /><Relationship Type="http://schemas.openxmlformats.org/officeDocument/2006/relationships/notesMaster" Target="/ppt/notesMasters/notesMaster1.xml" Id="Rc031bea91e344d2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734797da6d14e8c" /><Relationship Type="http://schemas.openxmlformats.org/officeDocument/2006/relationships/notesMaster" Target="/ppt/notesMasters/notesMaster1.xml" Id="R08ac71485e6c449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a26709c4464470b" /><Relationship Type="http://schemas.openxmlformats.org/officeDocument/2006/relationships/notesMaster" Target="/ppt/notesMasters/notesMaster1.xml" Id="R4260f45186b046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你从终端输入一句话，希望知道从 CLI 到 AgentSession 发生了什么。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解析命令行和模式</a:t>
            </a:r>
          </a:p>
          <a:p xmlns:a="http://schemas.openxmlformats.org/drawingml/2006/main">
            <a:r>
              <a:t>从 cli.ts 进入 main，查看参数诊断、text/json/rpc 模式与一次性输出选择。</a:t>
            </a:r>
          </a:p>
          <a:p xmlns:a="http://schemas.openxmlformats.org/drawingml/2006/main">
            <a:r>
              <a:t>输入：命令行参数与标准输入</a:t>
            </a:r>
          </a:p>
          <a:p xmlns:a="http://schemas.openxmlformats.org/drawingml/2006/main">
            <a:r>
              <a:t>输出：模式、消息与资源选项</a:t>
            </a:r>
          </a:p>
          <a:p xmlns:a="http://schemas.openxmlformats.org/drawingml/2006/main">
            <a:r>
              <a:t>入口线索：pi；--print；--mode json|rpc</a:t>
            </a:r>
          </a:p>
          <a:p xmlns:a="http://schemas.openxmlformats.org/drawingml/2006/main">
            <a:r>
              <a:t>职责：启动装配设置、资源与模型运行时；实际模型循环由 Agent 执行。</a:t>
            </a:r>
          </a:p>
          <a:p xmlns:a="http://schemas.openxmlformats.org/drawingml/2006/main">
            <a:r>
              <a:t>源码：packages/coding-agent/src/bun/cli.ts</a:t>
            </a:r>
          </a:p>
          <a:p xmlns:a="http://schemas.openxmlformats.org/drawingml/2006/main">
            <a:r>
              <a:t>packages/coding-agent/src/bun/quickjs-wasm.d.ts</a:t>
            </a:r>
          </a:p>
          <a:p xmlns:a="http://schemas.openxmlformats.org/drawingml/2006/main">
            <a:r>
              <a:t>packages/coding-agent/src/bun/restore-sandbox-env.ts</a:t>
            </a:r>
          </a:p>
          <a:p xmlns:a="http://schemas.openxmlformats.org/drawingml/2006/main">
            <a:r>
              <a:t>packages/coding-agent/src/bun/runtime-setup.ts</a:t>
            </a:r>
          </a:p>
          <a:p xmlns:a="http://schemas.openxmlformats.org/drawingml/2006/main">
            <a:r>
              <a:t>packages/coding-agent/src/bun/sandbox-env-setup.ts</a:t>
            </a:r>
          </a:p>
          <a:p xmlns:a="http://schemas.openxmlformats.org/drawingml/2006/main">
            <a:r>
              <a:t>packages/coding-agent/src/cli.ts</a:t>
            </a:r>
          </a:p>
          <a:p xmlns:a="http://schemas.openxmlformats.org/drawingml/2006/main">
            <a:r>
              <a:t>packages/coding-agent/src/cli/args.ts</a:t>
            </a:r>
          </a:p>
          <a:p xmlns:a="http://schemas.openxmlformats.org/drawingml/2006/main">
            <a:r>
              <a:t>packages/coding-agent/src/cli/setup.ts</a:t>
            </a:r>
          </a:p>
          <a:p xmlns:a="http://schemas.openxmlformats.org/drawingml/2006/main">
            <a:r>
              <a:t>packages/coding-agent/src/main.ts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准备附件与输入</a:t>
            </a:r>
          </a:p>
          <a:p xmlns:a="http://schemas.openxmlformats.org/drawingml/2006/main">
            <a:r>
              <a:t>跟踪 @path、管道与图片内容处理，区分文件内容、提示文本和图像块。</a:t>
            </a:r>
          </a:p>
          <a:p xmlns:a="http://schemas.openxmlformats.org/drawingml/2006/main">
            <a:r>
              <a:t>输入：用户输入和附件</a:t>
            </a:r>
          </a:p>
          <a:p xmlns:a="http://schemas.openxmlformats.org/drawingml/2006/main">
            <a:r>
              <a:t>输出：可交给会话的输入</a:t>
            </a:r>
          </a:p>
          <a:p xmlns:a="http://schemas.openxmlformats.org/drawingml/2006/main">
            <a:r>
              <a:t>入口线索：@path；管道输入；粘贴图片</a:t>
            </a:r>
          </a:p>
          <a:p xmlns:a="http://schemas.openxmlformats.org/drawingml/2006/main">
            <a:r>
              <a:t>职责：读取与规范化输入后组装消息；RPC 不接受 CLI 的 @file 参数。</a:t>
            </a:r>
          </a:p>
          <a:p xmlns:a="http://schemas.openxmlformats.org/drawingml/2006/main">
            <a:r>
              <a:t>源码：packages/coding-agent/src/cli/file-processor.ts</a:t>
            </a:r>
          </a:p>
          <a:p xmlns:a="http://schemas.openxmlformats.org/drawingml/2006/main">
            <a:r>
              <a:t>packages/coding-agent/src/cli/initial-message.ts</a:t>
            </a:r>
          </a:p>
          <a:p xmlns:a="http://schemas.openxmlformats.org/drawingml/2006/main">
            <a:r>
              <a:t>packages/coding-agent/src/utils/image-convert.ts</a:t>
            </a:r>
          </a:p>
          <a:p xmlns:a="http://schemas.openxmlformats.org/drawingml/2006/main">
            <a:r>
              <a:t>packages/coding-agent/src/utils/image-resize.ts</a:t>
            </a:r>
          </a:p>
          <a:p xmlns:a="http://schemas.openxmlformats.org/drawingml/2006/main">
            <a:r>
              <a:t>packages/coding-agent/src/utils/mime.ts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创建或恢复会话</a:t>
            </a:r>
          </a:p>
          <a:p xmlns:a="http://schemas.openxmlformats.org/drawingml/2006/main">
            <a:r>
              <a:t>在 createAgentSession 看 ModelRuntime、SettingsManager、SessionManager 和 ResourceLoader 的装配关系。</a:t>
            </a:r>
          </a:p>
          <a:p xmlns:a="http://schemas.openxmlformats.org/drawingml/2006/main">
            <a:r>
              <a:t>输入：已解析选项与现有记录</a:t>
            </a:r>
          </a:p>
          <a:p xmlns:a="http://schemas.openxmlformats.org/drawingml/2006/main">
            <a:r>
              <a:t>输出：可运行的 AgentSession</a:t>
            </a:r>
          </a:p>
          <a:p xmlns:a="http://schemas.openxmlformats.org/drawingml/2006/main">
            <a:r>
              <a:t>入口线索：createAgentSession / createAgentSessionRuntime</a:t>
            </a:r>
          </a:p>
          <a:p xmlns:a="http://schemas.openxmlformats.org/drawingml/2006/main">
            <a:r>
              <a:t>职责：SDK 注入流函数、配置、工具与存储；运行时负责会话替换和重新绑定。</a:t>
            </a:r>
          </a:p>
          <a:p xmlns:a="http://schemas.openxmlformats.org/drawingml/2006/main">
            <a:r>
              <a:t>源码：packages/coding-agent/src/core/agent-session-runtime.ts</a:t>
            </a:r>
          </a:p>
          <a:p xmlns:a="http://schemas.openxmlformats.org/drawingml/2006/main">
            <a:r>
              <a:t>packages/coding-agent/src/core/agent-session-services.ts</a:t>
            </a:r>
          </a:p>
          <a:p xmlns:a="http://schemas.openxmlformats.org/drawingml/2006/main">
            <a:r>
              <a:t>packages/coding-agent/src/core/sdk.ts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绑定运行模式与事件</a:t>
            </a:r>
          </a:p>
          <a:p xmlns:a="http://schemas.openxmlformats.org/drawingml/2006/main">
            <a:r>
              <a:t>交互模式把输入组件与 session.prompt 接起来，并订阅会话事件显示结果。一次性和 RPC 模式使用各自消费者。</a:t>
            </a:r>
          </a:p>
          <a:p xmlns:a="http://schemas.openxmlformats.org/drawingml/2006/main">
            <a:r>
              <a:t>输入：会话实例</a:t>
            </a:r>
          </a:p>
          <a:p xmlns:a="http://schemas.openxmlformats.org/drawingml/2006/main">
            <a:r>
              <a:t>输出：输入通道与事件消费者</a:t>
            </a:r>
          </a:p>
          <a:p xmlns:a="http://schemas.openxmlformats.org/drawingml/2006/main">
            <a:r>
              <a:t>入口线索：pi（终端输入输出）</a:t>
            </a:r>
          </a:p>
          <a:p xmlns:a="http://schemas.openxmlformats.org/drawingml/2006/main">
            <a:r>
              <a:t>职责：UI 订阅会话事件；不把 UI 控制逻辑等同于模型执行循环。</a:t>
            </a:r>
          </a:p>
          <a:p xmlns:a="http://schemas.openxmlformats.org/drawingml/2006/main">
            <a:r>
              <a:t>源码：packages/coding-agent/src/modes/interactive/chat-viewport.ts</a:t>
            </a:r>
          </a:p>
          <a:p xmlns:a="http://schemas.openxmlformats.org/drawingml/2006/main">
            <a:r>
              <a:t>packages/coding-agent/src/modes/interactive/interactive-mode.ts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失败与恢复：入口参数错误应在模型请求前暴露。恢复会话时保存的模型不可用可能走回退分支，需要读取提示信息。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练习：给出一张自己的装配清单：谁创建模型运行时、谁保存会话、谁显示事件。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参考判断：AgentSession 负责产品流程，Agent 负责循环，显示由运行模式负责。对象创建顺序和一次请求的执行顺序应分开记录。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功能编号：UI-01, UI-02, UI-03, UI-04, UI-05, UI-06, UI-07, UI-08, UI-11, MOD-12, MOD-17, EXT-22, INT-01, INT-03, INT-04, INT-05, INT-07, INT-09, INT-10, INT-11, INT-12, INT-13, INT-14, INT-15, INT-16, INT-17, INT-18, INT-19, INT-20, INT-21, INT-22, INT-23, INT-24, OTH-56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packages/tui/README.md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packages/coding-agent/docs/usage.md</a:t>
            </a:r>
          </a:p>
          <a:p xmlns:a="http://schemas.openxmlformats.org/drawingml/2006/main">
            <a:r>
              <a:t>packages/coding-agent/docs/json.md</a:t>
            </a:r>
          </a:p>
          <a:p xmlns:a="http://schemas.openxmlformats.org/drawingml/2006/main">
            <a:r>
              <a:t>packages/coding-agent/docs/rpc.md</a:t>
            </a:r>
          </a:p>
          <a:p xmlns:a="http://schemas.openxmlformats.org/drawingml/2006/main">
            <a:r>
              <a:t>packages/coding-agent/docs/models.md</a:t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>packages/coding-agent/docs/rpc-commands.md</a:t>
            </a:r>
          </a:p>
          <a:p xmlns:a="http://schemas.openxmlformats.org/drawingml/2006/main">
            <a:r>
              <a:t>packages/coding-agent/docs/rpc-extension-ui.md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packages/coding-agent/test/restore-sandbox-env.test.ts</a:t>
            </a:r>
          </a:p>
          <a:p xmlns:a="http://schemas.openxmlformats.org/drawingml/2006/main">
            <a:r>
              <a:t>packages/coding-agent/test/args.test.ts</a:t>
            </a:r>
          </a:p>
          <a:p xmlns:a="http://schemas.openxmlformats.org/drawingml/2006/main">
            <a:r>
              <a:t>packages/coding-agent/test/auth-check.test.ts</a:t>
            </a:r>
          </a:p>
          <a:p xmlns:a="http://schemas.openxmlformats.org/drawingml/2006/main">
            <a:r>
              <a:t>packages/coding-agent/test/credential-print.test.ts</a:t>
            </a:r>
          </a:p>
          <a:p xmlns:a="http://schemas.openxmlformats.org/drawingml/2006/main">
            <a:r>
              <a:t>packages/coding-agent/test/initial-message.test.ts</a:t>
            </a:r>
          </a:p>
          <a:p xmlns:a="http://schemas.openxmlformats.org/drawingml/2006/main">
            <a:r>
              <a:t>packages/coding-agent/test/max-thinking.test.ts</a:t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>packages/coding-agent/test/suite/regressions/7269-cli-end-of-options.test.ts</a:t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>packages/coding-agent/test/block-images.test.ts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packages/coding-agent/test/image-processing.test.ts</a:t>
            </a:r>
          </a:p>
          <a:p xmlns:a="http://schemas.openxmlformats.org/drawingml/2006/main">
            <a:r>
              <a:t>packages/coding-agent/test/image-process.test.ts</a:t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packages/coding-agent/test/sdk-openrouter-attribution.test.ts</a:t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>packages/coding-agent/test/chat-viewport.test.ts</a:t>
            </a:r>
          </a:p>
          <a:p xmlns:a="http://schemas.openxmlformats.org/drawingml/2006/main">
            <a:r>
              <a:t>packages/coding-agent/test/clipboard-image-native-errors.test.ts</a:t>
            </a:r>
          </a:p>
          <a:p xmlns:a="http://schemas.openxmlformats.org/drawingml/2006/main">
            <a:r>
              <a:t>packages/coding-agent/test/clipboard-paste-file-paths.test.ts</a:t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>packages/coding-agent/test/interactive-mode-anthropic-warning.test.ts</a:t>
            </a:r>
          </a:p>
          <a:p xmlns:a="http://schemas.openxmlformats.org/drawingml/2006/main">
            <a:r>
              <a:t>packages/coding-agent/test/interactive-mode-assistant-diagnostics.test.ts</a:t>
            </a:r>
          </a:p>
          <a:p xmlns:a="http://schemas.openxmlformats.org/drawingml/2006/main">
            <a:r>
              <a:t>packages/coding-agent/test/interactive-mode-bug-report-hint.test.ts</a:t>
            </a:r>
          </a:p>
          <a:p xmlns:a="http://schemas.openxmlformats.org/drawingml/2006/main">
            <a:r>
              <a:t>packages/coding-agent/test/interactive-mode-clone-command.test.ts</a:t>
            </a:r>
          </a:p>
          <a:p xmlns:a="http://schemas.openxmlformats.org/drawingml/2006/main">
            <a:r>
              <a:t>packages/coding-agent/test/interactive-mode-compaction.test.ts</a:t>
            </a:r>
          </a:p>
          <a:p xmlns:a="http://schemas.openxmlformats.org/drawingml/2006/main">
            <a:r>
              <a:t>packages/coding-agent/test/interactive-mode-startup-input.test.ts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packages/coding-agent/test/interactive-mode-suspend.test.ts</a:t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>packages/coding-agent/test/suite/regressions/5724-sigterm-signal-exit.test.ts</a:t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>packages/coding-agent/test/suite/regressions/7027-credential-refresh-hang.test.ts</a:t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>packages/coding-agent/test/suite/regressions/7443-model-command-cached-match.test.ts</a:t>
            </a:r>
          </a:p>
          <a:p xmlns:a="http://schemas.openxmlformats.org/drawingml/2006/main">
            <a:r>
              <a:t>packages/coding-agent/test/suite/regressions/7731-tui-method-wrapping.test.ts</a:t>
            </a:r>
          </a:p>
          <a:p xmlns:a="http://schemas.openxmlformats.org/drawingml/2006/main">
            <a:r>
              <a:t>packages/coding-agent/test/suite/regressions/8611-thinking-toggle-pending-bash-output.test.ts</a:t>
            </a:r>
          </a:p>
          <a:p xmlns:a="http://schemas.openxmlformats.org/drawingml/2006/main">
            <a:r>
              <a:t>packages/coding-agent/test/suite/regressions/startup-session-rebind-duplicate-subscription.test.ts</a:t>
            </a:r>
          </a:p>
          <a:p xmlns:a="http://schemas.openxmlformats.org/drawingml/2006/main">
            <a:r>
              <a:t>packages/coding-agent/test/suite/regressions/7290-json-stream-linear.test.ts</a:t>
            </a:r>
          </a:p>
          <a:p xmlns:a="http://schemas.openxmlformats.org/drawingml/2006/main">
            <a:r>
              <a:t>packages/coding-agent/test/suite/regressions/7911-json-stream-usage.test.ts</a:t>
            </a:r>
          </a:p>
          <a:p xmlns:a="http://schemas.openxmlformats.org/drawingml/2006/main">
            <a:r>
              <a:t>packages/coding-agent/test/suite/regressions/7925-toolcall-start-metadata.test.ts</a:t>
            </a:r>
          </a:p>
          <a:p xmlns:a="http://schemas.openxmlformats.org/drawingml/2006/main">
            <a:r>
              <a:t>packages/coding-agent/test/print-mode.test.ts</a:t>
            </a:r>
          </a:p>
          <a:p xmlns:a="http://schemas.openxmlformats.org/drawingml/2006/main">
            <a:r>
              <a:t>packages/coding-agent/test/rpc-jsonl.test.ts</a:t>
            </a:r>
          </a:p>
          <a:p xmlns:a="http://schemas.openxmlformats.org/drawingml/2006/main">
            <a:r>
              <a:t>packages/coding-agent/test/rpc-client-clear-queue.test.ts</a:t>
            </a:r>
          </a:p>
          <a:p xmlns:a="http://schemas.openxmlformats.org/drawingml/2006/main">
            <a:r>
              <a:t>packages/coding-agent/test/rpc-client-clone.test.ts</a:t>
            </a:r>
          </a:p>
          <a:p xmlns:a="http://schemas.openxmlformats.org/drawingml/2006/main">
            <a:r>
              <a:t>packages/coding-agent/test/rpc-client-process-exit.test.ts</a:t>
            </a:r>
          </a:p>
          <a:p xmlns:a="http://schemas.openxmlformats.org/drawingml/2006/main">
            <a:r>
              <a:t>packages/coding-agent/test/rpc-example.ts</a:t>
            </a:r>
          </a:p>
          <a:p xmlns:a="http://schemas.openxmlformats.org/drawingml/2006/main">
            <a:r>
              <a:t>packages/coding-agent/test/rpc.test.ts</a:t>
            </a:r>
          </a:p>
          <a:p xmlns:a="http://schemas.openxmlformats.org/drawingml/2006/main">
            <a:r>
              <a:t>packages/tui/test/autocomplete-skill-slash.test.ts</a:t>
            </a:r>
          </a:p>
          <a:p xmlns:a="http://schemas.openxmlformats.org/drawingml/2006/main">
            <a:r>
              <a:t>packages/tui/test/autocomplete.test.ts</a:t>
            </a:r>
          </a:p>
          <a:p xmlns:a="http://schemas.openxmlformats.org/drawingml/2006/main">
            <a:r>
              <a:t>packages/tui/test/chat-simple.ts</a:t>
            </a:r>
          </a:p>
          <a:p xmlns:a="http://schemas.openxmlformats.org/drawingml/2006/main">
            <a:r>
              <a:t>packages/tui/test/editor.test.ts</a:t>
            </a:r>
          </a:p>
          <a:p xmlns:a="http://schemas.openxmlformats.org/drawingml/2006/main">
            <a:r>
              <a:t>packages/tui/test/fuzzy.test.ts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你从终端输入一句话，希望知道从 CLI 到 AgentSession 发生了什么。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解析命令行和模式</a:t>
            </a:r>
          </a:p>
          <a:p xmlns:a="http://schemas.openxmlformats.org/drawingml/2006/main">
            <a:r>
              <a:t>从 cli.ts 进入 main，查看参数诊断、text/json/rpc 模式与一次性输出选择。</a:t>
            </a:r>
          </a:p>
          <a:p xmlns:a="http://schemas.openxmlformats.org/drawingml/2006/main">
            <a:r>
              <a:t>输入：命令行参数与标准输入</a:t>
            </a:r>
          </a:p>
          <a:p xmlns:a="http://schemas.openxmlformats.org/drawingml/2006/main">
            <a:r>
              <a:t>输出：模式、消息与资源选项</a:t>
            </a:r>
          </a:p>
          <a:p xmlns:a="http://schemas.openxmlformats.org/drawingml/2006/main">
            <a:r>
              <a:t>入口线索：pi；--print；--mode json|rpc</a:t>
            </a:r>
          </a:p>
          <a:p xmlns:a="http://schemas.openxmlformats.org/drawingml/2006/main">
            <a:r>
              <a:t>职责：启动装配设置、资源与模型运行时；实际模型循环由 Agent 执行。</a:t>
            </a:r>
          </a:p>
          <a:p xmlns:a="http://schemas.openxmlformats.org/drawingml/2006/main">
            <a:r>
              <a:t>源码：packages/coding-agent/src/bun/cli.ts</a:t>
            </a:r>
          </a:p>
          <a:p xmlns:a="http://schemas.openxmlformats.org/drawingml/2006/main">
            <a:r>
              <a:t>packages/coding-agent/src/bun/quickjs-wasm.d.ts</a:t>
            </a:r>
          </a:p>
          <a:p xmlns:a="http://schemas.openxmlformats.org/drawingml/2006/main">
            <a:r>
              <a:t>packages/coding-agent/src/bun/restore-sandbox-env.ts</a:t>
            </a:r>
          </a:p>
          <a:p xmlns:a="http://schemas.openxmlformats.org/drawingml/2006/main">
            <a:r>
              <a:t>packages/coding-agent/src/bun/runtime-setup.ts</a:t>
            </a:r>
          </a:p>
          <a:p xmlns:a="http://schemas.openxmlformats.org/drawingml/2006/main">
            <a:r>
              <a:t>packages/coding-agent/src/bun/sandbox-env-setup.ts</a:t>
            </a:r>
          </a:p>
          <a:p xmlns:a="http://schemas.openxmlformats.org/drawingml/2006/main">
            <a:r>
              <a:t>packages/coding-agent/src/cli.ts</a:t>
            </a:r>
          </a:p>
          <a:p xmlns:a="http://schemas.openxmlformats.org/drawingml/2006/main">
            <a:r>
              <a:t>packages/coding-agent/src/cli/args.ts</a:t>
            </a:r>
          </a:p>
          <a:p xmlns:a="http://schemas.openxmlformats.org/drawingml/2006/main">
            <a:r>
              <a:t>packages/coding-agent/src/cli/setup.ts</a:t>
            </a:r>
          </a:p>
          <a:p xmlns:a="http://schemas.openxmlformats.org/drawingml/2006/main">
            <a:r>
              <a:t>packages/coding-agent/src/main.ts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准备附件与输入</a:t>
            </a:r>
          </a:p>
          <a:p xmlns:a="http://schemas.openxmlformats.org/drawingml/2006/main">
            <a:r>
              <a:t>跟踪 @path、管道与图片内容处理，区分文件内容、提示文本和图像块。</a:t>
            </a:r>
          </a:p>
          <a:p xmlns:a="http://schemas.openxmlformats.org/drawingml/2006/main">
            <a:r>
              <a:t>输入：用户输入和附件</a:t>
            </a:r>
          </a:p>
          <a:p xmlns:a="http://schemas.openxmlformats.org/drawingml/2006/main">
            <a:r>
              <a:t>输出：可交给会话的输入</a:t>
            </a:r>
          </a:p>
          <a:p xmlns:a="http://schemas.openxmlformats.org/drawingml/2006/main">
            <a:r>
              <a:t>入口线索：@path；管道输入；粘贴图片</a:t>
            </a:r>
          </a:p>
          <a:p xmlns:a="http://schemas.openxmlformats.org/drawingml/2006/main">
            <a:r>
              <a:t>职责：读取与规范化输入后组装消息；RPC 不接受 CLI 的 @file 参数。</a:t>
            </a:r>
          </a:p>
          <a:p xmlns:a="http://schemas.openxmlformats.org/drawingml/2006/main">
            <a:r>
              <a:t>源码：packages/coding-agent/src/cli/file-processor.ts</a:t>
            </a:r>
          </a:p>
          <a:p xmlns:a="http://schemas.openxmlformats.org/drawingml/2006/main">
            <a:r>
              <a:t>packages/coding-agent/src/cli/initial-message.ts</a:t>
            </a:r>
          </a:p>
          <a:p xmlns:a="http://schemas.openxmlformats.org/drawingml/2006/main">
            <a:r>
              <a:t>packages/coding-agent/src/utils/image-convert.ts</a:t>
            </a:r>
          </a:p>
          <a:p xmlns:a="http://schemas.openxmlformats.org/drawingml/2006/main">
            <a:r>
              <a:t>packages/coding-agent/src/utils/image-resize.ts</a:t>
            </a:r>
          </a:p>
          <a:p xmlns:a="http://schemas.openxmlformats.org/drawingml/2006/main">
            <a:r>
              <a:t>packages/coding-agent/src/utils/mime.ts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创建或恢复会话</a:t>
            </a:r>
          </a:p>
          <a:p xmlns:a="http://schemas.openxmlformats.org/drawingml/2006/main">
            <a:r>
              <a:t>在 createAgentSession 看 ModelRuntime、SettingsManager、SessionManager 和 ResourceLoader 的装配关系。</a:t>
            </a:r>
          </a:p>
          <a:p xmlns:a="http://schemas.openxmlformats.org/drawingml/2006/main">
            <a:r>
              <a:t>输入：已解析选项与现有记录</a:t>
            </a:r>
          </a:p>
          <a:p xmlns:a="http://schemas.openxmlformats.org/drawingml/2006/main">
            <a:r>
              <a:t>输出：可运行的 AgentSession</a:t>
            </a:r>
          </a:p>
          <a:p xmlns:a="http://schemas.openxmlformats.org/drawingml/2006/main">
            <a:r>
              <a:t>入口线索：createAgentSession / createAgentSessionRuntime</a:t>
            </a:r>
          </a:p>
          <a:p xmlns:a="http://schemas.openxmlformats.org/drawingml/2006/main">
            <a:r>
              <a:t>职责：SDK 注入流函数、配置、工具与存储；运行时负责会话替换和重新绑定。</a:t>
            </a:r>
          </a:p>
          <a:p xmlns:a="http://schemas.openxmlformats.org/drawingml/2006/main">
            <a:r>
              <a:t>源码：packages/coding-agent/src/core/agent-session-runtime.ts</a:t>
            </a:r>
          </a:p>
          <a:p xmlns:a="http://schemas.openxmlformats.org/drawingml/2006/main">
            <a:r>
              <a:t>packages/coding-agent/src/core/agent-session-services.ts</a:t>
            </a:r>
          </a:p>
          <a:p xmlns:a="http://schemas.openxmlformats.org/drawingml/2006/main">
            <a:r>
              <a:t>packages/coding-agent/src/core/sdk.ts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绑定运行模式与事件</a:t>
            </a:r>
          </a:p>
          <a:p xmlns:a="http://schemas.openxmlformats.org/drawingml/2006/main">
            <a:r>
              <a:t>交互模式把输入组件与 session.prompt 接起来，并订阅会话事件显示结果。一次性和 RPC 模式使用各自消费者。</a:t>
            </a:r>
          </a:p>
          <a:p xmlns:a="http://schemas.openxmlformats.org/drawingml/2006/main">
            <a:r>
              <a:t>输入：会话实例</a:t>
            </a:r>
          </a:p>
          <a:p xmlns:a="http://schemas.openxmlformats.org/drawingml/2006/main">
            <a:r>
              <a:t>输出：输入通道与事件消费者</a:t>
            </a:r>
          </a:p>
          <a:p xmlns:a="http://schemas.openxmlformats.org/drawingml/2006/main">
            <a:r>
              <a:t>入口线索：pi（终端输入输出）</a:t>
            </a:r>
          </a:p>
          <a:p xmlns:a="http://schemas.openxmlformats.org/drawingml/2006/main">
            <a:r>
              <a:t>职责：UI 订阅会话事件；不把 UI 控制逻辑等同于模型执行循环。</a:t>
            </a:r>
          </a:p>
          <a:p xmlns:a="http://schemas.openxmlformats.org/drawingml/2006/main">
            <a:r>
              <a:t>源码：packages/coding-agent/src/modes/interactive/chat-viewport.ts</a:t>
            </a:r>
          </a:p>
          <a:p xmlns:a="http://schemas.openxmlformats.org/drawingml/2006/main">
            <a:r>
              <a:t>packages/coding-agent/src/modes/interactive/interactive-mode.ts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失败与恢复：入口参数错误应在模型请求前暴露。恢复会话时保存的模型不可用可能走回退分支，需要读取提示信息。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练习：给出一张自己的装配清单：谁创建模型运行时、谁保存会话、谁显示事件。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参考判断：AgentSession 负责产品流程，Agent 负责循环，显示由运行模式负责。对象创建顺序和一次请求的执行顺序应分开记录。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功能编号：UI-01, UI-02, UI-03, UI-04, UI-05, UI-06, UI-07, UI-08, UI-11, MOD-12, MOD-17, EXT-22, INT-01, INT-03, INT-04, INT-05, INT-07, INT-09, INT-10, INT-11, INT-12, INT-13, INT-14, INT-15, INT-16, INT-17, INT-18, INT-19, INT-20, INT-21, INT-22, INT-23, INT-24, OTH-56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packages/tui/README.md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packages/coding-agent/docs/usage.md</a:t>
            </a:r>
          </a:p>
          <a:p xmlns:a="http://schemas.openxmlformats.org/drawingml/2006/main">
            <a:r>
              <a:t>packages/coding-agent/docs/json.md</a:t>
            </a:r>
          </a:p>
          <a:p xmlns:a="http://schemas.openxmlformats.org/drawingml/2006/main">
            <a:r>
              <a:t>packages/coding-agent/docs/rpc.md</a:t>
            </a:r>
          </a:p>
          <a:p xmlns:a="http://schemas.openxmlformats.org/drawingml/2006/main">
            <a:r>
              <a:t>packages/coding-agent/docs/models.md</a:t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>packages/coding-agent/docs/rpc-commands.md</a:t>
            </a:r>
          </a:p>
          <a:p xmlns:a="http://schemas.openxmlformats.org/drawingml/2006/main">
            <a:r>
              <a:t>packages/coding-agent/docs/rpc-extension-ui.md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packages/coding-agent/test/restore-sandbox-env.test.ts</a:t>
            </a:r>
          </a:p>
          <a:p xmlns:a="http://schemas.openxmlformats.org/drawingml/2006/main">
            <a:r>
              <a:t>packages/coding-agent/test/args.test.ts</a:t>
            </a:r>
          </a:p>
          <a:p xmlns:a="http://schemas.openxmlformats.org/drawingml/2006/main">
            <a:r>
              <a:t>packages/coding-agent/test/auth-check.test.ts</a:t>
            </a:r>
          </a:p>
          <a:p xmlns:a="http://schemas.openxmlformats.org/drawingml/2006/main">
            <a:r>
              <a:t>packages/coding-agent/test/credential-print.test.ts</a:t>
            </a:r>
          </a:p>
          <a:p xmlns:a="http://schemas.openxmlformats.org/drawingml/2006/main">
            <a:r>
              <a:t>packages/coding-agent/test/initial-message.test.ts</a:t>
            </a:r>
          </a:p>
          <a:p xmlns:a="http://schemas.openxmlformats.org/drawingml/2006/main">
            <a:r>
              <a:t>packages/coding-agent/test/max-thinking.test.ts</a:t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>packages/coding-agent/test/suite/regressions/7269-cli-end-of-options.test.ts</a:t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>packages/coding-agent/test/block-images.test.ts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packages/coding-agent/test/image-processing.test.ts</a:t>
            </a:r>
          </a:p>
          <a:p xmlns:a="http://schemas.openxmlformats.org/drawingml/2006/main">
            <a:r>
              <a:t>packages/coding-agent/test/image-process.test.ts</a:t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packages/coding-agent/test/sdk-openrouter-attribution.test.ts</a:t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>packages/coding-agent/test/chat-viewport.test.ts</a:t>
            </a:r>
          </a:p>
          <a:p xmlns:a="http://schemas.openxmlformats.org/drawingml/2006/main">
            <a:r>
              <a:t>packages/coding-agent/test/clipboard-image-native-errors.test.ts</a:t>
            </a:r>
          </a:p>
          <a:p xmlns:a="http://schemas.openxmlformats.org/drawingml/2006/main">
            <a:r>
              <a:t>packages/coding-agent/test/clipboard-paste-file-paths.test.ts</a:t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>packages/coding-agent/test/interactive-mode-anthropic-warning.test.ts</a:t>
            </a:r>
          </a:p>
          <a:p xmlns:a="http://schemas.openxmlformats.org/drawingml/2006/main">
            <a:r>
              <a:t>packages/coding-agent/test/interactive-mode-assistant-diagnostics.test.ts</a:t>
            </a:r>
          </a:p>
          <a:p xmlns:a="http://schemas.openxmlformats.org/drawingml/2006/main">
            <a:r>
              <a:t>packages/coding-agent/test/interactive-mode-bug-report-hint.test.ts</a:t>
            </a:r>
          </a:p>
          <a:p xmlns:a="http://schemas.openxmlformats.org/drawingml/2006/main">
            <a:r>
              <a:t>packages/coding-agent/test/interactive-mode-clone-command.test.ts</a:t>
            </a:r>
          </a:p>
          <a:p xmlns:a="http://schemas.openxmlformats.org/drawingml/2006/main">
            <a:r>
              <a:t>packages/coding-agent/test/interactive-mode-compaction.test.ts</a:t>
            </a:r>
          </a:p>
          <a:p xmlns:a="http://schemas.openxmlformats.org/drawingml/2006/main">
            <a:r>
              <a:t>packages/coding-agent/test/interactive-mode-startup-input.test.ts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packages/coding-agent/test/interactive-mode-suspend.test.ts</a:t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>packages/coding-agent/test/suite/regressions/5724-sigterm-signal-exit.test.ts</a:t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>packages/coding-agent/test/suite/regressions/7027-credential-refresh-hang.test.ts</a:t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>packages/coding-agent/test/suite/regressions/7443-model-command-cached-match.test.ts</a:t>
            </a:r>
          </a:p>
          <a:p xmlns:a="http://schemas.openxmlformats.org/drawingml/2006/main">
            <a:r>
              <a:t>packages/coding-agent/test/suite/regressions/7731-tui-method-wrapping.test.ts</a:t>
            </a:r>
          </a:p>
          <a:p xmlns:a="http://schemas.openxmlformats.org/drawingml/2006/main">
            <a:r>
              <a:t>packages/coding-agent/test/suite/regressions/8611-thinking-toggle-pending-bash-output.test.ts</a:t>
            </a:r>
          </a:p>
          <a:p xmlns:a="http://schemas.openxmlformats.org/drawingml/2006/main">
            <a:r>
              <a:t>packages/coding-agent/test/suite/regressions/startup-session-rebind-duplicate-subscription.test.ts</a:t>
            </a:r>
          </a:p>
          <a:p xmlns:a="http://schemas.openxmlformats.org/drawingml/2006/main">
            <a:r>
              <a:t>packages/coding-agent/test/suite/regressions/7290-json-stream-linear.test.ts</a:t>
            </a:r>
          </a:p>
          <a:p xmlns:a="http://schemas.openxmlformats.org/drawingml/2006/main">
            <a:r>
              <a:t>packages/coding-agent/test/suite/regressions/7911-json-stream-usage.test.ts</a:t>
            </a:r>
          </a:p>
          <a:p xmlns:a="http://schemas.openxmlformats.org/drawingml/2006/main">
            <a:r>
              <a:t>packages/coding-agent/test/suite/regressions/7925-toolcall-start-metadata.test.ts</a:t>
            </a:r>
          </a:p>
          <a:p xmlns:a="http://schemas.openxmlformats.org/drawingml/2006/main">
            <a:r>
              <a:t>packages/coding-agent/test/print-mode.test.ts</a:t>
            </a:r>
          </a:p>
          <a:p xmlns:a="http://schemas.openxmlformats.org/drawingml/2006/main">
            <a:r>
              <a:t>packages/coding-agent/test/rpc-jsonl.test.ts</a:t>
            </a:r>
          </a:p>
          <a:p xmlns:a="http://schemas.openxmlformats.org/drawingml/2006/main">
            <a:r>
              <a:t>packages/coding-agent/test/rpc-client-clear-queue.test.ts</a:t>
            </a:r>
          </a:p>
          <a:p xmlns:a="http://schemas.openxmlformats.org/drawingml/2006/main">
            <a:r>
              <a:t>packages/coding-agent/test/rpc-client-clone.test.ts</a:t>
            </a:r>
          </a:p>
          <a:p xmlns:a="http://schemas.openxmlformats.org/drawingml/2006/main">
            <a:r>
              <a:t>packages/coding-agent/test/rpc-client-process-exit.test.ts</a:t>
            </a:r>
          </a:p>
          <a:p xmlns:a="http://schemas.openxmlformats.org/drawingml/2006/main">
            <a:r>
              <a:t>packages/coding-agent/test/rpc-example.ts</a:t>
            </a:r>
          </a:p>
          <a:p xmlns:a="http://schemas.openxmlformats.org/drawingml/2006/main">
            <a:r>
              <a:t>packages/coding-agent/test/rpc.test.ts</a:t>
            </a:r>
          </a:p>
          <a:p xmlns:a="http://schemas.openxmlformats.org/drawingml/2006/main">
            <a:r>
              <a:t>packages/tui/test/autocomplete-skill-slash.test.ts</a:t>
            </a:r>
          </a:p>
          <a:p xmlns:a="http://schemas.openxmlformats.org/drawingml/2006/main">
            <a:r>
              <a:t>packages/tui/test/autocomplete.test.ts</a:t>
            </a:r>
          </a:p>
          <a:p xmlns:a="http://schemas.openxmlformats.org/drawingml/2006/main">
            <a:r>
              <a:t>packages/tui/test/chat-simple.ts</a:t>
            </a:r>
          </a:p>
          <a:p xmlns:a="http://schemas.openxmlformats.org/drawingml/2006/main">
            <a:r>
              <a:t>packages/tui/test/editor.test.ts</a:t>
            </a:r>
          </a:p>
          <a:p xmlns:a="http://schemas.openxmlformats.org/drawingml/2006/main">
            <a:r>
              <a:t>packages/tui/test/fuzzy.test.ts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你从终端输入一句话，希望知道从 CLI 到 AgentSession 发生了什么。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解析命令行和模式</a:t>
            </a:r>
          </a:p>
          <a:p xmlns:a="http://schemas.openxmlformats.org/drawingml/2006/main">
            <a:r>
              <a:t>从 cli.ts 进入 main，查看参数诊断、text/json/rpc 模式与一次性输出选择。</a:t>
            </a:r>
          </a:p>
          <a:p xmlns:a="http://schemas.openxmlformats.org/drawingml/2006/main">
            <a:r>
              <a:t>输入：命令行参数与标准输入</a:t>
            </a:r>
          </a:p>
          <a:p xmlns:a="http://schemas.openxmlformats.org/drawingml/2006/main">
            <a:r>
              <a:t>输出：模式、消息与资源选项</a:t>
            </a:r>
          </a:p>
          <a:p xmlns:a="http://schemas.openxmlformats.org/drawingml/2006/main">
            <a:r>
              <a:t>入口线索：pi；--print；--mode json|rpc</a:t>
            </a:r>
          </a:p>
          <a:p xmlns:a="http://schemas.openxmlformats.org/drawingml/2006/main">
            <a:r>
              <a:t>职责：启动装配设置、资源与模型运行时；实际模型循环由 Agent 执行。</a:t>
            </a:r>
          </a:p>
          <a:p xmlns:a="http://schemas.openxmlformats.org/drawingml/2006/main">
            <a:r>
              <a:t>源码：packages/coding-agent/src/bun/cli.ts</a:t>
            </a:r>
          </a:p>
          <a:p xmlns:a="http://schemas.openxmlformats.org/drawingml/2006/main">
            <a:r>
              <a:t>packages/coding-agent/src/bun/quickjs-wasm.d.ts</a:t>
            </a:r>
          </a:p>
          <a:p xmlns:a="http://schemas.openxmlformats.org/drawingml/2006/main">
            <a:r>
              <a:t>packages/coding-agent/src/bun/restore-sandbox-env.ts</a:t>
            </a:r>
          </a:p>
          <a:p xmlns:a="http://schemas.openxmlformats.org/drawingml/2006/main">
            <a:r>
              <a:t>packages/coding-agent/src/bun/runtime-setup.ts</a:t>
            </a:r>
          </a:p>
          <a:p xmlns:a="http://schemas.openxmlformats.org/drawingml/2006/main">
            <a:r>
              <a:t>packages/coding-agent/src/bun/sandbox-env-setup.ts</a:t>
            </a:r>
          </a:p>
          <a:p xmlns:a="http://schemas.openxmlformats.org/drawingml/2006/main">
            <a:r>
              <a:t>packages/coding-agent/src/cli.ts</a:t>
            </a:r>
          </a:p>
          <a:p xmlns:a="http://schemas.openxmlformats.org/drawingml/2006/main">
            <a:r>
              <a:t>packages/coding-agent/src/cli/args.ts</a:t>
            </a:r>
          </a:p>
          <a:p xmlns:a="http://schemas.openxmlformats.org/drawingml/2006/main">
            <a:r>
              <a:t>packages/coding-agent/src/cli/setup.ts</a:t>
            </a:r>
          </a:p>
          <a:p xmlns:a="http://schemas.openxmlformats.org/drawingml/2006/main">
            <a:r>
              <a:t>packages/coding-agent/src/main.ts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准备附件与输入</a:t>
            </a:r>
          </a:p>
          <a:p xmlns:a="http://schemas.openxmlformats.org/drawingml/2006/main">
            <a:r>
              <a:t>跟踪 @path、管道与图片内容处理，区分文件内容、提示文本和图像块。</a:t>
            </a:r>
          </a:p>
          <a:p xmlns:a="http://schemas.openxmlformats.org/drawingml/2006/main">
            <a:r>
              <a:t>输入：用户输入和附件</a:t>
            </a:r>
          </a:p>
          <a:p xmlns:a="http://schemas.openxmlformats.org/drawingml/2006/main">
            <a:r>
              <a:t>输出：可交给会话的输入</a:t>
            </a:r>
          </a:p>
          <a:p xmlns:a="http://schemas.openxmlformats.org/drawingml/2006/main">
            <a:r>
              <a:t>入口线索：@path；管道输入；粘贴图片</a:t>
            </a:r>
          </a:p>
          <a:p xmlns:a="http://schemas.openxmlformats.org/drawingml/2006/main">
            <a:r>
              <a:t>职责：读取与规范化输入后组装消息；RPC 不接受 CLI 的 @file 参数。</a:t>
            </a:r>
          </a:p>
          <a:p xmlns:a="http://schemas.openxmlformats.org/drawingml/2006/main">
            <a:r>
              <a:t>源码：packages/coding-agent/src/cli/file-processor.ts</a:t>
            </a:r>
          </a:p>
          <a:p xmlns:a="http://schemas.openxmlformats.org/drawingml/2006/main">
            <a:r>
              <a:t>packages/coding-agent/src/cli/initial-message.ts</a:t>
            </a:r>
          </a:p>
          <a:p xmlns:a="http://schemas.openxmlformats.org/drawingml/2006/main">
            <a:r>
              <a:t>packages/coding-agent/src/utils/image-convert.ts</a:t>
            </a:r>
          </a:p>
          <a:p xmlns:a="http://schemas.openxmlformats.org/drawingml/2006/main">
            <a:r>
              <a:t>packages/coding-agent/src/utils/image-resize.ts</a:t>
            </a:r>
          </a:p>
          <a:p xmlns:a="http://schemas.openxmlformats.org/drawingml/2006/main">
            <a:r>
              <a:t>packages/coding-agent/src/utils/mime.ts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创建或恢复会话</a:t>
            </a:r>
          </a:p>
          <a:p xmlns:a="http://schemas.openxmlformats.org/drawingml/2006/main">
            <a:r>
              <a:t>在 createAgentSession 看 ModelRuntime、SettingsManager、SessionManager 和 ResourceLoader 的装配关系。</a:t>
            </a:r>
          </a:p>
          <a:p xmlns:a="http://schemas.openxmlformats.org/drawingml/2006/main">
            <a:r>
              <a:t>输入：已解析选项与现有记录</a:t>
            </a:r>
          </a:p>
          <a:p xmlns:a="http://schemas.openxmlformats.org/drawingml/2006/main">
            <a:r>
              <a:t>输出：可运行的 AgentSession</a:t>
            </a:r>
          </a:p>
          <a:p xmlns:a="http://schemas.openxmlformats.org/drawingml/2006/main">
            <a:r>
              <a:t>入口线索：createAgentSession / createAgentSessionRuntime</a:t>
            </a:r>
          </a:p>
          <a:p xmlns:a="http://schemas.openxmlformats.org/drawingml/2006/main">
            <a:r>
              <a:t>职责：SDK 注入流函数、配置、工具与存储；运行时负责会话替换和重新绑定。</a:t>
            </a:r>
          </a:p>
          <a:p xmlns:a="http://schemas.openxmlformats.org/drawingml/2006/main">
            <a:r>
              <a:t>源码：packages/coding-agent/src/core/agent-session-runtime.ts</a:t>
            </a:r>
          </a:p>
          <a:p xmlns:a="http://schemas.openxmlformats.org/drawingml/2006/main">
            <a:r>
              <a:t>packages/coding-agent/src/core/agent-session-services.ts</a:t>
            </a:r>
          </a:p>
          <a:p xmlns:a="http://schemas.openxmlformats.org/drawingml/2006/main">
            <a:r>
              <a:t>packages/coding-agent/src/core/sdk.ts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绑定运行模式与事件</a:t>
            </a:r>
          </a:p>
          <a:p xmlns:a="http://schemas.openxmlformats.org/drawingml/2006/main">
            <a:r>
              <a:t>交互模式把输入组件与 session.prompt 接起来，并订阅会话事件显示结果。一次性和 RPC 模式使用各自消费者。</a:t>
            </a:r>
          </a:p>
          <a:p xmlns:a="http://schemas.openxmlformats.org/drawingml/2006/main">
            <a:r>
              <a:t>输入：会话实例</a:t>
            </a:r>
          </a:p>
          <a:p xmlns:a="http://schemas.openxmlformats.org/drawingml/2006/main">
            <a:r>
              <a:t>输出：输入通道与事件消费者</a:t>
            </a:r>
          </a:p>
          <a:p xmlns:a="http://schemas.openxmlformats.org/drawingml/2006/main">
            <a:r>
              <a:t>入口线索：pi（终端输入输出）</a:t>
            </a:r>
          </a:p>
          <a:p xmlns:a="http://schemas.openxmlformats.org/drawingml/2006/main">
            <a:r>
              <a:t>职责：UI 订阅会话事件；不把 UI 控制逻辑等同于模型执行循环。</a:t>
            </a:r>
          </a:p>
          <a:p xmlns:a="http://schemas.openxmlformats.org/drawingml/2006/main">
            <a:r>
              <a:t>源码：packages/coding-agent/src/modes/interactive/chat-viewport.ts</a:t>
            </a:r>
          </a:p>
          <a:p xmlns:a="http://schemas.openxmlformats.org/drawingml/2006/main">
            <a:r>
              <a:t>packages/coding-agent/src/modes/interactive/interactive-mode.ts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失败与恢复：入口参数错误应在模型请求前暴露。恢复会话时保存的模型不可用可能走回退分支，需要读取提示信息。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练习：给出一张自己的装配清单：谁创建模型运行时、谁保存会话、谁显示事件。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参考判断：AgentSession 负责产品流程，Agent 负责循环，显示由运行模式负责。对象创建顺序和一次请求的执行顺序应分开记录。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功能编号：UI-01, UI-02, UI-03, UI-04, UI-05, UI-06, UI-07, UI-08, UI-11, MOD-12, MOD-17, EXT-22, INT-01, INT-03, INT-04, INT-05, INT-07, INT-09, INT-10, INT-11, INT-12, INT-13, INT-14, INT-15, INT-16, INT-17, INT-18, INT-19, INT-20, INT-21, INT-22, INT-23, INT-24, OTH-56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packages/tui/README.md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packages/coding-agent/docs/usage.md</a:t>
            </a:r>
          </a:p>
          <a:p xmlns:a="http://schemas.openxmlformats.org/drawingml/2006/main">
            <a:r>
              <a:t>packages/coding-agent/docs/json.md</a:t>
            </a:r>
          </a:p>
          <a:p xmlns:a="http://schemas.openxmlformats.org/drawingml/2006/main">
            <a:r>
              <a:t>packages/coding-agent/docs/rpc.md</a:t>
            </a:r>
          </a:p>
          <a:p xmlns:a="http://schemas.openxmlformats.org/drawingml/2006/main">
            <a:r>
              <a:t>packages/coding-agent/docs/models.md</a:t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>packages/coding-agent/docs/rpc-commands.md</a:t>
            </a:r>
          </a:p>
          <a:p xmlns:a="http://schemas.openxmlformats.org/drawingml/2006/main">
            <a:r>
              <a:t>packages/coding-agent/docs/rpc-extension-ui.md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packages/coding-agent/test/restore-sandbox-env.test.ts</a:t>
            </a:r>
          </a:p>
          <a:p xmlns:a="http://schemas.openxmlformats.org/drawingml/2006/main">
            <a:r>
              <a:t>packages/coding-agent/test/args.test.ts</a:t>
            </a:r>
          </a:p>
          <a:p xmlns:a="http://schemas.openxmlformats.org/drawingml/2006/main">
            <a:r>
              <a:t>packages/coding-agent/test/auth-check.test.ts</a:t>
            </a:r>
          </a:p>
          <a:p xmlns:a="http://schemas.openxmlformats.org/drawingml/2006/main">
            <a:r>
              <a:t>packages/coding-agent/test/credential-print.test.ts</a:t>
            </a:r>
          </a:p>
          <a:p xmlns:a="http://schemas.openxmlformats.org/drawingml/2006/main">
            <a:r>
              <a:t>packages/coding-agent/test/initial-message.test.ts</a:t>
            </a:r>
          </a:p>
          <a:p xmlns:a="http://schemas.openxmlformats.org/drawingml/2006/main">
            <a:r>
              <a:t>packages/coding-agent/test/max-thinking.test.ts</a:t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>packages/coding-agent/test/suite/regressions/7269-cli-end-of-options.test.ts</a:t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>packages/coding-agent/test/block-images.test.ts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packages/coding-agent/test/image-processing.test.ts</a:t>
            </a:r>
          </a:p>
          <a:p xmlns:a="http://schemas.openxmlformats.org/drawingml/2006/main">
            <a:r>
              <a:t>packages/coding-agent/test/image-process.test.ts</a:t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packages/coding-agent/test/sdk-openrouter-attribution.test.ts</a:t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>packages/coding-agent/test/chat-viewport.test.ts</a:t>
            </a:r>
          </a:p>
          <a:p xmlns:a="http://schemas.openxmlformats.org/drawingml/2006/main">
            <a:r>
              <a:t>packages/coding-agent/test/clipboard-image-native-errors.test.ts</a:t>
            </a:r>
          </a:p>
          <a:p xmlns:a="http://schemas.openxmlformats.org/drawingml/2006/main">
            <a:r>
              <a:t>packages/coding-agent/test/clipboard-paste-file-paths.test.ts</a:t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>packages/coding-agent/test/interactive-mode-anthropic-warning.test.ts</a:t>
            </a:r>
          </a:p>
          <a:p xmlns:a="http://schemas.openxmlformats.org/drawingml/2006/main">
            <a:r>
              <a:t>packages/coding-agent/test/interactive-mode-assistant-diagnostics.test.ts</a:t>
            </a:r>
          </a:p>
          <a:p xmlns:a="http://schemas.openxmlformats.org/drawingml/2006/main">
            <a:r>
              <a:t>packages/coding-agent/test/interactive-mode-bug-report-hint.test.ts</a:t>
            </a:r>
          </a:p>
          <a:p xmlns:a="http://schemas.openxmlformats.org/drawingml/2006/main">
            <a:r>
              <a:t>packages/coding-agent/test/interactive-mode-clone-command.test.ts</a:t>
            </a:r>
          </a:p>
          <a:p xmlns:a="http://schemas.openxmlformats.org/drawingml/2006/main">
            <a:r>
              <a:t>packages/coding-agent/test/interactive-mode-compaction.test.ts</a:t>
            </a:r>
          </a:p>
          <a:p xmlns:a="http://schemas.openxmlformats.org/drawingml/2006/main">
            <a:r>
              <a:t>packages/coding-agent/test/interactive-mode-startup-input.test.ts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packages/coding-agent/test/interactive-mode-suspend.test.ts</a:t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>packages/coding-agent/test/suite/regressions/5724-sigterm-signal-exit.test.ts</a:t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>packages/coding-agent/test/suite/regressions/7027-credential-refresh-hang.test.ts</a:t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>packages/coding-agent/test/suite/regressions/7443-model-command-cached-match.test.ts</a:t>
            </a:r>
          </a:p>
          <a:p xmlns:a="http://schemas.openxmlformats.org/drawingml/2006/main">
            <a:r>
              <a:t>packages/coding-agent/test/suite/regressions/7731-tui-method-wrapping.test.ts</a:t>
            </a:r>
          </a:p>
          <a:p xmlns:a="http://schemas.openxmlformats.org/drawingml/2006/main">
            <a:r>
              <a:t>packages/coding-agent/test/suite/regressions/8611-thinking-toggle-pending-bash-output.test.ts</a:t>
            </a:r>
          </a:p>
          <a:p xmlns:a="http://schemas.openxmlformats.org/drawingml/2006/main">
            <a:r>
              <a:t>packages/coding-agent/test/suite/regressions/startup-session-rebind-duplicate-subscription.test.ts</a:t>
            </a:r>
          </a:p>
          <a:p xmlns:a="http://schemas.openxmlformats.org/drawingml/2006/main">
            <a:r>
              <a:t>packages/coding-agent/test/suite/regressions/7290-json-stream-linear.test.ts</a:t>
            </a:r>
          </a:p>
          <a:p xmlns:a="http://schemas.openxmlformats.org/drawingml/2006/main">
            <a:r>
              <a:t>packages/coding-agent/test/suite/regressions/7911-json-stream-usage.test.ts</a:t>
            </a:r>
          </a:p>
          <a:p xmlns:a="http://schemas.openxmlformats.org/drawingml/2006/main">
            <a:r>
              <a:t>packages/coding-agent/test/suite/regressions/7925-toolcall-start-metadata.test.ts</a:t>
            </a:r>
          </a:p>
          <a:p xmlns:a="http://schemas.openxmlformats.org/drawingml/2006/main">
            <a:r>
              <a:t>packages/coding-agent/test/print-mode.test.ts</a:t>
            </a:r>
          </a:p>
          <a:p xmlns:a="http://schemas.openxmlformats.org/drawingml/2006/main">
            <a:r>
              <a:t>packages/coding-agent/test/rpc-jsonl.test.ts</a:t>
            </a:r>
          </a:p>
          <a:p xmlns:a="http://schemas.openxmlformats.org/drawingml/2006/main">
            <a:r>
              <a:t>packages/coding-agent/test/rpc-client-clear-queue.test.ts</a:t>
            </a:r>
          </a:p>
          <a:p xmlns:a="http://schemas.openxmlformats.org/drawingml/2006/main">
            <a:r>
              <a:t>packages/coding-agent/test/rpc-client-clone.test.ts</a:t>
            </a:r>
          </a:p>
          <a:p xmlns:a="http://schemas.openxmlformats.org/drawingml/2006/main">
            <a:r>
              <a:t>packages/coding-agent/test/rpc-client-process-exit.test.ts</a:t>
            </a:r>
          </a:p>
          <a:p xmlns:a="http://schemas.openxmlformats.org/drawingml/2006/main">
            <a:r>
              <a:t>packages/coding-agent/test/rpc-example.ts</a:t>
            </a:r>
          </a:p>
          <a:p xmlns:a="http://schemas.openxmlformats.org/drawingml/2006/main">
            <a:r>
              <a:t>packages/coding-agent/test/rpc.test.ts</a:t>
            </a:r>
          </a:p>
          <a:p xmlns:a="http://schemas.openxmlformats.org/drawingml/2006/main">
            <a:r>
              <a:t>packages/tui/test/autocomplete-skill-slash.test.ts</a:t>
            </a:r>
          </a:p>
          <a:p xmlns:a="http://schemas.openxmlformats.org/drawingml/2006/main">
            <a:r>
              <a:t>packages/tui/test/autocomplete.test.ts</a:t>
            </a:r>
          </a:p>
          <a:p xmlns:a="http://schemas.openxmlformats.org/drawingml/2006/main">
            <a:r>
              <a:t>packages/tui/test/chat-simple.ts</a:t>
            </a:r>
          </a:p>
          <a:p xmlns:a="http://schemas.openxmlformats.org/drawingml/2006/main">
            <a:r>
              <a:t>packages/tui/test/editor.test.ts</a:t>
            </a:r>
          </a:p>
          <a:p xmlns:a="http://schemas.openxmlformats.org/drawingml/2006/main">
            <a:r>
              <a:t>packages/tui/test/fuzzy.test.ts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输入“读取配置并解释”，模型需要先调用工具再回答。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处理用户输入并准备运行</a:t>
            </a:r>
          </a:p>
          <a:p xmlns:a="http://schemas.openxmlformats.org/drawingml/2006/main">
            <a:r>
              <a:t>进入 AgentSession.prompt，辨认命令、扩展输入处理和真正开始运行的条件；自定义消息也有运行准备入口。</a:t>
            </a:r>
          </a:p>
          <a:p xmlns:a="http://schemas.openxmlformats.org/drawingml/2006/main">
            <a:r>
              <a:t>输入：用户消息</a:t>
            </a:r>
          </a:p>
          <a:p xmlns:a="http://schemas.openxmlformats.org/drawingml/2006/main">
            <a:r>
              <a:t>输出：本轮输入和运行准备状态</a:t>
            </a:r>
          </a:p>
          <a:p xmlns:a="http://schemas.openxmlformats.org/drawingml/2006/main">
            <a:r>
              <a:t>入口线索：AgentSession.prompt / steer / followUp</a:t>
            </a:r>
          </a:p>
          <a:p xmlns:a="http://schemas.openxmlformats.org/drawingml/2006/main">
            <a:r>
              <a:t>职责：agent_end 后仍可能继续；agent_settled 是完成自动处理后的通知边界。</a:t>
            </a:r>
          </a:p>
          <a:p xmlns:a="http://schemas.openxmlformats.org/drawingml/2006/main">
            <a:r>
              <a:t>源码：packages/coding-agent/src/core/agent-session.ts</a:t>
            </a:r>
          </a:p>
          <a:p xmlns:a="http://schemas.openxmlformats.org/drawingml/2006/main">
            <a:r>
              <a:t>packages/coding-agent/src/core/messages.ts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构造模型上下文与工具集</a:t>
            </a:r>
          </a:p>
          <a:p xmlns:a="http://schemas.openxmlformats.org/drawingml/2006/main">
            <a:r>
              <a:t>核对当前工具暴露和 Loadout，再追踪上下文转换。模型看到的声明与宿主可执行工具必须保持对应。</a:t>
            </a:r>
          </a:p>
          <a:p xmlns:a="http://schemas.openxmlformats.org/drawingml/2006/main">
            <a:r>
              <a:t>输入：会话消息与已注册工具</a:t>
            </a:r>
          </a:p>
          <a:p xmlns:a="http://schemas.openxmlformats.org/drawingml/2006/main">
            <a:r>
              <a:t>输出：本次请求的消息和工具声明</a:t>
            </a:r>
          </a:p>
          <a:p xmlns:a="http://schemas.openxmlformats.org/drawingml/2006/main">
            <a:r>
              <a:t>入口线索：ToolExposure；prepareLoadout；getAllTools；namespace</a:t>
            </a:r>
          </a:p>
          <a:p xmlns:a="http://schemas.openxmlformats.org/drawingml/2006/main">
            <a:r>
              <a:t>职责：模型声明不代表所有注册工具；annotations、outputSchema 与 structuredContent 承载额外契约。</a:t>
            </a:r>
          </a:p>
          <a:p xmlns:a="http://schemas.openxmlformats.org/drawingml/2006/main">
            <a:r>
              <a:t>源码：packages/coding-agent/src/core/agent-session.ts</a:t>
            </a:r>
          </a:p>
          <a:p xmlns:a="http://schemas.openxmlformats.org/drawingml/2006/main">
            <a:r>
              <a:t>packages/coding-agent/src/core/extensions/runner.ts</a:t>
            </a:r>
          </a:p>
          <a:p xmlns:a="http://schemas.openxmlformats.org/drawingml/2006/main">
            <a:r>
              <a:t>packages/coding-agent/src/core/extensions/types.ts</a:t>
            </a:r>
          </a:p>
          <a:p xmlns:a="http://schemas.openxmlformats.org/drawingml/2006/main">
            <a:r>
              <a:t>packages/coding-agent/src/extensions/codemode/tool.ts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调用模型并收集完整消息</a:t>
            </a:r>
          </a:p>
          <a:p xmlns:a="http://schemas.openxmlformats.org/drawingml/2006/main">
            <a:r>
              <a:t>沿请求准备、流事件到 assistant 完成，标出消息入状态与工具预检之间的屏障。</a:t>
            </a:r>
          </a:p>
          <a:p xmlns:a="http://schemas.openxmlformats.org/drawingml/2006/main">
            <a:r>
              <a:t>输入：请求上下文</a:t>
            </a:r>
          </a:p>
          <a:p xmlns:a="http://schemas.openxmlformats.org/drawingml/2006/main">
            <a:r>
              <a:t>输出：文本或 toolCall 的完整 assistant 消息</a:t>
            </a:r>
          </a:p>
          <a:p xmlns:a="http://schemas.openxmlformats.org/drawingml/2006/main">
            <a:r>
              <a:t>入口线索：Agent.prompt / continue / abort</a:t>
            </a:r>
          </a:p>
          <a:p xmlns:a="http://schemas.openxmlformats.org/drawingml/2006/main">
            <a:r>
              <a:t>职责：当前 Agent 是内存运行循环；持久 Harness 在 pi-durable，CLI 会话由 coding-agent 管理。</a:t>
            </a:r>
          </a:p>
          <a:p xmlns:a="http://schemas.openxmlformats.org/drawingml/2006/main">
            <a:r>
              <a:t>源码：packages/agent/src/agent-loop.ts</a:t>
            </a:r>
          </a:p>
          <a:p xmlns:a="http://schemas.openxmlformats.org/drawingml/2006/main">
            <a:r>
              <a:t>packages/agent/src/agent.ts</a:t>
            </a:r>
          </a:p>
          <a:p xmlns:a="http://schemas.openxmlformats.org/drawingml/2006/main">
            <a:r>
              <a:t>packages/agent/src/stream-fn.ts</a:t>
            </a:r>
          </a:p>
          <a:p xmlns:a="http://schemas.openxmlformats.org/drawingml/2006/main">
            <a:r>
              <a:t>packages/agent/src/types.ts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执行工具并决定下一轮</a:t>
            </a:r>
          </a:p>
          <a:p xmlns:a="http://schemas.openxmlformats.org/drawingml/2006/main">
            <a:r>
              <a:t>跟踪参数验证、before/after hook、工具执行和结果。工具结果回到上下文后，循环再请求模型或按结束条件退出。</a:t>
            </a:r>
          </a:p>
          <a:p xmlns:a="http://schemas.openxmlformats.org/drawingml/2006/main">
            <a:r>
              <a:t>输入：工具名、调用 ID 和参数</a:t>
            </a:r>
          </a:p>
          <a:p xmlns:a="http://schemas.openxmlformats.org/drawingml/2006/main">
            <a:r>
              <a:t>输出：toolResult 与续轮决定</a:t>
            </a:r>
          </a:p>
          <a:p xmlns:a="http://schemas.openxmlformats.org/drawingml/2006/main">
            <a:r>
              <a:t>入口线索：runToolCall / AgentToolCallOutcome</a:t>
            </a:r>
          </a:p>
          <a:p xmlns:a="http://schemas.openxmlformats.org/drawingml/2006/main">
            <a:r>
              <a:t>职责：适合嵌套调用；宿主直接调用 tool.execute 会跳过此管线。</a:t>
            </a:r>
          </a:p>
          <a:p xmlns:a="http://schemas.openxmlformats.org/drawingml/2006/main">
            <a:r>
              <a:t>源码：packages/agent/src/agent-loop.ts</a:t>
            </a:r>
          </a:p>
          <a:p xmlns:a="http://schemas.openxmlformats.org/drawingml/2006/main">
            <a:r>
              <a:t>packages/agent/src/types.ts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保存并更新界面</a:t>
            </a:r>
          </a:p>
          <a:p xmlns:a="http://schemas.openxmlformats.org/drawingml/2006/main">
            <a:r>
              <a:t>把事件消费者、会话追加和最终显示对照起来，确认哪些数据是增量、哪些已经成为记录。</a:t>
            </a:r>
          </a:p>
          <a:p xmlns:a="http://schemas.openxmlformats.org/drawingml/2006/main">
            <a:r>
              <a:t>输入：消息与工具完成事件</a:t>
            </a:r>
          </a:p>
          <a:p xmlns:a="http://schemas.openxmlformats.org/drawingml/2006/main">
            <a:r>
              <a:t>输出：会话历史和可见回答</a:t>
            </a:r>
          </a:p>
          <a:p xmlns:a="http://schemas.openxmlformats.org/drawingml/2006/main">
            <a:r>
              <a:t>入口线索：--continue；--resume；--session；--name</a:t>
            </a:r>
          </a:p>
          <a:p xmlns:a="http://schemas.openxmlformats.org/drawingml/2006/main">
            <a:r>
              <a:t>职责：当前分支重建下一次模型上下文，内存会话可关闭持久化。</a:t>
            </a:r>
          </a:p>
          <a:p xmlns:a="http://schemas.openxmlformats.org/drawingml/2006/main">
            <a:r>
              <a:t>源码：packages/coding-agent/src/cli/session-picker.ts</a:t>
            </a:r>
          </a:p>
          <a:p xmlns:a="http://schemas.openxmlformats.org/drawingml/2006/main">
            <a:r>
              <a:t>packages/coding-agent/src/core/session-cwd.ts</a:t>
            </a:r>
          </a:p>
          <a:p xmlns:a="http://schemas.openxmlformats.org/drawingml/2006/main">
            <a:r>
              <a:t>packages/coding-agent/src/core/session-manager.ts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失败与恢复：工具失败、模型错误、用户取消和正常完成是不同结束原因。工具返回 terminate 也要结合整批结果判断。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练习：列出这次输入产生的 user、assistant(toolCall)、toolResult、assistant(answer)，为每个记录写出产生者和关键关联字段。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参考判断：toolCallId 将调用与结果关联；一个输入可包含多个模型轮次。工具完成事件顺序和最终消息顺序在并行模式中可能不同。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功能编号：UI-14, UI-15, UI-16, UI-17, TOOL-17, SES-01, SES-02, SES-03, SES-04, SES-05, SES-06, SES-07, SES-17, SES-18, SES-19, SES-20, MOD-19, EXT-03, EXT-04, EXT-07, EXT-08, EXT-09, EXT-12, EXT-13, EXT-14, EXT-15, EXT-20, EXT-23, EXT-32, EXT-33, MCP-27, INT-02, INT-03, AG-01, AG-02, AG-03, AG-04, AG-05, AG-06, AG-07, AG-08, AG-09, AG-10, AG-11, AG-12, AG-13, AG-14, AG-15, AG-16, AG-17, AG-18, AG-20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>packages/agent/README.md</a:t>
            </a:r>
          </a:p>
          <a:p xmlns:a="http://schemas.openxmlformats.org/drawingml/2006/main">
            <a:r>
              <a:t>packages/coding-agent/docs/mcp.md</a:t>
            </a:r>
          </a:p>
          <a:p xmlns:a="http://schemas.openxmlformats.org/drawingml/2006/main">
            <a:r>
              <a:t>packages/coding-agent/docs/usage.md</a:t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>packages/coding-agent/docs/keybindings.md</a:t>
            </a:r>
          </a:p>
          <a:p xmlns:a="http://schemas.openxmlformats.org/drawingml/2006/main">
            <a:r>
              <a:t>packages/agent/CHANGELOG.md</a:t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>packages/coding-agent/docs/sessions.md</a:t>
            </a:r>
          </a:p>
          <a:p xmlns:a="http://schemas.openxmlformats.org/drawingml/2006/main">
            <a:r>
              <a:t>packages/coding-agent/docs/slash-commands.md</a:t>
            </a:r>
          </a:p>
          <a:p xmlns:a="http://schemas.openxmlformats.org/drawingml/2006/main">
            <a:r>
              <a:t>packages/coding-agent/docs/compaction.md</a:t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>packages/agent/test/agent-loop.test.ts</a:t>
            </a:r>
          </a:p>
          <a:p xmlns:a="http://schemas.openxmlformats.org/drawingml/2006/main">
            <a:r>
              <a:t>packages/agent/test/utils/calculate.ts</a:t>
            </a:r>
          </a:p>
          <a:p xmlns:a="http://schemas.openxmlformats.org/drawingml/2006/main">
            <a:r>
              <a:t>packages/agent/test/utils/get-current-time.ts</a:t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>packages/coding-agent/test/branch-summarization.test.ts</a:t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>packages/coding-agent/test/cache-stats.test.ts</a:t>
            </a:r>
          </a:p>
          <a:p xmlns:a="http://schemas.openxmlformats.org/drawingml/2006/main">
            <a:r>
              <a:t>packages/coding-agent/test/compaction.test.ts</a:t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>packages/coding-agent/test/interactive-mode-compaction.test.ts</a:t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>packages/coding-agent/test/sdk-openrouter-attribution.test.ts</a:t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>packages/coding-agent/test/session-context-edit.test.ts</a:t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>packages/coding-agent/test/session-info-modified-timestamp.test.ts</a:t>
            </a:r>
          </a:p>
          <a:p xmlns:a="http://schemas.openxmlformats.org/drawingml/2006/main">
            <a:r>
              <a:t>packages/coding-agent/test/session-manager/build-context.test.ts</a:t>
            </a:r>
          </a:p>
          <a:p xmlns:a="http://schemas.openxmlformats.org/drawingml/2006/main">
            <a:r>
              <a:t>packages/coding-agent/test/session-manager/custom-session-id.test.ts</a:t>
            </a:r>
          </a:p>
          <a:p xmlns:a="http://schemas.openxmlformats.org/drawingml/2006/main">
            <a:r>
              <a:t>packages/coding-agent/test/session-manager/file-operations.test.ts</a:t>
            </a:r>
          </a:p>
          <a:p xmlns:a="http://schemas.openxmlformats.org/drawingml/2006/main">
            <a:r>
              <a:t>packages/coding-agent/test/session-manager/labels.test.ts</a:t>
            </a:r>
          </a:p>
          <a:p xmlns:a="http://schemas.openxmlformats.org/drawingml/2006/main">
            <a:r>
              <a:t>packages/coding-agent/test/session-manager/load-entries.test.ts</a:t>
            </a:r>
          </a:p>
          <a:p xmlns:a="http://schemas.openxmlformats.org/drawingml/2006/main">
            <a:r>
              <a:t>packages/coding-agent/test/session-manager/migration.test.ts</a:t>
            </a:r>
          </a:p>
          <a:p xmlns:a="http://schemas.openxmlformats.org/drawingml/2006/main">
            <a:r>
              <a:t>packages/coding-agent/test/session-manager/save-entry.test.ts</a:t>
            </a:r>
          </a:p>
          <a:p xmlns:a="http://schemas.openxmlformats.org/drawingml/2006/main">
            <a:r>
              <a:t>packages/coding-agent/test/session-manager/tree-traversal.test.ts</a:t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>packages/coding-agent/test/session-selector-search.test.ts</a:t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>packages/coding-agent/test/suite/lax-message-content.test.ts</a:t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>packages/coding-agent/test/suite/regressions/7497-session-discovery-symlink.test.ts</a:t>
            </a:r>
          </a:p>
          <a:p xmlns:a="http://schemas.openxmlformats.org/drawingml/2006/main">
            <a:r>
              <a:t>packages/coding-agent/test/suite/regressions/8989-fork-compaction-label-boundary.test.ts</a:t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>packages/coding-agent/test/keybindings-migration.test.ts</a:t>
            </a:r>
          </a:p>
          <a:p xmlns:a="http://schemas.openxmlformats.org/drawingml/2006/main">
            <a:r>
              <a:t>packages/coding-agent/test/keybindings.test.ts</a:t>
            </a:r>
          </a:p>
          <a:p xmlns:a="http://schemas.openxmlformats.org/drawingml/2006/main">
            <a:r>
              <a:t>packages/coding-agent/test/mcp-manager-view.test.ts</a:t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>packages/coding-agent/test/assistant-message.test.ts</a:t>
            </a:r>
          </a:p>
          <a:p xmlns:a="http://schemas.openxmlformats.org/drawingml/2006/main">
            <a:r>
              <a:t>packages/coding-agent/test/streaming-render-debug.ts</a:t>
            </a:r>
          </a:p>
          <a:p xmlns:a="http://schemas.openxmlformats.org/drawingml/2006/main">
            <a:r>
              <a:t>packages/coding-agent/test/bash-execution-width.test.ts</a:t>
            </a:r>
          </a:p>
          <a:p xmlns:a="http://schemas.openxmlformats.org/drawingml/2006/main">
            <a:r>
              <a:t>packages/coding-agent/test/collapsible-message-components.test.ts</a:t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>packages/coding-agent/test/themed-text.test.ts</a:t>
            </a:r>
          </a:p>
          <a:p xmlns:a="http://schemas.openxmlformats.org/drawingml/2006/main">
            <a:r>
              <a:t>packages/coding-agent/test/edit-tool-no-full-redraw.test.ts</a:t>
            </a:r>
          </a:p>
          <a:p xmlns:a="http://schemas.openxmlformats.org/drawingml/2006/main">
            <a:r>
              <a:t>packages/coding-agent/test/suite/regressions/8611-thinking-toggle-pending-bash-output.test.ts</a:t>
            </a:r>
          </a:p>
          <a:p xmlns:a="http://schemas.openxmlformats.org/drawingml/2006/main">
            <a:r>
              <a:t>packages/coding-agent/test/user-message.test.ts</a:t>
            </a:r>
          </a:p>
          <a:p xmlns:a="http://schemas.openxmlformats.org/drawingml/2006/main">
            <a:r>
              <a:t>packages/coding-agent/test/compaction-summary-reasoning.test.ts</a:t>
            </a:r>
          </a:p>
          <a:p xmlns:a="http://schemas.openxmlformats.org/drawingml/2006/main">
            <a:r>
              <a:t>packages/coding-agent/test/suite/agent-session-compaction.test.ts</a:t>
            </a:r>
          </a:p>
          <a:p xmlns:a="http://schemas.openxmlformats.org/drawingml/2006/main">
            <a:r>
              <a:t>packages/coding-agent/test/compaction-nested-calls.test.ts</a:t>
            </a:r>
          </a:p>
          <a:p xmlns:a="http://schemas.openxmlformats.org/drawingml/2006/main">
            <a:r>
              <a:t>packages/coding-agent/test/compaction-serialization.test.ts</a:t>
            </a:r>
          </a:p>
          <a:p xmlns:a="http://schemas.openxmlformats.org/drawingml/2006/main">
            <a:r>
              <a:t>packages/coding-agent/test/http-dispatcher.test.ts</a:t>
            </a:r>
          </a:p>
          <a:p xmlns:a="http://schemas.openxmlformats.org/drawingml/2006/main">
            <a:r>
              <a:t>packages/coding-agent/test/settings-manager.test.ts</a:t>
            </a:r>
          </a:p>
          <a:p xmlns:a="http://schemas.openxmlformats.org/drawingml/2006/main">
            <a:r>
              <a:t>packages/coding-agent/test/radius.test.ts</a:t>
            </a:r>
          </a:p>
          <a:p xmlns:a="http://schemas.openxmlformats.org/drawingml/2006/main">
            <a:r>
              <a:t>packages/coding-agent/test/system-prompt.test.ts</a:t>
            </a:r>
          </a:p>
          <a:p xmlns:a="http://schemas.openxmlformats.org/drawingml/2006/main">
            <a:r>
              <a:t>packages/evals/test/harness.test.ts</a:t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>packages/coding-agent/test/mcp-extension.test.ts</a:t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输入“读取配置并解释”，模型需要先调用工具再回答。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处理用户输入并准备运行</a:t>
            </a:r>
          </a:p>
          <a:p xmlns:a="http://schemas.openxmlformats.org/drawingml/2006/main">
            <a:r>
              <a:t>进入 AgentSession.prompt，辨认命令、扩展输入处理和真正开始运行的条件；自定义消息也有运行准备入口。</a:t>
            </a:r>
          </a:p>
          <a:p xmlns:a="http://schemas.openxmlformats.org/drawingml/2006/main">
            <a:r>
              <a:t>输入：用户消息</a:t>
            </a:r>
          </a:p>
          <a:p xmlns:a="http://schemas.openxmlformats.org/drawingml/2006/main">
            <a:r>
              <a:t>输出：本轮输入和运行准备状态</a:t>
            </a:r>
          </a:p>
          <a:p xmlns:a="http://schemas.openxmlformats.org/drawingml/2006/main">
            <a:r>
              <a:t>入口线索：AgentSession.prompt / steer / followUp</a:t>
            </a:r>
          </a:p>
          <a:p xmlns:a="http://schemas.openxmlformats.org/drawingml/2006/main">
            <a:r>
              <a:t>职责：agent_end 后仍可能继续；agent_settled 是完成自动处理后的通知边界。</a:t>
            </a:r>
          </a:p>
          <a:p xmlns:a="http://schemas.openxmlformats.org/drawingml/2006/main">
            <a:r>
              <a:t>源码：packages/coding-agent/src/core/agent-session.ts</a:t>
            </a:r>
          </a:p>
          <a:p xmlns:a="http://schemas.openxmlformats.org/drawingml/2006/main">
            <a:r>
              <a:t>packages/coding-agent/src/core/messages.ts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构造模型上下文与工具集</a:t>
            </a:r>
          </a:p>
          <a:p xmlns:a="http://schemas.openxmlformats.org/drawingml/2006/main">
            <a:r>
              <a:t>核对当前工具暴露和 Loadout，再追踪上下文转换。模型看到的声明与宿主可执行工具必须保持对应。</a:t>
            </a:r>
          </a:p>
          <a:p xmlns:a="http://schemas.openxmlformats.org/drawingml/2006/main">
            <a:r>
              <a:t>输入：会话消息与已注册工具</a:t>
            </a:r>
          </a:p>
          <a:p xmlns:a="http://schemas.openxmlformats.org/drawingml/2006/main">
            <a:r>
              <a:t>输出：本次请求的消息和工具声明</a:t>
            </a:r>
          </a:p>
          <a:p xmlns:a="http://schemas.openxmlformats.org/drawingml/2006/main">
            <a:r>
              <a:t>入口线索：ToolExposure；prepareLoadout；getAllTools；namespace</a:t>
            </a:r>
          </a:p>
          <a:p xmlns:a="http://schemas.openxmlformats.org/drawingml/2006/main">
            <a:r>
              <a:t>职责：模型声明不代表所有注册工具；annotations、outputSchema 与 structuredContent 承载额外契约。</a:t>
            </a:r>
          </a:p>
          <a:p xmlns:a="http://schemas.openxmlformats.org/drawingml/2006/main">
            <a:r>
              <a:t>源码：packages/coding-agent/src/core/agent-session.ts</a:t>
            </a:r>
          </a:p>
          <a:p xmlns:a="http://schemas.openxmlformats.org/drawingml/2006/main">
            <a:r>
              <a:t>packages/coding-agent/src/core/extensions/runner.ts</a:t>
            </a:r>
          </a:p>
          <a:p xmlns:a="http://schemas.openxmlformats.org/drawingml/2006/main">
            <a:r>
              <a:t>packages/coding-agent/src/core/extensions/types.ts</a:t>
            </a:r>
          </a:p>
          <a:p xmlns:a="http://schemas.openxmlformats.org/drawingml/2006/main">
            <a:r>
              <a:t>packages/coding-agent/src/extensions/codemode/tool.ts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调用模型并收集完整消息</a:t>
            </a:r>
          </a:p>
          <a:p xmlns:a="http://schemas.openxmlformats.org/drawingml/2006/main">
            <a:r>
              <a:t>沿请求准备、流事件到 assistant 完成，标出消息入状态与工具预检之间的屏障。</a:t>
            </a:r>
          </a:p>
          <a:p xmlns:a="http://schemas.openxmlformats.org/drawingml/2006/main">
            <a:r>
              <a:t>输入：请求上下文</a:t>
            </a:r>
          </a:p>
          <a:p xmlns:a="http://schemas.openxmlformats.org/drawingml/2006/main">
            <a:r>
              <a:t>输出：文本或 toolCall 的完整 assistant 消息</a:t>
            </a:r>
          </a:p>
          <a:p xmlns:a="http://schemas.openxmlformats.org/drawingml/2006/main">
            <a:r>
              <a:t>入口线索：Agent.prompt / continue / abort</a:t>
            </a:r>
          </a:p>
          <a:p xmlns:a="http://schemas.openxmlformats.org/drawingml/2006/main">
            <a:r>
              <a:t>职责：当前 Agent 是内存运行循环；持久 Harness 在 pi-durable，CLI 会话由 coding-agent 管理。</a:t>
            </a:r>
          </a:p>
          <a:p xmlns:a="http://schemas.openxmlformats.org/drawingml/2006/main">
            <a:r>
              <a:t>源码：packages/agent/src/agent-loop.ts</a:t>
            </a:r>
          </a:p>
          <a:p xmlns:a="http://schemas.openxmlformats.org/drawingml/2006/main">
            <a:r>
              <a:t>packages/agent/src/agent.ts</a:t>
            </a:r>
          </a:p>
          <a:p xmlns:a="http://schemas.openxmlformats.org/drawingml/2006/main">
            <a:r>
              <a:t>packages/agent/src/stream-fn.ts</a:t>
            </a:r>
          </a:p>
          <a:p xmlns:a="http://schemas.openxmlformats.org/drawingml/2006/main">
            <a:r>
              <a:t>packages/agent/src/types.ts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执行工具并决定下一轮</a:t>
            </a:r>
          </a:p>
          <a:p xmlns:a="http://schemas.openxmlformats.org/drawingml/2006/main">
            <a:r>
              <a:t>跟踪参数验证、before/after hook、工具执行和结果。工具结果回到上下文后，循环再请求模型或按结束条件退出。</a:t>
            </a:r>
          </a:p>
          <a:p xmlns:a="http://schemas.openxmlformats.org/drawingml/2006/main">
            <a:r>
              <a:t>输入：工具名、调用 ID 和参数</a:t>
            </a:r>
          </a:p>
          <a:p xmlns:a="http://schemas.openxmlformats.org/drawingml/2006/main">
            <a:r>
              <a:t>输出：toolResult 与续轮决定</a:t>
            </a:r>
          </a:p>
          <a:p xmlns:a="http://schemas.openxmlformats.org/drawingml/2006/main">
            <a:r>
              <a:t>入口线索：runToolCall / AgentToolCallOutcome</a:t>
            </a:r>
          </a:p>
          <a:p xmlns:a="http://schemas.openxmlformats.org/drawingml/2006/main">
            <a:r>
              <a:t>职责：适合嵌套调用；宿主直接调用 tool.execute 会跳过此管线。</a:t>
            </a:r>
          </a:p>
          <a:p xmlns:a="http://schemas.openxmlformats.org/drawingml/2006/main">
            <a:r>
              <a:t>源码：packages/agent/src/agent-loop.ts</a:t>
            </a:r>
          </a:p>
          <a:p xmlns:a="http://schemas.openxmlformats.org/drawingml/2006/main">
            <a:r>
              <a:t>packages/agent/src/types.ts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保存并更新界面</a:t>
            </a:r>
          </a:p>
          <a:p xmlns:a="http://schemas.openxmlformats.org/drawingml/2006/main">
            <a:r>
              <a:t>把事件消费者、会话追加和最终显示对照起来，确认哪些数据是增量、哪些已经成为记录。</a:t>
            </a:r>
          </a:p>
          <a:p xmlns:a="http://schemas.openxmlformats.org/drawingml/2006/main">
            <a:r>
              <a:t>输入：消息与工具完成事件</a:t>
            </a:r>
          </a:p>
          <a:p xmlns:a="http://schemas.openxmlformats.org/drawingml/2006/main">
            <a:r>
              <a:t>输出：会话历史和可见回答</a:t>
            </a:r>
          </a:p>
          <a:p xmlns:a="http://schemas.openxmlformats.org/drawingml/2006/main">
            <a:r>
              <a:t>入口线索：--continue；--resume；--session；--name</a:t>
            </a:r>
          </a:p>
          <a:p xmlns:a="http://schemas.openxmlformats.org/drawingml/2006/main">
            <a:r>
              <a:t>职责：当前分支重建下一次模型上下文，内存会话可关闭持久化。</a:t>
            </a:r>
          </a:p>
          <a:p xmlns:a="http://schemas.openxmlformats.org/drawingml/2006/main">
            <a:r>
              <a:t>源码：packages/coding-agent/src/cli/session-picker.ts</a:t>
            </a:r>
          </a:p>
          <a:p xmlns:a="http://schemas.openxmlformats.org/drawingml/2006/main">
            <a:r>
              <a:t>packages/coding-agent/src/core/session-cwd.ts</a:t>
            </a:r>
          </a:p>
          <a:p xmlns:a="http://schemas.openxmlformats.org/drawingml/2006/main">
            <a:r>
              <a:t>packages/coding-agent/src/core/session-manager.ts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失败与恢复：工具失败、模型错误、用户取消和正常完成是不同结束原因。工具返回 terminate 也要结合整批结果判断。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练习：列出这次输入产生的 user、assistant(toolCall)、toolResult、assistant(answer)，为每个记录写出产生者和关键关联字段。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参考判断：toolCallId 将调用与结果关联；一个输入可包含多个模型轮次。工具完成事件顺序和最终消息顺序在并行模式中可能不同。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功能编号：UI-14, UI-15, UI-16, UI-17, TOOL-17, SES-01, SES-02, SES-03, SES-04, SES-05, SES-06, SES-07, SES-17, SES-18, SES-19, SES-20, MOD-19, EXT-03, EXT-04, EXT-07, EXT-08, EXT-09, EXT-12, EXT-13, EXT-14, EXT-15, EXT-20, EXT-23, EXT-32, EXT-33, MCP-27, INT-02, INT-03, AG-01, AG-02, AG-03, AG-04, AG-05, AG-06, AG-07, AG-08, AG-09, AG-10, AG-11, AG-12, AG-13, AG-14, AG-15, AG-16, AG-17, AG-18, AG-20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>packages/agent/README.md</a:t>
            </a:r>
          </a:p>
          <a:p xmlns:a="http://schemas.openxmlformats.org/drawingml/2006/main">
            <a:r>
              <a:t>packages/coding-agent/docs/mcp.md</a:t>
            </a:r>
          </a:p>
          <a:p xmlns:a="http://schemas.openxmlformats.org/drawingml/2006/main">
            <a:r>
              <a:t>packages/coding-agent/docs/usage.md</a:t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>packages/coding-agent/docs/keybindings.md</a:t>
            </a:r>
          </a:p>
          <a:p xmlns:a="http://schemas.openxmlformats.org/drawingml/2006/main">
            <a:r>
              <a:t>packages/agent/CHANGELOG.md</a:t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>packages/coding-agent/docs/sessions.md</a:t>
            </a:r>
          </a:p>
          <a:p xmlns:a="http://schemas.openxmlformats.org/drawingml/2006/main">
            <a:r>
              <a:t>packages/coding-agent/docs/slash-commands.md</a:t>
            </a:r>
          </a:p>
          <a:p xmlns:a="http://schemas.openxmlformats.org/drawingml/2006/main">
            <a:r>
              <a:t>packages/coding-agent/docs/compaction.md</a:t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>packages/agent/test/agent-loop.test.ts</a:t>
            </a:r>
          </a:p>
          <a:p xmlns:a="http://schemas.openxmlformats.org/drawingml/2006/main">
            <a:r>
              <a:t>packages/agent/test/utils/calculate.ts</a:t>
            </a:r>
          </a:p>
          <a:p xmlns:a="http://schemas.openxmlformats.org/drawingml/2006/main">
            <a:r>
              <a:t>packages/agent/test/utils/get-current-time.ts</a:t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>packages/coding-agent/test/branch-summarization.test.ts</a:t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>packages/coding-agent/test/cache-stats.test.ts</a:t>
            </a:r>
          </a:p>
          <a:p xmlns:a="http://schemas.openxmlformats.org/drawingml/2006/main">
            <a:r>
              <a:t>packages/coding-agent/test/compaction.test.ts</a:t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>packages/coding-agent/test/interactive-mode-compaction.test.ts</a:t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>packages/coding-agent/test/sdk-openrouter-attribution.test.ts</a:t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>packages/coding-agent/test/session-context-edit.test.ts</a:t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>packages/coding-agent/test/session-info-modified-timestamp.test.ts</a:t>
            </a:r>
          </a:p>
          <a:p xmlns:a="http://schemas.openxmlformats.org/drawingml/2006/main">
            <a:r>
              <a:t>packages/coding-agent/test/session-manager/build-context.test.ts</a:t>
            </a:r>
          </a:p>
          <a:p xmlns:a="http://schemas.openxmlformats.org/drawingml/2006/main">
            <a:r>
              <a:t>packages/coding-agent/test/session-manager/custom-session-id.test.ts</a:t>
            </a:r>
          </a:p>
          <a:p xmlns:a="http://schemas.openxmlformats.org/drawingml/2006/main">
            <a:r>
              <a:t>packages/coding-agent/test/session-manager/file-operations.test.ts</a:t>
            </a:r>
          </a:p>
          <a:p xmlns:a="http://schemas.openxmlformats.org/drawingml/2006/main">
            <a:r>
              <a:t>packages/coding-agent/test/session-manager/labels.test.ts</a:t>
            </a:r>
          </a:p>
          <a:p xmlns:a="http://schemas.openxmlformats.org/drawingml/2006/main">
            <a:r>
              <a:t>packages/coding-agent/test/session-manager/load-entries.test.ts</a:t>
            </a:r>
          </a:p>
          <a:p xmlns:a="http://schemas.openxmlformats.org/drawingml/2006/main">
            <a:r>
              <a:t>packages/coding-agent/test/session-manager/migration.test.ts</a:t>
            </a:r>
          </a:p>
          <a:p xmlns:a="http://schemas.openxmlformats.org/drawingml/2006/main">
            <a:r>
              <a:t>packages/coding-agent/test/session-manager/save-entry.test.ts</a:t>
            </a:r>
          </a:p>
          <a:p xmlns:a="http://schemas.openxmlformats.org/drawingml/2006/main">
            <a:r>
              <a:t>packages/coding-agent/test/session-manager/tree-traversal.test.ts</a:t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>packages/coding-agent/test/session-selector-search.test.ts</a:t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>packages/coding-agent/test/suite/lax-message-content.test.ts</a:t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>packages/coding-agent/test/suite/regressions/7497-session-discovery-symlink.test.ts</a:t>
            </a:r>
          </a:p>
          <a:p xmlns:a="http://schemas.openxmlformats.org/drawingml/2006/main">
            <a:r>
              <a:t>packages/coding-agent/test/suite/regressions/8989-fork-compaction-label-boundary.test.ts</a:t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>packages/coding-agent/test/keybindings-migration.test.ts</a:t>
            </a:r>
          </a:p>
          <a:p xmlns:a="http://schemas.openxmlformats.org/drawingml/2006/main">
            <a:r>
              <a:t>packages/coding-agent/test/keybindings.test.ts</a:t>
            </a:r>
          </a:p>
          <a:p xmlns:a="http://schemas.openxmlformats.org/drawingml/2006/main">
            <a:r>
              <a:t>packages/coding-agent/test/mcp-manager-view.test.ts</a:t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>packages/coding-agent/test/assistant-message.test.ts</a:t>
            </a:r>
          </a:p>
          <a:p xmlns:a="http://schemas.openxmlformats.org/drawingml/2006/main">
            <a:r>
              <a:t>packages/coding-agent/test/streaming-render-debug.ts</a:t>
            </a:r>
          </a:p>
          <a:p xmlns:a="http://schemas.openxmlformats.org/drawingml/2006/main">
            <a:r>
              <a:t>packages/coding-agent/test/bash-execution-width.test.ts</a:t>
            </a:r>
          </a:p>
          <a:p xmlns:a="http://schemas.openxmlformats.org/drawingml/2006/main">
            <a:r>
              <a:t>packages/coding-agent/test/collapsible-message-components.test.ts</a:t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>packages/coding-agent/test/themed-text.test.ts</a:t>
            </a:r>
          </a:p>
          <a:p xmlns:a="http://schemas.openxmlformats.org/drawingml/2006/main">
            <a:r>
              <a:t>packages/coding-agent/test/edit-tool-no-full-redraw.test.ts</a:t>
            </a:r>
          </a:p>
          <a:p xmlns:a="http://schemas.openxmlformats.org/drawingml/2006/main">
            <a:r>
              <a:t>packages/coding-agent/test/suite/regressions/8611-thinking-toggle-pending-bash-output.test.ts</a:t>
            </a:r>
          </a:p>
          <a:p xmlns:a="http://schemas.openxmlformats.org/drawingml/2006/main">
            <a:r>
              <a:t>packages/coding-agent/test/user-message.test.ts</a:t>
            </a:r>
          </a:p>
          <a:p xmlns:a="http://schemas.openxmlformats.org/drawingml/2006/main">
            <a:r>
              <a:t>packages/coding-agent/test/compaction-summary-reasoning.test.ts</a:t>
            </a:r>
          </a:p>
          <a:p xmlns:a="http://schemas.openxmlformats.org/drawingml/2006/main">
            <a:r>
              <a:t>packages/coding-agent/test/suite/agent-session-compaction.test.ts</a:t>
            </a:r>
          </a:p>
          <a:p xmlns:a="http://schemas.openxmlformats.org/drawingml/2006/main">
            <a:r>
              <a:t>packages/coding-agent/test/compaction-nested-calls.test.ts</a:t>
            </a:r>
          </a:p>
          <a:p xmlns:a="http://schemas.openxmlformats.org/drawingml/2006/main">
            <a:r>
              <a:t>packages/coding-agent/test/compaction-serialization.test.ts</a:t>
            </a:r>
          </a:p>
          <a:p xmlns:a="http://schemas.openxmlformats.org/drawingml/2006/main">
            <a:r>
              <a:t>packages/coding-agent/test/http-dispatcher.test.ts</a:t>
            </a:r>
          </a:p>
          <a:p xmlns:a="http://schemas.openxmlformats.org/drawingml/2006/main">
            <a:r>
              <a:t>packages/coding-agent/test/settings-manager.test.ts</a:t>
            </a:r>
          </a:p>
          <a:p xmlns:a="http://schemas.openxmlformats.org/drawingml/2006/main">
            <a:r>
              <a:t>packages/coding-agent/test/radius.test.ts</a:t>
            </a:r>
          </a:p>
          <a:p xmlns:a="http://schemas.openxmlformats.org/drawingml/2006/main">
            <a:r>
              <a:t>packages/coding-agent/test/system-prompt.test.ts</a:t>
            </a:r>
          </a:p>
          <a:p xmlns:a="http://schemas.openxmlformats.org/drawingml/2006/main">
            <a:r>
              <a:t>packages/evals/test/harness.test.ts</a:t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>packages/coding-agent/test/mcp-extension.test.ts</a:t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输入“读取配置并解释”，模型需要先调用工具再回答。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处理用户输入并准备运行</a:t>
            </a:r>
          </a:p>
          <a:p xmlns:a="http://schemas.openxmlformats.org/drawingml/2006/main">
            <a:r>
              <a:t>进入 AgentSession.prompt，辨认命令、扩展输入处理和真正开始运行的条件；自定义消息也有运行准备入口。</a:t>
            </a:r>
          </a:p>
          <a:p xmlns:a="http://schemas.openxmlformats.org/drawingml/2006/main">
            <a:r>
              <a:t>输入：用户消息</a:t>
            </a:r>
          </a:p>
          <a:p xmlns:a="http://schemas.openxmlformats.org/drawingml/2006/main">
            <a:r>
              <a:t>输出：本轮输入和运行准备状态</a:t>
            </a:r>
          </a:p>
          <a:p xmlns:a="http://schemas.openxmlformats.org/drawingml/2006/main">
            <a:r>
              <a:t>入口线索：AgentSession.prompt / steer / followUp</a:t>
            </a:r>
          </a:p>
          <a:p xmlns:a="http://schemas.openxmlformats.org/drawingml/2006/main">
            <a:r>
              <a:t>职责：agent_end 后仍可能继续；agent_settled 是完成自动处理后的通知边界。</a:t>
            </a:r>
          </a:p>
          <a:p xmlns:a="http://schemas.openxmlformats.org/drawingml/2006/main">
            <a:r>
              <a:t>源码：packages/coding-agent/src/core/agent-session.ts</a:t>
            </a:r>
          </a:p>
          <a:p xmlns:a="http://schemas.openxmlformats.org/drawingml/2006/main">
            <a:r>
              <a:t>packages/coding-agent/src/core/messages.ts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构造模型上下文与工具集</a:t>
            </a:r>
          </a:p>
          <a:p xmlns:a="http://schemas.openxmlformats.org/drawingml/2006/main">
            <a:r>
              <a:t>核对当前工具暴露和 Loadout，再追踪上下文转换。模型看到的声明与宿主可执行工具必须保持对应。</a:t>
            </a:r>
          </a:p>
          <a:p xmlns:a="http://schemas.openxmlformats.org/drawingml/2006/main">
            <a:r>
              <a:t>输入：会话消息与已注册工具</a:t>
            </a:r>
          </a:p>
          <a:p xmlns:a="http://schemas.openxmlformats.org/drawingml/2006/main">
            <a:r>
              <a:t>输出：本次请求的消息和工具声明</a:t>
            </a:r>
          </a:p>
          <a:p xmlns:a="http://schemas.openxmlformats.org/drawingml/2006/main">
            <a:r>
              <a:t>入口线索：ToolExposure；prepareLoadout；getAllTools；namespace</a:t>
            </a:r>
          </a:p>
          <a:p xmlns:a="http://schemas.openxmlformats.org/drawingml/2006/main">
            <a:r>
              <a:t>职责：模型声明不代表所有注册工具；annotations、outputSchema 与 structuredContent 承载额外契约。</a:t>
            </a:r>
          </a:p>
          <a:p xmlns:a="http://schemas.openxmlformats.org/drawingml/2006/main">
            <a:r>
              <a:t>源码：packages/coding-agent/src/core/agent-session.ts</a:t>
            </a:r>
          </a:p>
          <a:p xmlns:a="http://schemas.openxmlformats.org/drawingml/2006/main">
            <a:r>
              <a:t>packages/coding-agent/src/core/extensions/runner.ts</a:t>
            </a:r>
          </a:p>
          <a:p xmlns:a="http://schemas.openxmlformats.org/drawingml/2006/main">
            <a:r>
              <a:t>packages/coding-agent/src/core/extensions/types.ts</a:t>
            </a:r>
          </a:p>
          <a:p xmlns:a="http://schemas.openxmlformats.org/drawingml/2006/main">
            <a:r>
              <a:t>packages/coding-agent/src/extensions/codemode/tool.ts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调用模型并收集完整消息</a:t>
            </a:r>
          </a:p>
          <a:p xmlns:a="http://schemas.openxmlformats.org/drawingml/2006/main">
            <a:r>
              <a:t>沿请求准备、流事件到 assistant 完成，标出消息入状态与工具预检之间的屏障。</a:t>
            </a:r>
          </a:p>
          <a:p xmlns:a="http://schemas.openxmlformats.org/drawingml/2006/main">
            <a:r>
              <a:t>输入：请求上下文</a:t>
            </a:r>
          </a:p>
          <a:p xmlns:a="http://schemas.openxmlformats.org/drawingml/2006/main">
            <a:r>
              <a:t>输出：文本或 toolCall 的完整 assistant 消息</a:t>
            </a:r>
          </a:p>
          <a:p xmlns:a="http://schemas.openxmlformats.org/drawingml/2006/main">
            <a:r>
              <a:t>入口线索：Agent.prompt / continue / abort</a:t>
            </a:r>
          </a:p>
          <a:p xmlns:a="http://schemas.openxmlformats.org/drawingml/2006/main">
            <a:r>
              <a:t>职责：当前 Agent 是内存运行循环；持久 Harness 在 pi-durable，CLI 会话由 coding-agent 管理。</a:t>
            </a:r>
          </a:p>
          <a:p xmlns:a="http://schemas.openxmlformats.org/drawingml/2006/main">
            <a:r>
              <a:t>源码：packages/agent/src/agent-loop.ts</a:t>
            </a:r>
          </a:p>
          <a:p xmlns:a="http://schemas.openxmlformats.org/drawingml/2006/main">
            <a:r>
              <a:t>packages/agent/src/agent.ts</a:t>
            </a:r>
          </a:p>
          <a:p xmlns:a="http://schemas.openxmlformats.org/drawingml/2006/main">
            <a:r>
              <a:t>packages/agent/src/stream-fn.ts</a:t>
            </a:r>
          </a:p>
          <a:p xmlns:a="http://schemas.openxmlformats.org/drawingml/2006/main">
            <a:r>
              <a:t>packages/agent/src/types.ts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执行工具并决定下一轮</a:t>
            </a:r>
          </a:p>
          <a:p xmlns:a="http://schemas.openxmlformats.org/drawingml/2006/main">
            <a:r>
              <a:t>跟踪参数验证、before/after hook、工具执行和结果。工具结果回到上下文后，循环再请求模型或按结束条件退出。</a:t>
            </a:r>
          </a:p>
          <a:p xmlns:a="http://schemas.openxmlformats.org/drawingml/2006/main">
            <a:r>
              <a:t>输入：工具名、调用 ID 和参数</a:t>
            </a:r>
          </a:p>
          <a:p xmlns:a="http://schemas.openxmlformats.org/drawingml/2006/main">
            <a:r>
              <a:t>输出：toolResult 与续轮决定</a:t>
            </a:r>
          </a:p>
          <a:p xmlns:a="http://schemas.openxmlformats.org/drawingml/2006/main">
            <a:r>
              <a:t>入口线索：runToolCall / AgentToolCallOutcome</a:t>
            </a:r>
          </a:p>
          <a:p xmlns:a="http://schemas.openxmlformats.org/drawingml/2006/main">
            <a:r>
              <a:t>职责：适合嵌套调用；宿主直接调用 tool.execute 会跳过此管线。</a:t>
            </a:r>
          </a:p>
          <a:p xmlns:a="http://schemas.openxmlformats.org/drawingml/2006/main">
            <a:r>
              <a:t>源码：packages/agent/src/agent-loop.ts</a:t>
            </a:r>
          </a:p>
          <a:p xmlns:a="http://schemas.openxmlformats.org/drawingml/2006/main">
            <a:r>
              <a:t>packages/agent/src/types.ts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保存并更新界面</a:t>
            </a:r>
          </a:p>
          <a:p xmlns:a="http://schemas.openxmlformats.org/drawingml/2006/main">
            <a:r>
              <a:t>把事件消费者、会话追加和最终显示对照起来，确认哪些数据是增量、哪些已经成为记录。</a:t>
            </a:r>
          </a:p>
          <a:p xmlns:a="http://schemas.openxmlformats.org/drawingml/2006/main">
            <a:r>
              <a:t>输入：消息与工具完成事件</a:t>
            </a:r>
          </a:p>
          <a:p xmlns:a="http://schemas.openxmlformats.org/drawingml/2006/main">
            <a:r>
              <a:t>输出：会话历史和可见回答</a:t>
            </a:r>
          </a:p>
          <a:p xmlns:a="http://schemas.openxmlformats.org/drawingml/2006/main">
            <a:r>
              <a:t>入口线索：--continue；--resume；--session；--name</a:t>
            </a:r>
          </a:p>
          <a:p xmlns:a="http://schemas.openxmlformats.org/drawingml/2006/main">
            <a:r>
              <a:t>职责：当前分支重建下一次模型上下文，内存会话可关闭持久化。</a:t>
            </a:r>
          </a:p>
          <a:p xmlns:a="http://schemas.openxmlformats.org/drawingml/2006/main">
            <a:r>
              <a:t>源码：packages/coding-agent/src/cli/session-picker.ts</a:t>
            </a:r>
          </a:p>
          <a:p xmlns:a="http://schemas.openxmlformats.org/drawingml/2006/main">
            <a:r>
              <a:t>packages/coding-agent/src/core/session-cwd.ts</a:t>
            </a:r>
          </a:p>
          <a:p xmlns:a="http://schemas.openxmlformats.org/drawingml/2006/main">
            <a:r>
              <a:t>packages/coding-agent/src/core/session-manager.ts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失败与恢复：工具失败、模型错误、用户取消和正常完成是不同结束原因。工具返回 terminate 也要结合整批结果判断。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练习：列出这次输入产生的 user、assistant(toolCall)、toolResult、assistant(answer)，为每个记录写出产生者和关键关联字段。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参考判断：toolCallId 将调用与结果关联；一个输入可包含多个模型轮次。工具完成事件顺序和最终消息顺序在并行模式中可能不同。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功能编号：UI-14, UI-15, UI-16, UI-17, TOOL-17, SES-01, SES-02, SES-03, SES-04, SES-05, SES-06, SES-07, SES-17, SES-18, SES-19, SES-20, MOD-19, EXT-03, EXT-04, EXT-07, EXT-08, EXT-09, EXT-12, EXT-13, EXT-14, EXT-15, EXT-20, EXT-23, EXT-32, EXT-33, MCP-27, INT-02, INT-03, AG-01, AG-02, AG-03, AG-04, AG-05, AG-06, AG-07, AG-08, AG-09, AG-10, AG-11, AG-12, AG-13, AG-14, AG-15, AG-16, AG-17, AG-18, AG-20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>packages/agent/README.md</a:t>
            </a:r>
          </a:p>
          <a:p xmlns:a="http://schemas.openxmlformats.org/drawingml/2006/main">
            <a:r>
              <a:t>packages/coding-agent/docs/mcp.md</a:t>
            </a:r>
          </a:p>
          <a:p xmlns:a="http://schemas.openxmlformats.org/drawingml/2006/main">
            <a:r>
              <a:t>packages/coding-agent/docs/usage.md</a:t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>packages/coding-agent/docs/keybindings.md</a:t>
            </a:r>
          </a:p>
          <a:p xmlns:a="http://schemas.openxmlformats.org/drawingml/2006/main">
            <a:r>
              <a:t>packages/agent/CHANGELOG.md</a:t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>packages/coding-agent/docs/sessions.md</a:t>
            </a:r>
          </a:p>
          <a:p xmlns:a="http://schemas.openxmlformats.org/drawingml/2006/main">
            <a:r>
              <a:t>packages/coding-agent/docs/slash-commands.md</a:t>
            </a:r>
          </a:p>
          <a:p xmlns:a="http://schemas.openxmlformats.org/drawingml/2006/main">
            <a:r>
              <a:t>packages/coding-agent/docs/compaction.md</a:t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>packages/agent/test/agent-loop.test.ts</a:t>
            </a:r>
          </a:p>
          <a:p xmlns:a="http://schemas.openxmlformats.org/drawingml/2006/main">
            <a:r>
              <a:t>packages/agent/test/utils/calculate.ts</a:t>
            </a:r>
          </a:p>
          <a:p xmlns:a="http://schemas.openxmlformats.org/drawingml/2006/main">
            <a:r>
              <a:t>packages/agent/test/utils/get-current-time.ts</a:t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>packages/coding-agent/test/branch-summarization.test.ts</a:t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>packages/coding-agent/test/cache-stats.test.ts</a:t>
            </a:r>
          </a:p>
          <a:p xmlns:a="http://schemas.openxmlformats.org/drawingml/2006/main">
            <a:r>
              <a:t>packages/coding-agent/test/compaction.test.ts</a:t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>packages/coding-agent/test/interactive-mode-compaction.test.ts</a:t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>packages/coding-agent/test/sdk-openrouter-attribution.test.ts</a:t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>packages/coding-agent/test/session-context-edit.test.ts</a:t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>packages/coding-agent/test/session-info-modified-timestamp.test.ts</a:t>
            </a:r>
          </a:p>
          <a:p xmlns:a="http://schemas.openxmlformats.org/drawingml/2006/main">
            <a:r>
              <a:t>packages/coding-agent/test/session-manager/build-context.test.ts</a:t>
            </a:r>
          </a:p>
          <a:p xmlns:a="http://schemas.openxmlformats.org/drawingml/2006/main">
            <a:r>
              <a:t>packages/coding-agent/test/session-manager/custom-session-id.test.ts</a:t>
            </a:r>
          </a:p>
          <a:p xmlns:a="http://schemas.openxmlformats.org/drawingml/2006/main">
            <a:r>
              <a:t>packages/coding-agent/test/session-manager/file-operations.test.ts</a:t>
            </a:r>
          </a:p>
          <a:p xmlns:a="http://schemas.openxmlformats.org/drawingml/2006/main">
            <a:r>
              <a:t>packages/coding-agent/test/session-manager/labels.test.ts</a:t>
            </a:r>
          </a:p>
          <a:p xmlns:a="http://schemas.openxmlformats.org/drawingml/2006/main">
            <a:r>
              <a:t>packages/coding-agent/test/session-manager/load-entries.test.ts</a:t>
            </a:r>
          </a:p>
          <a:p xmlns:a="http://schemas.openxmlformats.org/drawingml/2006/main">
            <a:r>
              <a:t>packages/coding-agent/test/session-manager/migration.test.ts</a:t>
            </a:r>
          </a:p>
          <a:p xmlns:a="http://schemas.openxmlformats.org/drawingml/2006/main">
            <a:r>
              <a:t>packages/coding-agent/test/session-manager/save-entry.test.ts</a:t>
            </a:r>
          </a:p>
          <a:p xmlns:a="http://schemas.openxmlformats.org/drawingml/2006/main">
            <a:r>
              <a:t>packages/coding-agent/test/session-manager/tree-traversal.test.ts</a:t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>packages/coding-agent/test/session-selector-search.test.ts</a:t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>packages/coding-agent/test/suite/lax-message-content.test.ts</a:t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>packages/coding-agent/test/suite/regressions/7497-session-discovery-symlink.test.ts</a:t>
            </a:r>
          </a:p>
          <a:p xmlns:a="http://schemas.openxmlformats.org/drawingml/2006/main">
            <a:r>
              <a:t>packages/coding-agent/test/suite/regressions/8989-fork-compaction-label-boundary.test.ts</a:t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>packages/coding-agent/test/keybindings-migration.test.ts</a:t>
            </a:r>
          </a:p>
          <a:p xmlns:a="http://schemas.openxmlformats.org/drawingml/2006/main">
            <a:r>
              <a:t>packages/coding-agent/test/keybindings.test.ts</a:t>
            </a:r>
          </a:p>
          <a:p xmlns:a="http://schemas.openxmlformats.org/drawingml/2006/main">
            <a:r>
              <a:t>packages/coding-agent/test/mcp-manager-view.test.ts</a:t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>packages/coding-agent/test/assistant-message.test.ts</a:t>
            </a:r>
          </a:p>
          <a:p xmlns:a="http://schemas.openxmlformats.org/drawingml/2006/main">
            <a:r>
              <a:t>packages/coding-agent/test/streaming-render-debug.ts</a:t>
            </a:r>
          </a:p>
          <a:p xmlns:a="http://schemas.openxmlformats.org/drawingml/2006/main">
            <a:r>
              <a:t>packages/coding-agent/test/bash-execution-width.test.ts</a:t>
            </a:r>
          </a:p>
          <a:p xmlns:a="http://schemas.openxmlformats.org/drawingml/2006/main">
            <a:r>
              <a:t>packages/coding-agent/test/collapsible-message-components.test.ts</a:t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>packages/coding-agent/test/themed-text.test.ts</a:t>
            </a:r>
          </a:p>
          <a:p xmlns:a="http://schemas.openxmlformats.org/drawingml/2006/main">
            <a:r>
              <a:t>packages/coding-agent/test/edit-tool-no-full-redraw.test.ts</a:t>
            </a:r>
          </a:p>
          <a:p xmlns:a="http://schemas.openxmlformats.org/drawingml/2006/main">
            <a:r>
              <a:t>packages/coding-agent/test/suite/regressions/8611-thinking-toggle-pending-bash-output.test.ts</a:t>
            </a:r>
          </a:p>
          <a:p xmlns:a="http://schemas.openxmlformats.org/drawingml/2006/main">
            <a:r>
              <a:t>packages/coding-agent/test/user-message.test.ts</a:t>
            </a:r>
          </a:p>
          <a:p xmlns:a="http://schemas.openxmlformats.org/drawingml/2006/main">
            <a:r>
              <a:t>packages/coding-agent/test/compaction-summary-reasoning.test.ts</a:t>
            </a:r>
          </a:p>
          <a:p xmlns:a="http://schemas.openxmlformats.org/drawingml/2006/main">
            <a:r>
              <a:t>packages/coding-agent/test/suite/agent-session-compaction.test.ts</a:t>
            </a:r>
          </a:p>
          <a:p xmlns:a="http://schemas.openxmlformats.org/drawingml/2006/main">
            <a:r>
              <a:t>packages/coding-agent/test/compaction-nested-calls.test.ts</a:t>
            </a:r>
          </a:p>
          <a:p xmlns:a="http://schemas.openxmlformats.org/drawingml/2006/main">
            <a:r>
              <a:t>packages/coding-agent/test/compaction-serialization.test.ts</a:t>
            </a:r>
          </a:p>
          <a:p xmlns:a="http://schemas.openxmlformats.org/drawingml/2006/main">
            <a:r>
              <a:t>packages/coding-agent/test/http-dispatcher.test.ts</a:t>
            </a:r>
          </a:p>
          <a:p xmlns:a="http://schemas.openxmlformats.org/drawingml/2006/main">
            <a:r>
              <a:t>packages/coding-agent/test/settings-manager.test.ts</a:t>
            </a:r>
          </a:p>
          <a:p xmlns:a="http://schemas.openxmlformats.org/drawingml/2006/main">
            <a:r>
              <a:t>packages/coding-agent/test/radius.test.ts</a:t>
            </a:r>
          </a:p>
          <a:p xmlns:a="http://schemas.openxmlformats.org/drawingml/2006/main">
            <a:r>
              <a:t>packages/coding-agent/test/system-prompt.test.ts</a:t>
            </a:r>
          </a:p>
          <a:p xmlns:a="http://schemas.openxmlformats.org/drawingml/2006/main">
            <a:r>
              <a:t>packages/evals/test/harness.test.ts</a:t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>packages/coding-agent/test/mcp-extension.test.ts</a:t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模型或工具仍在运行时，用户补充要求或按下取消。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区分输入队列</a:t>
            </a:r>
          </a:p>
          <a:p xmlns:a="http://schemas.openxmlformats.org/drawingml/2006/main">
            <a:r>
              <a:t>追踪 steer 与 followUp 的入口和队列模式，确认它们在哪个边界参与下一轮。</a:t>
            </a:r>
          </a:p>
          <a:p xmlns:a="http://schemas.openxmlformats.org/drawingml/2006/main">
            <a:r>
              <a:t>输入：运行中的 Agent 与新增消息</a:t>
            </a:r>
          </a:p>
          <a:p xmlns:a="http://schemas.openxmlformats.org/drawingml/2006/main">
            <a:r>
              <a:t>输出：待处理队列</a:t>
            </a:r>
          </a:p>
          <a:p xmlns:a="http://schemas.openxmlformats.org/drawingml/2006/main">
            <a:r>
              <a:t>入口线索：AgentSession.prompt / steer / followUp</a:t>
            </a:r>
          </a:p>
          <a:p xmlns:a="http://schemas.openxmlformats.org/drawingml/2006/main">
            <a:r>
              <a:t>职责：agent_end 后仍可能继续；agent_settled 是完成自动处理后的通知边界。</a:t>
            </a:r>
          </a:p>
          <a:p xmlns:a="http://schemas.openxmlformats.org/drawingml/2006/main">
            <a:r>
              <a:t>源码：packages/coding-agent/src/core/agent-session.ts</a:t>
            </a:r>
          </a:p>
          <a:p xmlns:a="http://schemas.openxmlformats.org/drawingml/2006/main">
            <a:r>
              <a:t>packages/coding-agent/src/core/messages.ts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观察工具批次</a:t>
            </a:r>
          </a:p>
          <a:p xmlns:a="http://schemas.openxmlformats.org/drawingml/2006/main">
            <a:r>
              <a:t>阅读并行与顺序模式，分别记录预检、执行完成和 toolResult 发出的顺序。</a:t>
            </a:r>
          </a:p>
          <a:p xmlns:a="http://schemas.openxmlformats.org/drawingml/2006/main">
            <a:r>
              <a:t>输入：多个 toolCall</a:t>
            </a:r>
          </a:p>
          <a:p xmlns:a="http://schemas.openxmlformats.org/drawingml/2006/main">
            <a:r>
              <a:t>输出：完成事件和最终结果顺序</a:t>
            </a:r>
          </a:p>
          <a:p xmlns:a="http://schemas.openxmlformats.org/drawingml/2006/main">
            <a:r>
              <a:t>入口线索：Agent.prompt / continue / abort</a:t>
            </a:r>
          </a:p>
          <a:p xmlns:a="http://schemas.openxmlformats.org/drawingml/2006/main">
            <a:r>
              <a:t>职责：当前 Agent 是内存运行循环；持久 Harness 在 pi-durable，CLI 会话由 coding-agent 管理。</a:t>
            </a:r>
          </a:p>
          <a:p xmlns:a="http://schemas.openxmlformats.org/drawingml/2006/main">
            <a:r>
              <a:t>源码：packages/agent/src/agent-loop.ts</a:t>
            </a:r>
          </a:p>
          <a:p xmlns:a="http://schemas.openxmlformats.org/drawingml/2006/main">
            <a:r>
              <a:t>packages/agent/src/agent.ts</a:t>
            </a:r>
          </a:p>
          <a:p xmlns:a="http://schemas.openxmlformats.org/drawingml/2006/main">
            <a:r>
              <a:t>packages/agent/src/stream-fn.ts</a:t>
            </a:r>
          </a:p>
          <a:p xmlns:a="http://schemas.openxmlformats.org/drawingml/2006/main">
            <a:r>
              <a:t>packages/agent/src/types.ts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传播取消信号</a:t>
            </a:r>
          </a:p>
          <a:p xmlns:a="http://schemas.openxmlformats.org/drawingml/2006/main">
            <a:r>
              <a:t>从 abort 到工具 signal 的消费位置，核对可中断操作和已经发生的副作用。</a:t>
            </a:r>
          </a:p>
          <a:p xmlns:a="http://schemas.openxmlformats.org/drawingml/2006/main">
            <a:r>
              <a:t>输入：AbortSignal</a:t>
            </a:r>
          </a:p>
          <a:p xmlns:a="http://schemas.openxmlformats.org/drawingml/2006/main">
            <a:r>
              <a:t>输出：取消结果或已完成结果</a:t>
            </a:r>
          </a:p>
          <a:p xmlns:a="http://schemas.openxmlformats.org/drawingml/2006/main">
            <a:r>
              <a:t>入口线索：runToolCall / AgentToolCallOutcome</a:t>
            </a:r>
          </a:p>
          <a:p xmlns:a="http://schemas.openxmlformats.org/drawingml/2006/main">
            <a:r>
              <a:t>职责：适合嵌套调用；宿主直接调用 tool.execute 会跳过此管线。</a:t>
            </a:r>
          </a:p>
          <a:p xmlns:a="http://schemas.openxmlformats.org/drawingml/2006/main">
            <a:r>
              <a:t>源码：packages/agent/src/agent-loop.ts</a:t>
            </a:r>
          </a:p>
          <a:p xmlns:a="http://schemas.openxmlformats.org/drawingml/2006/main">
            <a:r>
              <a:t>packages/agent/src/types.ts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等待实际收尾</a:t>
            </a:r>
          </a:p>
          <a:p xmlns:a="http://schemas.openxmlformats.org/drawingml/2006/main">
            <a:r>
              <a:t>比较 agent_end、agent_settled 与 waitForIdle，观察异步订阅者是否仍在完成工作。</a:t>
            </a:r>
          </a:p>
          <a:p xmlns:a="http://schemas.openxmlformats.org/drawingml/2006/main">
            <a:r>
              <a:t>输入：循环终止与订阅者工作</a:t>
            </a:r>
          </a:p>
          <a:p xmlns:a="http://schemas.openxmlformats.org/drawingml/2006/main">
            <a:r>
              <a:t>输出：稳定的空闲状态和程序状态</a:t>
            </a:r>
          </a:p>
          <a:p xmlns:a="http://schemas.openxmlformats.org/drawingml/2006/main">
            <a:r>
              <a:t>入口线索：PI_PROGRAM_STATUS；agent_settled.aborted</a:t>
            </a:r>
          </a:p>
          <a:p xmlns:a="http://schemas.openxmlformats.org/drawingml/2006/main">
            <a:r>
              <a:t>职责：状态协议依赖终端能力；会话最终通知仍在自动重试与压缩处理之后。</a:t>
            </a:r>
          </a:p>
          <a:p xmlns:a="http://schemas.openxmlformats.org/drawingml/2006/main">
            <a:r>
              <a:t>源码：packages/coding-agent/src/core/agent-session.ts</a:t>
            </a:r>
          </a:p>
          <a:p xmlns:a="http://schemas.openxmlformats.org/drawingml/2006/main">
            <a:r>
              <a:t>packages/coding-agent/src/modes/interactive/program-status-reporter.ts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失败与恢复：取消不会自动撤销已写文件。agent_end 发出也不一定说明所有被等待的订阅者已经结束。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练习：用 faux 测试设计：一个慢工具、一个快工具、一个排队输入；写出事件与消息的预期顺序。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参考判断：并行完成事件可按完成顺序发出，结果消息保持源顺序；下一轮取队列受模式和循环轮询点控制。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功能编号：UI-14, UI-15, UI-16, UI-17, UI-25, TOOL-17, SES-17, MOD-19, EXT-03, EXT-07, EXT-08, EXT-23, EXT-24, INT-02, INT-03, AG-01, AG-02, AG-03, AG-04, AG-05, AG-06, AG-07, AG-08, AG-09, AG-10, AG-11, AG-12, AG-13, AG-14, AG-15, AG-16, AG-17, AG-18, AG-20, OTH-42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packages/agent/README.md</a:t>
            </a:r>
          </a:p>
          <a:p xmlns:a="http://schemas.openxmlformats.org/drawingml/2006/main">
            <a:r>
              <a:t>packages/coding-agent/docs/terminal-setup.md</a:t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packages/coding-agent/docs/usage.md</a:t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>packages/coding-agent/docs/keybindings.md</a:t>
            </a:r>
          </a:p>
          <a:p xmlns:a="http://schemas.openxmlformats.org/drawingml/2006/main">
            <a:r>
              <a:t>packages/agent/CHANGELOG.md</a:t>
            </a:r>
          </a:p>
          <a:p xmlns:a="http://schemas.openxmlformats.org/drawingml/2006/main">
            <a:r>
              <a:t>packages/coding-agent/docs/compaction.md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>packages/coding-agent/docs/json.md</a:t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>packages/agent/test/agent-loop.test.ts</a:t>
            </a:r>
          </a:p>
          <a:p xmlns:a="http://schemas.openxmlformats.org/drawingml/2006/main">
            <a:r>
              <a:t>packages/agent/test/utils/calculate.ts</a:t>
            </a:r>
          </a:p>
          <a:p xmlns:a="http://schemas.openxmlformats.org/drawingml/2006/main">
            <a:r>
              <a:t>packages/agent/test/utils/get-current-time.ts</a:t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>packages/coding-agent/test/keybindings-migration.test.ts</a:t>
            </a:r>
          </a:p>
          <a:p xmlns:a="http://schemas.openxmlformats.org/drawingml/2006/main">
            <a:r>
              <a:t>packages/coding-agent/test/keybindings.test.ts</a:t>
            </a:r>
          </a:p>
          <a:p xmlns:a="http://schemas.openxmlformats.org/drawingml/2006/main">
            <a:r>
              <a:t>packages/coding-agent/test/mcp-manager-view.test.ts</a:t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packages/coding-agent/test/assistant-message.test.ts</a:t>
            </a:r>
          </a:p>
          <a:p xmlns:a="http://schemas.openxmlformats.org/drawingml/2006/main">
            <a:r>
              <a:t>packages/coding-agent/test/streaming-render-debug.ts</a:t>
            </a:r>
          </a:p>
          <a:p xmlns:a="http://schemas.openxmlformats.org/drawingml/2006/main">
            <a:r>
              <a:t>packages/coding-agent/test/bash-execution-width.test.ts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packages/coding-agent/test/collapsible-message-components.test.ts</a:t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packages/coding-agent/test/session-selector-search.test.ts</a:t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>packages/coding-agent/test/themed-text.test.ts</a:t>
            </a:r>
          </a:p>
          <a:p xmlns:a="http://schemas.openxmlformats.org/drawingml/2006/main">
            <a:r>
              <a:t>packages/coding-agent/test/edit-tool-no-full-redraw.test.ts</a:t>
            </a:r>
          </a:p>
          <a:p xmlns:a="http://schemas.openxmlformats.org/drawingml/2006/main">
            <a:r>
              <a:t>packages/coding-agent/test/suite/regressions/8611-thinking-toggle-pending-bash-output.test.ts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packages/coding-agent/test/user-message.test.ts</a:t>
            </a:r>
          </a:p>
          <a:p xmlns:a="http://schemas.openxmlformats.org/drawingml/2006/main">
            <a:r>
              <a:t>packages/coding-agent/test/branch-summarization.test.ts</a:t>
            </a:r>
          </a:p>
          <a:p xmlns:a="http://schemas.openxmlformats.org/drawingml/2006/main">
            <a:r>
              <a:t>packages/coding-agent/test/compaction-summary-reasoning.test.ts</a:t>
            </a:r>
          </a:p>
          <a:p xmlns:a="http://schemas.openxmlformats.org/drawingml/2006/main">
            <a:r>
              <a:t>packages/coding-agent/test/compaction.test.ts</a:t>
            </a:r>
          </a:p>
          <a:p xmlns:a="http://schemas.openxmlformats.org/drawingml/2006/main">
            <a:r>
              <a:t>packages/coding-agent/test/session-context-edit.test.ts</a:t>
            </a:r>
          </a:p>
          <a:p xmlns:a="http://schemas.openxmlformats.org/drawingml/2006/main">
            <a:r>
              <a:t>packages/coding-agent/test/suite/agent-session-compaction.test.ts</a:t>
            </a:r>
          </a:p>
          <a:p xmlns:a="http://schemas.openxmlformats.org/drawingml/2006/main">
            <a:r>
              <a:t>packages/coding-agent/test/compaction-nested-calls.test.ts</a:t>
            </a:r>
          </a:p>
          <a:p xmlns:a="http://schemas.openxmlformats.org/drawingml/2006/main">
            <a:r>
              <a:t>packages/coding-agent/test/compaction-serialization.test.ts</a:t>
            </a:r>
          </a:p>
          <a:p xmlns:a="http://schemas.openxmlformats.org/drawingml/2006/main">
            <a:r>
              <a:t>packages/coding-agent/test/http-dispatcher.test.ts</a:t>
            </a:r>
          </a:p>
          <a:p xmlns:a="http://schemas.openxmlformats.org/drawingml/2006/main">
            <a:r>
              <a:t>packages/coding-agent/test/settings-manager.test.ts</a:t>
            </a:r>
          </a:p>
          <a:p xmlns:a="http://schemas.openxmlformats.org/drawingml/2006/main">
            <a:r>
              <a:t>packages/coding-agent/test/radius.test.ts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>packages/coding-agent/test/sdk-openrouter-attribution.test.ts</a:t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模型或工具仍在运行时，用户补充要求或按下取消。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区分输入队列</a:t>
            </a:r>
          </a:p>
          <a:p xmlns:a="http://schemas.openxmlformats.org/drawingml/2006/main">
            <a:r>
              <a:t>追踪 steer 与 followUp 的入口和队列模式，确认它们在哪个边界参与下一轮。</a:t>
            </a:r>
          </a:p>
          <a:p xmlns:a="http://schemas.openxmlformats.org/drawingml/2006/main">
            <a:r>
              <a:t>输入：运行中的 Agent 与新增消息</a:t>
            </a:r>
          </a:p>
          <a:p xmlns:a="http://schemas.openxmlformats.org/drawingml/2006/main">
            <a:r>
              <a:t>输出：待处理队列</a:t>
            </a:r>
          </a:p>
          <a:p xmlns:a="http://schemas.openxmlformats.org/drawingml/2006/main">
            <a:r>
              <a:t>入口线索：AgentSession.prompt / steer / followUp</a:t>
            </a:r>
          </a:p>
          <a:p xmlns:a="http://schemas.openxmlformats.org/drawingml/2006/main">
            <a:r>
              <a:t>职责：agent_end 后仍可能继续；agent_settled 是完成自动处理后的通知边界。</a:t>
            </a:r>
          </a:p>
          <a:p xmlns:a="http://schemas.openxmlformats.org/drawingml/2006/main">
            <a:r>
              <a:t>源码：packages/coding-agent/src/core/agent-session.ts</a:t>
            </a:r>
          </a:p>
          <a:p xmlns:a="http://schemas.openxmlformats.org/drawingml/2006/main">
            <a:r>
              <a:t>packages/coding-agent/src/core/messages.ts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观察工具批次</a:t>
            </a:r>
          </a:p>
          <a:p xmlns:a="http://schemas.openxmlformats.org/drawingml/2006/main">
            <a:r>
              <a:t>阅读并行与顺序模式，分别记录预检、执行完成和 toolResult 发出的顺序。</a:t>
            </a:r>
          </a:p>
          <a:p xmlns:a="http://schemas.openxmlformats.org/drawingml/2006/main">
            <a:r>
              <a:t>输入：多个 toolCall</a:t>
            </a:r>
          </a:p>
          <a:p xmlns:a="http://schemas.openxmlformats.org/drawingml/2006/main">
            <a:r>
              <a:t>输出：完成事件和最终结果顺序</a:t>
            </a:r>
          </a:p>
          <a:p xmlns:a="http://schemas.openxmlformats.org/drawingml/2006/main">
            <a:r>
              <a:t>入口线索：Agent.prompt / continue / abort</a:t>
            </a:r>
          </a:p>
          <a:p xmlns:a="http://schemas.openxmlformats.org/drawingml/2006/main">
            <a:r>
              <a:t>职责：当前 Agent 是内存运行循环；持久 Harness 在 pi-durable，CLI 会话由 coding-agent 管理。</a:t>
            </a:r>
          </a:p>
          <a:p xmlns:a="http://schemas.openxmlformats.org/drawingml/2006/main">
            <a:r>
              <a:t>源码：packages/agent/src/agent-loop.ts</a:t>
            </a:r>
          </a:p>
          <a:p xmlns:a="http://schemas.openxmlformats.org/drawingml/2006/main">
            <a:r>
              <a:t>packages/agent/src/agent.ts</a:t>
            </a:r>
          </a:p>
          <a:p xmlns:a="http://schemas.openxmlformats.org/drawingml/2006/main">
            <a:r>
              <a:t>packages/agent/src/stream-fn.ts</a:t>
            </a:r>
          </a:p>
          <a:p xmlns:a="http://schemas.openxmlformats.org/drawingml/2006/main">
            <a:r>
              <a:t>packages/agent/src/types.ts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传播取消信号</a:t>
            </a:r>
          </a:p>
          <a:p xmlns:a="http://schemas.openxmlformats.org/drawingml/2006/main">
            <a:r>
              <a:t>从 abort 到工具 signal 的消费位置，核对可中断操作和已经发生的副作用。</a:t>
            </a:r>
          </a:p>
          <a:p xmlns:a="http://schemas.openxmlformats.org/drawingml/2006/main">
            <a:r>
              <a:t>输入：AbortSignal</a:t>
            </a:r>
          </a:p>
          <a:p xmlns:a="http://schemas.openxmlformats.org/drawingml/2006/main">
            <a:r>
              <a:t>输出：取消结果或已完成结果</a:t>
            </a:r>
          </a:p>
          <a:p xmlns:a="http://schemas.openxmlformats.org/drawingml/2006/main">
            <a:r>
              <a:t>入口线索：runToolCall / AgentToolCallOutcome</a:t>
            </a:r>
          </a:p>
          <a:p xmlns:a="http://schemas.openxmlformats.org/drawingml/2006/main">
            <a:r>
              <a:t>职责：适合嵌套调用；宿主直接调用 tool.execute 会跳过此管线。</a:t>
            </a:r>
          </a:p>
          <a:p xmlns:a="http://schemas.openxmlformats.org/drawingml/2006/main">
            <a:r>
              <a:t>源码：packages/agent/src/agent-loop.ts</a:t>
            </a:r>
          </a:p>
          <a:p xmlns:a="http://schemas.openxmlformats.org/drawingml/2006/main">
            <a:r>
              <a:t>packages/agent/src/types.ts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等待实际收尾</a:t>
            </a:r>
          </a:p>
          <a:p xmlns:a="http://schemas.openxmlformats.org/drawingml/2006/main">
            <a:r>
              <a:t>比较 agent_end、agent_settled 与 waitForIdle，观察异步订阅者是否仍在完成工作。</a:t>
            </a:r>
          </a:p>
          <a:p xmlns:a="http://schemas.openxmlformats.org/drawingml/2006/main">
            <a:r>
              <a:t>输入：循环终止与订阅者工作</a:t>
            </a:r>
          </a:p>
          <a:p xmlns:a="http://schemas.openxmlformats.org/drawingml/2006/main">
            <a:r>
              <a:t>输出：稳定的空闲状态和程序状态</a:t>
            </a:r>
          </a:p>
          <a:p xmlns:a="http://schemas.openxmlformats.org/drawingml/2006/main">
            <a:r>
              <a:t>入口线索：PI_PROGRAM_STATUS；agent_settled.aborted</a:t>
            </a:r>
          </a:p>
          <a:p xmlns:a="http://schemas.openxmlformats.org/drawingml/2006/main">
            <a:r>
              <a:t>职责：状态协议依赖终端能力；会话最终通知仍在自动重试与压缩处理之后。</a:t>
            </a:r>
          </a:p>
          <a:p xmlns:a="http://schemas.openxmlformats.org/drawingml/2006/main">
            <a:r>
              <a:t>源码：packages/coding-agent/src/core/agent-session.ts</a:t>
            </a:r>
          </a:p>
          <a:p xmlns:a="http://schemas.openxmlformats.org/drawingml/2006/main">
            <a:r>
              <a:t>packages/coding-agent/src/modes/interactive/program-status-reporter.ts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失败与恢复：取消不会自动撤销已写文件。agent_end 发出也不一定说明所有被等待的订阅者已经结束。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练习：用 faux 测试设计：一个慢工具、一个快工具、一个排队输入；写出事件与消息的预期顺序。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参考判断：并行完成事件可按完成顺序发出，结果消息保持源顺序；下一轮取队列受模式和循环轮询点控制。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功能编号：UI-14, UI-15, UI-16, UI-17, UI-25, TOOL-17, SES-17, MOD-19, EXT-03, EXT-07, EXT-08, EXT-23, EXT-24, INT-02, INT-03, AG-01, AG-02, AG-03, AG-04, AG-05, AG-06, AG-07, AG-08, AG-09, AG-10, AG-11, AG-12, AG-13, AG-14, AG-15, AG-16, AG-17, AG-18, AG-20, OTH-42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packages/agent/README.md</a:t>
            </a:r>
          </a:p>
          <a:p xmlns:a="http://schemas.openxmlformats.org/drawingml/2006/main">
            <a:r>
              <a:t>packages/coding-agent/docs/terminal-setup.md</a:t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packages/coding-agent/docs/usage.md</a:t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>packages/coding-agent/docs/keybindings.md</a:t>
            </a:r>
          </a:p>
          <a:p xmlns:a="http://schemas.openxmlformats.org/drawingml/2006/main">
            <a:r>
              <a:t>packages/agent/CHANGELOG.md</a:t>
            </a:r>
          </a:p>
          <a:p xmlns:a="http://schemas.openxmlformats.org/drawingml/2006/main">
            <a:r>
              <a:t>packages/coding-agent/docs/compaction.md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>packages/coding-agent/docs/json.md</a:t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>packages/agent/test/agent-loop.test.ts</a:t>
            </a:r>
          </a:p>
          <a:p xmlns:a="http://schemas.openxmlformats.org/drawingml/2006/main">
            <a:r>
              <a:t>packages/agent/test/utils/calculate.ts</a:t>
            </a:r>
          </a:p>
          <a:p xmlns:a="http://schemas.openxmlformats.org/drawingml/2006/main">
            <a:r>
              <a:t>packages/agent/test/utils/get-current-time.ts</a:t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>packages/coding-agent/test/keybindings-migration.test.ts</a:t>
            </a:r>
          </a:p>
          <a:p xmlns:a="http://schemas.openxmlformats.org/drawingml/2006/main">
            <a:r>
              <a:t>packages/coding-agent/test/keybindings.test.ts</a:t>
            </a:r>
          </a:p>
          <a:p xmlns:a="http://schemas.openxmlformats.org/drawingml/2006/main">
            <a:r>
              <a:t>packages/coding-agent/test/mcp-manager-view.test.ts</a:t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packages/coding-agent/test/assistant-message.test.ts</a:t>
            </a:r>
          </a:p>
          <a:p xmlns:a="http://schemas.openxmlformats.org/drawingml/2006/main">
            <a:r>
              <a:t>packages/coding-agent/test/streaming-render-debug.ts</a:t>
            </a:r>
          </a:p>
          <a:p xmlns:a="http://schemas.openxmlformats.org/drawingml/2006/main">
            <a:r>
              <a:t>packages/coding-agent/test/bash-execution-width.test.ts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packages/coding-agent/test/collapsible-message-components.test.ts</a:t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packages/coding-agent/test/session-selector-search.test.ts</a:t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>packages/coding-agent/test/themed-text.test.ts</a:t>
            </a:r>
          </a:p>
          <a:p xmlns:a="http://schemas.openxmlformats.org/drawingml/2006/main">
            <a:r>
              <a:t>packages/coding-agent/test/edit-tool-no-full-redraw.test.ts</a:t>
            </a:r>
          </a:p>
          <a:p xmlns:a="http://schemas.openxmlformats.org/drawingml/2006/main">
            <a:r>
              <a:t>packages/coding-agent/test/suite/regressions/8611-thinking-toggle-pending-bash-output.test.ts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packages/coding-agent/test/user-message.test.ts</a:t>
            </a:r>
          </a:p>
          <a:p xmlns:a="http://schemas.openxmlformats.org/drawingml/2006/main">
            <a:r>
              <a:t>packages/coding-agent/test/branch-summarization.test.ts</a:t>
            </a:r>
          </a:p>
          <a:p xmlns:a="http://schemas.openxmlformats.org/drawingml/2006/main">
            <a:r>
              <a:t>packages/coding-agent/test/compaction-summary-reasoning.test.ts</a:t>
            </a:r>
          </a:p>
          <a:p xmlns:a="http://schemas.openxmlformats.org/drawingml/2006/main">
            <a:r>
              <a:t>packages/coding-agent/test/compaction.test.ts</a:t>
            </a:r>
          </a:p>
          <a:p xmlns:a="http://schemas.openxmlformats.org/drawingml/2006/main">
            <a:r>
              <a:t>packages/coding-agent/test/session-context-edit.test.ts</a:t>
            </a:r>
          </a:p>
          <a:p xmlns:a="http://schemas.openxmlformats.org/drawingml/2006/main">
            <a:r>
              <a:t>packages/coding-agent/test/suite/agent-session-compaction.test.ts</a:t>
            </a:r>
          </a:p>
          <a:p xmlns:a="http://schemas.openxmlformats.org/drawingml/2006/main">
            <a:r>
              <a:t>packages/coding-agent/test/compaction-nested-calls.test.ts</a:t>
            </a:r>
          </a:p>
          <a:p xmlns:a="http://schemas.openxmlformats.org/drawingml/2006/main">
            <a:r>
              <a:t>packages/coding-agent/test/compaction-serialization.test.ts</a:t>
            </a:r>
          </a:p>
          <a:p xmlns:a="http://schemas.openxmlformats.org/drawingml/2006/main">
            <a:r>
              <a:t>packages/coding-agent/test/http-dispatcher.test.ts</a:t>
            </a:r>
          </a:p>
          <a:p xmlns:a="http://schemas.openxmlformats.org/drawingml/2006/main">
            <a:r>
              <a:t>packages/coding-agent/test/settings-manager.test.ts</a:t>
            </a:r>
          </a:p>
          <a:p xmlns:a="http://schemas.openxmlformats.org/drawingml/2006/main">
            <a:r>
              <a:t>packages/coding-agent/test/radius.test.ts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>packages/coding-agent/test/sdk-openrouter-attribution.test.ts</a:t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模型或工具仍在运行时，用户补充要求或按下取消。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区分输入队列</a:t>
            </a:r>
          </a:p>
          <a:p xmlns:a="http://schemas.openxmlformats.org/drawingml/2006/main">
            <a:r>
              <a:t>追踪 steer 与 followUp 的入口和队列模式，确认它们在哪个边界参与下一轮。</a:t>
            </a:r>
          </a:p>
          <a:p xmlns:a="http://schemas.openxmlformats.org/drawingml/2006/main">
            <a:r>
              <a:t>输入：运行中的 Agent 与新增消息</a:t>
            </a:r>
          </a:p>
          <a:p xmlns:a="http://schemas.openxmlformats.org/drawingml/2006/main">
            <a:r>
              <a:t>输出：待处理队列</a:t>
            </a:r>
          </a:p>
          <a:p xmlns:a="http://schemas.openxmlformats.org/drawingml/2006/main">
            <a:r>
              <a:t>入口线索：AgentSession.prompt / steer / followUp</a:t>
            </a:r>
          </a:p>
          <a:p xmlns:a="http://schemas.openxmlformats.org/drawingml/2006/main">
            <a:r>
              <a:t>职责：agent_end 后仍可能继续；agent_settled 是完成自动处理后的通知边界。</a:t>
            </a:r>
          </a:p>
          <a:p xmlns:a="http://schemas.openxmlformats.org/drawingml/2006/main">
            <a:r>
              <a:t>源码：packages/coding-agent/src/core/agent-session.ts</a:t>
            </a:r>
          </a:p>
          <a:p xmlns:a="http://schemas.openxmlformats.org/drawingml/2006/main">
            <a:r>
              <a:t>packages/coding-agent/src/core/messages.ts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观察工具批次</a:t>
            </a:r>
          </a:p>
          <a:p xmlns:a="http://schemas.openxmlformats.org/drawingml/2006/main">
            <a:r>
              <a:t>阅读并行与顺序模式，分别记录预检、执行完成和 toolResult 发出的顺序。</a:t>
            </a:r>
          </a:p>
          <a:p xmlns:a="http://schemas.openxmlformats.org/drawingml/2006/main">
            <a:r>
              <a:t>输入：多个 toolCall</a:t>
            </a:r>
          </a:p>
          <a:p xmlns:a="http://schemas.openxmlformats.org/drawingml/2006/main">
            <a:r>
              <a:t>输出：完成事件和最终结果顺序</a:t>
            </a:r>
          </a:p>
          <a:p xmlns:a="http://schemas.openxmlformats.org/drawingml/2006/main">
            <a:r>
              <a:t>入口线索：Agent.prompt / continue / abort</a:t>
            </a:r>
          </a:p>
          <a:p xmlns:a="http://schemas.openxmlformats.org/drawingml/2006/main">
            <a:r>
              <a:t>职责：当前 Agent 是内存运行循环；持久 Harness 在 pi-durable，CLI 会话由 coding-agent 管理。</a:t>
            </a:r>
          </a:p>
          <a:p xmlns:a="http://schemas.openxmlformats.org/drawingml/2006/main">
            <a:r>
              <a:t>源码：packages/agent/src/agent-loop.ts</a:t>
            </a:r>
          </a:p>
          <a:p xmlns:a="http://schemas.openxmlformats.org/drawingml/2006/main">
            <a:r>
              <a:t>packages/agent/src/agent.ts</a:t>
            </a:r>
          </a:p>
          <a:p xmlns:a="http://schemas.openxmlformats.org/drawingml/2006/main">
            <a:r>
              <a:t>packages/agent/src/stream-fn.ts</a:t>
            </a:r>
          </a:p>
          <a:p xmlns:a="http://schemas.openxmlformats.org/drawingml/2006/main">
            <a:r>
              <a:t>packages/agent/src/types.ts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传播取消信号</a:t>
            </a:r>
          </a:p>
          <a:p xmlns:a="http://schemas.openxmlformats.org/drawingml/2006/main">
            <a:r>
              <a:t>从 abort 到工具 signal 的消费位置，核对可中断操作和已经发生的副作用。</a:t>
            </a:r>
          </a:p>
          <a:p xmlns:a="http://schemas.openxmlformats.org/drawingml/2006/main">
            <a:r>
              <a:t>输入：AbortSignal</a:t>
            </a:r>
          </a:p>
          <a:p xmlns:a="http://schemas.openxmlformats.org/drawingml/2006/main">
            <a:r>
              <a:t>输出：取消结果或已完成结果</a:t>
            </a:r>
          </a:p>
          <a:p xmlns:a="http://schemas.openxmlformats.org/drawingml/2006/main">
            <a:r>
              <a:t>入口线索：runToolCall / AgentToolCallOutcome</a:t>
            </a:r>
          </a:p>
          <a:p xmlns:a="http://schemas.openxmlformats.org/drawingml/2006/main">
            <a:r>
              <a:t>职责：适合嵌套调用；宿主直接调用 tool.execute 会跳过此管线。</a:t>
            </a:r>
          </a:p>
          <a:p xmlns:a="http://schemas.openxmlformats.org/drawingml/2006/main">
            <a:r>
              <a:t>源码：packages/agent/src/agent-loop.ts</a:t>
            </a:r>
          </a:p>
          <a:p xmlns:a="http://schemas.openxmlformats.org/drawingml/2006/main">
            <a:r>
              <a:t>packages/agent/src/types.ts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等待实际收尾</a:t>
            </a:r>
          </a:p>
          <a:p xmlns:a="http://schemas.openxmlformats.org/drawingml/2006/main">
            <a:r>
              <a:t>比较 agent_end、agent_settled 与 waitForIdle，观察异步订阅者是否仍在完成工作。</a:t>
            </a:r>
          </a:p>
          <a:p xmlns:a="http://schemas.openxmlformats.org/drawingml/2006/main">
            <a:r>
              <a:t>输入：循环终止与订阅者工作</a:t>
            </a:r>
          </a:p>
          <a:p xmlns:a="http://schemas.openxmlformats.org/drawingml/2006/main">
            <a:r>
              <a:t>输出：稳定的空闲状态和程序状态</a:t>
            </a:r>
          </a:p>
          <a:p xmlns:a="http://schemas.openxmlformats.org/drawingml/2006/main">
            <a:r>
              <a:t>入口线索：PI_PROGRAM_STATUS；agent_settled.aborted</a:t>
            </a:r>
          </a:p>
          <a:p xmlns:a="http://schemas.openxmlformats.org/drawingml/2006/main">
            <a:r>
              <a:t>职责：状态协议依赖终端能力；会话最终通知仍在自动重试与压缩处理之后。</a:t>
            </a:r>
          </a:p>
          <a:p xmlns:a="http://schemas.openxmlformats.org/drawingml/2006/main">
            <a:r>
              <a:t>源码：packages/coding-agent/src/core/agent-session.ts</a:t>
            </a:r>
          </a:p>
          <a:p xmlns:a="http://schemas.openxmlformats.org/drawingml/2006/main">
            <a:r>
              <a:t>packages/coding-agent/src/modes/interactive/program-status-reporter.ts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失败与恢复：取消不会自动撤销已写文件。agent_end 发出也不一定说明所有被等待的订阅者已经结束。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练习：用 faux 测试设计：一个慢工具、一个快工具、一个排队输入；写出事件与消息的预期顺序。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参考判断：并行完成事件可按完成顺序发出，结果消息保持源顺序；下一轮取队列受模式和循环轮询点控制。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功能编号：UI-14, UI-15, UI-16, UI-17, UI-25, TOOL-17, SES-17, MOD-19, EXT-03, EXT-07, EXT-08, EXT-23, EXT-24, INT-02, INT-03, AG-01, AG-02, AG-03, AG-04, AG-05, AG-06, AG-07, AG-08, AG-09, AG-10, AG-11, AG-12, AG-13, AG-14, AG-15, AG-16, AG-17, AG-18, AG-20, OTH-42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packages/agent/README.md</a:t>
            </a:r>
          </a:p>
          <a:p xmlns:a="http://schemas.openxmlformats.org/drawingml/2006/main">
            <a:r>
              <a:t>packages/coding-agent/docs/terminal-setup.md</a:t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packages/coding-agent/docs/usage.md</a:t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>packages/coding-agent/docs/keybindings.md</a:t>
            </a:r>
          </a:p>
          <a:p xmlns:a="http://schemas.openxmlformats.org/drawingml/2006/main">
            <a:r>
              <a:t>packages/agent/CHANGELOG.md</a:t>
            </a:r>
          </a:p>
          <a:p xmlns:a="http://schemas.openxmlformats.org/drawingml/2006/main">
            <a:r>
              <a:t>packages/coding-agent/docs/compaction.md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>packages/coding-agent/docs/json.md</a:t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>packages/agent/test/agent-loop.test.ts</a:t>
            </a:r>
          </a:p>
          <a:p xmlns:a="http://schemas.openxmlformats.org/drawingml/2006/main">
            <a:r>
              <a:t>packages/agent/test/utils/calculate.ts</a:t>
            </a:r>
          </a:p>
          <a:p xmlns:a="http://schemas.openxmlformats.org/drawingml/2006/main">
            <a:r>
              <a:t>packages/agent/test/utils/get-current-time.ts</a:t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>packages/coding-agent/test/keybindings-migration.test.ts</a:t>
            </a:r>
          </a:p>
          <a:p xmlns:a="http://schemas.openxmlformats.org/drawingml/2006/main">
            <a:r>
              <a:t>packages/coding-agent/test/keybindings.test.ts</a:t>
            </a:r>
          </a:p>
          <a:p xmlns:a="http://schemas.openxmlformats.org/drawingml/2006/main">
            <a:r>
              <a:t>packages/coding-agent/test/mcp-manager-view.test.ts</a:t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packages/coding-agent/test/assistant-message.test.ts</a:t>
            </a:r>
          </a:p>
          <a:p xmlns:a="http://schemas.openxmlformats.org/drawingml/2006/main">
            <a:r>
              <a:t>packages/coding-agent/test/streaming-render-debug.ts</a:t>
            </a:r>
          </a:p>
          <a:p xmlns:a="http://schemas.openxmlformats.org/drawingml/2006/main">
            <a:r>
              <a:t>packages/coding-agent/test/bash-execution-width.test.ts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packages/coding-agent/test/collapsible-message-components.test.ts</a:t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packages/coding-agent/test/session-selector-search.test.ts</a:t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>packages/coding-agent/test/themed-text.test.ts</a:t>
            </a:r>
          </a:p>
          <a:p xmlns:a="http://schemas.openxmlformats.org/drawingml/2006/main">
            <a:r>
              <a:t>packages/coding-agent/test/edit-tool-no-full-redraw.test.ts</a:t>
            </a:r>
          </a:p>
          <a:p xmlns:a="http://schemas.openxmlformats.org/drawingml/2006/main">
            <a:r>
              <a:t>packages/coding-agent/test/suite/regressions/8611-thinking-toggle-pending-bash-output.test.ts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packages/coding-agent/test/user-message.test.ts</a:t>
            </a:r>
          </a:p>
          <a:p xmlns:a="http://schemas.openxmlformats.org/drawingml/2006/main">
            <a:r>
              <a:t>packages/coding-agent/test/branch-summarization.test.ts</a:t>
            </a:r>
          </a:p>
          <a:p xmlns:a="http://schemas.openxmlformats.org/drawingml/2006/main">
            <a:r>
              <a:t>packages/coding-agent/test/compaction-summary-reasoning.test.ts</a:t>
            </a:r>
          </a:p>
          <a:p xmlns:a="http://schemas.openxmlformats.org/drawingml/2006/main">
            <a:r>
              <a:t>packages/coding-agent/test/compaction.test.ts</a:t>
            </a:r>
          </a:p>
          <a:p xmlns:a="http://schemas.openxmlformats.org/drawingml/2006/main">
            <a:r>
              <a:t>packages/coding-agent/test/session-context-edit.test.ts</a:t>
            </a:r>
          </a:p>
          <a:p xmlns:a="http://schemas.openxmlformats.org/drawingml/2006/main">
            <a:r>
              <a:t>packages/coding-agent/test/suite/agent-session-compaction.test.ts</a:t>
            </a:r>
          </a:p>
          <a:p xmlns:a="http://schemas.openxmlformats.org/drawingml/2006/main">
            <a:r>
              <a:t>packages/coding-agent/test/compaction-nested-calls.test.ts</a:t>
            </a:r>
          </a:p>
          <a:p xmlns:a="http://schemas.openxmlformats.org/drawingml/2006/main">
            <a:r>
              <a:t>packages/coding-agent/test/compaction-serialization.test.ts</a:t>
            </a:r>
          </a:p>
          <a:p xmlns:a="http://schemas.openxmlformats.org/drawingml/2006/main">
            <a:r>
              <a:t>packages/coding-agent/test/http-dispatcher.test.ts</a:t>
            </a:r>
          </a:p>
          <a:p xmlns:a="http://schemas.openxmlformats.org/drawingml/2006/main">
            <a:r>
              <a:t>packages/coding-agent/test/settings-manager.test.ts</a:t>
            </a:r>
          </a:p>
          <a:p xmlns:a="http://schemas.openxmlformats.org/drawingml/2006/main">
            <a:r>
              <a:t>packages/coding-agent/test/radius.test.ts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>packages/coding-agent/test/sdk-openrouter-attribution.test.ts</a:t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退出后继续之前的对话，或从旧消息开始探索另一条路线。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识别记录类型</a:t>
            </a:r>
          </a:p>
          <a:p xmlns:a="http://schemas.openxmlformats.org/drawingml/2006/main">
            <a:r>
              <a:t>阅读 session-format，区分 header、message、模型变化、压缩与自定义条目，找到 id 和 parentId。</a:t>
            </a:r>
          </a:p>
          <a:p xmlns:a="http://schemas.openxmlformats.org/drawingml/2006/main">
            <a:r>
              <a:t>输入：会话 JSONL</a:t>
            </a:r>
          </a:p>
          <a:p xmlns:a="http://schemas.openxmlformats.org/drawingml/2006/main">
            <a:r>
              <a:t>输出：有父子关系的条目树</a:t>
            </a:r>
          </a:p>
          <a:p xmlns:a="http://schemas.openxmlformats.org/drawingml/2006/main">
            <a:r>
              <a:t>入口线索：--continue；--resume；--session；--name</a:t>
            </a:r>
          </a:p>
          <a:p xmlns:a="http://schemas.openxmlformats.org/drawingml/2006/main">
            <a:r>
              <a:t>职责：当前分支重建下一次模型上下文，内存会话可关闭持久化。</a:t>
            </a:r>
          </a:p>
          <a:p xmlns:a="http://schemas.openxmlformats.org/drawingml/2006/main">
            <a:r>
              <a:t>源码：packages/coding-agent/src/cli/session-picker.ts</a:t>
            </a:r>
          </a:p>
          <a:p xmlns:a="http://schemas.openxmlformats.org/drawingml/2006/main">
            <a:r>
              <a:t>packages/coding-agent/src/core/session-cwd.ts</a:t>
            </a:r>
          </a:p>
          <a:p xmlns:a="http://schemas.openxmlformats.org/drawingml/2006/main">
            <a:r>
              <a:t>packages/coding-agent/src/core/session-manager.ts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定位当前分支</a:t>
            </a:r>
          </a:p>
          <a:p xmlns:a="http://schemas.openxmlformats.org/drawingml/2006/main">
            <a:r>
              <a:t>沿 /tree、/fork 和分支切换找到当前叶节点；区分新建文件与在同一树中切换。</a:t>
            </a:r>
          </a:p>
          <a:p xmlns:a="http://schemas.openxmlformats.org/drawingml/2006/main">
            <a:r>
              <a:t>输入：目标历史节点</a:t>
            </a:r>
          </a:p>
          <a:p xmlns:a="http://schemas.openxmlformats.org/drawingml/2006/main">
            <a:r>
              <a:t>输出：新的活动分支</a:t>
            </a:r>
          </a:p>
          <a:p xmlns:a="http://schemas.openxmlformats.org/drawingml/2006/main">
            <a:r>
              <a:t>入口线索：/tree；/fork；/clone</a:t>
            </a:r>
          </a:p>
          <a:p xmlns:a="http://schemas.openxmlformats.org/drawingml/2006/main">
            <a:r>
              <a:t>职责：区分同文件内的分支和新会话副本；分支敏感扩展状态需要重新恢复。</a:t>
            </a:r>
          </a:p>
          <a:p xmlns:a="http://schemas.openxmlformats.org/drawingml/2006/main">
            <a:r>
              <a:t>源码：packages/coding-agent/src/core/agent-session-runtime.ts</a:t>
            </a:r>
          </a:p>
          <a:p xmlns:a="http://schemas.openxmlformats.org/drawingml/2006/main">
            <a:r>
              <a:t>packages/coding-agent/src/core/session-manager.ts</a:t>
            </a:r>
          </a:p>
          <a:p xmlns:a="http://schemas.openxmlformats.org/drawingml/2006/main">
            <a:r>
              <a:t>packages/coding-agent/src/modes/interactive/components/tree-selector.ts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重建模型上下文</a:t>
            </a:r>
          </a:p>
          <a:p xmlns:a="http://schemas.openxmlformats.org/drawingml/2006/main">
            <a:r>
              <a:t>从当前叶向前追溯，确认摘要和消息如何投影成上下文；文件所有行不等于当前请求所有消息。</a:t>
            </a:r>
          </a:p>
          <a:p xmlns:a="http://schemas.openxmlformats.org/drawingml/2006/main">
            <a:r>
              <a:t>输入：分支路径与摘要</a:t>
            </a:r>
          </a:p>
          <a:p xmlns:a="http://schemas.openxmlformats.org/drawingml/2006/main">
            <a:r>
              <a:t>输出：当前会话上下文</a:t>
            </a:r>
          </a:p>
          <a:p xmlns:a="http://schemas.openxmlformats.org/drawingml/2006/main">
            <a:r>
              <a:t>入口线索：--continue；--resume；--session；--name</a:t>
            </a:r>
          </a:p>
          <a:p xmlns:a="http://schemas.openxmlformats.org/drawingml/2006/main">
            <a:r>
              <a:t>职责：当前分支重建下一次模型上下文，内存会话可关闭持久化。</a:t>
            </a:r>
          </a:p>
          <a:p xmlns:a="http://schemas.openxmlformats.org/drawingml/2006/main">
            <a:r>
              <a:t>源码：packages/coding-agent/src/cli/session-picker.ts</a:t>
            </a:r>
          </a:p>
          <a:p xmlns:a="http://schemas.openxmlformats.org/drawingml/2006/main">
            <a:r>
              <a:t>packages/coding-agent/src/core/session-cwd.ts</a:t>
            </a:r>
          </a:p>
          <a:p xmlns:a="http://schemas.openxmlformats.org/drawingml/2006/main">
            <a:r>
              <a:t>packages/coding-agent/src/core/session-manager.ts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恢复扩展状态</a:t>
            </a:r>
          </a:p>
          <a:p xmlns:a="http://schemas.openxmlformats.org/drawingml/2006/main">
            <a:r>
              <a:t>查看扩展 session_start / session_tree 等事件，使用保存条目重建状态，避免仅依赖进程内变量。</a:t>
            </a:r>
          </a:p>
          <a:p xmlns:a="http://schemas.openxmlformats.org/drawingml/2006/main">
            <a:r>
              <a:t>输入：恢复的会话和扩展条目</a:t>
            </a:r>
          </a:p>
          <a:p xmlns:a="http://schemas.openxmlformats.org/drawingml/2006/main">
            <a:r>
              <a:t>输出：与活动分支对应的运行状态</a:t>
            </a:r>
          </a:p>
          <a:p xmlns:a="http://schemas.openxmlformats.org/drawingml/2006/main">
            <a:r>
              <a:t>入口线索：--extension；/reload；ExtensionAPI</a:t>
            </a:r>
          </a:p>
          <a:p xmlns:a="http://schemas.openxmlformats.org/drawingml/2006/main">
            <a:r>
              <a:t>职责：工厂负责注册，runner 提供上下文与分发；原始类型注释可在 API 清单中逐项阅读。</a:t>
            </a:r>
          </a:p>
          <a:p xmlns:a="http://schemas.openxmlformats.org/drawingml/2006/main">
            <a:r>
              <a:t>源码：packages/coding-agent/src/core/event-bus.ts</a:t>
            </a:r>
          </a:p>
          <a:p xmlns:a="http://schemas.openxmlformats.org/drawingml/2006/main">
            <a:r>
              <a:t>packages/coding-agent/src/core/extensions/index.ts</a:t>
            </a:r>
          </a:p>
          <a:p xmlns:a="http://schemas.openxmlformats.org/drawingml/2006/main">
            <a:r>
              <a:t>packages/coding-agent/src/core/extensions/jiti-loader.ts</a:t>
            </a:r>
          </a:p>
          <a:p xmlns:a="http://schemas.openxmlformats.org/drawingml/2006/main">
            <a:r>
              <a:t>packages/coding-agent/src/core/extensions/jiti-static-loader.ts</a:t>
            </a:r>
          </a:p>
          <a:p xmlns:a="http://schemas.openxmlformats.org/drawingml/2006/main">
            <a:r>
              <a:t>packages/coding-agent/src/core/extensions/loader.ts</a:t>
            </a:r>
          </a:p>
          <a:p xmlns:a="http://schemas.openxmlformats.org/drawingml/2006/main">
            <a:r>
              <a:t>packages/coding-agent/src/core/extensions/runner.ts</a:t>
            </a:r>
          </a:p>
          <a:p xmlns:a="http://schemas.openxmlformats.org/drawingml/2006/main">
            <a:r>
              <a:t>packages/coding-agent/src/core/extensions/types.ts</a:t>
            </a:r>
          </a:p>
          <a:p xmlns:a="http://schemas.openxmlformats.org/drawingml/2006/main">
            <a:r>
              <a:t>packages/coding-agent/src/core/extensions/virtual-modules.ts</a:t>
            </a:r>
          </a:p>
          <a:p xmlns:a="http://schemas.openxmlformats.org/drawingml/2006/main">
            <a:r>
              <a:t>packages/coding-agent/src/core/extensions/wrapper.ts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失败与恢复：保存成功不保证所有外部资源还能用。恢复时模型、扩展版本与工作目录变化都需要单独诊断。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练习：创建一条三条消息的纸面会话树，在第二条处分叉，标出两个叶节点分别会读取哪些条目。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参考判断：应沿各自 parentId 路径构建上下文，不能简单把整个 JSONL 文件顺序拼接。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功能编号：SES-01, SES-02, SES-03, SES-04, SES-05, SES-06, SES-07, SES-09, SES-10, SES-11, SES-12, SES-18, SES-19, SES-20, CFG-10, EXT-01, EXT-02, EXT-05, EXT-06, EXT-07, EXT-08, EXT-16, EXT-17, EXT-18, EXT-19, EXT-20, EXT-21, EXT-22, EXT-25, EXT-27, EXT-28, EXT-30, INT-06, OTH-52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packages/agent/README.md</a:t>
            </a:r>
          </a:p>
          <a:p xmlns:a="http://schemas.openxmlformats.org/drawingml/2006/main">
            <a:r>
              <a:t>packages/tui/README.md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packages/coding-agent/docs/sessions.md</a:t>
            </a:r>
          </a:p>
          <a:p xmlns:a="http://schemas.openxmlformats.org/drawingml/2006/main">
            <a:r>
              <a:t>packages/coding-agent/docs/keybindings.md</a:t>
            </a:r>
          </a:p>
          <a:p xmlns:a="http://schemas.openxmlformats.org/drawingml/2006/main">
            <a:r>
              <a:t>packages/coding-agent/docs/slash-commands.md</a:t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>packages/coding-agent/docs/rpc-extension-ui.md</a:t>
            </a:r>
          </a:p>
          <a:p xmlns:a="http://schemas.openxmlformats.org/drawingml/2006/main">
            <a:r>
              <a:t>packages/coding-agent/docs/virtual-models.md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packages/coding-agent/test/branch-summarization.test.ts</a:t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>packages/coding-agent/test/cache-stats.test.ts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packages/coding-agent/test/compaction.test.ts</a:t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>packages/coding-agent/test/interactive-mode-compaction.test.ts</a:t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packages/coding-agent/test/sdk-openrouter-attribution.test.ts</a:t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packages/coding-agent/test/session-context-edit.test.ts</a:t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>packages/coding-agent/test/session-info-modified-timestamp.test.ts</a:t>
            </a:r>
          </a:p>
          <a:p xmlns:a="http://schemas.openxmlformats.org/drawingml/2006/main">
            <a:r>
              <a:t>packages/coding-agent/test/session-manager/build-context.test.ts</a:t>
            </a:r>
          </a:p>
          <a:p xmlns:a="http://schemas.openxmlformats.org/drawingml/2006/main">
            <a:r>
              <a:t>packages/coding-agent/test/session-manager/custom-session-id.test.ts</a:t>
            </a:r>
          </a:p>
          <a:p xmlns:a="http://schemas.openxmlformats.org/drawingml/2006/main">
            <a:r>
              <a:t>packages/coding-agent/test/session-manager/file-operations.test.ts</a:t>
            </a:r>
          </a:p>
          <a:p xmlns:a="http://schemas.openxmlformats.org/drawingml/2006/main">
            <a:r>
              <a:t>packages/coding-agent/test/session-manager/labels.test.ts</a:t>
            </a:r>
          </a:p>
          <a:p xmlns:a="http://schemas.openxmlformats.org/drawingml/2006/main">
            <a:r>
              <a:t>packages/coding-agent/test/session-manager/load-entries.test.ts</a:t>
            </a:r>
          </a:p>
          <a:p xmlns:a="http://schemas.openxmlformats.org/drawingml/2006/main">
            <a:r>
              <a:t>packages/coding-agent/test/session-manager/migration.test.ts</a:t>
            </a:r>
          </a:p>
          <a:p xmlns:a="http://schemas.openxmlformats.org/drawingml/2006/main">
            <a:r>
              <a:t>packages/coding-agent/test/session-manager/save-entry.test.ts</a:t>
            </a:r>
          </a:p>
          <a:p xmlns:a="http://schemas.openxmlformats.org/drawingml/2006/main">
            <a:r>
              <a:t>packages/coding-agent/test/session-manager/tree-traversal.test.ts</a:t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>packages/coding-agent/test/session-selector-search.test.ts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packages/coding-agent/test/suite/lax-message-content.test.ts</a:t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packages/coding-agent/test/suite/regressions/7497-session-discovery-symlink.test.ts</a:t>
            </a:r>
          </a:p>
          <a:p xmlns:a="http://schemas.openxmlformats.org/drawingml/2006/main">
            <a:r>
              <a:t>packages/coding-agent/test/suite/regressions/8989-fork-compaction-label-boundary.test.ts</a:t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>packages/coding-agent/test/resource-loader-theme.test.ts</a:t>
            </a:r>
          </a:p>
          <a:p xmlns:a="http://schemas.openxmlformats.org/drawingml/2006/main">
            <a:r>
              <a:t>packages/coding-agent/test/suite/regressions/2781-skill-collision-precedence.test.ts</a:t>
            </a:r>
          </a:p>
          <a:p xmlns:a="http://schemas.openxmlformats.org/drawingml/2006/main">
            <a:r>
              <a:t>packages/coding-agent/test/suite/regressions/3616-settings-inmemory-reload.test.ts</a:t>
            </a:r>
          </a:p>
          <a:p xmlns:a="http://schemas.openxmlformats.org/drawingml/2006/main">
            <a:r>
              <a:t>packages/coding-agent/test/suite/regressions/6260-inline-extension-naming.test.ts</a:t>
            </a:r>
          </a:p>
          <a:p xmlns:a="http://schemas.openxmlformats.org/drawingml/2006/main">
            <a:r>
              <a:t>packages/coding-agent/test/skills.test.ts</a:t>
            </a:r>
          </a:p>
          <a:p xmlns:a="http://schemas.openxmlformats.org/drawingml/2006/main">
            <a:r>
              <a:t>packages/coding-agent/test/system-prompt.test.ts</a:t>
            </a:r>
          </a:p>
          <a:p xmlns:a="http://schemas.openxmlformats.org/drawingml/2006/main">
            <a:r>
              <a:t>packages/agent/test/agent-loop.test.ts</a:t>
            </a:r>
          </a:p>
          <a:p xmlns:a="http://schemas.openxmlformats.org/drawingml/2006/main">
            <a:r>
              <a:t>packages/agent/test/utils/calculate.ts</a:t>
            </a:r>
          </a:p>
          <a:p xmlns:a="http://schemas.openxmlformats.org/drawingml/2006/main">
            <a:r>
              <a:t>packages/agent/test/utils/get-current-time.ts</a:t>
            </a:r>
          </a:p>
          <a:p xmlns:a="http://schemas.openxmlformats.org/drawingml/2006/main">
            <a:r>
              <a:t>packages/coding-agent/test/assistant-message.test.ts</a:t>
            </a:r>
          </a:p>
          <a:p xmlns:a="http://schemas.openxmlformats.org/drawingml/2006/main">
            <a:r>
              <a:t>packages/coding-agent/test/streaming-render-debug.ts</a:t>
            </a:r>
          </a:p>
          <a:p xmlns:a="http://schemas.openxmlformats.org/drawingml/2006/main">
            <a:r>
              <a:t>packages/coding-agent/test/bash-execution-width.test.ts</a:t>
            </a:r>
          </a:p>
          <a:p xmlns:a="http://schemas.openxmlformats.org/drawingml/2006/main">
            <a:r>
              <a:t>packages/coding-agent/test/collapsible-message-components.test.ts</a:t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>packages/coding-agent/test/themed-text.test.ts</a:t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>packages/coding-agent/test/edit-tool-no-full-redraw.test.ts</a:t>
            </a:r>
          </a:p>
          <a:p xmlns:a="http://schemas.openxmlformats.org/drawingml/2006/main">
            <a:r>
              <a:t>packages/coding-agent/test/suite/regressions/8611-thinking-toggle-pending-bash-output.test.ts</a:t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>packages/coding-agent/test/user-message.test.ts</a:t>
            </a:r>
          </a:p>
          <a:p xmlns:a="http://schemas.openxmlformats.org/drawingml/2006/main">
            <a:r>
              <a:t>packages/tui/test/chat-simple.ts</a:t>
            </a:r>
          </a:p>
          <a:p xmlns:a="http://schemas.openxmlformats.org/drawingml/2006/main">
            <a:r>
              <a:t>packages/tui/test/editor-history-keybindings.test.ts</a:t>
            </a:r>
          </a:p>
          <a:p xmlns:a="http://schemas.openxmlformats.org/drawingml/2006/main">
            <a:r>
              <a:t>packages/tui/test/editor.test.ts</a:t>
            </a:r>
          </a:p>
          <a:p xmlns:a="http://schemas.openxmlformats.org/drawingml/2006/main">
            <a:r>
              <a:t>packages/tui/test/mouse-components.test.ts</a:t>
            </a:r>
          </a:p>
          <a:p xmlns:a="http://schemas.openxmlformats.org/drawingml/2006/main">
            <a:r>
              <a:t>packages/tui/test/layout.test.ts</a:t>
            </a:r>
          </a:p>
          <a:p xmlns:a="http://schemas.openxmlformats.org/drawingml/2006/main">
            <a:r>
              <a:t>packages/tui/test/tui-alt-screen.test.ts</a:t>
            </a:r>
          </a:p>
          <a:p xmlns:a="http://schemas.openxmlformats.org/drawingml/2006/main">
            <a:r>
              <a:t>packages/tui/test/image-test.ts</a:t>
            </a:r>
          </a:p>
          <a:p xmlns:a="http://schemas.openxmlformats.org/drawingml/2006/main">
            <a:r>
              <a:t>packages/tui/test/terminal-image.test.ts</a:t>
            </a:r>
          </a:p>
          <a:p xmlns:a="http://schemas.openxmlformats.org/drawingml/2006/main">
            <a:r>
              <a:t>packages/tui/test/tui-render.test.ts</a:t>
            </a:r>
          </a:p>
          <a:p xmlns:a="http://schemas.openxmlformats.org/drawingml/2006/main">
            <a:r>
              <a:t>packages/tui/test/input.test.ts</a:t>
            </a:r>
          </a:p>
          <a:p xmlns:a="http://schemas.openxmlformats.org/drawingml/2006/main">
            <a:r>
              <a:t>packages/tui/test/alt-screen-large-transcript-bench.ts</a:t>
            </a:r>
          </a:p>
          <a:p xmlns:a="http://schemas.openxmlformats.org/drawingml/2006/main">
            <a:r>
              <a:t>packages/tui/test/markdown.test.ts</a:t>
            </a:r>
          </a:p>
          <a:p xmlns:a="http://schemas.openxmlformats.org/drawingml/2006/main">
            <a:r>
              <a:t>packages/tui/test/render-churn-bench.ts</a:t>
            </a:r>
          </a:p>
          <a:p xmlns:a="http://schemas.openxmlformats.org/drawingml/2006/main">
            <a:r>
              <a:t>packages/tui/test/select-list.test.ts</a:t>
            </a:r>
          </a:p>
          <a:p xmlns:a="http://schemas.openxmlformats.org/drawingml/2006/main">
            <a:r>
              <a:t>packages/tui/test/settings-list.test.ts</a:t>
            </a:r>
          </a:p>
          <a:p xmlns:a="http://schemas.openxmlformats.org/drawingml/2006/main">
            <a:r>
              <a:t>packages/tui/test/truncated-text.test.ts</a:t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>packages/coding-agent/test/jev-router-example.test.ts</a:t>
            </a:r>
          </a:p>
          <a:p xmlns:a="http://schemas.openxmlformats.org/drawingml/2006/main">
            <a:r>
              <a:t>packages/coding-agent/test/bash-close-hang-windows.test.ts</a:t>
            </a:r>
          </a:p>
          <a:p xmlns:a="http://schemas.openxmlformats.org/drawingml/2006/main">
            <a:r>
              <a:t>packages/coding-agent/test/suite/agent-session-bash-persistence.test.ts</a:t>
            </a:r>
          </a:p>
          <a:p xmlns:a="http://schemas.openxmlformats.org/drawingml/2006/main">
            <a:r>
              <a:t>packages/coding-agent/test/suite/regressions/5208-late-bash-output.test.ts</a:t>
            </a:r>
          </a:p>
          <a:p xmlns:a="http://schemas.openxmlformats.org/drawingml/2006/main">
            <a:r>
              <a:t>packages/coding-agent/test/tool-system-prompt-contributions.test.ts</a:t>
            </a:r>
          </a:p>
          <a:p xmlns:a="http://schemas.openxmlformats.org/drawingml/2006/main">
            <a:r>
              <a:t>packages/coding-agent/test/powershell-tool.test.ts</a:t>
            </a:r>
          </a:p>
          <a:p xmlns:a="http://schemas.openxmlformats.org/drawingml/2006/main">
            <a:r>
              <a:t>packages/coding-agent/test/resolve-config-value.test.ts</a:t>
            </a:r>
          </a:p>
          <a:p xmlns:a="http://schemas.openxmlformats.org/drawingml/2006/main">
            <a:r>
              <a:t>packages/coding-agent/test/suite/regressions/6596-taskkill-enoent.test.ts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退出后继续之前的对话，或从旧消息开始探索另一条路线。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识别记录类型</a:t>
            </a:r>
          </a:p>
          <a:p xmlns:a="http://schemas.openxmlformats.org/drawingml/2006/main">
            <a:r>
              <a:t>阅读 session-format，区分 header、message、模型变化、压缩与自定义条目，找到 id 和 parentId。</a:t>
            </a:r>
          </a:p>
          <a:p xmlns:a="http://schemas.openxmlformats.org/drawingml/2006/main">
            <a:r>
              <a:t>输入：会话 JSONL</a:t>
            </a:r>
          </a:p>
          <a:p xmlns:a="http://schemas.openxmlformats.org/drawingml/2006/main">
            <a:r>
              <a:t>输出：有父子关系的条目树</a:t>
            </a:r>
          </a:p>
          <a:p xmlns:a="http://schemas.openxmlformats.org/drawingml/2006/main">
            <a:r>
              <a:t>入口线索：--continue；--resume；--session；--name</a:t>
            </a:r>
          </a:p>
          <a:p xmlns:a="http://schemas.openxmlformats.org/drawingml/2006/main">
            <a:r>
              <a:t>职责：当前分支重建下一次模型上下文，内存会话可关闭持久化。</a:t>
            </a:r>
          </a:p>
          <a:p xmlns:a="http://schemas.openxmlformats.org/drawingml/2006/main">
            <a:r>
              <a:t>源码：packages/coding-agent/src/cli/session-picker.ts</a:t>
            </a:r>
          </a:p>
          <a:p xmlns:a="http://schemas.openxmlformats.org/drawingml/2006/main">
            <a:r>
              <a:t>packages/coding-agent/src/core/session-cwd.ts</a:t>
            </a:r>
          </a:p>
          <a:p xmlns:a="http://schemas.openxmlformats.org/drawingml/2006/main">
            <a:r>
              <a:t>packages/coding-agent/src/core/session-manager.ts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定位当前分支</a:t>
            </a:r>
          </a:p>
          <a:p xmlns:a="http://schemas.openxmlformats.org/drawingml/2006/main">
            <a:r>
              <a:t>沿 /tree、/fork 和分支切换找到当前叶节点；区分新建文件与在同一树中切换。</a:t>
            </a:r>
          </a:p>
          <a:p xmlns:a="http://schemas.openxmlformats.org/drawingml/2006/main">
            <a:r>
              <a:t>输入：目标历史节点</a:t>
            </a:r>
          </a:p>
          <a:p xmlns:a="http://schemas.openxmlformats.org/drawingml/2006/main">
            <a:r>
              <a:t>输出：新的活动分支</a:t>
            </a:r>
          </a:p>
          <a:p xmlns:a="http://schemas.openxmlformats.org/drawingml/2006/main">
            <a:r>
              <a:t>入口线索：/tree；/fork；/clone</a:t>
            </a:r>
          </a:p>
          <a:p xmlns:a="http://schemas.openxmlformats.org/drawingml/2006/main">
            <a:r>
              <a:t>职责：区分同文件内的分支和新会话副本；分支敏感扩展状态需要重新恢复。</a:t>
            </a:r>
          </a:p>
          <a:p xmlns:a="http://schemas.openxmlformats.org/drawingml/2006/main">
            <a:r>
              <a:t>源码：packages/coding-agent/src/core/agent-session-runtime.ts</a:t>
            </a:r>
          </a:p>
          <a:p xmlns:a="http://schemas.openxmlformats.org/drawingml/2006/main">
            <a:r>
              <a:t>packages/coding-agent/src/core/session-manager.ts</a:t>
            </a:r>
          </a:p>
          <a:p xmlns:a="http://schemas.openxmlformats.org/drawingml/2006/main">
            <a:r>
              <a:t>packages/coding-agent/src/modes/interactive/components/tree-selector.ts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重建模型上下文</a:t>
            </a:r>
          </a:p>
          <a:p xmlns:a="http://schemas.openxmlformats.org/drawingml/2006/main">
            <a:r>
              <a:t>从当前叶向前追溯，确认摘要和消息如何投影成上下文；文件所有行不等于当前请求所有消息。</a:t>
            </a:r>
          </a:p>
          <a:p xmlns:a="http://schemas.openxmlformats.org/drawingml/2006/main">
            <a:r>
              <a:t>输入：分支路径与摘要</a:t>
            </a:r>
          </a:p>
          <a:p xmlns:a="http://schemas.openxmlformats.org/drawingml/2006/main">
            <a:r>
              <a:t>输出：当前会话上下文</a:t>
            </a:r>
          </a:p>
          <a:p xmlns:a="http://schemas.openxmlformats.org/drawingml/2006/main">
            <a:r>
              <a:t>入口线索：--continue；--resume；--session；--name</a:t>
            </a:r>
          </a:p>
          <a:p xmlns:a="http://schemas.openxmlformats.org/drawingml/2006/main">
            <a:r>
              <a:t>职责：当前分支重建下一次模型上下文，内存会话可关闭持久化。</a:t>
            </a:r>
          </a:p>
          <a:p xmlns:a="http://schemas.openxmlformats.org/drawingml/2006/main">
            <a:r>
              <a:t>源码：packages/coding-agent/src/cli/session-picker.ts</a:t>
            </a:r>
          </a:p>
          <a:p xmlns:a="http://schemas.openxmlformats.org/drawingml/2006/main">
            <a:r>
              <a:t>packages/coding-agent/src/core/session-cwd.ts</a:t>
            </a:r>
          </a:p>
          <a:p xmlns:a="http://schemas.openxmlformats.org/drawingml/2006/main">
            <a:r>
              <a:t>packages/coding-agent/src/core/session-manager.ts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恢复扩展状态</a:t>
            </a:r>
          </a:p>
          <a:p xmlns:a="http://schemas.openxmlformats.org/drawingml/2006/main">
            <a:r>
              <a:t>查看扩展 session_start / session_tree 等事件，使用保存条目重建状态，避免仅依赖进程内变量。</a:t>
            </a:r>
          </a:p>
          <a:p xmlns:a="http://schemas.openxmlformats.org/drawingml/2006/main">
            <a:r>
              <a:t>输入：恢复的会话和扩展条目</a:t>
            </a:r>
          </a:p>
          <a:p xmlns:a="http://schemas.openxmlformats.org/drawingml/2006/main">
            <a:r>
              <a:t>输出：与活动分支对应的运行状态</a:t>
            </a:r>
          </a:p>
          <a:p xmlns:a="http://schemas.openxmlformats.org/drawingml/2006/main">
            <a:r>
              <a:t>入口线索：--extension；/reload；ExtensionAPI</a:t>
            </a:r>
          </a:p>
          <a:p xmlns:a="http://schemas.openxmlformats.org/drawingml/2006/main">
            <a:r>
              <a:t>职责：工厂负责注册，runner 提供上下文与分发；原始类型注释可在 API 清单中逐项阅读。</a:t>
            </a:r>
          </a:p>
          <a:p xmlns:a="http://schemas.openxmlformats.org/drawingml/2006/main">
            <a:r>
              <a:t>源码：packages/coding-agent/src/core/event-bus.ts</a:t>
            </a:r>
          </a:p>
          <a:p xmlns:a="http://schemas.openxmlformats.org/drawingml/2006/main">
            <a:r>
              <a:t>packages/coding-agent/src/core/extensions/index.ts</a:t>
            </a:r>
          </a:p>
          <a:p xmlns:a="http://schemas.openxmlformats.org/drawingml/2006/main">
            <a:r>
              <a:t>packages/coding-agent/src/core/extensions/jiti-loader.ts</a:t>
            </a:r>
          </a:p>
          <a:p xmlns:a="http://schemas.openxmlformats.org/drawingml/2006/main">
            <a:r>
              <a:t>packages/coding-agent/src/core/extensions/jiti-static-loader.ts</a:t>
            </a:r>
          </a:p>
          <a:p xmlns:a="http://schemas.openxmlformats.org/drawingml/2006/main">
            <a:r>
              <a:t>packages/coding-agent/src/core/extensions/loader.ts</a:t>
            </a:r>
          </a:p>
          <a:p xmlns:a="http://schemas.openxmlformats.org/drawingml/2006/main">
            <a:r>
              <a:t>packages/coding-agent/src/core/extensions/runner.ts</a:t>
            </a:r>
          </a:p>
          <a:p xmlns:a="http://schemas.openxmlformats.org/drawingml/2006/main">
            <a:r>
              <a:t>packages/coding-agent/src/core/extensions/types.ts</a:t>
            </a:r>
          </a:p>
          <a:p xmlns:a="http://schemas.openxmlformats.org/drawingml/2006/main">
            <a:r>
              <a:t>packages/coding-agent/src/core/extensions/virtual-modules.ts</a:t>
            </a:r>
          </a:p>
          <a:p xmlns:a="http://schemas.openxmlformats.org/drawingml/2006/main">
            <a:r>
              <a:t>packages/coding-agent/src/core/extensions/wrapper.ts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失败与恢复：保存成功不保证所有外部资源还能用。恢复时模型、扩展版本与工作目录变化都需要单独诊断。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练习：创建一条三条消息的纸面会话树，在第二条处分叉，标出两个叶节点分别会读取哪些条目。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参考判断：应沿各自 parentId 路径构建上下文，不能简单把整个 JSONL 文件顺序拼接。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功能编号：SES-01, SES-02, SES-03, SES-04, SES-05, SES-06, SES-07, SES-09, SES-10, SES-11, SES-12, SES-18, SES-19, SES-20, CFG-10, EXT-01, EXT-02, EXT-05, EXT-06, EXT-07, EXT-08, EXT-16, EXT-17, EXT-18, EXT-19, EXT-20, EXT-21, EXT-22, EXT-25, EXT-27, EXT-28, EXT-30, INT-06, OTH-52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packages/agent/README.md</a:t>
            </a:r>
          </a:p>
          <a:p xmlns:a="http://schemas.openxmlformats.org/drawingml/2006/main">
            <a:r>
              <a:t>packages/tui/README.md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packages/coding-agent/docs/sessions.md</a:t>
            </a:r>
          </a:p>
          <a:p xmlns:a="http://schemas.openxmlformats.org/drawingml/2006/main">
            <a:r>
              <a:t>packages/coding-agent/docs/keybindings.md</a:t>
            </a:r>
          </a:p>
          <a:p xmlns:a="http://schemas.openxmlformats.org/drawingml/2006/main">
            <a:r>
              <a:t>packages/coding-agent/docs/slash-commands.md</a:t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>packages/coding-agent/docs/rpc-extension-ui.md</a:t>
            </a:r>
          </a:p>
          <a:p xmlns:a="http://schemas.openxmlformats.org/drawingml/2006/main">
            <a:r>
              <a:t>packages/coding-agent/docs/virtual-models.md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packages/coding-agent/test/branch-summarization.test.ts</a:t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>packages/coding-agent/test/cache-stats.test.ts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packages/coding-agent/test/compaction.test.ts</a:t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>packages/coding-agent/test/interactive-mode-compaction.test.ts</a:t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packages/coding-agent/test/sdk-openrouter-attribution.test.ts</a:t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packages/coding-agent/test/session-context-edit.test.ts</a:t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>packages/coding-agent/test/session-info-modified-timestamp.test.ts</a:t>
            </a:r>
          </a:p>
          <a:p xmlns:a="http://schemas.openxmlformats.org/drawingml/2006/main">
            <a:r>
              <a:t>packages/coding-agent/test/session-manager/build-context.test.ts</a:t>
            </a:r>
          </a:p>
          <a:p xmlns:a="http://schemas.openxmlformats.org/drawingml/2006/main">
            <a:r>
              <a:t>packages/coding-agent/test/session-manager/custom-session-id.test.ts</a:t>
            </a:r>
          </a:p>
          <a:p xmlns:a="http://schemas.openxmlformats.org/drawingml/2006/main">
            <a:r>
              <a:t>packages/coding-agent/test/session-manager/file-operations.test.ts</a:t>
            </a:r>
          </a:p>
          <a:p xmlns:a="http://schemas.openxmlformats.org/drawingml/2006/main">
            <a:r>
              <a:t>packages/coding-agent/test/session-manager/labels.test.ts</a:t>
            </a:r>
          </a:p>
          <a:p xmlns:a="http://schemas.openxmlformats.org/drawingml/2006/main">
            <a:r>
              <a:t>packages/coding-agent/test/session-manager/load-entries.test.ts</a:t>
            </a:r>
          </a:p>
          <a:p xmlns:a="http://schemas.openxmlformats.org/drawingml/2006/main">
            <a:r>
              <a:t>packages/coding-agent/test/session-manager/migration.test.ts</a:t>
            </a:r>
          </a:p>
          <a:p xmlns:a="http://schemas.openxmlformats.org/drawingml/2006/main">
            <a:r>
              <a:t>packages/coding-agent/test/session-manager/save-entry.test.ts</a:t>
            </a:r>
          </a:p>
          <a:p xmlns:a="http://schemas.openxmlformats.org/drawingml/2006/main">
            <a:r>
              <a:t>packages/coding-agent/test/session-manager/tree-traversal.test.ts</a:t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>packages/coding-agent/test/session-selector-search.test.ts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packages/coding-agent/test/suite/lax-message-content.test.ts</a:t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packages/coding-agent/test/suite/regressions/7497-session-discovery-symlink.test.ts</a:t>
            </a:r>
          </a:p>
          <a:p xmlns:a="http://schemas.openxmlformats.org/drawingml/2006/main">
            <a:r>
              <a:t>packages/coding-agent/test/suite/regressions/8989-fork-compaction-label-boundary.test.ts</a:t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>packages/coding-agent/test/resource-loader-theme.test.ts</a:t>
            </a:r>
          </a:p>
          <a:p xmlns:a="http://schemas.openxmlformats.org/drawingml/2006/main">
            <a:r>
              <a:t>packages/coding-agent/test/suite/regressions/2781-skill-collision-precedence.test.ts</a:t>
            </a:r>
          </a:p>
          <a:p xmlns:a="http://schemas.openxmlformats.org/drawingml/2006/main">
            <a:r>
              <a:t>packages/coding-agent/test/suite/regressions/3616-settings-inmemory-reload.test.ts</a:t>
            </a:r>
          </a:p>
          <a:p xmlns:a="http://schemas.openxmlformats.org/drawingml/2006/main">
            <a:r>
              <a:t>packages/coding-agent/test/suite/regressions/6260-inline-extension-naming.test.ts</a:t>
            </a:r>
          </a:p>
          <a:p xmlns:a="http://schemas.openxmlformats.org/drawingml/2006/main">
            <a:r>
              <a:t>packages/coding-agent/test/skills.test.ts</a:t>
            </a:r>
          </a:p>
          <a:p xmlns:a="http://schemas.openxmlformats.org/drawingml/2006/main">
            <a:r>
              <a:t>packages/coding-agent/test/system-prompt.test.ts</a:t>
            </a:r>
          </a:p>
          <a:p xmlns:a="http://schemas.openxmlformats.org/drawingml/2006/main">
            <a:r>
              <a:t>packages/agent/test/agent-loop.test.ts</a:t>
            </a:r>
          </a:p>
          <a:p xmlns:a="http://schemas.openxmlformats.org/drawingml/2006/main">
            <a:r>
              <a:t>packages/agent/test/utils/calculate.ts</a:t>
            </a:r>
          </a:p>
          <a:p xmlns:a="http://schemas.openxmlformats.org/drawingml/2006/main">
            <a:r>
              <a:t>packages/agent/test/utils/get-current-time.ts</a:t>
            </a:r>
          </a:p>
          <a:p xmlns:a="http://schemas.openxmlformats.org/drawingml/2006/main">
            <a:r>
              <a:t>packages/coding-agent/test/assistant-message.test.ts</a:t>
            </a:r>
          </a:p>
          <a:p xmlns:a="http://schemas.openxmlformats.org/drawingml/2006/main">
            <a:r>
              <a:t>packages/coding-agent/test/streaming-render-debug.ts</a:t>
            </a:r>
          </a:p>
          <a:p xmlns:a="http://schemas.openxmlformats.org/drawingml/2006/main">
            <a:r>
              <a:t>packages/coding-agent/test/bash-execution-width.test.ts</a:t>
            </a:r>
          </a:p>
          <a:p xmlns:a="http://schemas.openxmlformats.org/drawingml/2006/main">
            <a:r>
              <a:t>packages/coding-agent/test/collapsible-message-components.test.ts</a:t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>packages/coding-agent/test/themed-text.test.ts</a:t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>packages/coding-agent/test/edit-tool-no-full-redraw.test.ts</a:t>
            </a:r>
          </a:p>
          <a:p xmlns:a="http://schemas.openxmlformats.org/drawingml/2006/main">
            <a:r>
              <a:t>packages/coding-agent/test/suite/regressions/8611-thinking-toggle-pending-bash-output.test.ts</a:t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>packages/coding-agent/test/user-message.test.ts</a:t>
            </a:r>
          </a:p>
          <a:p xmlns:a="http://schemas.openxmlformats.org/drawingml/2006/main">
            <a:r>
              <a:t>packages/tui/test/chat-simple.ts</a:t>
            </a:r>
          </a:p>
          <a:p xmlns:a="http://schemas.openxmlformats.org/drawingml/2006/main">
            <a:r>
              <a:t>packages/tui/test/editor-history-keybindings.test.ts</a:t>
            </a:r>
          </a:p>
          <a:p xmlns:a="http://schemas.openxmlformats.org/drawingml/2006/main">
            <a:r>
              <a:t>packages/tui/test/editor.test.ts</a:t>
            </a:r>
          </a:p>
          <a:p xmlns:a="http://schemas.openxmlformats.org/drawingml/2006/main">
            <a:r>
              <a:t>packages/tui/test/mouse-components.test.ts</a:t>
            </a:r>
          </a:p>
          <a:p xmlns:a="http://schemas.openxmlformats.org/drawingml/2006/main">
            <a:r>
              <a:t>packages/tui/test/layout.test.ts</a:t>
            </a:r>
          </a:p>
          <a:p xmlns:a="http://schemas.openxmlformats.org/drawingml/2006/main">
            <a:r>
              <a:t>packages/tui/test/tui-alt-screen.test.ts</a:t>
            </a:r>
          </a:p>
          <a:p xmlns:a="http://schemas.openxmlformats.org/drawingml/2006/main">
            <a:r>
              <a:t>packages/tui/test/image-test.ts</a:t>
            </a:r>
          </a:p>
          <a:p xmlns:a="http://schemas.openxmlformats.org/drawingml/2006/main">
            <a:r>
              <a:t>packages/tui/test/terminal-image.test.ts</a:t>
            </a:r>
          </a:p>
          <a:p xmlns:a="http://schemas.openxmlformats.org/drawingml/2006/main">
            <a:r>
              <a:t>packages/tui/test/tui-render.test.ts</a:t>
            </a:r>
          </a:p>
          <a:p xmlns:a="http://schemas.openxmlformats.org/drawingml/2006/main">
            <a:r>
              <a:t>packages/tui/test/input.test.ts</a:t>
            </a:r>
          </a:p>
          <a:p xmlns:a="http://schemas.openxmlformats.org/drawingml/2006/main">
            <a:r>
              <a:t>packages/tui/test/alt-screen-large-transcript-bench.ts</a:t>
            </a:r>
          </a:p>
          <a:p xmlns:a="http://schemas.openxmlformats.org/drawingml/2006/main">
            <a:r>
              <a:t>packages/tui/test/markdown.test.ts</a:t>
            </a:r>
          </a:p>
          <a:p xmlns:a="http://schemas.openxmlformats.org/drawingml/2006/main">
            <a:r>
              <a:t>packages/tui/test/render-churn-bench.ts</a:t>
            </a:r>
          </a:p>
          <a:p xmlns:a="http://schemas.openxmlformats.org/drawingml/2006/main">
            <a:r>
              <a:t>packages/tui/test/select-list.test.ts</a:t>
            </a:r>
          </a:p>
          <a:p xmlns:a="http://schemas.openxmlformats.org/drawingml/2006/main">
            <a:r>
              <a:t>packages/tui/test/settings-list.test.ts</a:t>
            </a:r>
          </a:p>
          <a:p xmlns:a="http://schemas.openxmlformats.org/drawingml/2006/main">
            <a:r>
              <a:t>packages/tui/test/truncated-text.test.ts</a:t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>packages/coding-agent/test/jev-router-example.test.ts</a:t>
            </a:r>
          </a:p>
          <a:p xmlns:a="http://schemas.openxmlformats.org/drawingml/2006/main">
            <a:r>
              <a:t>packages/coding-agent/test/bash-close-hang-windows.test.ts</a:t>
            </a:r>
          </a:p>
          <a:p xmlns:a="http://schemas.openxmlformats.org/drawingml/2006/main">
            <a:r>
              <a:t>packages/coding-agent/test/suite/agent-session-bash-persistence.test.ts</a:t>
            </a:r>
          </a:p>
          <a:p xmlns:a="http://schemas.openxmlformats.org/drawingml/2006/main">
            <a:r>
              <a:t>packages/coding-agent/test/suite/regressions/5208-late-bash-output.test.ts</a:t>
            </a:r>
          </a:p>
          <a:p xmlns:a="http://schemas.openxmlformats.org/drawingml/2006/main">
            <a:r>
              <a:t>packages/coding-agent/test/tool-system-prompt-contributions.test.ts</a:t>
            </a:r>
          </a:p>
          <a:p xmlns:a="http://schemas.openxmlformats.org/drawingml/2006/main">
            <a:r>
              <a:t>packages/coding-agent/test/powershell-tool.test.ts</a:t>
            </a:r>
          </a:p>
          <a:p xmlns:a="http://schemas.openxmlformats.org/drawingml/2006/main">
            <a:r>
              <a:t>packages/coding-agent/test/resolve-config-value.test.ts</a:t>
            </a:r>
          </a:p>
          <a:p xmlns:a="http://schemas.openxmlformats.org/drawingml/2006/main">
            <a:r>
              <a:t>packages/coding-agent/test/suite/regressions/6596-taskkill-enoent.test.ts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退出后继续之前的对话，或从旧消息开始探索另一条路线。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识别记录类型</a:t>
            </a:r>
          </a:p>
          <a:p xmlns:a="http://schemas.openxmlformats.org/drawingml/2006/main">
            <a:r>
              <a:t>阅读 session-format，区分 header、message、模型变化、压缩与自定义条目，找到 id 和 parentId。</a:t>
            </a:r>
          </a:p>
          <a:p xmlns:a="http://schemas.openxmlformats.org/drawingml/2006/main">
            <a:r>
              <a:t>输入：会话 JSONL</a:t>
            </a:r>
          </a:p>
          <a:p xmlns:a="http://schemas.openxmlformats.org/drawingml/2006/main">
            <a:r>
              <a:t>输出：有父子关系的条目树</a:t>
            </a:r>
          </a:p>
          <a:p xmlns:a="http://schemas.openxmlformats.org/drawingml/2006/main">
            <a:r>
              <a:t>入口线索：--continue；--resume；--session；--name</a:t>
            </a:r>
          </a:p>
          <a:p xmlns:a="http://schemas.openxmlformats.org/drawingml/2006/main">
            <a:r>
              <a:t>职责：当前分支重建下一次模型上下文，内存会话可关闭持久化。</a:t>
            </a:r>
          </a:p>
          <a:p xmlns:a="http://schemas.openxmlformats.org/drawingml/2006/main">
            <a:r>
              <a:t>源码：packages/coding-agent/src/cli/session-picker.ts</a:t>
            </a:r>
          </a:p>
          <a:p xmlns:a="http://schemas.openxmlformats.org/drawingml/2006/main">
            <a:r>
              <a:t>packages/coding-agent/src/core/session-cwd.ts</a:t>
            </a:r>
          </a:p>
          <a:p xmlns:a="http://schemas.openxmlformats.org/drawingml/2006/main">
            <a:r>
              <a:t>packages/coding-agent/src/core/session-manager.ts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定位当前分支</a:t>
            </a:r>
          </a:p>
          <a:p xmlns:a="http://schemas.openxmlformats.org/drawingml/2006/main">
            <a:r>
              <a:t>沿 /tree、/fork 和分支切换找到当前叶节点；区分新建文件与在同一树中切换。</a:t>
            </a:r>
          </a:p>
          <a:p xmlns:a="http://schemas.openxmlformats.org/drawingml/2006/main">
            <a:r>
              <a:t>输入：目标历史节点</a:t>
            </a:r>
          </a:p>
          <a:p xmlns:a="http://schemas.openxmlformats.org/drawingml/2006/main">
            <a:r>
              <a:t>输出：新的活动分支</a:t>
            </a:r>
          </a:p>
          <a:p xmlns:a="http://schemas.openxmlformats.org/drawingml/2006/main">
            <a:r>
              <a:t>入口线索：/tree；/fork；/clone</a:t>
            </a:r>
          </a:p>
          <a:p xmlns:a="http://schemas.openxmlformats.org/drawingml/2006/main">
            <a:r>
              <a:t>职责：区分同文件内的分支和新会话副本；分支敏感扩展状态需要重新恢复。</a:t>
            </a:r>
          </a:p>
          <a:p xmlns:a="http://schemas.openxmlformats.org/drawingml/2006/main">
            <a:r>
              <a:t>源码：packages/coding-agent/src/core/agent-session-runtime.ts</a:t>
            </a:r>
          </a:p>
          <a:p xmlns:a="http://schemas.openxmlformats.org/drawingml/2006/main">
            <a:r>
              <a:t>packages/coding-agent/src/core/session-manager.ts</a:t>
            </a:r>
          </a:p>
          <a:p xmlns:a="http://schemas.openxmlformats.org/drawingml/2006/main">
            <a:r>
              <a:t>packages/coding-agent/src/modes/interactive/components/tree-selector.ts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重建模型上下文</a:t>
            </a:r>
          </a:p>
          <a:p xmlns:a="http://schemas.openxmlformats.org/drawingml/2006/main">
            <a:r>
              <a:t>从当前叶向前追溯，确认摘要和消息如何投影成上下文；文件所有行不等于当前请求所有消息。</a:t>
            </a:r>
          </a:p>
          <a:p xmlns:a="http://schemas.openxmlformats.org/drawingml/2006/main">
            <a:r>
              <a:t>输入：分支路径与摘要</a:t>
            </a:r>
          </a:p>
          <a:p xmlns:a="http://schemas.openxmlformats.org/drawingml/2006/main">
            <a:r>
              <a:t>输出：当前会话上下文</a:t>
            </a:r>
          </a:p>
          <a:p xmlns:a="http://schemas.openxmlformats.org/drawingml/2006/main">
            <a:r>
              <a:t>入口线索：--continue；--resume；--session；--name</a:t>
            </a:r>
          </a:p>
          <a:p xmlns:a="http://schemas.openxmlformats.org/drawingml/2006/main">
            <a:r>
              <a:t>职责：当前分支重建下一次模型上下文，内存会话可关闭持久化。</a:t>
            </a:r>
          </a:p>
          <a:p xmlns:a="http://schemas.openxmlformats.org/drawingml/2006/main">
            <a:r>
              <a:t>源码：packages/coding-agent/src/cli/session-picker.ts</a:t>
            </a:r>
          </a:p>
          <a:p xmlns:a="http://schemas.openxmlformats.org/drawingml/2006/main">
            <a:r>
              <a:t>packages/coding-agent/src/core/session-cwd.ts</a:t>
            </a:r>
          </a:p>
          <a:p xmlns:a="http://schemas.openxmlformats.org/drawingml/2006/main">
            <a:r>
              <a:t>packages/coding-agent/src/core/session-manager.ts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恢复扩展状态</a:t>
            </a:r>
          </a:p>
          <a:p xmlns:a="http://schemas.openxmlformats.org/drawingml/2006/main">
            <a:r>
              <a:t>查看扩展 session_start / session_tree 等事件，使用保存条目重建状态，避免仅依赖进程内变量。</a:t>
            </a:r>
          </a:p>
          <a:p xmlns:a="http://schemas.openxmlformats.org/drawingml/2006/main">
            <a:r>
              <a:t>输入：恢复的会话和扩展条目</a:t>
            </a:r>
          </a:p>
          <a:p xmlns:a="http://schemas.openxmlformats.org/drawingml/2006/main">
            <a:r>
              <a:t>输出：与活动分支对应的运行状态</a:t>
            </a:r>
          </a:p>
          <a:p xmlns:a="http://schemas.openxmlformats.org/drawingml/2006/main">
            <a:r>
              <a:t>入口线索：--extension；/reload；ExtensionAPI</a:t>
            </a:r>
          </a:p>
          <a:p xmlns:a="http://schemas.openxmlformats.org/drawingml/2006/main">
            <a:r>
              <a:t>职责：工厂负责注册，runner 提供上下文与分发；原始类型注释可在 API 清单中逐项阅读。</a:t>
            </a:r>
          </a:p>
          <a:p xmlns:a="http://schemas.openxmlformats.org/drawingml/2006/main">
            <a:r>
              <a:t>源码：packages/coding-agent/src/core/event-bus.ts</a:t>
            </a:r>
          </a:p>
          <a:p xmlns:a="http://schemas.openxmlformats.org/drawingml/2006/main">
            <a:r>
              <a:t>packages/coding-agent/src/core/extensions/index.ts</a:t>
            </a:r>
          </a:p>
          <a:p xmlns:a="http://schemas.openxmlformats.org/drawingml/2006/main">
            <a:r>
              <a:t>packages/coding-agent/src/core/extensions/jiti-loader.ts</a:t>
            </a:r>
          </a:p>
          <a:p xmlns:a="http://schemas.openxmlformats.org/drawingml/2006/main">
            <a:r>
              <a:t>packages/coding-agent/src/core/extensions/jiti-static-loader.ts</a:t>
            </a:r>
          </a:p>
          <a:p xmlns:a="http://schemas.openxmlformats.org/drawingml/2006/main">
            <a:r>
              <a:t>packages/coding-agent/src/core/extensions/loader.ts</a:t>
            </a:r>
          </a:p>
          <a:p xmlns:a="http://schemas.openxmlformats.org/drawingml/2006/main">
            <a:r>
              <a:t>packages/coding-agent/src/core/extensions/runner.ts</a:t>
            </a:r>
          </a:p>
          <a:p xmlns:a="http://schemas.openxmlformats.org/drawingml/2006/main">
            <a:r>
              <a:t>packages/coding-agent/src/core/extensions/types.ts</a:t>
            </a:r>
          </a:p>
          <a:p xmlns:a="http://schemas.openxmlformats.org/drawingml/2006/main">
            <a:r>
              <a:t>packages/coding-agent/src/core/extensions/virtual-modules.ts</a:t>
            </a:r>
          </a:p>
          <a:p xmlns:a="http://schemas.openxmlformats.org/drawingml/2006/main">
            <a:r>
              <a:t>packages/coding-agent/src/core/extensions/wrapper.ts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失败与恢复：保存成功不保证所有外部资源还能用。恢复时模型、扩展版本与工作目录变化都需要单独诊断。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练习：创建一条三条消息的纸面会话树，在第二条处分叉，标出两个叶节点分别会读取哪些条目。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参考判断：应沿各自 parentId 路径构建上下文，不能简单把整个 JSONL 文件顺序拼接。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功能编号：SES-01, SES-02, SES-03, SES-04, SES-05, SES-06, SES-07, SES-09, SES-10, SES-11, SES-12, SES-18, SES-19, SES-20, CFG-10, EXT-01, EXT-02, EXT-05, EXT-06, EXT-07, EXT-08, EXT-16, EXT-17, EXT-18, EXT-19, EXT-20, EXT-21, EXT-22, EXT-25, EXT-27, EXT-28, EXT-30, INT-06, OTH-52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packages/agent/README.md</a:t>
            </a:r>
          </a:p>
          <a:p xmlns:a="http://schemas.openxmlformats.org/drawingml/2006/main">
            <a:r>
              <a:t>packages/tui/README.md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packages/coding-agent/docs/sessions.md</a:t>
            </a:r>
          </a:p>
          <a:p xmlns:a="http://schemas.openxmlformats.org/drawingml/2006/main">
            <a:r>
              <a:t>packages/coding-agent/docs/keybindings.md</a:t>
            </a:r>
          </a:p>
          <a:p xmlns:a="http://schemas.openxmlformats.org/drawingml/2006/main">
            <a:r>
              <a:t>packages/coding-agent/docs/slash-commands.md</a:t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>packages/coding-agent/docs/rpc-extension-ui.md</a:t>
            </a:r>
          </a:p>
          <a:p xmlns:a="http://schemas.openxmlformats.org/drawingml/2006/main">
            <a:r>
              <a:t>packages/coding-agent/docs/virtual-models.md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packages/coding-agent/test/branch-summarization.test.ts</a:t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>packages/coding-agent/test/cache-stats.test.ts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packages/coding-agent/test/compaction.test.ts</a:t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>packages/coding-agent/test/interactive-mode-compaction.test.ts</a:t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packages/coding-agent/test/sdk-openrouter-attribution.test.ts</a:t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packages/coding-agent/test/session-context-edit.test.ts</a:t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>packages/coding-agent/test/session-info-modified-timestamp.test.ts</a:t>
            </a:r>
          </a:p>
          <a:p xmlns:a="http://schemas.openxmlformats.org/drawingml/2006/main">
            <a:r>
              <a:t>packages/coding-agent/test/session-manager/build-context.test.ts</a:t>
            </a:r>
          </a:p>
          <a:p xmlns:a="http://schemas.openxmlformats.org/drawingml/2006/main">
            <a:r>
              <a:t>packages/coding-agent/test/session-manager/custom-session-id.test.ts</a:t>
            </a:r>
          </a:p>
          <a:p xmlns:a="http://schemas.openxmlformats.org/drawingml/2006/main">
            <a:r>
              <a:t>packages/coding-agent/test/session-manager/file-operations.test.ts</a:t>
            </a:r>
          </a:p>
          <a:p xmlns:a="http://schemas.openxmlformats.org/drawingml/2006/main">
            <a:r>
              <a:t>packages/coding-agent/test/session-manager/labels.test.ts</a:t>
            </a:r>
          </a:p>
          <a:p xmlns:a="http://schemas.openxmlformats.org/drawingml/2006/main">
            <a:r>
              <a:t>packages/coding-agent/test/session-manager/load-entries.test.ts</a:t>
            </a:r>
          </a:p>
          <a:p xmlns:a="http://schemas.openxmlformats.org/drawingml/2006/main">
            <a:r>
              <a:t>packages/coding-agent/test/session-manager/migration.test.ts</a:t>
            </a:r>
          </a:p>
          <a:p xmlns:a="http://schemas.openxmlformats.org/drawingml/2006/main">
            <a:r>
              <a:t>packages/coding-agent/test/session-manager/save-entry.test.ts</a:t>
            </a:r>
          </a:p>
          <a:p xmlns:a="http://schemas.openxmlformats.org/drawingml/2006/main">
            <a:r>
              <a:t>packages/coding-agent/test/session-manager/tree-traversal.test.ts</a:t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>packages/coding-agent/test/session-selector-search.test.ts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packages/coding-agent/test/suite/lax-message-content.test.ts</a:t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packages/coding-agent/test/suite/regressions/7497-session-discovery-symlink.test.ts</a:t>
            </a:r>
          </a:p>
          <a:p xmlns:a="http://schemas.openxmlformats.org/drawingml/2006/main">
            <a:r>
              <a:t>packages/coding-agent/test/suite/regressions/8989-fork-compaction-label-boundary.test.ts</a:t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>packages/coding-agent/test/resource-loader-theme.test.ts</a:t>
            </a:r>
          </a:p>
          <a:p xmlns:a="http://schemas.openxmlformats.org/drawingml/2006/main">
            <a:r>
              <a:t>packages/coding-agent/test/suite/regressions/2781-skill-collision-precedence.test.ts</a:t>
            </a:r>
          </a:p>
          <a:p xmlns:a="http://schemas.openxmlformats.org/drawingml/2006/main">
            <a:r>
              <a:t>packages/coding-agent/test/suite/regressions/3616-settings-inmemory-reload.test.ts</a:t>
            </a:r>
          </a:p>
          <a:p xmlns:a="http://schemas.openxmlformats.org/drawingml/2006/main">
            <a:r>
              <a:t>packages/coding-agent/test/suite/regressions/6260-inline-extension-naming.test.ts</a:t>
            </a:r>
          </a:p>
          <a:p xmlns:a="http://schemas.openxmlformats.org/drawingml/2006/main">
            <a:r>
              <a:t>packages/coding-agent/test/skills.test.ts</a:t>
            </a:r>
          </a:p>
          <a:p xmlns:a="http://schemas.openxmlformats.org/drawingml/2006/main">
            <a:r>
              <a:t>packages/coding-agent/test/system-prompt.test.ts</a:t>
            </a:r>
          </a:p>
          <a:p xmlns:a="http://schemas.openxmlformats.org/drawingml/2006/main">
            <a:r>
              <a:t>packages/agent/test/agent-loop.test.ts</a:t>
            </a:r>
          </a:p>
          <a:p xmlns:a="http://schemas.openxmlformats.org/drawingml/2006/main">
            <a:r>
              <a:t>packages/agent/test/utils/calculate.ts</a:t>
            </a:r>
          </a:p>
          <a:p xmlns:a="http://schemas.openxmlformats.org/drawingml/2006/main">
            <a:r>
              <a:t>packages/agent/test/utils/get-current-time.ts</a:t>
            </a:r>
          </a:p>
          <a:p xmlns:a="http://schemas.openxmlformats.org/drawingml/2006/main">
            <a:r>
              <a:t>packages/coding-agent/test/assistant-message.test.ts</a:t>
            </a:r>
          </a:p>
          <a:p xmlns:a="http://schemas.openxmlformats.org/drawingml/2006/main">
            <a:r>
              <a:t>packages/coding-agent/test/streaming-render-debug.ts</a:t>
            </a:r>
          </a:p>
          <a:p xmlns:a="http://schemas.openxmlformats.org/drawingml/2006/main">
            <a:r>
              <a:t>packages/coding-agent/test/bash-execution-width.test.ts</a:t>
            </a:r>
          </a:p>
          <a:p xmlns:a="http://schemas.openxmlformats.org/drawingml/2006/main">
            <a:r>
              <a:t>packages/coding-agent/test/collapsible-message-components.test.ts</a:t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>packages/coding-agent/test/themed-text.test.ts</a:t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>packages/coding-agent/test/edit-tool-no-full-redraw.test.ts</a:t>
            </a:r>
          </a:p>
          <a:p xmlns:a="http://schemas.openxmlformats.org/drawingml/2006/main">
            <a:r>
              <a:t>packages/coding-agent/test/suite/regressions/8611-thinking-toggle-pending-bash-output.test.ts</a:t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>packages/coding-agent/test/user-message.test.ts</a:t>
            </a:r>
          </a:p>
          <a:p xmlns:a="http://schemas.openxmlformats.org/drawingml/2006/main">
            <a:r>
              <a:t>packages/tui/test/chat-simple.ts</a:t>
            </a:r>
          </a:p>
          <a:p xmlns:a="http://schemas.openxmlformats.org/drawingml/2006/main">
            <a:r>
              <a:t>packages/tui/test/editor-history-keybindings.test.ts</a:t>
            </a:r>
          </a:p>
          <a:p xmlns:a="http://schemas.openxmlformats.org/drawingml/2006/main">
            <a:r>
              <a:t>packages/tui/test/editor.test.ts</a:t>
            </a:r>
          </a:p>
          <a:p xmlns:a="http://schemas.openxmlformats.org/drawingml/2006/main">
            <a:r>
              <a:t>packages/tui/test/mouse-components.test.ts</a:t>
            </a:r>
          </a:p>
          <a:p xmlns:a="http://schemas.openxmlformats.org/drawingml/2006/main">
            <a:r>
              <a:t>packages/tui/test/layout.test.ts</a:t>
            </a:r>
          </a:p>
          <a:p xmlns:a="http://schemas.openxmlformats.org/drawingml/2006/main">
            <a:r>
              <a:t>packages/tui/test/tui-alt-screen.test.ts</a:t>
            </a:r>
          </a:p>
          <a:p xmlns:a="http://schemas.openxmlformats.org/drawingml/2006/main">
            <a:r>
              <a:t>packages/tui/test/image-test.ts</a:t>
            </a:r>
          </a:p>
          <a:p xmlns:a="http://schemas.openxmlformats.org/drawingml/2006/main">
            <a:r>
              <a:t>packages/tui/test/terminal-image.test.ts</a:t>
            </a:r>
          </a:p>
          <a:p xmlns:a="http://schemas.openxmlformats.org/drawingml/2006/main">
            <a:r>
              <a:t>packages/tui/test/tui-render.test.ts</a:t>
            </a:r>
          </a:p>
          <a:p xmlns:a="http://schemas.openxmlformats.org/drawingml/2006/main">
            <a:r>
              <a:t>packages/tui/test/input.test.ts</a:t>
            </a:r>
          </a:p>
          <a:p xmlns:a="http://schemas.openxmlformats.org/drawingml/2006/main">
            <a:r>
              <a:t>packages/tui/test/alt-screen-large-transcript-bench.ts</a:t>
            </a:r>
          </a:p>
          <a:p xmlns:a="http://schemas.openxmlformats.org/drawingml/2006/main">
            <a:r>
              <a:t>packages/tui/test/markdown.test.ts</a:t>
            </a:r>
          </a:p>
          <a:p xmlns:a="http://schemas.openxmlformats.org/drawingml/2006/main">
            <a:r>
              <a:t>packages/tui/test/render-churn-bench.ts</a:t>
            </a:r>
          </a:p>
          <a:p xmlns:a="http://schemas.openxmlformats.org/drawingml/2006/main">
            <a:r>
              <a:t>packages/tui/test/select-list.test.ts</a:t>
            </a:r>
          </a:p>
          <a:p xmlns:a="http://schemas.openxmlformats.org/drawingml/2006/main">
            <a:r>
              <a:t>packages/tui/test/settings-list.test.ts</a:t>
            </a:r>
          </a:p>
          <a:p xmlns:a="http://schemas.openxmlformats.org/drawingml/2006/main">
            <a:r>
              <a:t>packages/tui/test/truncated-text.test.ts</a:t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>packages/coding-agent/test/jev-router-example.test.ts</a:t>
            </a:r>
          </a:p>
          <a:p xmlns:a="http://schemas.openxmlformats.org/drawingml/2006/main">
            <a:r>
              <a:t>packages/coding-agent/test/bash-close-hang-windows.test.ts</a:t>
            </a:r>
          </a:p>
          <a:p xmlns:a="http://schemas.openxmlformats.org/drawingml/2006/main">
            <a:r>
              <a:t>packages/coding-agent/test/suite/agent-session-bash-persistence.test.ts</a:t>
            </a:r>
          </a:p>
          <a:p xmlns:a="http://schemas.openxmlformats.org/drawingml/2006/main">
            <a:r>
              <a:t>packages/coding-agent/test/suite/regressions/5208-late-bash-output.test.ts</a:t>
            </a:r>
          </a:p>
          <a:p xmlns:a="http://schemas.openxmlformats.org/drawingml/2006/main">
            <a:r>
              <a:t>packages/coding-agent/test/tool-system-prompt-contributions.test.ts</a:t>
            </a:r>
          </a:p>
          <a:p xmlns:a="http://schemas.openxmlformats.org/drawingml/2006/main">
            <a:r>
              <a:t>packages/coding-agent/test/powershell-tool.test.ts</a:t>
            </a:r>
          </a:p>
          <a:p xmlns:a="http://schemas.openxmlformats.org/drawingml/2006/main">
            <a:r>
              <a:t>packages/coding-agent/test/resolve-config-value.test.ts</a:t>
            </a:r>
          </a:p>
          <a:p xmlns:a="http://schemas.openxmlformats.org/drawingml/2006/main">
            <a:r>
              <a:t>packages/coding-agent/test/suite/regressions/6596-taskkill-enoent.test.ts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对话很长，模型上下文溢出，或你想解释缓存用量。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测量上下文和阈值</a:t>
            </a:r>
          </a:p>
          <a:p xmlns:a="http://schemas.openxmlformats.org/drawingml/2006/main">
            <a:r>
              <a:t>区分主动压缩、阈值触发和溢出后的恢复路径，查看保留最近内容和摘要输入的选择。</a:t>
            </a:r>
          </a:p>
          <a:p xmlns:a="http://schemas.openxmlformats.org/drawingml/2006/main">
            <a:r>
              <a:t>输入：历史消息与 token 估计</a:t>
            </a:r>
          </a:p>
          <a:p xmlns:a="http://schemas.openxmlformats.org/drawingml/2006/main">
            <a:r>
              <a:t>输出：压缩决策和待摘要内容</a:t>
            </a:r>
          </a:p>
          <a:p xmlns:a="http://schemas.openxmlformats.org/drawingml/2006/main">
            <a:r>
              <a:t>入口线索：/compact；自动压缩</a:t>
            </a:r>
          </a:p>
          <a:p xmlns:a="http://schemas.openxmlformats.org/drawingml/2006/main">
            <a:r>
              <a:t>职责：摘要影响上下文投影，不直接等价于删除原始会话历史。</a:t>
            </a:r>
          </a:p>
          <a:p xmlns:a="http://schemas.openxmlformats.org/drawingml/2006/main">
            <a:r>
              <a:t>源码：packages/coding-agent/src/core/compaction/branch-summarization.ts</a:t>
            </a:r>
          </a:p>
          <a:p xmlns:a="http://schemas.openxmlformats.org/drawingml/2006/main">
            <a:r>
              <a:t>packages/coding-agent/src/core/compaction/compaction.ts</a:t>
            </a:r>
          </a:p>
          <a:p xmlns:a="http://schemas.openxmlformats.org/drawingml/2006/main">
            <a:r>
              <a:t>packages/coding-agent/src/core/compaction/index.ts</a:t>
            </a:r>
          </a:p>
          <a:p xmlns:a="http://schemas.openxmlformats.org/drawingml/2006/main">
            <a:r>
              <a:t>packages/coding-agent/src/core/compaction/utils.ts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保存摘要并重建</a:t>
            </a:r>
          </a:p>
          <a:p xmlns:a="http://schemas.openxmlformats.org/drawingml/2006/main">
            <a:r>
              <a:t>检查压缩结果条目和保留边界，跟踪下一轮上下文使用什么内容。摘要不应被理解为删掉全部原始历史。</a:t>
            </a:r>
          </a:p>
          <a:p xmlns:a="http://schemas.openxmlformats.org/drawingml/2006/main">
            <a:r>
              <a:t>输入：摘要结果</a:t>
            </a:r>
          </a:p>
          <a:p xmlns:a="http://schemas.openxmlformats.org/drawingml/2006/main">
            <a:r>
              <a:t>输出：可继续请求的上下文</a:t>
            </a:r>
          </a:p>
          <a:p xmlns:a="http://schemas.openxmlformats.org/drawingml/2006/main">
            <a:r>
              <a:t>入口线索：/compact；自动压缩</a:t>
            </a:r>
          </a:p>
          <a:p xmlns:a="http://schemas.openxmlformats.org/drawingml/2006/main">
            <a:r>
              <a:t>职责：摘要影响上下文投影，不直接等价于删除原始会话历史。</a:t>
            </a:r>
          </a:p>
          <a:p xmlns:a="http://schemas.openxmlformats.org/drawingml/2006/main">
            <a:r>
              <a:t>源码：packages/coding-agent/src/core/compaction/branch-summarization.ts</a:t>
            </a:r>
          </a:p>
          <a:p xmlns:a="http://schemas.openxmlformats.org/drawingml/2006/main">
            <a:r>
              <a:t>packages/coding-agent/src/core/compaction/compaction.ts</a:t>
            </a:r>
          </a:p>
          <a:p xmlns:a="http://schemas.openxmlformats.org/drawingml/2006/main">
            <a:r>
              <a:t>packages/coding-agent/src/core/compaction/index.ts</a:t>
            </a:r>
          </a:p>
          <a:p xmlns:a="http://schemas.openxmlformats.org/drawingml/2006/main">
            <a:r>
              <a:t>packages/coding-agent/src/core/compaction/utils.ts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区分重试与新输入</a:t>
            </a:r>
          </a:p>
          <a:p xmlns:a="http://schemas.openxmlformats.org/drawingml/2006/main">
            <a:r>
              <a:t>查看可重试错误、退避、取消和最大延迟；把供应商重试与产品的上下文恢复分开标注。</a:t>
            </a:r>
          </a:p>
          <a:p xmlns:a="http://schemas.openxmlformats.org/drawingml/2006/main">
            <a:r>
              <a:t>输入：请求错误与重试策略</a:t>
            </a:r>
          </a:p>
          <a:p xmlns:a="http://schemas.openxmlformats.org/drawingml/2006/main">
            <a:r>
              <a:t>输出：再次请求或明确失败</a:t>
            </a:r>
          </a:p>
          <a:p xmlns:a="http://schemas.openxmlformats.org/drawingml/2006/main">
            <a:r>
              <a:t>入口线索：工具函数 / Provider 实现</a:t>
            </a:r>
          </a:p>
          <a:p xmlns:a="http://schemas.openxmlformats.org/drawingml/2006/main">
            <a:r>
              <a:t>职责：具体函数、参数与注释由 AST 提取，避免依名字猜契约。</a:t>
            </a:r>
          </a:p>
          <a:p xmlns:a="http://schemas.openxmlformats.org/drawingml/2006/main">
            <a:r>
              <a:t>源码：packages/ai/src/utils/abort-signals.ts</a:t>
            </a:r>
          </a:p>
          <a:p xmlns:a="http://schemas.openxmlformats.org/drawingml/2006/main">
            <a:r>
              <a:t>packages/ai/src/utils/abort.ts</a:t>
            </a:r>
          </a:p>
          <a:p xmlns:a="http://schemas.openxmlformats.org/drawingml/2006/main">
            <a:r>
              <a:t>packages/ai/src/utils/assistant-message-frame.ts</a:t>
            </a:r>
          </a:p>
          <a:p xmlns:a="http://schemas.openxmlformats.org/drawingml/2006/main">
            <a:r>
              <a:t>packages/ai/src/utils/diagnostics.ts</a:t>
            </a:r>
          </a:p>
          <a:p xmlns:a="http://schemas.openxmlformats.org/drawingml/2006/main">
            <a:r>
              <a:t>packages/ai/src/utils/error-body.ts</a:t>
            </a:r>
          </a:p>
          <a:p xmlns:a="http://schemas.openxmlformats.org/drawingml/2006/main">
            <a:r>
              <a:t>packages/ai/src/utils/estimate.ts</a:t>
            </a:r>
          </a:p>
          <a:p xmlns:a="http://schemas.openxmlformats.org/drawingml/2006/main">
            <a:r>
              <a:t>packages/ai/src/utils/event-stream.ts</a:t>
            </a:r>
          </a:p>
          <a:p xmlns:a="http://schemas.openxmlformats.org/drawingml/2006/main">
            <a:r>
              <a:t>packages/ai/src/utils/hash.ts</a:t>
            </a:r>
          </a:p>
          <a:p xmlns:a="http://schemas.openxmlformats.org/drawingml/2006/main">
            <a:r>
              <a:t>packages/ai/src/utils/headers.ts</a:t>
            </a:r>
          </a:p>
          <a:p xmlns:a="http://schemas.openxmlformats.org/drawingml/2006/main">
            <a:r>
              <a:t>packages/ai/src/utils/json-parse.ts</a:t>
            </a:r>
          </a:p>
          <a:p xmlns:a="http://schemas.openxmlformats.org/drawingml/2006/main">
            <a:r>
              <a:t>packages/ai/src/utils/model-operations.ts</a:t>
            </a:r>
          </a:p>
          <a:p xmlns:a="http://schemas.openxmlformats.org/drawingml/2006/main">
            <a:r>
              <a:t>packages/ai/src/utils/models-error.ts</a:t>
            </a:r>
          </a:p>
          <a:p xmlns:a="http://schemas.openxmlformats.org/drawingml/2006/main">
            <a:r>
              <a:t>packages/ai/src/utils/node-http-proxy.ts</a:t>
            </a:r>
          </a:p>
          <a:p xmlns:a="http://schemas.openxmlformats.org/drawingml/2006/main">
            <a:r>
              <a:t>packages/ai/src/utils/oauth-page.ts</a:t>
            </a:r>
          </a:p>
          <a:p xmlns:a="http://schemas.openxmlformats.org/drawingml/2006/main">
            <a:r>
              <a:t>packages/ai/src/utils/overflow.ts</a:t>
            </a:r>
          </a:p>
          <a:p xmlns:a="http://schemas.openxmlformats.org/drawingml/2006/main">
            <a:r>
              <a:t>packages/ai/src/utils/pi-user-agent.ts</a:t>
            </a:r>
          </a:p>
          <a:p xmlns:a="http://schemas.openxmlformats.org/drawingml/2006/main">
            <a:r>
              <a:t>packages/ai/src/utils/provider-env.ts</a:t>
            </a:r>
          </a:p>
          <a:p xmlns:a="http://schemas.openxmlformats.org/drawingml/2006/main">
            <a:r>
              <a:t>packages/ai/src/utils/provider-retry.ts</a:t>
            </a:r>
          </a:p>
          <a:p xmlns:a="http://schemas.openxmlformats.org/drawingml/2006/main">
            <a:r>
              <a:t>packages/ai/src/utils/retry.ts</a:t>
            </a:r>
          </a:p>
          <a:p xmlns:a="http://schemas.openxmlformats.org/drawingml/2006/main">
            <a:r>
              <a:t>packages/ai/src/utils/sanitize-unicode.ts</a:t>
            </a:r>
          </a:p>
          <a:p xmlns:a="http://schemas.openxmlformats.org/drawingml/2006/main">
            <a:r>
              <a:t>packages/ai/src/utils/sleep.ts</a:t>
            </a:r>
          </a:p>
          <a:p xmlns:a="http://schemas.openxmlformats.org/drawingml/2006/main">
            <a:r>
              <a:t>packages/ai/src/utils/text.ts</a:t>
            </a:r>
          </a:p>
          <a:p xmlns:a="http://schemas.openxmlformats.org/drawingml/2006/main">
            <a:r>
              <a:t>packages/ai/src/utils/transcript.ts</a:t>
            </a:r>
          </a:p>
          <a:p xmlns:a="http://schemas.openxmlformats.org/drawingml/2006/main">
            <a:r>
              <a:t>packages/ai/src/utils/typebox-helpers.ts</a:t>
            </a:r>
          </a:p>
          <a:p xmlns:a="http://schemas.openxmlformats.org/drawingml/2006/main">
            <a:r>
              <a:t>packages/ai/src/utils/uuid.ts</a:t>
            </a:r>
          </a:p>
          <a:p xmlns:a="http://schemas.openxmlformats.org/drawingml/2006/main">
            <a:r>
              <a:t>packages/ai/src/utils/validation.ts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观察缓存和用量</a:t>
            </a:r>
          </a:p>
          <a:p xmlns:a="http://schemas.openxmlformats.org/drawingml/2006/main">
            <a:r>
              <a:t>检查适用模型的预热条件、缓存统计和累计用量。不同模型的缓存能力与保留期不相同。</a:t>
            </a:r>
          </a:p>
          <a:p xmlns:a="http://schemas.openxmlformats.org/drawingml/2006/main">
            <a:r>
              <a:t>输入：模型能力和 usage</a:t>
            </a:r>
          </a:p>
          <a:p xmlns:a="http://schemas.openxmlformats.org/drawingml/2006/main">
            <a:r>
              <a:t>输出：缓存命中与会话用量记录</a:t>
            </a:r>
          </a:p>
          <a:p xmlns:a="http://schemas.openxmlformats.org/drawingml/2006/main">
            <a:r>
              <a:t>入口线索：cacheWarming；会话统计</a:t>
            </a:r>
          </a:p>
          <a:p xmlns:a="http://schemas.openxmlformats.org/drawingml/2006/main">
            <a:r>
              <a:t>职责：缓存保留时间取决于模型声明；不能把预热当成所有提供商都有的保证。</a:t>
            </a:r>
          </a:p>
          <a:p xmlns:a="http://schemas.openxmlformats.org/drawingml/2006/main">
            <a:r>
              <a:t>源码：packages/coding-agent/src/core/cache-stats.ts</a:t>
            </a:r>
          </a:p>
          <a:p xmlns:a="http://schemas.openxmlformats.org/drawingml/2006/main">
            <a:r>
              <a:t>packages/coding-agent/src/core/cache-warmer.ts</a:t>
            </a:r>
          </a:p>
          <a:p xmlns:a="http://schemas.openxmlformats.org/drawingml/2006/main">
            <a:r>
              <a:t>packages/coding-agent/src/core/usage-totals.ts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失败与恢复：摘要生成也可能失败或被取消。不能以估算 token 数量承诺所有供应商都接受请求。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练习：画出“正常响应、溢出后压缩、网络重试”三条分支，标记哪些会修改会话记录。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参考判断：压缩改变后续上下文构造；传输重试不等于用户又输入了一条消息；缓存统计来自适用的返回与记录。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功能编号：SES-08, SES-13, SES-14, SES-15, SES-16, SES-17, SES-25, MOD-18, EXT-29, AI-14, AI-17, AI-18, AI-19, AI-23, AI-29, AI-30, AI-35, OTH-46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packages/ai/README.md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packages/coding-agent/docs/sessions.md</a:t>
            </a:r>
          </a:p>
          <a:p xmlns:a="http://schemas.openxmlformats.org/drawingml/2006/main">
            <a:r>
              <a:t>packages/coding-agent/docs/compaction.md</a:t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>packages/ai/CHANGELOG.md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packages/coding-agent/test/branch-summarization.test.ts</a:t>
            </a:r>
          </a:p>
          <a:p xmlns:a="http://schemas.openxmlformats.org/drawingml/2006/main">
            <a:r>
              <a:t>packages/coding-agent/test/compaction-summary-reasoning.test.ts</a:t>
            </a:r>
          </a:p>
          <a:p xmlns:a="http://schemas.openxmlformats.org/drawingml/2006/main">
            <a:r>
              <a:t>packages/coding-agent/test/compaction.test.ts</a:t>
            </a:r>
          </a:p>
          <a:p xmlns:a="http://schemas.openxmlformats.org/drawingml/2006/main">
            <a:r>
              <a:t>packages/coding-agent/test/session-context-edit.test.ts</a:t>
            </a:r>
          </a:p>
          <a:p xmlns:a="http://schemas.openxmlformats.org/drawingml/2006/main">
            <a:r>
              <a:t>packages/coding-agent/test/suite/agent-session-compaction.test.ts</a:t>
            </a:r>
          </a:p>
          <a:p xmlns:a="http://schemas.openxmlformats.org/drawingml/2006/main">
            <a:r>
              <a:t>packages/coding-agent/test/compaction-nested-calls.test.ts</a:t>
            </a:r>
          </a:p>
          <a:p xmlns:a="http://schemas.openxmlformats.org/drawingml/2006/main">
            <a:r>
              <a:t>packages/coding-agent/test/compaction-serialization.test.ts</a:t>
            </a:r>
          </a:p>
          <a:p xmlns:a="http://schemas.openxmlformats.org/drawingml/2006/main">
            <a:r>
              <a:t>packages/ai/test/bedrock-error-metadata.test.ts</a:t>
            </a:r>
          </a:p>
          <a:p xmlns:a="http://schemas.openxmlformats.org/drawingml/2006/main">
            <a:r>
              <a:t>packages/ai/test/error-body.test.ts</a:t>
            </a:r>
          </a:p>
          <a:p xmlns:a="http://schemas.openxmlformats.org/drawingml/2006/main">
            <a:r>
              <a:t>packages/ai/test/context-estimate.test.ts</a:t>
            </a:r>
          </a:p>
          <a:p xmlns:a="http://schemas.openxmlformats.org/drawingml/2006/main">
            <a:r>
              <a:t>packages/ai/test/assistant-message-frame.test.ts</a:t>
            </a:r>
          </a:p>
          <a:p xmlns:a="http://schemas.openxmlformats.org/drawingml/2006/main">
            <a:r>
              <a:t>packages/ai/test/azure-openai-responses-reasoning-replay.test.ts</a:t>
            </a:r>
          </a:p>
          <a:p xmlns:a="http://schemas.openxmlformats.org/drawingml/2006/main">
            <a:r>
              <a:t>packages/ai/test/classifier-models.test.ts</a:t>
            </a:r>
          </a:p>
          <a:p xmlns:a="http://schemas.openxmlformats.org/drawingml/2006/main">
            <a:r>
              <a:t>packages/ai/test/cloudflare-stream.test.ts</a:t>
            </a:r>
          </a:p>
          <a:p xmlns:a="http://schemas.openxmlformats.org/drawingml/2006/main">
            <a:r>
              <a:t>packages/ai/test/compat-env.test.ts</a:t>
            </a:r>
          </a:p>
          <a:p xmlns:a="http://schemas.openxmlformats.org/drawingml/2006/main">
            <a:r>
              <a:t>packages/ai/test/constrained-sampling.test.ts</a:t>
            </a:r>
          </a:p>
          <a:p xmlns:a="http://schemas.openxmlformats.org/drawingml/2006/main">
            <a:r>
              <a:t>packages/ai/test/event-stream.test.ts</a:t>
            </a:r>
          </a:p>
          <a:p xmlns:a="http://schemas.openxmlformats.org/drawingml/2006/main">
            <a:r>
              <a:t>packages/ai/test/images-models.test.ts</a:t>
            </a:r>
          </a:p>
          <a:p xmlns:a="http://schemas.openxmlformats.org/drawingml/2006/main">
            <a:r>
              <a:t>packages/ai/test/model-types.test.ts</a:t>
            </a:r>
          </a:p>
          <a:p xmlns:a="http://schemas.openxmlformats.org/drawingml/2006/main">
            <a:r>
              <a:t>packages/ai/test/models-runtime.test.ts</a:t>
            </a:r>
          </a:p>
          <a:p xmlns:a="http://schemas.openxmlformats.org/drawingml/2006/main">
            <a:r>
              <a:t>packages/ai/test/openai-responses-namespace.test.ts</a:t>
            </a:r>
          </a:p>
          <a:p xmlns:a="http://schemas.openxmlformats.org/drawingml/2006/main">
            <a:r>
              <a:t>packages/ai/test/openai-responses-partial-json-cleanup.test.ts</a:t>
            </a:r>
          </a:p>
          <a:p xmlns:a="http://schemas.openxmlformats.org/drawingml/2006/main">
            <a:r>
              <a:t>packages/ai/test/openai-responses-terminal-event.test.ts</a:t>
            </a:r>
          </a:p>
          <a:p xmlns:a="http://schemas.openxmlformats.org/drawingml/2006/main">
            <a:r>
              <a:t>packages/ai/test/opencode-provider-headers.test.ts</a:t>
            </a:r>
          </a:p>
          <a:p xmlns:a="http://schemas.openxmlformats.org/drawingml/2006/main">
            <a:r>
              <a:t>packages/ai/test/providers.test.ts</a:t>
            </a:r>
          </a:p>
          <a:p xmlns:a="http://schemas.openxmlformats.org/drawingml/2006/main">
            <a:r>
              <a:t>packages/ai/test/telemetry-options.test.ts</a:t>
            </a:r>
          </a:p>
          <a:p xmlns:a="http://schemas.openxmlformats.org/drawingml/2006/main">
            <a:r>
              <a:t>packages/ai/test/openai-responses-foreign-toolcall-id.test.ts</a:t>
            </a:r>
          </a:p>
          <a:p xmlns:a="http://schemas.openxmlformats.org/drawingml/2006/main">
            <a:r>
              <a:t>packages/ai/test/node-http-proxy.test.ts</a:t>
            </a:r>
          </a:p>
          <a:p xmlns:a="http://schemas.openxmlformats.org/drawingml/2006/main">
            <a:r>
              <a:t>packages/ai/test/context-overflow.test.ts</a:t>
            </a:r>
          </a:p>
          <a:p xmlns:a="http://schemas.openxmlformats.org/drawingml/2006/main">
            <a:r>
              <a:t>packages/ai/test/overflow.test.ts</a:t>
            </a:r>
          </a:p>
          <a:p xmlns:a="http://schemas.openxmlformats.org/drawingml/2006/main">
            <a:r>
              <a:t>packages/ai/test/provider-retry.test.ts</a:t>
            </a:r>
          </a:p>
          <a:p xmlns:a="http://schemas.openxmlformats.org/drawingml/2006/main">
            <a:r>
              <a:t>packages/ai/test/mistral-raw-stop-reason.test.ts</a:t>
            </a:r>
          </a:p>
          <a:p xmlns:a="http://schemas.openxmlformats.org/drawingml/2006/main">
            <a:r>
              <a:t>packages/ai/test/retry.test.ts</a:t>
            </a:r>
          </a:p>
          <a:p xmlns:a="http://schemas.openxmlformats.org/drawingml/2006/main">
            <a:r>
              <a:t>packages/ai/test/system-message-replay.test.ts</a:t>
            </a:r>
          </a:p>
          <a:p xmlns:a="http://schemas.openxmlformats.org/drawingml/2006/main">
            <a:r>
              <a:t>packages/ai/test/anthropic-auth-token.test.ts</a:t>
            </a:r>
          </a:p>
          <a:p xmlns:a="http://schemas.openxmlformats.org/drawingml/2006/main">
            <a:r>
              <a:t>packages/ai/test/anthropic-eager-tool-input-compat.test.ts</a:t>
            </a:r>
          </a:p>
          <a:p xmlns:a="http://schemas.openxmlformats.org/drawingml/2006/main">
            <a:r>
              <a:t>packages/ai/test/anthropic-federation-sdk.test.ts</a:t>
            </a:r>
          </a:p>
          <a:p xmlns:a="http://schemas.openxmlformats.org/drawingml/2006/main">
            <a:r>
              <a:t>packages/ai/test/anthropic-federation.test.ts</a:t>
            </a:r>
          </a:p>
          <a:p xmlns:a="http://schemas.openxmlformats.org/drawingml/2006/main">
            <a:r>
              <a:t>packages/ai/test/anthropic-strict-tool-schema.test.ts</a:t>
            </a:r>
          </a:p>
          <a:p xmlns:a="http://schemas.openxmlformats.org/drawingml/2006/main">
            <a:r>
              <a:t>packages/ai/test/azure-openai-tool-choice.test.ts</a:t>
            </a:r>
          </a:p>
          <a:p xmlns:a="http://schemas.openxmlformats.org/drawingml/2006/main">
            <a:r>
              <a:t>packages/ai/test/bedrock-convert-messages.test.ts</a:t>
            </a:r>
          </a:p>
          <a:p xmlns:a="http://schemas.openxmlformats.org/drawingml/2006/main">
            <a:r>
              <a:t>packages/ai/test/bedrock-redacted-reasoning.test.ts</a:t>
            </a:r>
          </a:p>
          <a:p xmlns:a="http://schemas.openxmlformats.org/drawingml/2006/main">
            <a:r>
              <a:t>packages/ai/test/cloudflare-ai-binding.test.ts</a:t>
            </a:r>
          </a:p>
          <a:p xmlns:a="http://schemas.openxmlformats.org/drawingml/2006/main">
            <a:r>
              <a:t>packages/ai/test/fetch-option.test.ts</a:t>
            </a:r>
          </a:p>
          <a:p xmlns:a="http://schemas.openxmlformats.org/drawingml/2006/main">
            <a:r>
              <a:t>packages/ai/test/fireworks-model-generation.test.ts</a:t>
            </a:r>
          </a:p>
          <a:p xmlns:a="http://schemas.openxmlformats.org/drawingml/2006/main">
            <a:r>
              <a:t>packages/ai/test/google-shared-gemini3-unsigned-tool-call.test.ts</a:t>
            </a:r>
          </a:p>
          <a:p xmlns:a="http://schemas.openxmlformats.org/drawingml/2006/main">
            <a:r>
              <a:t>packages/ai/test/google-shared-image-tool-result-routing.test.ts</a:t>
            </a:r>
          </a:p>
          <a:p xmlns:a="http://schemas.openxmlformats.org/drawingml/2006/main">
            <a:r>
              <a:t>packages/ai/test/google-shared-signed-empty-blocks.test.ts</a:t>
            </a:r>
          </a:p>
          <a:p xmlns:a="http://schemas.openxmlformats.org/drawingml/2006/main">
            <a:r>
              <a:t>packages/ai/test/google-thinking-level-map.test.ts</a:t>
            </a:r>
          </a:p>
          <a:p xmlns:a="http://schemas.openxmlformats.org/drawingml/2006/main">
            <a:r>
              <a:t>packages/ai/test/mistral-reasoning-mode.test.ts</a:t>
            </a:r>
          </a:p>
          <a:p xmlns:a="http://schemas.openxmlformats.org/drawingml/2006/main">
            <a:r>
              <a:t>packages/ai/test/openai-codex-stream.test.ts</a:t>
            </a:r>
          </a:p>
          <a:p xmlns:a="http://schemas.openxmlformats.org/drawingml/2006/main">
            <a:r>
              <a:t>packages/ai/test/openai-completions-raw-stop-reason.test.ts</a:t>
            </a:r>
          </a:p>
          <a:p xmlns:a="http://schemas.openxmlformats.org/drawingml/2006/main">
            <a:r>
              <a:t>packages/ai/test/openai-completions-reasoning-details.test.ts</a:t>
            </a:r>
          </a:p>
          <a:p xmlns:a="http://schemas.openxmlformats.org/drawingml/2006/main">
            <a:r>
              <a:t>packages/ai/test/openai-completions-retry.test.ts</a:t>
            </a:r>
          </a:p>
          <a:p xmlns:a="http://schemas.openxmlformats.org/drawingml/2006/main">
            <a:r>
              <a:t>packages/ai/test/openai-completions-thinking-as-text.test.ts</a:t>
            </a:r>
          </a:p>
          <a:p xmlns:a="http://schemas.openxmlformats.org/drawingml/2006/main">
            <a:r>
              <a:t>packages/ai/test/openai-responses-chatgpt-sign-in.test.ts</a:t>
            </a:r>
          </a:p>
          <a:p xmlns:a="http://schemas.openxmlformats.org/drawingml/2006/main">
            <a:r>
              <a:t>packages/ai/test/openai-responses-usage-limit.test.ts</a:t>
            </a:r>
          </a:p>
          <a:p xmlns:a="http://schemas.openxmlformats.org/drawingml/2006/main">
            <a:r>
              <a:t>packages/ai/test/openrouter-reasoning-options.test.ts</a:t>
            </a:r>
          </a:p>
          <a:p xmlns:a="http://schemas.openxmlformats.org/drawingml/2006/main">
            <a:r>
              <a:t>packages/ai/test/pi-messages.test.ts</a:t>
            </a:r>
          </a:p>
          <a:p xmlns:a="http://schemas.openxmlformats.org/drawingml/2006/main">
            <a:r>
              <a:t>packages/ai/test/pre-generation-error.test.ts</a:t>
            </a:r>
          </a:p>
          <a:p xmlns:a="http://schemas.openxmlformats.org/drawingml/2006/main">
            <a:r>
              <a:t>packages/ai/test/xai-responses.test.ts</a:t>
            </a:r>
          </a:p>
          <a:p xmlns:a="http://schemas.openxmlformats.org/drawingml/2006/main">
            <a:r>
              <a:t>packages/durable/test/harness-prompt.test.ts</a:t>
            </a:r>
          </a:p>
          <a:p xmlns:a="http://schemas.openxmlformats.org/drawingml/2006/main">
            <a:r>
              <a:t>packages/ai/test/interleaved-thinking.test.ts</a:t>
            </a:r>
          </a:p>
          <a:p xmlns:a="http://schemas.openxmlformats.org/drawingml/2006/main">
            <a:r>
              <a:t>packages/ai/test/stream.test.ts</a:t>
            </a:r>
          </a:p>
          <a:p xmlns:a="http://schemas.openxmlformats.org/drawingml/2006/main">
            <a:r>
              <a:t>packages/ai/test/uuid.test.ts</a:t>
            </a:r>
          </a:p>
          <a:p xmlns:a="http://schemas.openxmlformats.org/drawingml/2006/main">
            <a:r>
              <a:t>packages/ai/test/validation.test.ts</a:t>
            </a:r>
          </a:p>
          <a:p xmlns:a="http://schemas.openxmlformats.org/drawingml/2006/main">
            <a:r>
              <a:t>packages/coding-agent/test/cache-stats.test.ts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packages/coding-agent/test/codemode-worker-config.test.ts</a:t>
            </a:r>
          </a:p>
          <a:p xmlns:a="http://schemas.openxmlformats.org/drawingml/2006/main">
            <a:r>
              <a:t>packages/coding-agent/test/config-value-migration.test.ts</a:t>
            </a:r>
          </a:p>
          <a:p xmlns:a="http://schemas.openxmlformats.org/drawingml/2006/main">
            <a:r>
              <a:t>packages/coding-agent/test/config.test.ts</a:t>
            </a:r>
          </a:p>
          <a:p xmlns:a="http://schemas.openxmlformats.org/drawingml/2006/main">
            <a:r>
              <a:t>packages/coding-agent/test/first-time-setup.test.ts</a:t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>packages/coding-agent/test/keybindings-migration.test.ts</a:t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>packages/coding-agent/test/prompt-templates.test.ts</a:t>
            </a:r>
          </a:p>
          <a:p xmlns:a="http://schemas.openxmlformats.org/drawingml/2006/main">
            <a:r>
              <a:t>packages/coding-agent/test/remote-catalog-provider.test.ts</a:t>
            </a:r>
          </a:p>
          <a:p xmlns:a="http://schemas.openxmlformats.org/drawingml/2006/main">
            <a:r>
              <a:t>packages/coding-agent/test/session-file-invalid.test.ts</a:t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>packages/coding-agent/test/startup-session-name.test.ts</a:t>
            </a:r>
          </a:p>
          <a:p xmlns:a="http://schemas.openxmlformats.org/drawingml/2006/main">
            <a:r>
              <a:t>packages/coding-agent/test/stdout-cleanliness.test.ts</a:t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>packages/coding-agent/test/suite/regressions/5661-uppercase-header-values.test.ts</a:t>
            </a:r>
          </a:p>
          <a:p xmlns:a="http://schemas.openxmlformats.org/drawingml/2006/main">
            <a:r>
              <a:t>packages/coding-agent/test/suite/regressions/7497-session-discovery-symlink.test.ts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packages/coding-agent/test/resolve-config-value.test.ts</a:t>
            </a:r>
          </a:p>
          <a:p xmlns:a="http://schemas.openxmlformats.org/drawingml/2006/main">
            <a:r>
              <a:t>packages/coding-agent/test/settings-diagnostics.test.ts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packages/coding-agent/test/block-images.test.ts</a:t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packages/coding-agent/test/git-update.test.ts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>packages/coding-agent/test/max-thinking.test.ts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packages/coding-agent/test/package-manager-ssh.test.ts</a:t>
            </a:r>
          </a:p>
          <a:p xmlns:a="http://schemas.openxmlformats.org/drawingml/2006/main">
            <a:r>
              <a:t>packages/coding-agent/test/package-manager.test.ts</a:t>
            </a:r>
          </a:p>
          <a:p xmlns:a="http://schemas.openxmlformats.org/drawingml/2006/main">
            <a:r>
              <a:t>packages/coding-agent/test/resource-loader-theme.test.ts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packages/coding-agent/test/sdk-openrouter-attribution.test.ts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packages/coding-agent/test/settings-manager-bug.test.ts</a:t>
            </a:r>
          </a:p>
          <a:p xmlns:a="http://schemas.openxmlformats.org/drawingml/2006/main">
            <a:r>
              <a:t>packages/coding-agent/test/settings-manager-compaction.test.ts</a:t>
            </a:r>
          </a:p>
          <a:p xmlns:a="http://schemas.openxmlformats.org/drawingml/2006/main">
            <a:r>
              <a:t>packages/coding-agent/test/settings-manager.test.ts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>packages/coding-agent/test/suite/regressions/3616-settings-inmemory-reload.test.ts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packages/coding-agent/test/suite/regressions/7187-malformed-package-manifest.test.ts</a:t>
            </a:r>
          </a:p>
          <a:p xmlns:a="http://schemas.openxmlformats.org/drawingml/2006/main">
            <a:r>
              <a:t>packages/coding-agent/test/suite/regressions/7572-provider-retry-settings-merge.test.ts</a:t>
            </a:r>
          </a:p>
          <a:p xmlns:a="http://schemas.openxmlformats.org/drawingml/2006/main">
            <a:r>
              <a:t>packages/coding-agent/test/suite/regressions/8337-utf8-bom-parsing.test.ts</a:t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packages/coding-agent/test/theme-controller.test.ts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>packages/coding-agent/test/crash-log.test.ts</a:t>
            </a:r>
          </a:p>
          <a:p xmlns:a="http://schemas.openxmlformats.org/drawingml/2006/main">
            <a:r>
              <a:t>packages/coding-agent/test/skills.test.ts</a:t>
            </a:r>
          </a:p>
          <a:p xmlns:a="http://schemas.openxmlformats.org/drawingml/2006/main">
            <a:r>
              <a:t>packages/ai/test/radius-provider.test.ts</a:t>
            </a:r>
          </a:p>
          <a:p xmlns:a="http://schemas.openxmlformats.org/drawingml/2006/main">
            <a:r>
              <a:t>packages/ai/test/cache-retention.test.ts</a:t>
            </a:r>
          </a:p>
          <a:p xmlns:a="http://schemas.openxmlformats.org/drawingml/2006/main">
            <a:r>
              <a:t>packages/ai/test/zen.test.ts</a:t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对话很长，模型上下文溢出，或你想解释缓存用量。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测量上下文和阈值</a:t>
            </a:r>
          </a:p>
          <a:p xmlns:a="http://schemas.openxmlformats.org/drawingml/2006/main">
            <a:r>
              <a:t>区分主动压缩、阈值触发和溢出后的恢复路径，查看保留最近内容和摘要输入的选择。</a:t>
            </a:r>
          </a:p>
          <a:p xmlns:a="http://schemas.openxmlformats.org/drawingml/2006/main">
            <a:r>
              <a:t>输入：历史消息与 token 估计</a:t>
            </a:r>
          </a:p>
          <a:p xmlns:a="http://schemas.openxmlformats.org/drawingml/2006/main">
            <a:r>
              <a:t>输出：压缩决策和待摘要内容</a:t>
            </a:r>
          </a:p>
          <a:p xmlns:a="http://schemas.openxmlformats.org/drawingml/2006/main">
            <a:r>
              <a:t>入口线索：/compact；自动压缩</a:t>
            </a:r>
          </a:p>
          <a:p xmlns:a="http://schemas.openxmlformats.org/drawingml/2006/main">
            <a:r>
              <a:t>职责：摘要影响上下文投影，不直接等价于删除原始会话历史。</a:t>
            </a:r>
          </a:p>
          <a:p xmlns:a="http://schemas.openxmlformats.org/drawingml/2006/main">
            <a:r>
              <a:t>源码：packages/coding-agent/src/core/compaction/branch-summarization.ts</a:t>
            </a:r>
          </a:p>
          <a:p xmlns:a="http://schemas.openxmlformats.org/drawingml/2006/main">
            <a:r>
              <a:t>packages/coding-agent/src/core/compaction/compaction.ts</a:t>
            </a:r>
          </a:p>
          <a:p xmlns:a="http://schemas.openxmlformats.org/drawingml/2006/main">
            <a:r>
              <a:t>packages/coding-agent/src/core/compaction/index.ts</a:t>
            </a:r>
          </a:p>
          <a:p xmlns:a="http://schemas.openxmlformats.org/drawingml/2006/main">
            <a:r>
              <a:t>packages/coding-agent/src/core/compaction/utils.ts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保存摘要并重建</a:t>
            </a:r>
          </a:p>
          <a:p xmlns:a="http://schemas.openxmlformats.org/drawingml/2006/main">
            <a:r>
              <a:t>检查压缩结果条目和保留边界，跟踪下一轮上下文使用什么内容。摘要不应被理解为删掉全部原始历史。</a:t>
            </a:r>
          </a:p>
          <a:p xmlns:a="http://schemas.openxmlformats.org/drawingml/2006/main">
            <a:r>
              <a:t>输入：摘要结果</a:t>
            </a:r>
          </a:p>
          <a:p xmlns:a="http://schemas.openxmlformats.org/drawingml/2006/main">
            <a:r>
              <a:t>输出：可继续请求的上下文</a:t>
            </a:r>
          </a:p>
          <a:p xmlns:a="http://schemas.openxmlformats.org/drawingml/2006/main">
            <a:r>
              <a:t>入口线索：/compact；自动压缩</a:t>
            </a:r>
          </a:p>
          <a:p xmlns:a="http://schemas.openxmlformats.org/drawingml/2006/main">
            <a:r>
              <a:t>职责：摘要影响上下文投影，不直接等价于删除原始会话历史。</a:t>
            </a:r>
          </a:p>
          <a:p xmlns:a="http://schemas.openxmlformats.org/drawingml/2006/main">
            <a:r>
              <a:t>源码：packages/coding-agent/src/core/compaction/branch-summarization.ts</a:t>
            </a:r>
          </a:p>
          <a:p xmlns:a="http://schemas.openxmlformats.org/drawingml/2006/main">
            <a:r>
              <a:t>packages/coding-agent/src/core/compaction/compaction.ts</a:t>
            </a:r>
          </a:p>
          <a:p xmlns:a="http://schemas.openxmlformats.org/drawingml/2006/main">
            <a:r>
              <a:t>packages/coding-agent/src/core/compaction/index.ts</a:t>
            </a:r>
          </a:p>
          <a:p xmlns:a="http://schemas.openxmlformats.org/drawingml/2006/main">
            <a:r>
              <a:t>packages/coding-agent/src/core/compaction/utils.ts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区分重试与新输入</a:t>
            </a:r>
          </a:p>
          <a:p xmlns:a="http://schemas.openxmlformats.org/drawingml/2006/main">
            <a:r>
              <a:t>查看可重试错误、退避、取消和最大延迟；把供应商重试与产品的上下文恢复分开标注。</a:t>
            </a:r>
          </a:p>
          <a:p xmlns:a="http://schemas.openxmlformats.org/drawingml/2006/main">
            <a:r>
              <a:t>输入：请求错误与重试策略</a:t>
            </a:r>
          </a:p>
          <a:p xmlns:a="http://schemas.openxmlformats.org/drawingml/2006/main">
            <a:r>
              <a:t>输出：再次请求或明确失败</a:t>
            </a:r>
          </a:p>
          <a:p xmlns:a="http://schemas.openxmlformats.org/drawingml/2006/main">
            <a:r>
              <a:t>入口线索：工具函数 / Provider 实现</a:t>
            </a:r>
          </a:p>
          <a:p xmlns:a="http://schemas.openxmlformats.org/drawingml/2006/main">
            <a:r>
              <a:t>职责：具体函数、参数与注释由 AST 提取，避免依名字猜契约。</a:t>
            </a:r>
          </a:p>
          <a:p xmlns:a="http://schemas.openxmlformats.org/drawingml/2006/main">
            <a:r>
              <a:t>源码：packages/ai/src/utils/abort-signals.ts</a:t>
            </a:r>
          </a:p>
          <a:p xmlns:a="http://schemas.openxmlformats.org/drawingml/2006/main">
            <a:r>
              <a:t>packages/ai/src/utils/abort.ts</a:t>
            </a:r>
          </a:p>
          <a:p xmlns:a="http://schemas.openxmlformats.org/drawingml/2006/main">
            <a:r>
              <a:t>packages/ai/src/utils/assistant-message-frame.ts</a:t>
            </a:r>
          </a:p>
          <a:p xmlns:a="http://schemas.openxmlformats.org/drawingml/2006/main">
            <a:r>
              <a:t>packages/ai/src/utils/diagnostics.ts</a:t>
            </a:r>
          </a:p>
          <a:p xmlns:a="http://schemas.openxmlformats.org/drawingml/2006/main">
            <a:r>
              <a:t>packages/ai/src/utils/error-body.ts</a:t>
            </a:r>
          </a:p>
          <a:p xmlns:a="http://schemas.openxmlformats.org/drawingml/2006/main">
            <a:r>
              <a:t>packages/ai/src/utils/estimate.ts</a:t>
            </a:r>
          </a:p>
          <a:p xmlns:a="http://schemas.openxmlformats.org/drawingml/2006/main">
            <a:r>
              <a:t>packages/ai/src/utils/event-stream.ts</a:t>
            </a:r>
          </a:p>
          <a:p xmlns:a="http://schemas.openxmlformats.org/drawingml/2006/main">
            <a:r>
              <a:t>packages/ai/src/utils/hash.ts</a:t>
            </a:r>
          </a:p>
          <a:p xmlns:a="http://schemas.openxmlformats.org/drawingml/2006/main">
            <a:r>
              <a:t>packages/ai/src/utils/headers.ts</a:t>
            </a:r>
          </a:p>
          <a:p xmlns:a="http://schemas.openxmlformats.org/drawingml/2006/main">
            <a:r>
              <a:t>packages/ai/src/utils/json-parse.ts</a:t>
            </a:r>
          </a:p>
          <a:p xmlns:a="http://schemas.openxmlformats.org/drawingml/2006/main">
            <a:r>
              <a:t>packages/ai/src/utils/model-operations.ts</a:t>
            </a:r>
          </a:p>
          <a:p xmlns:a="http://schemas.openxmlformats.org/drawingml/2006/main">
            <a:r>
              <a:t>packages/ai/src/utils/models-error.ts</a:t>
            </a:r>
          </a:p>
          <a:p xmlns:a="http://schemas.openxmlformats.org/drawingml/2006/main">
            <a:r>
              <a:t>packages/ai/src/utils/node-http-proxy.ts</a:t>
            </a:r>
          </a:p>
          <a:p xmlns:a="http://schemas.openxmlformats.org/drawingml/2006/main">
            <a:r>
              <a:t>packages/ai/src/utils/oauth-page.ts</a:t>
            </a:r>
          </a:p>
          <a:p xmlns:a="http://schemas.openxmlformats.org/drawingml/2006/main">
            <a:r>
              <a:t>packages/ai/src/utils/overflow.ts</a:t>
            </a:r>
          </a:p>
          <a:p xmlns:a="http://schemas.openxmlformats.org/drawingml/2006/main">
            <a:r>
              <a:t>packages/ai/src/utils/pi-user-agent.ts</a:t>
            </a:r>
          </a:p>
          <a:p xmlns:a="http://schemas.openxmlformats.org/drawingml/2006/main">
            <a:r>
              <a:t>packages/ai/src/utils/provider-env.ts</a:t>
            </a:r>
          </a:p>
          <a:p xmlns:a="http://schemas.openxmlformats.org/drawingml/2006/main">
            <a:r>
              <a:t>packages/ai/src/utils/provider-retry.ts</a:t>
            </a:r>
          </a:p>
          <a:p xmlns:a="http://schemas.openxmlformats.org/drawingml/2006/main">
            <a:r>
              <a:t>packages/ai/src/utils/retry.ts</a:t>
            </a:r>
          </a:p>
          <a:p xmlns:a="http://schemas.openxmlformats.org/drawingml/2006/main">
            <a:r>
              <a:t>packages/ai/src/utils/sanitize-unicode.ts</a:t>
            </a:r>
          </a:p>
          <a:p xmlns:a="http://schemas.openxmlformats.org/drawingml/2006/main">
            <a:r>
              <a:t>packages/ai/src/utils/sleep.ts</a:t>
            </a:r>
          </a:p>
          <a:p xmlns:a="http://schemas.openxmlformats.org/drawingml/2006/main">
            <a:r>
              <a:t>packages/ai/src/utils/text.ts</a:t>
            </a:r>
          </a:p>
          <a:p xmlns:a="http://schemas.openxmlformats.org/drawingml/2006/main">
            <a:r>
              <a:t>packages/ai/src/utils/transcript.ts</a:t>
            </a:r>
          </a:p>
          <a:p xmlns:a="http://schemas.openxmlformats.org/drawingml/2006/main">
            <a:r>
              <a:t>packages/ai/src/utils/typebox-helpers.ts</a:t>
            </a:r>
          </a:p>
          <a:p xmlns:a="http://schemas.openxmlformats.org/drawingml/2006/main">
            <a:r>
              <a:t>packages/ai/src/utils/uuid.ts</a:t>
            </a:r>
          </a:p>
          <a:p xmlns:a="http://schemas.openxmlformats.org/drawingml/2006/main">
            <a:r>
              <a:t>packages/ai/src/utils/validation.ts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观察缓存和用量</a:t>
            </a:r>
          </a:p>
          <a:p xmlns:a="http://schemas.openxmlformats.org/drawingml/2006/main">
            <a:r>
              <a:t>检查适用模型的预热条件、缓存统计和累计用量。不同模型的缓存能力与保留期不相同。</a:t>
            </a:r>
          </a:p>
          <a:p xmlns:a="http://schemas.openxmlformats.org/drawingml/2006/main">
            <a:r>
              <a:t>输入：模型能力和 usage</a:t>
            </a:r>
          </a:p>
          <a:p xmlns:a="http://schemas.openxmlformats.org/drawingml/2006/main">
            <a:r>
              <a:t>输出：缓存命中与会话用量记录</a:t>
            </a:r>
          </a:p>
          <a:p xmlns:a="http://schemas.openxmlformats.org/drawingml/2006/main">
            <a:r>
              <a:t>入口线索：cacheWarming；会话统计</a:t>
            </a:r>
          </a:p>
          <a:p xmlns:a="http://schemas.openxmlformats.org/drawingml/2006/main">
            <a:r>
              <a:t>职责：缓存保留时间取决于模型声明；不能把预热当成所有提供商都有的保证。</a:t>
            </a:r>
          </a:p>
          <a:p xmlns:a="http://schemas.openxmlformats.org/drawingml/2006/main">
            <a:r>
              <a:t>源码：packages/coding-agent/src/core/cache-stats.ts</a:t>
            </a:r>
          </a:p>
          <a:p xmlns:a="http://schemas.openxmlformats.org/drawingml/2006/main">
            <a:r>
              <a:t>packages/coding-agent/src/core/cache-warmer.ts</a:t>
            </a:r>
          </a:p>
          <a:p xmlns:a="http://schemas.openxmlformats.org/drawingml/2006/main">
            <a:r>
              <a:t>packages/coding-agent/src/core/usage-totals.ts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失败与恢复：摘要生成也可能失败或被取消。不能以估算 token 数量承诺所有供应商都接受请求。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练习：画出“正常响应、溢出后压缩、网络重试”三条分支，标记哪些会修改会话记录。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参考判断：压缩改变后续上下文构造；传输重试不等于用户又输入了一条消息；缓存统计来自适用的返回与记录。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功能编号：SES-08, SES-13, SES-14, SES-15, SES-16, SES-17, SES-25, MOD-18, EXT-29, AI-14, AI-17, AI-18, AI-19, AI-23, AI-29, AI-30, AI-35, OTH-46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packages/ai/README.md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packages/coding-agent/docs/sessions.md</a:t>
            </a:r>
          </a:p>
          <a:p xmlns:a="http://schemas.openxmlformats.org/drawingml/2006/main">
            <a:r>
              <a:t>packages/coding-agent/docs/compaction.md</a:t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>packages/ai/CHANGELOG.md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packages/coding-agent/test/branch-summarization.test.ts</a:t>
            </a:r>
          </a:p>
          <a:p xmlns:a="http://schemas.openxmlformats.org/drawingml/2006/main">
            <a:r>
              <a:t>packages/coding-agent/test/compaction-summary-reasoning.test.ts</a:t>
            </a:r>
          </a:p>
          <a:p xmlns:a="http://schemas.openxmlformats.org/drawingml/2006/main">
            <a:r>
              <a:t>packages/coding-agent/test/compaction.test.ts</a:t>
            </a:r>
          </a:p>
          <a:p xmlns:a="http://schemas.openxmlformats.org/drawingml/2006/main">
            <a:r>
              <a:t>packages/coding-agent/test/session-context-edit.test.ts</a:t>
            </a:r>
          </a:p>
          <a:p xmlns:a="http://schemas.openxmlformats.org/drawingml/2006/main">
            <a:r>
              <a:t>packages/coding-agent/test/suite/agent-session-compaction.test.ts</a:t>
            </a:r>
          </a:p>
          <a:p xmlns:a="http://schemas.openxmlformats.org/drawingml/2006/main">
            <a:r>
              <a:t>packages/coding-agent/test/compaction-nested-calls.test.ts</a:t>
            </a:r>
          </a:p>
          <a:p xmlns:a="http://schemas.openxmlformats.org/drawingml/2006/main">
            <a:r>
              <a:t>packages/coding-agent/test/compaction-serialization.test.ts</a:t>
            </a:r>
          </a:p>
          <a:p xmlns:a="http://schemas.openxmlformats.org/drawingml/2006/main">
            <a:r>
              <a:t>packages/ai/test/bedrock-error-metadata.test.ts</a:t>
            </a:r>
          </a:p>
          <a:p xmlns:a="http://schemas.openxmlformats.org/drawingml/2006/main">
            <a:r>
              <a:t>packages/ai/test/error-body.test.ts</a:t>
            </a:r>
          </a:p>
          <a:p xmlns:a="http://schemas.openxmlformats.org/drawingml/2006/main">
            <a:r>
              <a:t>packages/ai/test/context-estimate.test.ts</a:t>
            </a:r>
          </a:p>
          <a:p xmlns:a="http://schemas.openxmlformats.org/drawingml/2006/main">
            <a:r>
              <a:t>packages/ai/test/assistant-message-frame.test.ts</a:t>
            </a:r>
          </a:p>
          <a:p xmlns:a="http://schemas.openxmlformats.org/drawingml/2006/main">
            <a:r>
              <a:t>packages/ai/test/azure-openai-responses-reasoning-replay.test.ts</a:t>
            </a:r>
          </a:p>
          <a:p xmlns:a="http://schemas.openxmlformats.org/drawingml/2006/main">
            <a:r>
              <a:t>packages/ai/test/classifier-models.test.ts</a:t>
            </a:r>
          </a:p>
          <a:p xmlns:a="http://schemas.openxmlformats.org/drawingml/2006/main">
            <a:r>
              <a:t>packages/ai/test/cloudflare-stream.test.ts</a:t>
            </a:r>
          </a:p>
          <a:p xmlns:a="http://schemas.openxmlformats.org/drawingml/2006/main">
            <a:r>
              <a:t>packages/ai/test/compat-env.test.ts</a:t>
            </a:r>
          </a:p>
          <a:p xmlns:a="http://schemas.openxmlformats.org/drawingml/2006/main">
            <a:r>
              <a:t>packages/ai/test/constrained-sampling.test.ts</a:t>
            </a:r>
          </a:p>
          <a:p xmlns:a="http://schemas.openxmlformats.org/drawingml/2006/main">
            <a:r>
              <a:t>packages/ai/test/event-stream.test.ts</a:t>
            </a:r>
          </a:p>
          <a:p xmlns:a="http://schemas.openxmlformats.org/drawingml/2006/main">
            <a:r>
              <a:t>packages/ai/test/images-models.test.ts</a:t>
            </a:r>
          </a:p>
          <a:p xmlns:a="http://schemas.openxmlformats.org/drawingml/2006/main">
            <a:r>
              <a:t>packages/ai/test/model-types.test.ts</a:t>
            </a:r>
          </a:p>
          <a:p xmlns:a="http://schemas.openxmlformats.org/drawingml/2006/main">
            <a:r>
              <a:t>packages/ai/test/models-runtime.test.ts</a:t>
            </a:r>
          </a:p>
          <a:p xmlns:a="http://schemas.openxmlformats.org/drawingml/2006/main">
            <a:r>
              <a:t>packages/ai/test/openai-responses-namespace.test.ts</a:t>
            </a:r>
          </a:p>
          <a:p xmlns:a="http://schemas.openxmlformats.org/drawingml/2006/main">
            <a:r>
              <a:t>packages/ai/test/openai-responses-partial-json-cleanup.test.ts</a:t>
            </a:r>
          </a:p>
          <a:p xmlns:a="http://schemas.openxmlformats.org/drawingml/2006/main">
            <a:r>
              <a:t>packages/ai/test/openai-responses-terminal-event.test.ts</a:t>
            </a:r>
          </a:p>
          <a:p xmlns:a="http://schemas.openxmlformats.org/drawingml/2006/main">
            <a:r>
              <a:t>packages/ai/test/opencode-provider-headers.test.ts</a:t>
            </a:r>
          </a:p>
          <a:p xmlns:a="http://schemas.openxmlformats.org/drawingml/2006/main">
            <a:r>
              <a:t>packages/ai/test/providers.test.ts</a:t>
            </a:r>
          </a:p>
          <a:p xmlns:a="http://schemas.openxmlformats.org/drawingml/2006/main">
            <a:r>
              <a:t>packages/ai/test/telemetry-options.test.ts</a:t>
            </a:r>
          </a:p>
          <a:p xmlns:a="http://schemas.openxmlformats.org/drawingml/2006/main">
            <a:r>
              <a:t>packages/ai/test/openai-responses-foreign-toolcall-id.test.ts</a:t>
            </a:r>
          </a:p>
          <a:p xmlns:a="http://schemas.openxmlformats.org/drawingml/2006/main">
            <a:r>
              <a:t>packages/ai/test/node-http-proxy.test.ts</a:t>
            </a:r>
          </a:p>
          <a:p xmlns:a="http://schemas.openxmlformats.org/drawingml/2006/main">
            <a:r>
              <a:t>packages/ai/test/context-overflow.test.ts</a:t>
            </a:r>
          </a:p>
          <a:p xmlns:a="http://schemas.openxmlformats.org/drawingml/2006/main">
            <a:r>
              <a:t>packages/ai/test/overflow.test.ts</a:t>
            </a:r>
          </a:p>
          <a:p xmlns:a="http://schemas.openxmlformats.org/drawingml/2006/main">
            <a:r>
              <a:t>packages/ai/test/provider-retry.test.ts</a:t>
            </a:r>
          </a:p>
          <a:p xmlns:a="http://schemas.openxmlformats.org/drawingml/2006/main">
            <a:r>
              <a:t>packages/ai/test/mistral-raw-stop-reason.test.ts</a:t>
            </a:r>
          </a:p>
          <a:p xmlns:a="http://schemas.openxmlformats.org/drawingml/2006/main">
            <a:r>
              <a:t>packages/ai/test/retry.test.ts</a:t>
            </a:r>
          </a:p>
          <a:p xmlns:a="http://schemas.openxmlformats.org/drawingml/2006/main">
            <a:r>
              <a:t>packages/ai/test/system-message-replay.test.ts</a:t>
            </a:r>
          </a:p>
          <a:p xmlns:a="http://schemas.openxmlformats.org/drawingml/2006/main">
            <a:r>
              <a:t>packages/ai/test/anthropic-auth-token.test.ts</a:t>
            </a:r>
          </a:p>
          <a:p xmlns:a="http://schemas.openxmlformats.org/drawingml/2006/main">
            <a:r>
              <a:t>packages/ai/test/anthropic-eager-tool-input-compat.test.ts</a:t>
            </a:r>
          </a:p>
          <a:p xmlns:a="http://schemas.openxmlformats.org/drawingml/2006/main">
            <a:r>
              <a:t>packages/ai/test/anthropic-federation-sdk.test.ts</a:t>
            </a:r>
          </a:p>
          <a:p xmlns:a="http://schemas.openxmlformats.org/drawingml/2006/main">
            <a:r>
              <a:t>packages/ai/test/anthropic-federation.test.ts</a:t>
            </a:r>
          </a:p>
          <a:p xmlns:a="http://schemas.openxmlformats.org/drawingml/2006/main">
            <a:r>
              <a:t>packages/ai/test/anthropic-strict-tool-schema.test.ts</a:t>
            </a:r>
          </a:p>
          <a:p xmlns:a="http://schemas.openxmlformats.org/drawingml/2006/main">
            <a:r>
              <a:t>packages/ai/test/azure-openai-tool-choice.test.ts</a:t>
            </a:r>
          </a:p>
          <a:p xmlns:a="http://schemas.openxmlformats.org/drawingml/2006/main">
            <a:r>
              <a:t>packages/ai/test/bedrock-convert-messages.test.ts</a:t>
            </a:r>
          </a:p>
          <a:p xmlns:a="http://schemas.openxmlformats.org/drawingml/2006/main">
            <a:r>
              <a:t>packages/ai/test/bedrock-redacted-reasoning.test.ts</a:t>
            </a:r>
          </a:p>
          <a:p xmlns:a="http://schemas.openxmlformats.org/drawingml/2006/main">
            <a:r>
              <a:t>packages/ai/test/cloudflare-ai-binding.test.ts</a:t>
            </a:r>
          </a:p>
          <a:p xmlns:a="http://schemas.openxmlformats.org/drawingml/2006/main">
            <a:r>
              <a:t>packages/ai/test/fetch-option.test.ts</a:t>
            </a:r>
          </a:p>
          <a:p xmlns:a="http://schemas.openxmlformats.org/drawingml/2006/main">
            <a:r>
              <a:t>packages/ai/test/fireworks-model-generation.test.ts</a:t>
            </a:r>
          </a:p>
          <a:p xmlns:a="http://schemas.openxmlformats.org/drawingml/2006/main">
            <a:r>
              <a:t>packages/ai/test/google-shared-gemini3-unsigned-tool-call.test.ts</a:t>
            </a:r>
          </a:p>
          <a:p xmlns:a="http://schemas.openxmlformats.org/drawingml/2006/main">
            <a:r>
              <a:t>packages/ai/test/google-shared-image-tool-result-routing.test.ts</a:t>
            </a:r>
          </a:p>
          <a:p xmlns:a="http://schemas.openxmlformats.org/drawingml/2006/main">
            <a:r>
              <a:t>packages/ai/test/google-shared-signed-empty-blocks.test.ts</a:t>
            </a:r>
          </a:p>
          <a:p xmlns:a="http://schemas.openxmlformats.org/drawingml/2006/main">
            <a:r>
              <a:t>packages/ai/test/google-thinking-level-map.test.ts</a:t>
            </a:r>
          </a:p>
          <a:p xmlns:a="http://schemas.openxmlformats.org/drawingml/2006/main">
            <a:r>
              <a:t>packages/ai/test/mistral-reasoning-mode.test.ts</a:t>
            </a:r>
          </a:p>
          <a:p xmlns:a="http://schemas.openxmlformats.org/drawingml/2006/main">
            <a:r>
              <a:t>packages/ai/test/openai-codex-stream.test.ts</a:t>
            </a:r>
          </a:p>
          <a:p xmlns:a="http://schemas.openxmlformats.org/drawingml/2006/main">
            <a:r>
              <a:t>packages/ai/test/openai-completions-raw-stop-reason.test.ts</a:t>
            </a:r>
          </a:p>
          <a:p xmlns:a="http://schemas.openxmlformats.org/drawingml/2006/main">
            <a:r>
              <a:t>packages/ai/test/openai-completions-reasoning-details.test.ts</a:t>
            </a:r>
          </a:p>
          <a:p xmlns:a="http://schemas.openxmlformats.org/drawingml/2006/main">
            <a:r>
              <a:t>packages/ai/test/openai-completions-retry.test.ts</a:t>
            </a:r>
          </a:p>
          <a:p xmlns:a="http://schemas.openxmlformats.org/drawingml/2006/main">
            <a:r>
              <a:t>packages/ai/test/openai-completions-thinking-as-text.test.ts</a:t>
            </a:r>
          </a:p>
          <a:p xmlns:a="http://schemas.openxmlformats.org/drawingml/2006/main">
            <a:r>
              <a:t>packages/ai/test/openai-responses-chatgpt-sign-in.test.ts</a:t>
            </a:r>
          </a:p>
          <a:p xmlns:a="http://schemas.openxmlformats.org/drawingml/2006/main">
            <a:r>
              <a:t>packages/ai/test/openai-responses-usage-limit.test.ts</a:t>
            </a:r>
          </a:p>
          <a:p xmlns:a="http://schemas.openxmlformats.org/drawingml/2006/main">
            <a:r>
              <a:t>packages/ai/test/openrouter-reasoning-options.test.ts</a:t>
            </a:r>
          </a:p>
          <a:p xmlns:a="http://schemas.openxmlformats.org/drawingml/2006/main">
            <a:r>
              <a:t>packages/ai/test/pi-messages.test.ts</a:t>
            </a:r>
          </a:p>
          <a:p xmlns:a="http://schemas.openxmlformats.org/drawingml/2006/main">
            <a:r>
              <a:t>packages/ai/test/pre-generation-error.test.ts</a:t>
            </a:r>
          </a:p>
          <a:p xmlns:a="http://schemas.openxmlformats.org/drawingml/2006/main">
            <a:r>
              <a:t>packages/ai/test/xai-responses.test.ts</a:t>
            </a:r>
          </a:p>
          <a:p xmlns:a="http://schemas.openxmlformats.org/drawingml/2006/main">
            <a:r>
              <a:t>packages/durable/test/harness-prompt.test.ts</a:t>
            </a:r>
          </a:p>
          <a:p xmlns:a="http://schemas.openxmlformats.org/drawingml/2006/main">
            <a:r>
              <a:t>packages/ai/test/interleaved-thinking.test.ts</a:t>
            </a:r>
          </a:p>
          <a:p xmlns:a="http://schemas.openxmlformats.org/drawingml/2006/main">
            <a:r>
              <a:t>packages/ai/test/stream.test.ts</a:t>
            </a:r>
          </a:p>
          <a:p xmlns:a="http://schemas.openxmlformats.org/drawingml/2006/main">
            <a:r>
              <a:t>packages/ai/test/uuid.test.ts</a:t>
            </a:r>
          </a:p>
          <a:p xmlns:a="http://schemas.openxmlformats.org/drawingml/2006/main">
            <a:r>
              <a:t>packages/ai/test/validation.test.ts</a:t>
            </a:r>
          </a:p>
          <a:p xmlns:a="http://schemas.openxmlformats.org/drawingml/2006/main">
            <a:r>
              <a:t>packages/coding-agent/test/cache-stats.test.ts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packages/coding-agent/test/codemode-worker-config.test.ts</a:t>
            </a:r>
          </a:p>
          <a:p xmlns:a="http://schemas.openxmlformats.org/drawingml/2006/main">
            <a:r>
              <a:t>packages/coding-agent/test/config-value-migration.test.ts</a:t>
            </a:r>
          </a:p>
          <a:p xmlns:a="http://schemas.openxmlformats.org/drawingml/2006/main">
            <a:r>
              <a:t>packages/coding-agent/test/config.test.ts</a:t>
            </a:r>
          </a:p>
          <a:p xmlns:a="http://schemas.openxmlformats.org/drawingml/2006/main">
            <a:r>
              <a:t>packages/coding-agent/test/first-time-setup.test.ts</a:t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>packages/coding-agent/test/keybindings-migration.test.ts</a:t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>packages/coding-agent/test/prompt-templates.test.ts</a:t>
            </a:r>
          </a:p>
          <a:p xmlns:a="http://schemas.openxmlformats.org/drawingml/2006/main">
            <a:r>
              <a:t>packages/coding-agent/test/remote-catalog-provider.test.ts</a:t>
            </a:r>
          </a:p>
          <a:p xmlns:a="http://schemas.openxmlformats.org/drawingml/2006/main">
            <a:r>
              <a:t>packages/coding-agent/test/session-file-invalid.test.ts</a:t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>packages/coding-agent/test/startup-session-name.test.ts</a:t>
            </a:r>
          </a:p>
          <a:p xmlns:a="http://schemas.openxmlformats.org/drawingml/2006/main">
            <a:r>
              <a:t>packages/coding-agent/test/stdout-cleanliness.test.ts</a:t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>packages/coding-agent/test/suite/regressions/5661-uppercase-header-values.test.ts</a:t>
            </a:r>
          </a:p>
          <a:p xmlns:a="http://schemas.openxmlformats.org/drawingml/2006/main">
            <a:r>
              <a:t>packages/coding-agent/test/suite/regressions/7497-session-discovery-symlink.test.ts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packages/coding-agent/test/resolve-config-value.test.ts</a:t>
            </a:r>
          </a:p>
          <a:p xmlns:a="http://schemas.openxmlformats.org/drawingml/2006/main">
            <a:r>
              <a:t>packages/coding-agent/test/settings-diagnostics.test.ts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packages/coding-agent/test/block-images.test.ts</a:t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packages/coding-agent/test/git-update.test.ts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>packages/coding-agent/test/max-thinking.test.ts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packages/coding-agent/test/package-manager-ssh.test.ts</a:t>
            </a:r>
          </a:p>
          <a:p xmlns:a="http://schemas.openxmlformats.org/drawingml/2006/main">
            <a:r>
              <a:t>packages/coding-agent/test/package-manager.test.ts</a:t>
            </a:r>
          </a:p>
          <a:p xmlns:a="http://schemas.openxmlformats.org/drawingml/2006/main">
            <a:r>
              <a:t>packages/coding-agent/test/resource-loader-theme.test.ts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packages/coding-agent/test/sdk-openrouter-attribution.test.ts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packages/coding-agent/test/settings-manager-bug.test.ts</a:t>
            </a:r>
          </a:p>
          <a:p xmlns:a="http://schemas.openxmlformats.org/drawingml/2006/main">
            <a:r>
              <a:t>packages/coding-agent/test/settings-manager-compaction.test.ts</a:t>
            </a:r>
          </a:p>
          <a:p xmlns:a="http://schemas.openxmlformats.org/drawingml/2006/main">
            <a:r>
              <a:t>packages/coding-agent/test/settings-manager.test.ts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>packages/coding-agent/test/suite/regressions/3616-settings-inmemory-reload.test.ts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packages/coding-agent/test/suite/regressions/7187-malformed-package-manifest.test.ts</a:t>
            </a:r>
          </a:p>
          <a:p xmlns:a="http://schemas.openxmlformats.org/drawingml/2006/main">
            <a:r>
              <a:t>packages/coding-agent/test/suite/regressions/7572-provider-retry-settings-merge.test.ts</a:t>
            </a:r>
          </a:p>
          <a:p xmlns:a="http://schemas.openxmlformats.org/drawingml/2006/main">
            <a:r>
              <a:t>packages/coding-agent/test/suite/regressions/8337-utf8-bom-parsing.test.ts</a:t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packages/coding-agent/test/theme-controller.test.ts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>packages/coding-agent/test/crash-log.test.ts</a:t>
            </a:r>
          </a:p>
          <a:p xmlns:a="http://schemas.openxmlformats.org/drawingml/2006/main">
            <a:r>
              <a:t>packages/coding-agent/test/skills.test.ts</a:t>
            </a:r>
          </a:p>
          <a:p xmlns:a="http://schemas.openxmlformats.org/drawingml/2006/main">
            <a:r>
              <a:t>packages/ai/test/radius-provider.test.ts</a:t>
            </a:r>
          </a:p>
          <a:p xmlns:a="http://schemas.openxmlformats.org/drawingml/2006/main">
            <a:r>
              <a:t>packages/ai/test/cache-retention.test.ts</a:t>
            </a:r>
          </a:p>
          <a:p xmlns:a="http://schemas.openxmlformats.org/drawingml/2006/main">
            <a:r>
              <a:t>packages/ai/test/zen.test.ts</a:t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对话很长，模型上下文溢出，或你想解释缓存用量。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测量上下文和阈值</a:t>
            </a:r>
          </a:p>
          <a:p xmlns:a="http://schemas.openxmlformats.org/drawingml/2006/main">
            <a:r>
              <a:t>区分主动压缩、阈值触发和溢出后的恢复路径，查看保留最近内容和摘要输入的选择。</a:t>
            </a:r>
          </a:p>
          <a:p xmlns:a="http://schemas.openxmlformats.org/drawingml/2006/main">
            <a:r>
              <a:t>输入：历史消息与 token 估计</a:t>
            </a:r>
          </a:p>
          <a:p xmlns:a="http://schemas.openxmlformats.org/drawingml/2006/main">
            <a:r>
              <a:t>输出：压缩决策和待摘要内容</a:t>
            </a:r>
          </a:p>
          <a:p xmlns:a="http://schemas.openxmlformats.org/drawingml/2006/main">
            <a:r>
              <a:t>入口线索：/compact；自动压缩</a:t>
            </a:r>
          </a:p>
          <a:p xmlns:a="http://schemas.openxmlformats.org/drawingml/2006/main">
            <a:r>
              <a:t>职责：摘要影响上下文投影，不直接等价于删除原始会话历史。</a:t>
            </a:r>
          </a:p>
          <a:p xmlns:a="http://schemas.openxmlformats.org/drawingml/2006/main">
            <a:r>
              <a:t>源码：packages/coding-agent/src/core/compaction/branch-summarization.ts</a:t>
            </a:r>
          </a:p>
          <a:p xmlns:a="http://schemas.openxmlformats.org/drawingml/2006/main">
            <a:r>
              <a:t>packages/coding-agent/src/core/compaction/compaction.ts</a:t>
            </a:r>
          </a:p>
          <a:p xmlns:a="http://schemas.openxmlformats.org/drawingml/2006/main">
            <a:r>
              <a:t>packages/coding-agent/src/core/compaction/index.ts</a:t>
            </a:r>
          </a:p>
          <a:p xmlns:a="http://schemas.openxmlformats.org/drawingml/2006/main">
            <a:r>
              <a:t>packages/coding-agent/src/core/compaction/utils.ts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保存摘要并重建</a:t>
            </a:r>
          </a:p>
          <a:p xmlns:a="http://schemas.openxmlformats.org/drawingml/2006/main">
            <a:r>
              <a:t>检查压缩结果条目和保留边界，跟踪下一轮上下文使用什么内容。摘要不应被理解为删掉全部原始历史。</a:t>
            </a:r>
          </a:p>
          <a:p xmlns:a="http://schemas.openxmlformats.org/drawingml/2006/main">
            <a:r>
              <a:t>输入：摘要结果</a:t>
            </a:r>
          </a:p>
          <a:p xmlns:a="http://schemas.openxmlformats.org/drawingml/2006/main">
            <a:r>
              <a:t>输出：可继续请求的上下文</a:t>
            </a:r>
          </a:p>
          <a:p xmlns:a="http://schemas.openxmlformats.org/drawingml/2006/main">
            <a:r>
              <a:t>入口线索：/compact；自动压缩</a:t>
            </a:r>
          </a:p>
          <a:p xmlns:a="http://schemas.openxmlformats.org/drawingml/2006/main">
            <a:r>
              <a:t>职责：摘要影响上下文投影，不直接等价于删除原始会话历史。</a:t>
            </a:r>
          </a:p>
          <a:p xmlns:a="http://schemas.openxmlformats.org/drawingml/2006/main">
            <a:r>
              <a:t>源码：packages/coding-agent/src/core/compaction/branch-summarization.ts</a:t>
            </a:r>
          </a:p>
          <a:p xmlns:a="http://schemas.openxmlformats.org/drawingml/2006/main">
            <a:r>
              <a:t>packages/coding-agent/src/core/compaction/compaction.ts</a:t>
            </a:r>
          </a:p>
          <a:p xmlns:a="http://schemas.openxmlformats.org/drawingml/2006/main">
            <a:r>
              <a:t>packages/coding-agent/src/core/compaction/index.ts</a:t>
            </a:r>
          </a:p>
          <a:p xmlns:a="http://schemas.openxmlformats.org/drawingml/2006/main">
            <a:r>
              <a:t>packages/coding-agent/src/core/compaction/utils.ts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区分重试与新输入</a:t>
            </a:r>
          </a:p>
          <a:p xmlns:a="http://schemas.openxmlformats.org/drawingml/2006/main">
            <a:r>
              <a:t>查看可重试错误、退避、取消和最大延迟；把供应商重试与产品的上下文恢复分开标注。</a:t>
            </a:r>
          </a:p>
          <a:p xmlns:a="http://schemas.openxmlformats.org/drawingml/2006/main">
            <a:r>
              <a:t>输入：请求错误与重试策略</a:t>
            </a:r>
          </a:p>
          <a:p xmlns:a="http://schemas.openxmlformats.org/drawingml/2006/main">
            <a:r>
              <a:t>输出：再次请求或明确失败</a:t>
            </a:r>
          </a:p>
          <a:p xmlns:a="http://schemas.openxmlformats.org/drawingml/2006/main">
            <a:r>
              <a:t>入口线索：工具函数 / Provider 实现</a:t>
            </a:r>
          </a:p>
          <a:p xmlns:a="http://schemas.openxmlformats.org/drawingml/2006/main">
            <a:r>
              <a:t>职责：具体函数、参数与注释由 AST 提取，避免依名字猜契约。</a:t>
            </a:r>
          </a:p>
          <a:p xmlns:a="http://schemas.openxmlformats.org/drawingml/2006/main">
            <a:r>
              <a:t>源码：packages/ai/src/utils/abort-signals.ts</a:t>
            </a:r>
          </a:p>
          <a:p xmlns:a="http://schemas.openxmlformats.org/drawingml/2006/main">
            <a:r>
              <a:t>packages/ai/src/utils/abort.ts</a:t>
            </a:r>
          </a:p>
          <a:p xmlns:a="http://schemas.openxmlformats.org/drawingml/2006/main">
            <a:r>
              <a:t>packages/ai/src/utils/assistant-message-frame.ts</a:t>
            </a:r>
          </a:p>
          <a:p xmlns:a="http://schemas.openxmlformats.org/drawingml/2006/main">
            <a:r>
              <a:t>packages/ai/src/utils/diagnostics.ts</a:t>
            </a:r>
          </a:p>
          <a:p xmlns:a="http://schemas.openxmlformats.org/drawingml/2006/main">
            <a:r>
              <a:t>packages/ai/src/utils/error-body.ts</a:t>
            </a:r>
          </a:p>
          <a:p xmlns:a="http://schemas.openxmlformats.org/drawingml/2006/main">
            <a:r>
              <a:t>packages/ai/src/utils/estimate.ts</a:t>
            </a:r>
          </a:p>
          <a:p xmlns:a="http://schemas.openxmlformats.org/drawingml/2006/main">
            <a:r>
              <a:t>packages/ai/src/utils/event-stream.ts</a:t>
            </a:r>
          </a:p>
          <a:p xmlns:a="http://schemas.openxmlformats.org/drawingml/2006/main">
            <a:r>
              <a:t>packages/ai/src/utils/hash.ts</a:t>
            </a:r>
          </a:p>
          <a:p xmlns:a="http://schemas.openxmlformats.org/drawingml/2006/main">
            <a:r>
              <a:t>packages/ai/src/utils/headers.ts</a:t>
            </a:r>
          </a:p>
          <a:p xmlns:a="http://schemas.openxmlformats.org/drawingml/2006/main">
            <a:r>
              <a:t>packages/ai/src/utils/json-parse.ts</a:t>
            </a:r>
          </a:p>
          <a:p xmlns:a="http://schemas.openxmlformats.org/drawingml/2006/main">
            <a:r>
              <a:t>packages/ai/src/utils/model-operations.ts</a:t>
            </a:r>
          </a:p>
          <a:p xmlns:a="http://schemas.openxmlformats.org/drawingml/2006/main">
            <a:r>
              <a:t>packages/ai/src/utils/models-error.ts</a:t>
            </a:r>
          </a:p>
          <a:p xmlns:a="http://schemas.openxmlformats.org/drawingml/2006/main">
            <a:r>
              <a:t>packages/ai/src/utils/node-http-proxy.ts</a:t>
            </a:r>
          </a:p>
          <a:p xmlns:a="http://schemas.openxmlformats.org/drawingml/2006/main">
            <a:r>
              <a:t>packages/ai/src/utils/oauth-page.ts</a:t>
            </a:r>
          </a:p>
          <a:p xmlns:a="http://schemas.openxmlformats.org/drawingml/2006/main">
            <a:r>
              <a:t>packages/ai/src/utils/overflow.ts</a:t>
            </a:r>
          </a:p>
          <a:p xmlns:a="http://schemas.openxmlformats.org/drawingml/2006/main">
            <a:r>
              <a:t>packages/ai/src/utils/pi-user-agent.ts</a:t>
            </a:r>
          </a:p>
          <a:p xmlns:a="http://schemas.openxmlformats.org/drawingml/2006/main">
            <a:r>
              <a:t>packages/ai/src/utils/provider-env.ts</a:t>
            </a:r>
          </a:p>
          <a:p xmlns:a="http://schemas.openxmlformats.org/drawingml/2006/main">
            <a:r>
              <a:t>packages/ai/src/utils/provider-retry.ts</a:t>
            </a:r>
          </a:p>
          <a:p xmlns:a="http://schemas.openxmlformats.org/drawingml/2006/main">
            <a:r>
              <a:t>packages/ai/src/utils/retry.ts</a:t>
            </a:r>
          </a:p>
          <a:p xmlns:a="http://schemas.openxmlformats.org/drawingml/2006/main">
            <a:r>
              <a:t>packages/ai/src/utils/sanitize-unicode.ts</a:t>
            </a:r>
          </a:p>
          <a:p xmlns:a="http://schemas.openxmlformats.org/drawingml/2006/main">
            <a:r>
              <a:t>packages/ai/src/utils/sleep.ts</a:t>
            </a:r>
          </a:p>
          <a:p xmlns:a="http://schemas.openxmlformats.org/drawingml/2006/main">
            <a:r>
              <a:t>packages/ai/src/utils/text.ts</a:t>
            </a:r>
          </a:p>
          <a:p xmlns:a="http://schemas.openxmlformats.org/drawingml/2006/main">
            <a:r>
              <a:t>packages/ai/src/utils/transcript.ts</a:t>
            </a:r>
          </a:p>
          <a:p xmlns:a="http://schemas.openxmlformats.org/drawingml/2006/main">
            <a:r>
              <a:t>packages/ai/src/utils/typebox-helpers.ts</a:t>
            </a:r>
          </a:p>
          <a:p xmlns:a="http://schemas.openxmlformats.org/drawingml/2006/main">
            <a:r>
              <a:t>packages/ai/src/utils/uuid.ts</a:t>
            </a:r>
          </a:p>
          <a:p xmlns:a="http://schemas.openxmlformats.org/drawingml/2006/main">
            <a:r>
              <a:t>packages/ai/src/utils/validation.ts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观察缓存和用量</a:t>
            </a:r>
          </a:p>
          <a:p xmlns:a="http://schemas.openxmlformats.org/drawingml/2006/main">
            <a:r>
              <a:t>检查适用模型的预热条件、缓存统计和累计用量。不同模型的缓存能力与保留期不相同。</a:t>
            </a:r>
          </a:p>
          <a:p xmlns:a="http://schemas.openxmlformats.org/drawingml/2006/main">
            <a:r>
              <a:t>输入：模型能力和 usage</a:t>
            </a:r>
          </a:p>
          <a:p xmlns:a="http://schemas.openxmlformats.org/drawingml/2006/main">
            <a:r>
              <a:t>输出：缓存命中与会话用量记录</a:t>
            </a:r>
          </a:p>
          <a:p xmlns:a="http://schemas.openxmlformats.org/drawingml/2006/main">
            <a:r>
              <a:t>入口线索：cacheWarming；会话统计</a:t>
            </a:r>
          </a:p>
          <a:p xmlns:a="http://schemas.openxmlformats.org/drawingml/2006/main">
            <a:r>
              <a:t>职责：缓存保留时间取决于模型声明；不能把预热当成所有提供商都有的保证。</a:t>
            </a:r>
          </a:p>
          <a:p xmlns:a="http://schemas.openxmlformats.org/drawingml/2006/main">
            <a:r>
              <a:t>源码：packages/coding-agent/src/core/cache-stats.ts</a:t>
            </a:r>
          </a:p>
          <a:p xmlns:a="http://schemas.openxmlformats.org/drawingml/2006/main">
            <a:r>
              <a:t>packages/coding-agent/src/core/cache-warmer.ts</a:t>
            </a:r>
          </a:p>
          <a:p xmlns:a="http://schemas.openxmlformats.org/drawingml/2006/main">
            <a:r>
              <a:t>packages/coding-agent/src/core/usage-totals.ts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失败与恢复：摘要生成也可能失败或被取消。不能以估算 token 数量承诺所有供应商都接受请求。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练习：画出“正常响应、溢出后压缩、网络重试”三条分支，标记哪些会修改会话记录。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参考判断：压缩改变后续上下文构造；传输重试不等于用户又输入了一条消息；缓存统计来自适用的返回与记录。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功能编号：SES-08, SES-13, SES-14, SES-15, SES-16, SES-17, SES-25, MOD-18, EXT-29, AI-14, AI-17, AI-18, AI-19, AI-23, AI-29, AI-30, AI-35, OTH-46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packages/ai/README.md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packages/coding-agent/docs/sessions.md</a:t>
            </a:r>
          </a:p>
          <a:p xmlns:a="http://schemas.openxmlformats.org/drawingml/2006/main">
            <a:r>
              <a:t>packages/coding-agent/docs/compaction.md</a:t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>packages/ai/CHANGELOG.md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packages/coding-agent/test/branch-summarization.test.ts</a:t>
            </a:r>
          </a:p>
          <a:p xmlns:a="http://schemas.openxmlformats.org/drawingml/2006/main">
            <a:r>
              <a:t>packages/coding-agent/test/compaction-summary-reasoning.test.ts</a:t>
            </a:r>
          </a:p>
          <a:p xmlns:a="http://schemas.openxmlformats.org/drawingml/2006/main">
            <a:r>
              <a:t>packages/coding-agent/test/compaction.test.ts</a:t>
            </a:r>
          </a:p>
          <a:p xmlns:a="http://schemas.openxmlformats.org/drawingml/2006/main">
            <a:r>
              <a:t>packages/coding-agent/test/session-context-edit.test.ts</a:t>
            </a:r>
          </a:p>
          <a:p xmlns:a="http://schemas.openxmlformats.org/drawingml/2006/main">
            <a:r>
              <a:t>packages/coding-agent/test/suite/agent-session-compaction.test.ts</a:t>
            </a:r>
          </a:p>
          <a:p xmlns:a="http://schemas.openxmlformats.org/drawingml/2006/main">
            <a:r>
              <a:t>packages/coding-agent/test/compaction-nested-calls.test.ts</a:t>
            </a:r>
          </a:p>
          <a:p xmlns:a="http://schemas.openxmlformats.org/drawingml/2006/main">
            <a:r>
              <a:t>packages/coding-agent/test/compaction-serialization.test.ts</a:t>
            </a:r>
          </a:p>
          <a:p xmlns:a="http://schemas.openxmlformats.org/drawingml/2006/main">
            <a:r>
              <a:t>packages/ai/test/bedrock-error-metadata.test.ts</a:t>
            </a:r>
          </a:p>
          <a:p xmlns:a="http://schemas.openxmlformats.org/drawingml/2006/main">
            <a:r>
              <a:t>packages/ai/test/error-body.test.ts</a:t>
            </a:r>
          </a:p>
          <a:p xmlns:a="http://schemas.openxmlformats.org/drawingml/2006/main">
            <a:r>
              <a:t>packages/ai/test/context-estimate.test.ts</a:t>
            </a:r>
          </a:p>
          <a:p xmlns:a="http://schemas.openxmlformats.org/drawingml/2006/main">
            <a:r>
              <a:t>packages/ai/test/assistant-message-frame.test.ts</a:t>
            </a:r>
          </a:p>
          <a:p xmlns:a="http://schemas.openxmlformats.org/drawingml/2006/main">
            <a:r>
              <a:t>packages/ai/test/azure-openai-responses-reasoning-replay.test.ts</a:t>
            </a:r>
          </a:p>
          <a:p xmlns:a="http://schemas.openxmlformats.org/drawingml/2006/main">
            <a:r>
              <a:t>packages/ai/test/classifier-models.test.ts</a:t>
            </a:r>
          </a:p>
          <a:p xmlns:a="http://schemas.openxmlformats.org/drawingml/2006/main">
            <a:r>
              <a:t>packages/ai/test/cloudflare-stream.test.ts</a:t>
            </a:r>
          </a:p>
          <a:p xmlns:a="http://schemas.openxmlformats.org/drawingml/2006/main">
            <a:r>
              <a:t>packages/ai/test/compat-env.test.ts</a:t>
            </a:r>
          </a:p>
          <a:p xmlns:a="http://schemas.openxmlformats.org/drawingml/2006/main">
            <a:r>
              <a:t>packages/ai/test/constrained-sampling.test.ts</a:t>
            </a:r>
          </a:p>
          <a:p xmlns:a="http://schemas.openxmlformats.org/drawingml/2006/main">
            <a:r>
              <a:t>packages/ai/test/event-stream.test.ts</a:t>
            </a:r>
          </a:p>
          <a:p xmlns:a="http://schemas.openxmlformats.org/drawingml/2006/main">
            <a:r>
              <a:t>packages/ai/test/images-models.test.ts</a:t>
            </a:r>
          </a:p>
          <a:p xmlns:a="http://schemas.openxmlformats.org/drawingml/2006/main">
            <a:r>
              <a:t>packages/ai/test/model-types.test.ts</a:t>
            </a:r>
          </a:p>
          <a:p xmlns:a="http://schemas.openxmlformats.org/drawingml/2006/main">
            <a:r>
              <a:t>packages/ai/test/models-runtime.test.ts</a:t>
            </a:r>
          </a:p>
          <a:p xmlns:a="http://schemas.openxmlformats.org/drawingml/2006/main">
            <a:r>
              <a:t>packages/ai/test/openai-responses-namespace.test.ts</a:t>
            </a:r>
          </a:p>
          <a:p xmlns:a="http://schemas.openxmlformats.org/drawingml/2006/main">
            <a:r>
              <a:t>packages/ai/test/openai-responses-partial-json-cleanup.test.ts</a:t>
            </a:r>
          </a:p>
          <a:p xmlns:a="http://schemas.openxmlformats.org/drawingml/2006/main">
            <a:r>
              <a:t>packages/ai/test/openai-responses-terminal-event.test.ts</a:t>
            </a:r>
          </a:p>
          <a:p xmlns:a="http://schemas.openxmlformats.org/drawingml/2006/main">
            <a:r>
              <a:t>packages/ai/test/opencode-provider-headers.test.ts</a:t>
            </a:r>
          </a:p>
          <a:p xmlns:a="http://schemas.openxmlformats.org/drawingml/2006/main">
            <a:r>
              <a:t>packages/ai/test/providers.test.ts</a:t>
            </a:r>
          </a:p>
          <a:p xmlns:a="http://schemas.openxmlformats.org/drawingml/2006/main">
            <a:r>
              <a:t>packages/ai/test/telemetry-options.test.ts</a:t>
            </a:r>
          </a:p>
          <a:p xmlns:a="http://schemas.openxmlformats.org/drawingml/2006/main">
            <a:r>
              <a:t>packages/ai/test/openai-responses-foreign-toolcall-id.test.ts</a:t>
            </a:r>
          </a:p>
          <a:p xmlns:a="http://schemas.openxmlformats.org/drawingml/2006/main">
            <a:r>
              <a:t>packages/ai/test/node-http-proxy.test.ts</a:t>
            </a:r>
          </a:p>
          <a:p xmlns:a="http://schemas.openxmlformats.org/drawingml/2006/main">
            <a:r>
              <a:t>packages/ai/test/context-overflow.test.ts</a:t>
            </a:r>
          </a:p>
          <a:p xmlns:a="http://schemas.openxmlformats.org/drawingml/2006/main">
            <a:r>
              <a:t>packages/ai/test/overflow.test.ts</a:t>
            </a:r>
          </a:p>
          <a:p xmlns:a="http://schemas.openxmlformats.org/drawingml/2006/main">
            <a:r>
              <a:t>packages/ai/test/provider-retry.test.ts</a:t>
            </a:r>
          </a:p>
          <a:p xmlns:a="http://schemas.openxmlformats.org/drawingml/2006/main">
            <a:r>
              <a:t>packages/ai/test/mistral-raw-stop-reason.test.ts</a:t>
            </a:r>
          </a:p>
          <a:p xmlns:a="http://schemas.openxmlformats.org/drawingml/2006/main">
            <a:r>
              <a:t>packages/ai/test/retry.test.ts</a:t>
            </a:r>
          </a:p>
          <a:p xmlns:a="http://schemas.openxmlformats.org/drawingml/2006/main">
            <a:r>
              <a:t>packages/ai/test/system-message-replay.test.ts</a:t>
            </a:r>
          </a:p>
          <a:p xmlns:a="http://schemas.openxmlformats.org/drawingml/2006/main">
            <a:r>
              <a:t>packages/ai/test/anthropic-auth-token.test.ts</a:t>
            </a:r>
          </a:p>
          <a:p xmlns:a="http://schemas.openxmlformats.org/drawingml/2006/main">
            <a:r>
              <a:t>packages/ai/test/anthropic-eager-tool-input-compat.test.ts</a:t>
            </a:r>
          </a:p>
          <a:p xmlns:a="http://schemas.openxmlformats.org/drawingml/2006/main">
            <a:r>
              <a:t>packages/ai/test/anthropic-federation-sdk.test.ts</a:t>
            </a:r>
          </a:p>
          <a:p xmlns:a="http://schemas.openxmlformats.org/drawingml/2006/main">
            <a:r>
              <a:t>packages/ai/test/anthropic-federation.test.ts</a:t>
            </a:r>
          </a:p>
          <a:p xmlns:a="http://schemas.openxmlformats.org/drawingml/2006/main">
            <a:r>
              <a:t>packages/ai/test/anthropic-strict-tool-schema.test.ts</a:t>
            </a:r>
          </a:p>
          <a:p xmlns:a="http://schemas.openxmlformats.org/drawingml/2006/main">
            <a:r>
              <a:t>packages/ai/test/azure-openai-tool-choice.test.ts</a:t>
            </a:r>
          </a:p>
          <a:p xmlns:a="http://schemas.openxmlformats.org/drawingml/2006/main">
            <a:r>
              <a:t>packages/ai/test/bedrock-convert-messages.test.ts</a:t>
            </a:r>
          </a:p>
          <a:p xmlns:a="http://schemas.openxmlformats.org/drawingml/2006/main">
            <a:r>
              <a:t>packages/ai/test/bedrock-redacted-reasoning.test.ts</a:t>
            </a:r>
          </a:p>
          <a:p xmlns:a="http://schemas.openxmlformats.org/drawingml/2006/main">
            <a:r>
              <a:t>packages/ai/test/cloudflare-ai-binding.test.ts</a:t>
            </a:r>
          </a:p>
          <a:p xmlns:a="http://schemas.openxmlformats.org/drawingml/2006/main">
            <a:r>
              <a:t>packages/ai/test/fetch-option.test.ts</a:t>
            </a:r>
          </a:p>
          <a:p xmlns:a="http://schemas.openxmlformats.org/drawingml/2006/main">
            <a:r>
              <a:t>packages/ai/test/fireworks-model-generation.test.ts</a:t>
            </a:r>
          </a:p>
          <a:p xmlns:a="http://schemas.openxmlformats.org/drawingml/2006/main">
            <a:r>
              <a:t>packages/ai/test/google-shared-gemini3-unsigned-tool-call.test.ts</a:t>
            </a:r>
          </a:p>
          <a:p xmlns:a="http://schemas.openxmlformats.org/drawingml/2006/main">
            <a:r>
              <a:t>packages/ai/test/google-shared-image-tool-result-routing.test.ts</a:t>
            </a:r>
          </a:p>
          <a:p xmlns:a="http://schemas.openxmlformats.org/drawingml/2006/main">
            <a:r>
              <a:t>packages/ai/test/google-shared-signed-empty-blocks.test.ts</a:t>
            </a:r>
          </a:p>
          <a:p xmlns:a="http://schemas.openxmlformats.org/drawingml/2006/main">
            <a:r>
              <a:t>packages/ai/test/google-thinking-level-map.test.ts</a:t>
            </a:r>
          </a:p>
          <a:p xmlns:a="http://schemas.openxmlformats.org/drawingml/2006/main">
            <a:r>
              <a:t>packages/ai/test/mistral-reasoning-mode.test.ts</a:t>
            </a:r>
          </a:p>
          <a:p xmlns:a="http://schemas.openxmlformats.org/drawingml/2006/main">
            <a:r>
              <a:t>packages/ai/test/openai-codex-stream.test.ts</a:t>
            </a:r>
          </a:p>
          <a:p xmlns:a="http://schemas.openxmlformats.org/drawingml/2006/main">
            <a:r>
              <a:t>packages/ai/test/openai-completions-raw-stop-reason.test.ts</a:t>
            </a:r>
          </a:p>
          <a:p xmlns:a="http://schemas.openxmlformats.org/drawingml/2006/main">
            <a:r>
              <a:t>packages/ai/test/openai-completions-reasoning-details.test.ts</a:t>
            </a:r>
          </a:p>
          <a:p xmlns:a="http://schemas.openxmlformats.org/drawingml/2006/main">
            <a:r>
              <a:t>packages/ai/test/openai-completions-retry.test.ts</a:t>
            </a:r>
          </a:p>
          <a:p xmlns:a="http://schemas.openxmlformats.org/drawingml/2006/main">
            <a:r>
              <a:t>packages/ai/test/openai-completions-thinking-as-text.test.ts</a:t>
            </a:r>
          </a:p>
          <a:p xmlns:a="http://schemas.openxmlformats.org/drawingml/2006/main">
            <a:r>
              <a:t>packages/ai/test/openai-responses-chatgpt-sign-in.test.ts</a:t>
            </a:r>
          </a:p>
          <a:p xmlns:a="http://schemas.openxmlformats.org/drawingml/2006/main">
            <a:r>
              <a:t>packages/ai/test/openai-responses-usage-limit.test.ts</a:t>
            </a:r>
          </a:p>
          <a:p xmlns:a="http://schemas.openxmlformats.org/drawingml/2006/main">
            <a:r>
              <a:t>packages/ai/test/openrouter-reasoning-options.test.ts</a:t>
            </a:r>
          </a:p>
          <a:p xmlns:a="http://schemas.openxmlformats.org/drawingml/2006/main">
            <a:r>
              <a:t>packages/ai/test/pi-messages.test.ts</a:t>
            </a:r>
          </a:p>
          <a:p xmlns:a="http://schemas.openxmlformats.org/drawingml/2006/main">
            <a:r>
              <a:t>packages/ai/test/pre-generation-error.test.ts</a:t>
            </a:r>
          </a:p>
          <a:p xmlns:a="http://schemas.openxmlformats.org/drawingml/2006/main">
            <a:r>
              <a:t>packages/ai/test/xai-responses.test.ts</a:t>
            </a:r>
          </a:p>
          <a:p xmlns:a="http://schemas.openxmlformats.org/drawingml/2006/main">
            <a:r>
              <a:t>packages/durable/test/harness-prompt.test.ts</a:t>
            </a:r>
          </a:p>
          <a:p xmlns:a="http://schemas.openxmlformats.org/drawingml/2006/main">
            <a:r>
              <a:t>packages/ai/test/interleaved-thinking.test.ts</a:t>
            </a:r>
          </a:p>
          <a:p xmlns:a="http://schemas.openxmlformats.org/drawingml/2006/main">
            <a:r>
              <a:t>packages/ai/test/stream.test.ts</a:t>
            </a:r>
          </a:p>
          <a:p xmlns:a="http://schemas.openxmlformats.org/drawingml/2006/main">
            <a:r>
              <a:t>packages/ai/test/uuid.test.ts</a:t>
            </a:r>
          </a:p>
          <a:p xmlns:a="http://schemas.openxmlformats.org/drawingml/2006/main">
            <a:r>
              <a:t>packages/ai/test/validation.test.ts</a:t>
            </a:r>
          </a:p>
          <a:p xmlns:a="http://schemas.openxmlformats.org/drawingml/2006/main">
            <a:r>
              <a:t>packages/coding-agent/test/cache-stats.test.ts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packages/coding-agent/test/codemode-worker-config.test.ts</a:t>
            </a:r>
          </a:p>
          <a:p xmlns:a="http://schemas.openxmlformats.org/drawingml/2006/main">
            <a:r>
              <a:t>packages/coding-agent/test/config-value-migration.test.ts</a:t>
            </a:r>
          </a:p>
          <a:p xmlns:a="http://schemas.openxmlformats.org/drawingml/2006/main">
            <a:r>
              <a:t>packages/coding-agent/test/config.test.ts</a:t>
            </a:r>
          </a:p>
          <a:p xmlns:a="http://schemas.openxmlformats.org/drawingml/2006/main">
            <a:r>
              <a:t>packages/coding-agent/test/first-time-setup.test.ts</a:t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>packages/coding-agent/test/keybindings-migration.test.ts</a:t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>packages/coding-agent/test/prompt-templates.test.ts</a:t>
            </a:r>
          </a:p>
          <a:p xmlns:a="http://schemas.openxmlformats.org/drawingml/2006/main">
            <a:r>
              <a:t>packages/coding-agent/test/remote-catalog-provider.test.ts</a:t>
            </a:r>
          </a:p>
          <a:p xmlns:a="http://schemas.openxmlformats.org/drawingml/2006/main">
            <a:r>
              <a:t>packages/coding-agent/test/session-file-invalid.test.ts</a:t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>packages/coding-agent/test/startup-session-name.test.ts</a:t>
            </a:r>
          </a:p>
          <a:p xmlns:a="http://schemas.openxmlformats.org/drawingml/2006/main">
            <a:r>
              <a:t>packages/coding-agent/test/stdout-cleanliness.test.ts</a:t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>packages/coding-agent/test/suite/regressions/5661-uppercase-header-values.test.ts</a:t>
            </a:r>
          </a:p>
          <a:p xmlns:a="http://schemas.openxmlformats.org/drawingml/2006/main">
            <a:r>
              <a:t>packages/coding-agent/test/suite/regressions/7497-session-discovery-symlink.test.ts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packages/coding-agent/test/resolve-config-value.test.ts</a:t>
            </a:r>
          </a:p>
          <a:p xmlns:a="http://schemas.openxmlformats.org/drawingml/2006/main">
            <a:r>
              <a:t>packages/coding-agent/test/settings-diagnostics.test.ts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packages/coding-agent/test/block-images.test.ts</a:t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packages/coding-agent/test/git-update.test.ts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>packages/coding-agent/test/max-thinking.test.ts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packages/coding-agent/test/package-manager-ssh.test.ts</a:t>
            </a:r>
          </a:p>
          <a:p xmlns:a="http://schemas.openxmlformats.org/drawingml/2006/main">
            <a:r>
              <a:t>packages/coding-agent/test/package-manager.test.ts</a:t>
            </a:r>
          </a:p>
          <a:p xmlns:a="http://schemas.openxmlformats.org/drawingml/2006/main">
            <a:r>
              <a:t>packages/coding-agent/test/resource-loader-theme.test.ts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packages/coding-agent/test/sdk-openrouter-attribution.test.ts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packages/coding-agent/test/settings-manager-bug.test.ts</a:t>
            </a:r>
          </a:p>
          <a:p xmlns:a="http://schemas.openxmlformats.org/drawingml/2006/main">
            <a:r>
              <a:t>packages/coding-agent/test/settings-manager-compaction.test.ts</a:t>
            </a:r>
          </a:p>
          <a:p xmlns:a="http://schemas.openxmlformats.org/drawingml/2006/main">
            <a:r>
              <a:t>packages/coding-agent/test/settings-manager.test.ts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>packages/coding-agent/test/suite/regressions/3616-settings-inmemory-reload.test.ts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packages/coding-agent/test/suite/regressions/7187-malformed-package-manifest.test.ts</a:t>
            </a:r>
          </a:p>
          <a:p xmlns:a="http://schemas.openxmlformats.org/drawingml/2006/main">
            <a:r>
              <a:t>packages/coding-agent/test/suite/regressions/7572-provider-retry-settings-merge.test.ts</a:t>
            </a:r>
          </a:p>
          <a:p xmlns:a="http://schemas.openxmlformats.org/drawingml/2006/main">
            <a:r>
              <a:t>packages/coding-agent/test/suite/regressions/8337-utf8-bom-parsing.test.ts</a:t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packages/coding-agent/test/theme-controller.test.ts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>packages/coding-agent/test/crash-log.test.ts</a:t>
            </a:r>
          </a:p>
          <a:p xmlns:a="http://schemas.openxmlformats.org/drawingml/2006/main">
            <a:r>
              <a:t>packages/coding-agent/test/skills.test.ts</a:t>
            </a:r>
          </a:p>
          <a:p xmlns:a="http://schemas.openxmlformats.org/drawingml/2006/main">
            <a:r>
              <a:t>packages/ai/test/radius-provider.test.ts</a:t>
            </a:r>
          </a:p>
          <a:p xmlns:a="http://schemas.openxmlformats.org/drawingml/2006/main">
            <a:r>
              <a:t>packages/ai/test/cache-retention.test.ts</a:t>
            </a:r>
          </a:p>
          <a:p xmlns:a="http://schemas.openxmlformats.org/drawingml/2006/main">
            <a:r>
              <a:t>packages/ai/test/zen.test.ts</a:t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同一段会话需要交互显示、给其他程序处理或离线分享。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订阅结构化事件</a:t>
            </a:r>
          </a:p>
          <a:p xmlns:a="http://schemas.openxmlformats.org/drawingml/2006/main">
            <a:r>
              <a:t>观察 print 模式如何等待完成并输出 text/json，记录标准输出中哪些内容适合机器消费。</a:t>
            </a:r>
          </a:p>
          <a:p xmlns:a="http://schemas.openxmlformats.org/drawingml/2006/main">
            <a:r>
              <a:t>输入：会话事件</a:t>
            </a:r>
          </a:p>
          <a:p xmlns:a="http://schemas.openxmlformats.org/drawingml/2006/main">
            <a:r>
              <a:t>输出：文本或 JSON 记录</a:t>
            </a:r>
          </a:p>
          <a:p xmlns:a="http://schemas.openxmlformats.org/drawingml/2006/main">
            <a:r>
              <a:t>入口线索：--print；--mode json</a:t>
            </a:r>
          </a:p>
          <a:p xmlns:a="http://schemas.openxmlformats.org/drawingml/2006/main">
            <a:r>
              <a:t>职责：提交输入，等待会话处理并清理；标准输出背压与协议输出单独处理。</a:t>
            </a:r>
          </a:p>
          <a:p xmlns:a="http://schemas.openxmlformats.org/drawingml/2006/main">
            <a:r>
              <a:t>源码：packages/coding-agent/src/core/output-guard.ts</a:t>
            </a:r>
          </a:p>
          <a:p xmlns:a="http://schemas.openxmlformats.org/drawingml/2006/main">
            <a:r>
              <a:t>packages/coding-agent/src/modes/json-event.ts</a:t>
            </a:r>
          </a:p>
          <a:p xmlns:a="http://schemas.openxmlformats.org/drawingml/2006/main">
            <a:r>
              <a:t>packages/coding-agent/src/modes/print-mode.ts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渲染消息与工具</a:t>
            </a:r>
          </a:p>
          <a:p xmlns:a="http://schemas.openxmlformats.org/drawingml/2006/main">
            <a:r>
              <a:t>找到 user、assistant、tool result 组件与工具 renderer，区分 details 和给模型的 content。</a:t>
            </a:r>
          </a:p>
          <a:p xmlns:a="http://schemas.openxmlformats.org/drawingml/2006/main">
            <a:r>
              <a:t>输入：消息和显示细节</a:t>
            </a:r>
          </a:p>
          <a:p xmlns:a="http://schemas.openxmlformats.org/drawingml/2006/main">
            <a:r>
              <a:t>输出：终端可见内容</a:t>
            </a:r>
          </a:p>
          <a:p xmlns:a="http://schemas.openxmlformats.org/drawingml/2006/main">
            <a:r>
              <a:t>入口线索：InteractiveMode；扩展自定义 UI</a:t>
            </a:r>
          </a:p>
          <a:p xmlns:a="http://schemas.openxmlformats.org/drawingml/2006/main">
            <a:r>
              <a:t>职责：组件清单按源码保留，可从符号和原始注释追踪每个组件。</a:t>
            </a:r>
          </a:p>
          <a:p xmlns:a="http://schemas.openxmlformats.org/drawingml/2006/main">
            <a:r>
              <a:t>源码：packages/coding-agent/src/core/tools/render-utils.ts</a:t>
            </a:r>
          </a:p>
          <a:p xmlns:a="http://schemas.openxmlformats.org/drawingml/2006/main">
            <a:r>
              <a:t>packages/coding-agent/src/core/tools/renderers/bash.ts</a:t>
            </a:r>
          </a:p>
          <a:p xmlns:a="http://schemas.openxmlformats.org/drawingml/2006/main">
            <a:r>
              <a:t>packages/coding-agent/src/core/tools/renderers/edit.ts</a:t>
            </a:r>
          </a:p>
          <a:p xmlns:a="http://schemas.openxmlformats.org/drawingml/2006/main">
            <a:r>
              <a:t>packages/coding-agent/src/core/tools/renderers/find.ts</a:t>
            </a:r>
          </a:p>
          <a:p xmlns:a="http://schemas.openxmlformats.org/drawingml/2006/main">
            <a:r>
              <a:t>packages/coding-agent/src/core/tools/renderers/grep.ts</a:t>
            </a:r>
          </a:p>
          <a:p xmlns:a="http://schemas.openxmlformats.org/drawingml/2006/main">
            <a:r>
              <a:t>packages/coding-agent/src/core/tools/renderers/index.ts</a:t>
            </a:r>
          </a:p>
          <a:p xmlns:a="http://schemas.openxmlformats.org/drawingml/2006/main">
            <a:r>
              <a:t>packages/coding-agent/src/core/tools/renderers/ls.ts</a:t>
            </a:r>
          </a:p>
          <a:p xmlns:a="http://schemas.openxmlformats.org/drawingml/2006/main">
            <a:r>
              <a:t>packages/coding-agent/src/core/tools/renderers/read.ts</a:t>
            </a:r>
          </a:p>
          <a:p xmlns:a="http://schemas.openxmlformats.org/drawingml/2006/main">
            <a:r>
              <a:t>packages/coding-agent/src/core/tools/renderers/write.ts</a:t>
            </a:r>
          </a:p>
          <a:p xmlns:a="http://schemas.openxmlformats.org/drawingml/2006/main">
            <a:r>
              <a:t>packages/coding-agent/src/modes/interactive/components/armin.ts</a:t>
            </a:r>
          </a:p>
          <a:p xmlns:a="http://schemas.openxmlformats.org/drawingml/2006/main">
            <a:r>
              <a:t>packages/coding-agent/src/modes/interactive/components/assistant-message.ts</a:t>
            </a:r>
          </a:p>
          <a:p xmlns:a="http://schemas.openxmlformats.org/drawingml/2006/main">
            <a:r>
              <a:t>packages/coding-agent/src/modes/interactive/components/auth-url.ts</a:t>
            </a:r>
          </a:p>
          <a:p xmlns:a="http://schemas.openxmlformats.org/drawingml/2006/main">
            <a:r>
              <a:t>packages/coding-agent/src/modes/interactive/components/bash-execution.ts</a:t>
            </a:r>
          </a:p>
          <a:p xmlns:a="http://schemas.openxmlformats.org/drawingml/2006/main">
            <a:r>
              <a:t>packages/coding-agent/src/modes/interactive/components/bordered-loader.ts</a:t>
            </a:r>
          </a:p>
          <a:p xmlns:a="http://schemas.openxmlformats.org/drawingml/2006/main">
            <a:r>
              <a:t>packages/coding-agent/src/modes/interactive/components/branch-summary-message.ts</a:t>
            </a:r>
          </a:p>
          <a:p xmlns:a="http://schemas.openxmlformats.org/drawingml/2006/main">
            <a:r>
              <a:t>packages/coding-agent/src/modes/interactive/components/compaction-summary-message.ts</a:t>
            </a:r>
          </a:p>
          <a:p xmlns:a="http://schemas.openxmlformats.org/drawingml/2006/main">
            <a:r>
              <a:t>packages/coding-agent/src/modes/interactive/components/config-selector.ts</a:t>
            </a:r>
          </a:p>
          <a:p xmlns:a="http://schemas.openxmlformats.org/drawingml/2006/main">
            <a:r>
              <a:t>packages/coding-agent/src/modes/interactive/components/countdown-timer.ts</a:t>
            </a:r>
          </a:p>
          <a:p xmlns:a="http://schemas.openxmlformats.org/drawingml/2006/main">
            <a:r>
              <a:t>packages/coding-agent/src/modes/interactive/components/custom-editor.ts</a:t>
            </a:r>
          </a:p>
          <a:p xmlns:a="http://schemas.openxmlformats.org/drawingml/2006/main">
            <a:r>
              <a:t>packages/coding-agent/src/modes/interactive/components/custom-entry.ts</a:t>
            </a:r>
          </a:p>
          <a:p xmlns:a="http://schemas.openxmlformats.org/drawingml/2006/main">
            <a:r>
              <a:t>packages/coding-agent/src/modes/interactive/components/custom-message.ts</a:t>
            </a:r>
          </a:p>
          <a:p xmlns:a="http://schemas.openxmlformats.org/drawingml/2006/main">
            <a:r>
              <a:t>packages/coding-agent/src/modes/interactive/components/diff.ts</a:t>
            </a:r>
          </a:p>
          <a:p xmlns:a="http://schemas.openxmlformats.org/drawingml/2006/main">
            <a:r>
              <a:t>packages/coding-agent/src/modes/interactive/components/dynamic-border.ts</a:t>
            </a:r>
          </a:p>
          <a:p xmlns:a="http://schemas.openxmlformats.org/drawingml/2006/main">
            <a:r>
              <a:t>packages/coding-agent/src/modes/interactive/components/earendil-announcement.ts</a:t>
            </a:r>
          </a:p>
          <a:p xmlns:a="http://schemas.openxmlformats.org/drawingml/2006/main">
            <a:r>
              <a:t>packages/coding-agent/src/modes/interactive/components/easter-egg-3d.lazy.ts</a:t>
            </a:r>
          </a:p>
          <a:p xmlns:a="http://schemas.openxmlformats.org/drawingml/2006/main">
            <a:r>
              <a:t>packages/coding-agent/src/modes/interactive/components/easter-egg-3d.ts</a:t>
            </a:r>
          </a:p>
          <a:p xmlns:a="http://schemas.openxmlformats.org/drawingml/2006/main">
            <a:r>
              <a:t>packages/coding-agent/src/modes/interactive/components/extension-editor.ts</a:t>
            </a:r>
          </a:p>
          <a:p xmlns:a="http://schemas.openxmlformats.org/drawingml/2006/main">
            <a:r>
              <a:t>packages/coding-agent/src/modes/interactive/components/extension-input.ts</a:t>
            </a:r>
          </a:p>
          <a:p xmlns:a="http://schemas.openxmlformats.org/drawingml/2006/main">
            <a:r>
              <a:t>packages/coding-agent/src/modes/interactive/components/extension-selector.ts</a:t>
            </a:r>
          </a:p>
          <a:p xmlns:a="http://schemas.openxmlformats.org/drawingml/2006/main">
            <a:r>
              <a:t>packages/coding-agent/src/modes/interactive/components/first-time-setup.ts</a:t>
            </a:r>
          </a:p>
          <a:p xmlns:a="http://schemas.openxmlformats.org/drawingml/2006/main">
            <a:r>
              <a:t>packages/coding-agent/src/modes/interactive/components/footer.ts</a:t>
            </a:r>
          </a:p>
          <a:p xmlns:a="http://schemas.openxmlformats.org/drawingml/2006/main">
            <a:r>
              <a:t>packages/coding-agent/src/modes/interactive/components/index.ts</a:t>
            </a:r>
          </a:p>
          <a:p xmlns:a="http://schemas.openxmlformats.org/drawingml/2006/main">
            <a:r>
              <a:t>packages/coding-agent/src/modes/interactive/components/keybinding-hints.ts</a:t>
            </a:r>
          </a:p>
          <a:p xmlns:a="http://schemas.openxmlformats.org/drawingml/2006/main">
            <a:r>
              <a:t>packages/coding-agent/src/modes/interactive/components/login-dialog.ts</a:t>
            </a:r>
          </a:p>
          <a:p xmlns:a="http://schemas.openxmlformats.org/drawingml/2006/main">
            <a:r>
              <a:t>packages/coding-agent/src/modes/interactive/components/markdown-transform.ts</a:t>
            </a:r>
          </a:p>
          <a:p xmlns:a="http://schemas.openxmlformats.org/drawingml/2006/main">
            <a:r>
              <a:t>packages/coding-agent/src/modes/interactive/components/mermaid.ts</a:t>
            </a:r>
          </a:p>
          <a:p xmlns:a="http://schemas.openxmlformats.org/drawingml/2006/main">
            <a:r>
              <a:t>packages/coding-agent/src/modes/interactive/components/model-selector.ts</a:t>
            </a:r>
          </a:p>
          <a:p xmlns:a="http://schemas.openxmlformats.org/drawingml/2006/main">
            <a:r>
              <a:t>packages/coding-agent/src/modes/interactive/components/oauth-selector.ts</a:t>
            </a:r>
          </a:p>
          <a:p xmlns:a="http://schemas.openxmlformats.org/drawingml/2006/main">
            <a:r>
              <a:t>packages/coding-agent/src/modes/interactive/components/pi-logo.ts</a:t>
            </a:r>
          </a:p>
          <a:p xmlns:a="http://schemas.openxmlformats.org/drawingml/2006/main">
            <a:r>
              <a:t>packages/coding-agent/src/modes/interactive/components/radius-login-selector.ts</a:t>
            </a:r>
          </a:p>
          <a:p xmlns:a="http://schemas.openxmlformats.org/drawingml/2006/main">
            <a:r>
              <a:t>packages/coding-agent/src/modes/interactive/components/scoped-models-selector.ts</a:t>
            </a:r>
          </a:p>
          <a:p xmlns:a="http://schemas.openxmlformats.org/drawingml/2006/main">
            <a:r>
              <a:t>packages/coding-agent/src/modes/interactive/components/session-selector-search.ts</a:t>
            </a:r>
          </a:p>
          <a:p xmlns:a="http://schemas.openxmlformats.org/drawingml/2006/main">
            <a:r>
              <a:t>packages/coding-agent/src/modes/interactive/components/session-selector.ts</a:t>
            </a:r>
          </a:p>
          <a:p xmlns:a="http://schemas.openxmlformats.org/drawingml/2006/main">
            <a:r>
              <a:t>packages/coding-agent/src/modes/interactive/components/settings-selector.ts</a:t>
            </a:r>
          </a:p>
          <a:p xmlns:a="http://schemas.openxmlformats.org/drawingml/2006/main">
            <a:r>
              <a:t>packages/coding-agent/src/modes/interactive/components/settings-submenu.ts</a:t>
            </a:r>
          </a:p>
          <a:p xmlns:a="http://schemas.openxmlformats.org/drawingml/2006/main">
            <a:r>
              <a:t>packages/coding-agent/src/modes/interactive/components/show-images-selector.ts</a:t>
            </a:r>
          </a:p>
          <a:p xmlns:a="http://schemas.openxmlformats.org/drawingml/2006/main">
            <a:r>
              <a:t>packages/coding-agent/src/modes/interactive/components/skill-invocation-message.ts</a:t>
            </a:r>
          </a:p>
          <a:p xmlns:a="http://schemas.openxmlformats.org/drawingml/2006/main">
            <a:r>
              <a:t>packages/coding-agent/src/modes/interactive/components/status-indicator.ts</a:t>
            </a:r>
          </a:p>
          <a:p xmlns:a="http://schemas.openxmlformats.org/drawingml/2006/main">
            <a:r>
              <a:t>packages/coding-agent/src/modes/interactive/components/theme-selector.ts</a:t>
            </a:r>
          </a:p>
          <a:p xmlns:a="http://schemas.openxmlformats.org/drawingml/2006/main">
            <a:r>
              <a:t>packages/coding-agent/src/modes/interactive/components/themed-text.ts</a:t>
            </a:r>
          </a:p>
          <a:p xmlns:a="http://schemas.openxmlformats.org/drawingml/2006/main">
            <a:r>
              <a:t>packages/coding-agent/src/modes/interactive/components/thinking-selector.ts</a:t>
            </a:r>
          </a:p>
          <a:p xmlns:a="http://schemas.openxmlformats.org/drawingml/2006/main">
            <a:r>
              <a:t>packages/coding-agent/src/modes/interactive/components/tool-execution.ts</a:t>
            </a:r>
          </a:p>
          <a:p xmlns:a="http://schemas.openxmlformats.org/drawingml/2006/main">
            <a:r>
              <a:t>packages/coding-agent/src/modes/interactive/components/tree-selector.ts</a:t>
            </a:r>
          </a:p>
          <a:p xmlns:a="http://schemas.openxmlformats.org/drawingml/2006/main">
            <a:r>
              <a:t>packages/coding-agent/src/modes/interactive/components/trust-selector.ts</a:t>
            </a:r>
          </a:p>
          <a:p xmlns:a="http://schemas.openxmlformats.org/drawingml/2006/main">
            <a:r>
              <a:t>packages/coding-agent/src/modes/interactive/components/user-message-selector.ts</a:t>
            </a:r>
          </a:p>
          <a:p xmlns:a="http://schemas.openxmlformats.org/drawingml/2006/main">
            <a:r>
              <a:t>packages/coding-agent/src/modes/interactive/components/user-message.ts</a:t>
            </a:r>
          </a:p>
          <a:p xmlns:a="http://schemas.openxmlformats.org/drawingml/2006/main">
            <a:r>
              <a:t>packages/coding-agent/src/modes/interactive/components/visual-truncate.ts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导出当前会话</a:t>
            </a:r>
          </a:p>
          <a:p xmlns:a="http://schemas.openxmlformats.org/drawingml/2006/main">
            <a:r>
              <a:t>追踪 HTML exporter 与模板，检查嵌入资源、会话数据和自定义渲染的边界。</a:t>
            </a:r>
          </a:p>
          <a:p xmlns:a="http://schemas.openxmlformats.org/drawingml/2006/main">
            <a:r>
              <a:t>输入：会话文件与资源</a:t>
            </a:r>
          </a:p>
          <a:p xmlns:a="http://schemas.openxmlformats.org/drawingml/2006/main">
            <a:r>
              <a:t>输出：独立导出文档</a:t>
            </a:r>
          </a:p>
          <a:p xmlns:a="http://schemas.openxmlformats.org/drawingml/2006/main">
            <a:r>
              <a:t>入口线索：/import；/export；/share；--export</a:t>
            </a:r>
          </a:p>
          <a:p xmlns:a="http://schemas.openxmlformats.org/drawingml/2006/main">
            <a:r>
              <a:t>职责：导出是格式转换，分享还涉及外部上传；资源与实现分别列在源码中。</a:t>
            </a:r>
          </a:p>
          <a:p xmlns:a="http://schemas.openxmlformats.org/drawingml/2006/main">
            <a:r>
              <a:t>源码：packages/coding-agent/src/core/export-html/ansi-to-html.ts</a:t>
            </a:r>
          </a:p>
          <a:p xmlns:a="http://schemas.openxmlformats.org/drawingml/2006/main">
            <a:r>
              <a:t>packages/coding-agent/src/core/export-html/index.ts</a:t>
            </a:r>
          </a:p>
          <a:p xmlns:a="http://schemas.openxmlformats.org/drawingml/2006/main">
            <a:r>
              <a:t>packages/coding-agent/src/core/export-html/template.css</a:t>
            </a:r>
          </a:p>
          <a:p xmlns:a="http://schemas.openxmlformats.org/drawingml/2006/main">
            <a:r>
              <a:t>packages/coding-agent/src/core/export-html/template.html</a:t>
            </a:r>
          </a:p>
          <a:p xmlns:a="http://schemas.openxmlformats.org/drawingml/2006/main">
            <a:r>
              <a:t>packages/coding-agent/src/core/export-html/template.js</a:t>
            </a:r>
          </a:p>
          <a:p xmlns:a="http://schemas.openxmlformats.org/drawingml/2006/main">
            <a:r>
              <a:t>packages/coding-agent/src/core/export-html/tool-renderer.ts</a:t>
            </a:r>
          </a:p>
          <a:p xmlns:a="http://schemas.openxmlformats.org/drawingml/2006/main">
            <a:r>
              <a:t>packages/coding-agent/src/core/export-html/vendor/highlight.min.js</a:t>
            </a:r>
          </a:p>
          <a:p xmlns:a="http://schemas.openxmlformats.org/drawingml/2006/main">
            <a:r>
              <a:t>packages/coding-agent/src/core/export-html/vendor/marked.min.js</a:t>
            </a:r>
          </a:p>
          <a:p xmlns:a="http://schemas.openxmlformats.org/drawingml/2006/main">
            <a:r>
              <a:t>packages/coding-agent/src/core/session-export.ts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失败与恢复：外观相同不代表数据相同；终端渲染、模型上下文和导出内容有各自转换层。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练习：选一个工具结果，分别记录模型 content、UI details 和导出结果如何处理。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参考判断：答案应引用对应 renderer / exporter，不能假设所有 details 都作为模型消息发送。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功能编号：UI-02, UI-03, UI-12, UI-13, UI-23, UI-26, TOOL-17, SES-21, SES-22, SES-23, EXT-17, EXT-21, EXT-31, INT-24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packages/tui/README.md</a:t>
            </a:r>
          </a:p>
          <a:p xmlns:a="http://schemas.openxmlformats.org/drawingml/2006/main">
            <a:r>
              <a:t>packages/agent/README.md</a:t>
            </a:r>
          </a:p>
          <a:p xmlns:a="http://schemas.openxmlformats.org/drawingml/2006/main">
            <a:r>
              <a:t>packages/coding-agent/docs/json.md</a:t>
            </a:r>
          </a:p>
          <a:p xmlns:a="http://schemas.openxmlformats.org/drawingml/2006/main">
            <a:r>
              <a:t>packages/coding-agent/docs/usage.md</a:t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>packages/coding-agent/docs/keybindings.md</a:t>
            </a:r>
          </a:p>
          <a:p xmlns:a="http://schemas.openxmlformats.org/drawingml/2006/main">
            <a:r>
              <a:t>packages/agent/CHANGELOG.md</a:t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>packages/coding-agent/docs/slash-commands.md</a:t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>packages/coding-agent/docs/sessions.md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packages/coding-agent/docs/rpc.md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packages/coding-agent/test/suite/regressions/7290-json-stream-linear.test.ts</a:t>
            </a:r>
          </a:p>
          <a:p xmlns:a="http://schemas.openxmlformats.org/drawingml/2006/main">
            <a:r>
              <a:t>packages/coding-agent/test/suite/regressions/7911-json-stream-usage.test.ts</a:t>
            </a:r>
          </a:p>
          <a:p xmlns:a="http://schemas.openxmlformats.org/drawingml/2006/main">
            <a:r>
              <a:t>packages/coding-agent/test/suite/regressions/7925-toolcall-start-metadata.test.ts</a:t>
            </a:r>
          </a:p>
          <a:p xmlns:a="http://schemas.openxmlformats.org/drawingml/2006/main">
            <a:r>
              <a:t>packages/coding-agent/test/print-mode.test.ts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packages/coding-agent/test/assistant-message.test.ts</a:t>
            </a:r>
          </a:p>
          <a:p xmlns:a="http://schemas.openxmlformats.org/drawingml/2006/main">
            <a:r>
              <a:t>packages/coding-agent/test/streaming-render-debug.ts</a:t>
            </a:r>
          </a:p>
          <a:p xmlns:a="http://schemas.openxmlformats.org/drawingml/2006/main">
            <a:r>
              <a:t>packages/coding-agent/test/bash-execution-width.test.ts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packages/coding-agent/test/collapsible-message-components.test.ts</a:t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>packages/coding-agent/test/session-selector-search.test.ts</a:t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>packages/coding-agent/test/themed-text.test.ts</a:t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>packages/coding-agent/test/edit-tool-no-full-redraw.test.ts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packages/coding-agent/test/suite/regressions/8611-thinking-toggle-pending-bash-output.test.ts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>packages/coding-agent/test/user-message.test.ts</a:t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>packages/tui/test/chat-simple.ts</a:t>
            </a:r>
          </a:p>
          <a:p xmlns:a="http://schemas.openxmlformats.org/drawingml/2006/main">
            <a:r>
              <a:t>packages/tui/test/editor-history-keybindings.test.ts</a:t>
            </a:r>
          </a:p>
          <a:p xmlns:a="http://schemas.openxmlformats.org/drawingml/2006/main">
            <a:r>
              <a:t>packages/tui/test/editor.test.ts</a:t>
            </a:r>
          </a:p>
          <a:p xmlns:a="http://schemas.openxmlformats.org/drawingml/2006/main">
            <a:r>
              <a:t>packages/tui/test/mouse-components.test.ts</a:t>
            </a:r>
          </a:p>
          <a:p xmlns:a="http://schemas.openxmlformats.org/drawingml/2006/main">
            <a:r>
              <a:t>packages/tui/test/layout.test.ts</a:t>
            </a:r>
          </a:p>
          <a:p xmlns:a="http://schemas.openxmlformats.org/drawingml/2006/main">
            <a:r>
              <a:t>packages/tui/test/tui-alt-screen.test.ts</a:t>
            </a:r>
          </a:p>
          <a:p xmlns:a="http://schemas.openxmlformats.org/drawingml/2006/main">
            <a:r>
              <a:t>packages/tui/test/image-test.ts</a:t>
            </a:r>
          </a:p>
          <a:p xmlns:a="http://schemas.openxmlformats.org/drawingml/2006/main">
            <a:r>
              <a:t>packages/tui/test/terminal-image.test.ts</a:t>
            </a:r>
          </a:p>
          <a:p xmlns:a="http://schemas.openxmlformats.org/drawingml/2006/main">
            <a:r>
              <a:t>packages/tui/test/tui-render.test.ts</a:t>
            </a:r>
          </a:p>
          <a:p xmlns:a="http://schemas.openxmlformats.org/drawingml/2006/main">
            <a:r>
              <a:t>packages/tui/test/input.test.ts</a:t>
            </a:r>
          </a:p>
          <a:p xmlns:a="http://schemas.openxmlformats.org/drawingml/2006/main">
            <a:r>
              <a:t>packages/tui/test/alt-screen-large-transcript-bench.ts</a:t>
            </a:r>
          </a:p>
          <a:p xmlns:a="http://schemas.openxmlformats.org/drawingml/2006/main">
            <a:r>
              <a:t>packages/tui/test/markdown.test.ts</a:t>
            </a:r>
          </a:p>
          <a:p xmlns:a="http://schemas.openxmlformats.org/drawingml/2006/main">
            <a:r>
              <a:t>packages/tui/test/render-churn-bench.ts</a:t>
            </a:r>
          </a:p>
          <a:p xmlns:a="http://schemas.openxmlformats.org/drawingml/2006/main">
            <a:r>
              <a:t>packages/tui/test/select-list.test.ts</a:t>
            </a:r>
          </a:p>
          <a:p xmlns:a="http://schemas.openxmlformats.org/drawingml/2006/main">
            <a:r>
              <a:t>packages/tui/test/settings-list.test.ts</a:t>
            </a:r>
          </a:p>
          <a:p xmlns:a="http://schemas.openxmlformats.org/drawingml/2006/main">
            <a:r>
              <a:t>packages/tui/test/truncated-text.test.ts</a:t>
            </a:r>
          </a:p>
          <a:p xmlns:a="http://schemas.openxmlformats.org/drawingml/2006/main">
            <a:r>
              <a:t>packages/coding-agent/test/codemode-worker-config.test.ts</a:t>
            </a:r>
          </a:p>
          <a:p xmlns:a="http://schemas.openxmlformats.org/drawingml/2006/main">
            <a:r>
              <a:t>packages/coding-agent/test/config-value-migration.test.ts</a:t>
            </a:r>
          </a:p>
          <a:p xmlns:a="http://schemas.openxmlformats.org/drawingml/2006/main">
            <a:r>
              <a:t>packages/coding-agent/test/config.test.ts</a:t>
            </a:r>
          </a:p>
          <a:p xmlns:a="http://schemas.openxmlformats.org/drawingml/2006/main">
            <a:r>
              <a:t>packages/coding-agent/test/first-time-setup.test.ts</a:t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>packages/coding-agent/test/keybindings-migration.test.ts</a:t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>packages/coding-agent/test/prompt-templates.test.ts</a:t>
            </a:r>
          </a:p>
          <a:p xmlns:a="http://schemas.openxmlformats.org/drawingml/2006/main">
            <a:r>
              <a:t>packages/coding-agent/test/remote-catalog-provider.test.ts</a:t>
            </a:r>
          </a:p>
          <a:p xmlns:a="http://schemas.openxmlformats.org/drawingml/2006/main">
            <a:r>
              <a:t>packages/coding-agent/test/session-file-invalid.test.ts</a:t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>packages/coding-agent/test/startup-session-name.test.ts</a:t>
            </a:r>
          </a:p>
          <a:p xmlns:a="http://schemas.openxmlformats.org/drawingml/2006/main">
            <a:r>
              <a:t>packages/coding-agent/test/stdout-cleanliness.test.ts</a:t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>packages/coding-agent/test/suite/regressions/5661-uppercase-header-values.test.ts</a:t>
            </a:r>
          </a:p>
          <a:p xmlns:a="http://schemas.openxmlformats.org/drawingml/2006/main">
            <a:r>
              <a:t>packages/coding-agent/test/suite/regressions/7497-session-discovery-symlink.test.ts</a:t>
            </a:r>
          </a:p>
          <a:p xmlns:a="http://schemas.openxmlformats.org/drawingml/2006/main">
            <a:r>
              <a:t>packages/coding-agent/test/resolve-config-value.test.ts</a:t>
            </a:r>
          </a:p>
          <a:p xmlns:a="http://schemas.openxmlformats.org/drawingml/2006/main">
            <a:r>
              <a:t>packages/coding-agent/test/settings-diagnostics.test.ts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packages/coding-agent/test/block-images.test.ts</a:t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packages/coding-agent/test/git-update.test.ts</a:t>
            </a:r>
          </a:p>
          <a:p xmlns:a="http://schemas.openxmlformats.org/drawingml/2006/main">
            <a:r>
              <a:t>packages/coding-agent/test/max-thinking.test.ts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packages/coding-agent/test/package-manager-ssh.test.ts</a:t>
            </a:r>
          </a:p>
          <a:p xmlns:a="http://schemas.openxmlformats.org/drawingml/2006/main">
            <a:r>
              <a:t>packages/coding-agent/test/package-manager.test.ts</a:t>
            </a:r>
          </a:p>
          <a:p xmlns:a="http://schemas.openxmlformats.org/drawingml/2006/main">
            <a:r>
              <a:t>packages/coding-agent/test/resource-loader-theme.test.ts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packages/coding-agent/test/sdk-openrouter-attribution.test.ts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packages/coding-agent/test/settings-manager-bug.test.ts</a:t>
            </a:r>
          </a:p>
          <a:p xmlns:a="http://schemas.openxmlformats.org/drawingml/2006/main">
            <a:r>
              <a:t>packages/coding-agent/test/settings-manager-compaction.test.ts</a:t>
            </a:r>
          </a:p>
          <a:p xmlns:a="http://schemas.openxmlformats.org/drawingml/2006/main">
            <a:r>
              <a:t>packages/coding-agent/test/settings-manager.test.ts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>packages/coding-agent/test/suite/regressions/3616-settings-inmemory-reload.test.ts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packages/coding-agent/test/suite/regressions/7187-malformed-package-manifest.test.ts</a:t>
            </a:r>
          </a:p>
          <a:p xmlns:a="http://schemas.openxmlformats.org/drawingml/2006/main">
            <a:r>
              <a:t>packages/coding-agent/test/suite/regressions/7572-provider-retry-settings-merge.test.ts</a:t>
            </a:r>
          </a:p>
          <a:p xmlns:a="http://schemas.openxmlformats.org/drawingml/2006/main">
            <a:r>
              <a:t>packages/coding-agent/test/suite/regressions/8337-utf8-bom-parsing.test.ts</a:t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packages/coding-agent/test/theme-controller.test.ts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packages/agent/test/agent-loop.test.ts</a:t>
            </a:r>
          </a:p>
          <a:p xmlns:a="http://schemas.openxmlformats.org/drawingml/2006/main">
            <a:r>
              <a:t>packages/agent/test/utils/calculate.ts</a:t>
            </a:r>
          </a:p>
          <a:p xmlns:a="http://schemas.openxmlformats.org/drawingml/2006/main">
            <a:r>
              <a:t>packages/agent/test/utils/get-current-time.ts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>packages/coding-agent/test/rpc-jsonl.test.ts</a:t>
            </a:r>
          </a:p>
          <a:p xmlns:a="http://schemas.openxmlformats.org/drawingml/2006/main">
            <a:r>
              <a:t>packages/coding-agent/test/rpc-client-clear-queue.test.ts</a:t>
            </a:r>
          </a:p>
          <a:p xmlns:a="http://schemas.openxmlformats.org/drawingml/2006/main">
            <a:r>
              <a:t>packages/coding-agent/test/rpc-client-clone.test.ts</a:t>
            </a:r>
          </a:p>
          <a:p xmlns:a="http://schemas.openxmlformats.org/drawingml/2006/main">
            <a:r>
              <a:t>packages/coding-agent/test/rpc-client-process-exit.test.ts</a:t>
            </a:r>
          </a:p>
          <a:p xmlns:a="http://schemas.openxmlformats.org/drawingml/2006/main">
            <a:r>
              <a:t>packages/coding-agent/test/rpc-example.ts</a:t>
            </a:r>
          </a:p>
          <a:p xmlns:a="http://schemas.openxmlformats.org/drawingml/2006/main">
            <a:r>
              <a:t>packages/coding-agent/test/rpc.test.ts</a:t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同一段会话需要交互显示、给其他程序处理或离线分享。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订阅结构化事件</a:t>
            </a:r>
          </a:p>
          <a:p xmlns:a="http://schemas.openxmlformats.org/drawingml/2006/main">
            <a:r>
              <a:t>观察 print 模式如何等待完成并输出 text/json，记录标准输出中哪些内容适合机器消费。</a:t>
            </a:r>
          </a:p>
          <a:p xmlns:a="http://schemas.openxmlformats.org/drawingml/2006/main">
            <a:r>
              <a:t>输入：会话事件</a:t>
            </a:r>
          </a:p>
          <a:p xmlns:a="http://schemas.openxmlformats.org/drawingml/2006/main">
            <a:r>
              <a:t>输出：文本或 JSON 记录</a:t>
            </a:r>
          </a:p>
          <a:p xmlns:a="http://schemas.openxmlformats.org/drawingml/2006/main">
            <a:r>
              <a:t>入口线索：--print；--mode json</a:t>
            </a:r>
          </a:p>
          <a:p xmlns:a="http://schemas.openxmlformats.org/drawingml/2006/main">
            <a:r>
              <a:t>职责：提交输入，等待会话处理并清理；标准输出背压与协议输出单独处理。</a:t>
            </a:r>
          </a:p>
          <a:p xmlns:a="http://schemas.openxmlformats.org/drawingml/2006/main">
            <a:r>
              <a:t>源码：packages/coding-agent/src/core/output-guard.ts</a:t>
            </a:r>
          </a:p>
          <a:p xmlns:a="http://schemas.openxmlformats.org/drawingml/2006/main">
            <a:r>
              <a:t>packages/coding-agent/src/modes/json-event.ts</a:t>
            </a:r>
          </a:p>
          <a:p xmlns:a="http://schemas.openxmlformats.org/drawingml/2006/main">
            <a:r>
              <a:t>packages/coding-agent/src/modes/print-mode.ts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渲染消息与工具</a:t>
            </a:r>
          </a:p>
          <a:p xmlns:a="http://schemas.openxmlformats.org/drawingml/2006/main">
            <a:r>
              <a:t>找到 user、assistant、tool result 组件与工具 renderer，区分 details 和给模型的 content。</a:t>
            </a:r>
          </a:p>
          <a:p xmlns:a="http://schemas.openxmlformats.org/drawingml/2006/main">
            <a:r>
              <a:t>输入：消息和显示细节</a:t>
            </a:r>
          </a:p>
          <a:p xmlns:a="http://schemas.openxmlformats.org/drawingml/2006/main">
            <a:r>
              <a:t>输出：终端可见内容</a:t>
            </a:r>
          </a:p>
          <a:p xmlns:a="http://schemas.openxmlformats.org/drawingml/2006/main">
            <a:r>
              <a:t>入口线索：InteractiveMode；扩展自定义 UI</a:t>
            </a:r>
          </a:p>
          <a:p xmlns:a="http://schemas.openxmlformats.org/drawingml/2006/main">
            <a:r>
              <a:t>职责：组件清单按源码保留，可从符号和原始注释追踪每个组件。</a:t>
            </a:r>
          </a:p>
          <a:p xmlns:a="http://schemas.openxmlformats.org/drawingml/2006/main">
            <a:r>
              <a:t>源码：packages/coding-agent/src/core/tools/render-utils.ts</a:t>
            </a:r>
          </a:p>
          <a:p xmlns:a="http://schemas.openxmlformats.org/drawingml/2006/main">
            <a:r>
              <a:t>packages/coding-agent/src/core/tools/renderers/bash.ts</a:t>
            </a:r>
          </a:p>
          <a:p xmlns:a="http://schemas.openxmlformats.org/drawingml/2006/main">
            <a:r>
              <a:t>packages/coding-agent/src/core/tools/renderers/edit.ts</a:t>
            </a:r>
          </a:p>
          <a:p xmlns:a="http://schemas.openxmlformats.org/drawingml/2006/main">
            <a:r>
              <a:t>packages/coding-agent/src/core/tools/renderers/find.ts</a:t>
            </a:r>
          </a:p>
          <a:p xmlns:a="http://schemas.openxmlformats.org/drawingml/2006/main">
            <a:r>
              <a:t>packages/coding-agent/src/core/tools/renderers/grep.ts</a:t>
            </a:r>
          </a:p>
          <a:p xmlns:a="http://schemas.openxmlformats.org/drawingml/2006/main">
            <a:r>
              <a:t>packages/coding-agent/src/core/tools/renderers/index.ts</a:t>
            </a:r>
          </a:p>
          <a:p xmlns:a="http://schemas.openxmlformats.org/drawingml/2006/main">
            <a:r>
              <a:t>packages/coding-agent/src/core/tools/renderers/ls.ts</a:t>
            </a:r>
          </a:p>
          <a:p xmlns:a="http://schemas.openxmlformats.org/drawingml/2006/main">
            <a:r>
              <a:t>packages/coding-agent/src/core/tools/renderers/read.ts</a:t>
            </a:r>
          </a:p>
          <a:p xmlns:a="http://schemas.openxmlformats.org/drawingml/2006/main">
            <a:r>
              <a:t>packages/coding-agent/src/core/tools/renderers/write.ts</a:t>
            </a:r>
          </a:p>
          <a:p xmlns:a="http://schemas.openxmlformats.org/drawingml/2006/main">
            <a:r>
              <a:t>packages/coding-agent/src/modes/interactive/components/armin.ts</a:t>
            </a:r>
          </a:p>
          <a:p xmlns:a="http://schemas.openxmlformats.org/drawingml/2006/main">
            <a:r>
              <a:t>packages/coding-agent/src/modes/interactive/components/assistant-message.ts</a:t>
            </a:r>
          </a:p>
          <a:p xmlns:a="http://schemas.openxmlformats.org/drawingml/2006/main">
            <a:r>
              <a:t>packages/coding-agent/src/modes/interactive/components/auth-url.ts</a:t>
            </a:r>
          </a:p>
          <a:p xmlns:a="http://schemas.openxmlformats.org/drawingml/2006/main">
            <a:r>
              <a:t>packages/coding-agent/src/modes/interactive/components/bash-execution.ts</a:t>
            </a:r>
          </a:p>
          <a:p xmlns:a="http://schemas.openxmlformats.org/drawingml/2006/main">
            <a:r>
              <a:t>packages/coding-agent/src/modes/interactive/components/bordered-loader.ts</a:t>
            </a:r>
          </a:p>
          <a:p xmlns:a="http://schemas.openxmlformats.org/drawingml/2006/main">
            <a:r>
              <a:t>packages/coding-agent/src/modes/interactive/components/branch-summary-message.ts</a:t>
            </a:r>
          </a:p>
          <a:p xmlns:a="http://schemas.openxmlformats.org/drawingml/2006/main">
            <a:r>
              <a:t>packages/coding-agent/src/modes/interactive/components/compaction-summary-message.ts</a:t>
            </a:r>
          </a:p>
          <a:p xmlns:a="http://schemas.openxmlformats.org/drawingml/2006/main">
            <a:r>
              <a:t>packages/coding-agent/src/modes/interactive/components/config-selector.ts</a:t>
            </a:r>
          </a:p>
          <a:p xmlns:a="http://schemas.openxmlformats.org/drawingml/2006/main">
            <a:r>
              <a:t>packages/coding-agent/src/modes/interactive/components/countdown-timer.ts</a:t>
            </a:r>
          </a:p>
          <a:p xmlns:a="http://schemas.openxmlformats.org/drawingml/2006/main">
            <a:r>
              <a:t>packages/coding-agent/src/modes/interactive/components/custom-editor.ts</a:t>
            </a:r>
          </a:p>
          <a:p xmlns:a="http://schemas.openxmlformats.org/drawingml/2006/main">
            <a:r>
              <a:t>packages/coding-agent/src/modes/interactive/components/custom-entry.ts</a:t>
            </a:r>
          </a:p>
          <a:p xmlns:a="http://schemas.openxmlformats.org/drawingml/2006/main">
            <a:r>
              <a:t>packages/coding-agent/src/modes/interactive/components/custom-message.ts</a:t>
            </a:r>
          </a:p>
          <a:p xmlns:a="http://schemas.openxmlformats.org/drawingml/2006/main">
            <a:r>
              <a:t>packages/coding-agent/src/modes/interactive/components/diff.ts</a:t>
            </a:r>
          </a:p>
          <a:p xmlns:a="http://schemas.openxmlformats.org/drawingml/2006/main">
            <a:r>
              <a:t>packages/coding-agent/src/modes/interactive/components/dynamic-border.ts</a:t>
            </a:r>
          </a:p>
          <a:p xmlns:a="http://schemas.openxmlformats.org/drawingml/2006/main">
            <a:r>
              <a:t>packages/coding-agent/src/modes/interactive/components/earendil-announcement.ts</a:t>
            </a:r>
          </a:p>
          <a:p xmlns:a="http://schemas.openxmlformats.org/drawingml/2006/main">
            <a:r>
              <a:t>packages/coding-agent/src/modes/interactive/components/easter-egg-3d.lazy.ts</a:t>
            </a:r>
          </a:p>
          <a:p xmlns:a="http://schemas.openxmlformats.org/drawingml/2006/main">
            <a:r>
              <a:t>packages/coding-agent/src/modes/interactive/components/easter-egg-3d.ts</a:t>
            </a:r>
          </a:p>
          <a:p xmlns:a="http://schemas.openxmlformats.org/drawingml/2006/main">
            <a:r>
              <a:t>packages/coding-agent/src/modes/interactive/components/extension-editor.ts</a:t>
            </a:r>
          </a:p>
          <a:p xmlns:a="http://schemas.openxmlformats.org/drawingml/2006/main">
            <a:r>
              <a:t>packages/coding-agent/src/modes/interactive/components/extension-input.ts</a:t>
            </a:r>
          </a:p>
          <a:p xmlns:a="http://schemas.openxmlformats.org/drawingml/2006/main">
            <a:r>
              <a:t>packages/coding-agent/src/modes/interactive/components/extension-selector.ts</a:t>
            </a:r>
          </a:p>
          <a:p xmlns:a="http://schemas.openxmlformats.org/drawingml/2006/main">
            <a:r>
              <a:t>packages/coding-agent/src/modes/interactive/components/first-time-setup.ts</a:t>
            </a:r>
          </a:p>
          <a:p xmlns:a="http://schemas.openxmlformats.org/drawingml/2006/main">
            <a:r>
              <a:t>packages/coding-agent/src/modes/interactive/components/footer.ts</a:t>
            </a:r>
          </a:p>
          <a:p xmlns:a="http://schemas.openxmlformats.org/drawingml/2006/main">
            <a:r>
              <a:t>packages/coding-agent/src/modes/interactive/components/index.ts</a:t>
            </a:r>
          </a:p>
          <a:p xmlns:a="http://schemas.openxmlformats.org/drawingml/2006/main">
            <a:r>
              <a:t>packages/coding-agent/src/modes/interactive/components/keybinding-hints.ts</a:t>
            </a:r>
          </a:p>
          <a:p xmlns:a="http://schemas.openxmlformats.org/drawingml/2006/main">
            <a:r>
              <a:t>packages/coding-agent/src/modes/interactive/components/login-dialog.ts</a:t>
            </a:r>
          </a:p>
          <a:p xmlns:a="http://schemas.openxmlformats.org/drawingml/2006/main">
            <a:r>
              <a:t>packages/coding-agent/src/modes/interactive/components/markdown-transform.ts</a:t>
            </a:r>
          </a:p>
          <a:p xmlns:a="http://schemas.openxmlformats.org/drawingml/2006/main">
            <a:r>
              <a:t>packages/coding-agent/src/modes/interactive/components/mermaid.ts</a:t>
            </a:r>
          </a:p>
          <a:p xmlns:a="http://schemas.openxmlformats.org/drawingml/2006/main">
            <a:r>
              <a:t>packages/coding-agent/src/modes/interactive/components/model-selector.ts</a:t>
            </a:r>
          </a:p>
          <a:p xmlns:a="http://schemas.openxmlformats.org/drawingml/2006/main">
            <a:r>
              <a:t>packages/coding-agent/src/modes/interactive/components/oauth-selector.ts</a:t>
            </a:r>
          </a:p>
          <a:p xmlns:a="http://schemas.openxmlformats.org/drawingml/2006/main">
            <a:r>
              <a:t>packages/coding-agent/src/modes/interactive/components/pi-logo.ts</a:t>
            </a:r>
          </a:p>
          <a:p xmlns:a="http://schemas.openxmlformats.org/drawingml/2006/main">
            <a:r>
              <a:t>packages/coding-agent/src/modes/interactive/components/radius-login-selector.ts</a:t>
            </a:r>
          </a:p>
          <a:p xmlns:a="http://schemas.openxmlformats.org/drawingml/2006/main">
            <a:r>
              <a:t>packages/coding-agent/src/modes/interactive/components/scoped-models-selector.ts</a:t>
            </a:r>
          </a:p>
          <a:p xmlns:a="http://schemas.openxmlformats.org/drawingml/2006/main">
            <a:r>
              <a:t>packages/coding-agent/src/modes/interactive/components/session-selector-search.ts</a:t>
            </a:r>
          </a:p>
          <a:p xmlns:a="http://schemas.openxmlformats.org/drawingml/2006/main">
            <a:r>
              <a:t>packages/coding-agent/src/modes/interactive/components/session-selector.ts</a:t>
            </a:r>
          </a:p>
          <a:p xmlns:a="http://schemas.openxmlformats.org/drawingml/2006/main">
            <a:r>
              <a:t>packages/coding-agent/src/modes/interactive/components/settings-selector.ts</a:t>
            </a:r>
          </a:p>
          <a:p xmlns:a="http://schemas.openxmlformats.org/drawingml/2006/main">
            <a:r>
              <a:t>packages/coding-agent/src/modes/interactive/components/settings-submenu.ts</a:t>
            </a:r>
          </a:p>
          <a:p xmlns:a="http://schemas.openxmlformats.org/drawingml/2006/main">
            <a:r>
              <a:t>packages/coding-agent/src/modes/interactive/components/show-images-selector.ts</a:t>
            </a:r>
          </a:p>
          <a:p xmlns:a="http://schemas.openxmlformats.org/drawingml/2006/main">
            <a:r>
              <a:t>packages/coding-agent/src/modes/interactive/components/skill-invocation-message.ts</a:t>
            </a:r>
          </a:p>
          <a:p xmlns:a="http://schemas.openxmlformats.org/drawingml/2006/main">
            <a:r>
              <a:t>packages/coding-agent/src/modes/interactive/components/status-indicator.ts</a:t>
            </a:r>
          </a:p>
          <a:p xmlns:a="http://schemas.openxmlformats.org/drawingml/2006/main">
            <a:r>
              <a:t>packages/coding-agent/src/modes/interactive/components/theme-selector.ts</a:t>
            </a:r>
          </a:p>
          <a:p xmlns:a="http://schemas.openxmlformats.org/drawingml/2006/main">
            <a:r>
              <a:t>packages/coding-agent/src/modes/interactive/components/themed-text.ts</a:t>
            </a:r>
          </a:p>
          <a:p xmlns:a="http://schemas.openxmlformats.org/drawingml/2006/main">
            <a:r>
              <a:t>packages/coding-agent/src/modes/interactive/components/thinking-selector.ts</a:t>
            </a:r>
          </a:p>
          <a:p xmlns:a="http://schemas.openxmlformats.org/drawingml/2006/main">
            <a:r>
              <a:t>packages/coding-agent/src/modes/interactive/components/tool-execution.ts</a:t>
            </a:r>
          </a:p>
          <a:p xmlns:a="http://schemas.openxmlformats.org/drawingml/2006/main">
            <a:r>
              <a:t>packages/coding-agent/src/modes/interactive/components/tree-selector.ts</a:t>
            </a:r>
          </a:p>
          <a:p xmlns:a="http://schemas.openxmlformats.org/drawingml/2006/main">
            <a:r>
              <a:t>packages/coding-agent/src/modes/interactive/components/trust-selector.ts</a:t>
            </a:r>
          </a:p>
          <a:p xmlns:a="http://schemas.openxmlformats.org/drawingml/2006/main">
            <a:r>
              <a:t>packages/coding-agent/src/modes/interactive/components/user-message-selector.ts</a:t>
            </a:r>
          </a:p>
          <a:p xmlns:a="http://schemas.openxmlformats.org/drawingml/2006/main">
            <a:r>
              <a:t>packages/coding-agent/src/modes/interactive/components/user-message.ts</a:t>
            </a:r>
          </a:p>
          <a:p xmlns:a="http://schemas.openxmlformats.org/drawingml/2006/main">
            <a:r>
              <a:t>packages/coding-agent/src/modes/interactive/components/visual-truncate.ts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导出当前会话</a:t>
            </a:r>
          </a:p>
          <a:p xmlns:a="http://schemas.openxmlformats.org/drawingml/2006/main">
            <a:r>
              <a:t>追踪 HTML exporter 与模板，检查嵌入资源、会话数据和自定义渲染的边界。</a:t>
            </a:r>
          </a:p>
          <a:p xmlns:a="http://schemas.openxmlformats.org/drawingml/2006/main">
            <a:r>
              <a:t>输入：会话文件与资源</a:t>
            </a:r>
          </a:p>
          <a:p xmlns:a="http://schemas.openxmlformats.org/drawingml/2006/main">
            <a:r>
              <a:t>输出：独立导出文档</a:t>
            </a:r>
          </a:p>
          <a:p xmlns:a="http://schemas.openxmlformats.org/drawingml/2006/main">
            <a:r>
              <a:t>入口线索：/import；/export；/share；--export</a:t>
            </a:r>
          </a:p>
          <a:p xmlns:a="http://schemas.openxmlformats.org/drawingml/2006/main">
            <a:r>
              <a:t>职责：导出是格式转换，分享还涉及外部上传；资源与实现分别列在源码中。</a:t>
            </a:r>
          </a:p>
          <a:p xmlns:a="http://schemas.openxmlformats.org/drawingml/2006/main">
            <a:r>
              <a:t>源码：packages/coding-agent/src/core/export-html/ansi-to-html.ts</a:t>
            </a:r>
          </a:p>
          <a:p xmlns:a="http://schemas.openxmlformats.org/drawingml/2006/main">
            <a:r>
              <a:t>packages/coding-agent/src/core/export-html/index.ts</a:t>
            </a:r>
          </a:p>
          <a:p xmlns:a="http://schemas.openxmlformats.org/drawingml/2006/main">
            <a:r>
              <a:t>packages/coding-agent/src/core/export-html/template.css</a:t>
            </a:r>
          </a:p>
          <a:p xmlns:a="http://schemas.openxmlformats.org/drawingml/2006/main">
            <a:r>
              <a:t>packages/coding-agent/src/core/export-html/template.html</a:t>
            </a:r>
          </a:p>
          <a:p xmlns:a="http://schemas.openxmlformats.org/drawingml/2006/main">
            <a:r>
              <a:t>packages/coding-agent/src/core/export-html/template.js</a:t>
            </a:r>
          </a:p>
          <a:p xmlns:a="http://schemas.openxmlformats.org/drawingml/2006/main">
            <a:r>
              <a:t>packages/coding-agent/src/core/export-html/tool-renderer.ts</a:t>
            </a:r>
          </a:p>
          <a:p xmlns:a="http://schemas.openxmlformats.org/drawingml/2006/main">
            <a:r>
              <a:t>packages/coding-agent/src/core/export-html/vendor/highlight.min.js</a:t>
            </a:r>
          </a:p>
          <a:p xmlns:a="http://schemas.openxmlformats.org/drawingml/2006/main">
            <a:r>
              <a:t>packages/coding-agent/src/core/export-html/vendor/marked.min.js</a:t>
            </a:r>
          </a:p>
          <a:p xmlns:a="http://schemas.openxmlformats.org/drawingml/2006/main">
            <a:r>
              <a:t>packages/coding-agent/src/core/session-export.ts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失败与恢复：外观相同不代表数据相同；终端渲染、模型上下文和导出内容有各自转换层。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练习：选一个工具结果，分别记录模型 content、UI details 和导出结果如何处理。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参考判断：答案应引用对应 renderer / exporter，不能假设所有 details 都作为模型消息发送。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功能编号：UI-02, UI-03, UI-12, UI-13, UI-23, UI-26, TOOL-17, SES-21, SES-22, SES-23, EXT-17, EXT-21, EXT-31, INT-24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packages/tui/README.md</a:t>
            </a:r>
          </a:p>
          <a:p xmlns:a="http://schemas.openxmlformats.org/drawingml/2006/main">
            <a:r>
              <a:t>packages/agent/README.md</a:t>
            </a:r>
          </a:p>
          <a:p xmlns:a="http://schemas.openxmlformats.org/drawingml/2006/main">
            <a:r>
              <a:t>packages/coding-agent/docs/json.md</a:t>
            </a:r>
          </a:p>
          <a:p xmlns:a="http://schemas.openxmlformats.org/drawingml/2006/main">
            <a:r>
              <a:t>packages/coding-agent/docs/usage.md</a:t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>packages/coding-agent/docs/keybindings.md</a:t>
            </a:r>
          </a:p>
          <a:p xmlns:a="http://schemas.openxmlformats.org/drawingml/2006/main">
            <a:r>
              <a:t>packages/agent/CHANGELOG.md</a:t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>packages/coding-agent/docs/slash-commands.md</a:t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>packages/coding-agent/docs/sessions.md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packages/coding-agent/docs/rpc.md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packages/coding-agent/test/suite/regressions/7290-json-stream-linear.test.ts</a:t>
            </a:r>
          </a:p>
          <a:p xmlns:a="http://schemas.openxmlformats.org/drawingml/2006/main">
            <a:r>
              <a:t>packages/coding-agent/test/suite/regressions/7911-json-stream-usage.test.ts</a:t>
            </a:r>
          </a:p>
          <a:p xmlns:a="http://schemas.openxmlformats.org/drawingml/2006/main">
            <a:r>
              <a:t>packages/coding-agent/test/suite/regressions/7925-toolcall-start-metadata.test.ts</a:t>
            </a:r>
          </a:p>
          <a:p xmlns:a="http://schemas.openxmlformats.org/drawingml/2006/main">
            <a:r>
              <a:t>packages/coding-agent/test/print-mode.test.ts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packages/coding-agent/test/assistant-message.test.ts</a:t>
            </a:r>
          </a:p>
          <a:p xmlns:a="http://schemas.openxmlformats.org/drawingml/2006/main">
            <a:r>
              <a:t>packages/coding-agent/test/streaming-render-debug.ts</a:t>
            </a:r>
          </a:p>
          <a:p xmlns:a="http://schemas.openxmlformats.org/drawingml/2006/main">
            <a:r>
              <a:t>packages/coding-agent/test/bash-execution-width.test.ts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packages/coding-agent/test/collapsible-message-components.test.ts</a:t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>packages/coding-agent/test/session-selector-search.test.ts</a:t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>packages/coding-agent/test/themed-text.test.ts</a:t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>packages/coding-agent/test/edit-tool-no-full-redraw.test.ts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packages/coding-agent/test/suite/regressions/8611-thinking-toggle-pending-bash-output.test.ts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>packages/coding-agent/test/user-message.test.ts</a:t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>packages/tui/test/chat-simple.ts</a:t>
            </a:r>
          </a:p>
          <a:p xmlns:a="http://schemas.openxmlformats.org/drawingml/2006/main">
            <a:r>
              <a:t>packages/tui/test/editor-history-keybindings.test.ts</a:t>
            </a:r>
          </a:p>
          <a:p xmlns:a="http://schemas.openxmlformats.org/drawingml/2006/main">
            <a:r>
              <a:t>packages/tui/test/editor.test.ts</a:t>
            </a:r>
          </a:p>
          <a:p xmlns:a="http://schemas.openxmlformats.org/drawingml/2006/main">
            <a:r>
              <a:t>packages/tui/test/mouse-components.test.ts</a:t>
            </a:r>
          </a:p>
          <a:p xmlns:a="http://schemas.openxmlformats.org/drawingml/2006/main">
            <a:r>
              <a:t>packages/tui/test/layout.test.ts</a:t>
            </a:r>
          </a:p>
          <a:p xmlns:a="http://schemas.openxmlformats.org/drawingml/2006/main">
            <a:r>
              <a:t>packages/tui/test/tui-alt-screen.test.ts</a:t>
            </a:r>
          </a:p>
          <a:p xmlns:a="http://schemas.openxmlformats.org/drawingml/2006/main">
            <a:r>
              <a:t>packages/tui/test/image-test.ts</a:t>
            </a:r>
          </a:p>
          <a:p xmlns:a="http://schemas.openxmlformats.org/drawingml/2006/main">
            <a:r>
              <a:t>packages/tui/test/terminal-image.test.ts</a:t>
            </a:r>
          </a:p>
          <a:p xmlns:a="http://schemas.openxmlformats.org/drawingml/2006/main">
            <a:r>
              <a:t>packages/tui/test/tui-render.test.ts</a:t>
            </a:r>
          </a:p>
          <a:p xmlns:a="http://schemas.openxmlformats.org/drawingml/2006/main">
            <a:r>
              <a:t>packages/tui/test/input.test.ts</a:t>
            </a:r>
          </a:p>
          <a:p xmlns:a="http://schemas.openxmlformats.org/drawingml/2006/main">
            <a:r>
              <a:t>packages/tui/test/alt-screen-large-transcript-bench.ts</a:t>
            </a:r>
          </a:p>
          <a:p xmlns:a="http://schemas.openxmlformats.org/drawingml/2006/main">
            <a:r>
              <a:t>packages/tui/test/markdown.test.ts</a:t>
            </a:r>
          </a:p>
          <a:p xmlns:a="http://schemas.openxmlformats.org/drawingml/2006/main">
            <a:r>
              <a:t>packages/tui/test/render-churn-bench.ts</a:t>
            </a:r>
          </a:p>
          <a:p xmlns:a="http://schemas.openxmlformats.org/drawingml/2006/main">
            <a:r>
              <a:t>packages/tui/test/select-list.test.ts</a:t>
            </a:r>
          </a:p>
          <a:p xmlns:a="http://schemas.openxmlformats.org/drawingml/2006/main">
            <a:r>
              <a:t>packages/tui/test/settings-list.test.ts</a:t>
            </a:r>
          </a:p>
          <a:p xmlns:a="http://schemas.openxmlformats.org/drawingml/2006/main">
            <a:r>
              <a:t>packages/tui/test/truncated-text.test.ts</a:t>
            </a:r>
          </a:p>
          <a:p xmlns:a="http://schemas.openxmlformats.org/drawingml/2006/main">
            <a:r>
              <a:t>packages/coding-agent/test/codemode-worker-config.test.ts</a:t>
            </a:r>
          </a:p>
          <a:p xmlns:a="http://schemas.openxmlformats.org/drawingml/2006/main">
            <a:r>
              <a:t>packages/coding-agent/test/config-value-migration.test.ts</a:t>
            </a:r>
          </a:p>
          <a:p xmlns:a="http://schemas.openxmlformats.org/drawingml/2006/main">
            <a:r>
              <a:t>packages/coding-agent/test/config.test.ts</a:t>
            </a:r>
          </a:p>
          <a:p xmlns:a="http://schemas.openxmlformats.org/drawingml/2006/main">
            <a:r>
              <a:t>packages/coding-agent/test/first-time-setup.test.ts</a:t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>packages/coding-agent/test/keybindings-migration.test.ts</a:t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>packages/coding-agent/test/prompt-templates.test.ts</a:t>
            </a:r>
          </a:p>
          <a:p xmlns:a="http://schemas.openxmlformats.org/drawingml/2006/main">
            <a:r>
              <a:t>packages/coding-agent/test/remote-catalog-provider.test.ts</a:t>
            </a:r>
          </a:p>
          <a:p xmlns:a="http://schemas.openxmlformats.org/drawingml/2006/main">
            <a:r>
              <a:t>packages/coding-agent/test/session-file-invalid.test.ts</a:t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>packages/coding-agent/test/startup-session-name.test.ts</a:t>
            </a:r>
          </a:p>
          <a:p xmlns:a="http://schemas.openxmlformats.org/drawingml/2006/main">
            <a:r>
              <a:t>packages/coding-agent/test/stdout-cleanliness.test.ts</a:t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>packages/coding-agent/test/suite/regressions/5661-uppercase-header-values.test.ts</a:t>
            </a:r>
          </a:p>
          <a:p xmlns:a="http://schemas.openxmlformats.org/drawingml/2006/main">
            <a:r>
              <a:t>packages/coding-agent/test/suite/regressions/7497-session-discovery-symlink.test.ts</a:t>
            </a:r>
          </a:p>
          <a:p xmlns:a="http://schemas.openxmlformats.org/drawingml/2006/main">
            <a:r>
              <a:t>packages/coding-agent/test/resolve-config-value.test.ts</a:t>
            </a:r>
          </a:p>
          <a:p xmlns:a="http://schemas.openxmlformats.org/drawingml/2006/main">
            <a:r>
              <a:t>packages/coding-agent/test/settings-diagnostics.test.ts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packages/coding-agent/test/block-images.test.ts</a:t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packages/coding-agent/test/git-update.test.ts</a:t>
            </a:r>
          </a:p>
          <a:p xmlns:a="http://schemas.openxmlformats.org/drawingml/2006/main">
            <a:r>
              <a:t>packages/coding-agent/test/max-thinking.test.ts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packages/coding-agent/test/package-manager-ssh.test.ts</a:t>
            </a:r>
          </a:p>
          <a:p xmlns:a="http://schemas.openxmlformats.org/drawingml/2006/main">
            <a:r>
              <a:t>packages/coding-agent/test/package-manager.test.ts</a:t>
            </a:r>
          </a:p>
          <a:p xmlns:a="http://schemas.openxmlformats.org/drawingml/2006/main">
            <a:r>
              <a:t>packages/coding-agent/test/resource-loader-theme.test.ts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packages/coding-agent/test/sdk-openrouter-attribution.test.ts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packages/coding-agent/test/settings-manager-bug.test.ts</a:t>
            </a:r>
          </a:p>
          <a:p xmlns:a="http://schemas.openxmlformats.org/drawingml/2006/main">
            <a:r>
              <a:t>packages/coding-agent/test/settings-manager-compaction.test.ts</a:t>
            </a:r>
          </a:p>
          <a:p xmlns:a="http://schemas.openxmlformats.org/drawingml/2006/main">
            <a:r>
              <a:t>packages/coding-agent/test/settings-manager.test.ts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>packages/coding-agent/test/suite/regressions/3616-settings-inmemory-reload.test.ts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packages/coding-agent/test/suite/regressions/7187-malformed-package-manifest.test.ts</a:t>
            </a:r>
          </a:p>
          <a:p xmlns:a="http://schemas.openxmlformats.org/drawingml/2006/main">
            <a:r>
              <a:t>packages/coding-agent/test/suite/regressions/7572-provider-retry-settings-merge.test.ts</a:t>
            </a:r>
          </a:p>
          <a:p xmlns:a="http://schemas.openxmlformats.org/drawingml/2006/main">
            <a:r>
              <a:t>packages/coding-agent/test/suite/regressions/8337-utf8-bom-parsing.test.ts</a:t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packages/coding-agent/test/theme-controller.test.ts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packages/agent/test/agent-loop.test.ts</a:t>
            </a:r>
          </a:p>
          <a:p xmlns:a="http://schemas.openxmlformats.org/drawingml/2006/main">
            <a:r>
              <a:t>packages/agent/test/utils/calculate.ts</a:t>
            </a:r>
          </a:p>
          <a:p xmlns:a="http://schemas.openxmlformats.org/drawingml/2006/main">
            <a:r>
              <a:t>packages/agent/test/utils/get-current-time.ts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>packages/coding-agent/test/rpc-jsonl.test.ts</a:t>
            </a:r>
          </a:p>
          <a:p xmlns:a="http://schemas.openxmlformats.org/drawingml/2006/main">
            <a:r>
              <a:t>packages/coding-agent/test/rpc-client-clear-queue.test.ts</a:t>
            </a:r>
          </a:p>
          <a:p xmlns:a="http://schemas.openxmlformats.org/drawingml/2006/main">
            <a:r>
              <a:t>packages/coding-agent/test/rpc-client-clone.test.ts</a:t>
            </a:r>
          </a:p>
          <a:p xmlns:a="http://schemas.openxmlformats.org/drawingml/2006/main">
            <a:r>
              <a:t>packages/coding-agent/test/rpc-client-process-exit.test.ts</a:t>
            </a:r>
          </a:p>
          <a:p xmlns:a="http://schemas.openxmlformats.org/drawingml/2006/main">
            <a:r>
              <a:t>packages/coding-agent/test/rpc-example.ts</a:t>
            </a:r>
          </a:p>
          <a:p xmlns:a="http://schemas.openxmlformats.org/drawingml/2006/main">
            <a:r>
              <a:t>packages/coding-agent/test/rpc.test.ts</a:t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同一段会话需要交互显示、给其他程序处理或离线分享。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订阅结构化事件</a:t>
            </a:r>
          </a:p>
          <a:p xmlns:a="http://schemas.openxmlformats.org/drawingml/2006/main">
            <a:r>
              <a:t>观察 print 模式如何等待完成并输出 text/json，记录标准输出中哪些内容适合机器消费。</a:t>
            </a:r>
          </a:p>
          <a:p xmlns:a="http://schemas.openxmlformats.org/drawingml/2006/main">
            <a:r>
              <a:t>输入：会话事件</a:t>
            </a:r>
          </a:p>
          <a:p xmlns:a="http://schemas.openxmlformats.org/drawingml/2006/main">
            <a:r>
              <a:t>输出：文本或 JSON 记录</a:t>
            </a:r>
          </a:p>
          <a:p xmlns:a="http://schemas.openxmlformats.org/drawingml/2006/main">
            <a:r>
              <a:t>入口线索：--print；--mode json</a:t>
            </a:r>
          </a:p>
          <a:p xmlns:a="http://schemas.openxmlformats.org/drawingml/2006/main">
            <a:r>
              <a:t>职责：提交输入，等待会话处理并清理；标准输出背压与协议输出单独处理。</a:t>
            </a:r>
          </a:p>
          <a:p xmlns:a="http://schemas.openxmlformats.org/drawingml/2006/main">
            <a:r>
              <a:t>源码：packages/coding-agent/src/core/output-guard.ts</a:t>
            </a:r>
          </a:p>
          <a:p xmlns:a="http://schemas.openxmlformats.org/drawingml/2006/main">
            <a:r>
              <a:t>packages/coding-agent/src/modes/json-event.ts</a:t>
            </a:r>
          </a:p>
          <a:p xmlns:a="http://schemas.openxmlformats.org/drawingml/2006/main">
            <a:r>
              <a:t>packages/coding-agent/src/modes/print-mode.ts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渲染消息与工具</a:t>
            </a:r>
          </a:p>
          <a:p xmlns:a="http://schemas.openxmlformats.org/drawingml/2006/main">
            <a:r>
              <a:t>找到 user、assistant、tool result 组件与工具 renderer，区分 details 和给模型的 content。</a:t>
            </a:r>
          </a:p>
          <a:p xmlns:a="http://schemas.openxmlformats.org/drawingml/2006/main">
            <a:r>
              <a:t>输入：消息和显示细节</a:t>
            </a:r>
          </a:p>
          <a:p xmlns:a="http://schemas.openxmlformats.org/drawingml/2006/main">
            <a:r>
              <a:t>输出：终端可见内容</a:t>
            </a:r>
          </a:p>
          <a:p xmlns:a="http://schemas.openxmlformats.org/drawingml/2006/main">
            <a:r>
              <a:t>入口线索：InteractiveMode；扩展自定义 UI</a:t>
            </a:r>
          </a:p>
          <a:p xmlns:a="http://schemas.openxmlformats.org/drawingml/2006/main">
            <a:r>
              <a:t>职责：组件清单按源码保留，可从符号和原始注释追踪每个组件。</a:t>
            </a:r>
          </a:p>
          <a:p xmlns:a="http://schemas.openxmlformats.org/drawingml/2006/main">
            <a:r>
              <a:t>源码：packages/coding-agent/src/core/tools/render-utils.ts</a:t>
            </a:r>
          </a:p>
          <a:p xmlns:a="http://schemas.openxmlformats.org/drawingml/2006/main">
            <a:r>
              <a:t>packages/coding-agent/src/core/tools/renderers/bash.ts</a:t>
            </a:r>
          </a:p>
          <a:p xmlns:a="http://schemas.openxmlformats.org/drawingml/2006/main">
            <a:r>
              <a:t>packages/coding-agent/src/core/tools/renderers/edit.ts</a:t>
            </a:r>
          </a:p>
          <a:p xmlns:a="http://schemas.openxmlformats.org/drawingml/2006/main">
            <a:r>
              <a:t>packages/coding-agent/src/core/tools/renderers/find.ts</a:t>
            </a:r>
          </a:p>
          <a:p xmlns:a="http://schemas.openxmlformats.org/drawingml/2006/main">
            <a:r>
              <a:t>packages/coding-agent/src/core/tools/renderers/grep.ts</a:t>
            </a:r>
          </a:p>
          <a:p xmlns:a="http://schemas.openxmlformats.org/drawingml/2006/main">
            <a:r>
              <a:t>packages/coding-agent/src/core/tools/renderers/index.ts</a:t>
            </a:r>
          </a:p>
          <a:p xmlns:a="http://schemas.openxmlformats.org/drawingml/2006/main">
            <a:r>
              <a:t>packages/coding-agent/src/core/tools/renderers/ls.ts</a:t>
            </a:r>
          </a:p>
          <a:p xmlns:a="http://schemas.openxmlformats.org/drawingml/2006/main">
            <a:r>
              <a:t>packages/coding-agent/src/core/tools/renderers/read.ts</a:t>
            </a:r>
          </a:p>
          <a:p xmlns:a="http://schemas.openxmlformats.org/drawingml/2006/main">
            <a:r>
              <a:t>packages/coding-agent/src/core/tools/renderers/write.ts</a:t>
            </a:r>
          </a:p>
          <a:p xmlns:a="http://schemas.openxmlformats.org/drawingml/2006/main">
            <a:r>
              <a:t>packages/coding-agent/src/modes/interactive/components/armin.ts</a:t>
            </a:r>
          </a:p>
          <a:p xmlns:a="http://schemas.openxmlformats.org/drawingml/2006/main">
            <a:r>
              <a:t>packages/coding-agent/src/modes/interactive/components/assistant-message.ts</a:t>
            </a:r>
          </a:p>
          <a:p xmlns:a="http://schemas.openxmlformats.org/drawingml/2006/main">
            <a:r>
              <a:t>packages/coding-agent/src/modes/interactive/components/auth-url.ts</a:t>
            </a:r>
          </a:p>
          <a:p xmlns:a="http://schemas.openxmlformats.org/drawingml/2006/main">
            <a:r>
              <a:t>packages/coding-agent/src/modes/interactive/components/bash-execution.ts</a:t>
            </a:r>
          </a:p>
          <a:p xmlns:a="http://schemas.openxmlformats.org/drawingml/2006/main">
            <a:r>
              <a:t>packages/coding-agent/src/modes/interactive/components/bordered-loader.ts</a:t>
            </a:r>
          </a:p>
          <a:p xmlns:a="http://schemas.openxmlformats.org/drawingml/2006/main">
            <a:r>
              <a:t>packages/coding-agent/src/modes/interactive/components/branch-summary-message.ts</a:t>
            </a:r>
          </a:p>
          <a:p xmlns:a="http://schemas.openxmlformats.org/drawingml/2006/main">
            <a:r>
              <a:t>packages/coding-agent/src/modes/interactive/components/compaction-summary-message.ts</a:t>
            </a:r>
          </a:p>
          <a:p xmlns:a="http://schemas.openxmlformats.org/drawingml/2006/main">
            <a:r>
              <a:t>packages/coding-agent/src/modes/interactive/components/config-selector.ts</a:t>
            </a:r>
          </a:p>
          <a:p xmlns:a="http://schemas.openxmlformats.org/drawingml/2006/main">
            <a:r>
              <a:t>packages/coding-agent/src/modes/interactive/components/countdown-timer.ts</a:t>
            </a:r>
          </a:p>
          <a:p xmlns:a="http://schemas.openxmlformats.org/drawingml/2006/main">
            <a:r>
              <a:t>packages/coding-agent/src/modes/interactive/components/custom-editor.ts</a:t>
            </a:r>
          </a:p>
          <a:p xmlns:a="http://schemas.openxmlformats.org/drawingml/2006/main">
            <a:r>
              <a:t>packages/coding-agent/src/modes/interactive/components/custom-entry.ts</a:t>
            </a:r>
          </a:p>
          <a:p xmlns:a="http://schemas.openxmlformats.org/drawingml/2006/main">
            <a:r>
              <a:t>packages/coding-agent/src/modes/interactive/components/custom-message.ts</a:t>
            </a:r>
          </a:p>
          <a:p xmlns:a="http://schemas.openxmlformats.org/drawingml/2006/main">
            <a:r>
              <a:t>packages/coding-agent/src/modes/interactive/components/diff.ts</a:t>
            </a:r>
          </a:p>
          <a:p xmlns:a="http://schemas.openxmlformats.org/drawingml/2006/main">
            <a:r>
              <a:t>packages/coding-agent/src/modes/interactive/components/dynamic-border.ts</a:t>
            </a:r>
          </a:p>
          <a:p xmlns:a="http://schemas.openxmlformats.org/drawingml/2006/main">
            <a:r>
              <a:t>packages/coding-agent/src/modes/interactive/components/earendil-announcement.ts</a:t>
            </a:r>
          </a:p>
          <a:p xmlns:a="http://schemas.openxmlformats.org/drawingml/2006/main">
            <a:r>
              <a:t>packages/coding-agent/src/modes/interactive/components/easter-egg-3d.lazy.ts</a:t>
            </a:r>
          </a:p>
          <a:p xmlns:a="http://schemas.openxmlformats.org/drawingml/2006/main">
            <a:r>
              <a:t>packages/coding-agent/src/modes/interactive/components/easter-egg-3d.ts</a:t>
            </a:r>
          </a:p>
          <a:p xmlns:a="http://schemas.openxmlformats.org/drawingml/2006/main">
            <a:r>
              <a:t>packages/coding-agent/src/modes/interactive/components/extension-editor.ts</a:t>
            </a:r>
          </a:p>
          <a:p xmlns:a="http://schemas.openxmlformats.org/drawingml/2006/main">
            <a:r>
              <a:t>packages/coding-agent/src/modes/interactive/components/extension-input.ts</a:t>
            </a:r>
          </a:p>
          <a:p xmlns:a="http://schemas.openxmlformats.org/drawingml/2006/main">
            <a:r>
              <a:t>packages/coding-agent/src/modes/interactive/components/extension-selector.ts</a:t>
            </a:r>
          </a:p>
          <a:p xmlns:a="http://schemas.openxmlformats.org/drawingml/2006/main">
            <a:r>
              <a:t>packages/coding-agent/src/modes/interactive/components/first-time-setup.ts</a:t>
            </a:r>
          </a:p>
          <a:p xmlns:a="http://schemas.openxmlformats.org/drawingml/2006/main">
            <a:r>
              <a:t>packages/coding-agent/src/modes/interactive/components/footer.ts</a:t>
            </a:r>
          </a:p>
          <a:p xmlns:a="http://schemas.openxmlformats.org/drawingml/2006/main">
            <a:r>
              <a:t>packages/coding-agent/src/modes/interactive/components/index.ts</a:t>
            </a:r>
          </a:p>
          <a:p xmlns:a="http://schemas.openxmlformats.org/drawingml/2006/main">
            <a:r>
              <a:t>packages/coding-agent/src/modes/interactive/components/keybinding-hints.ts</a:t>
            </a:r>
          </a:p>
          <a:p xmlns:a="http://schemas.openxmlformats.org/drawingml/2006/main">
            <a:r>
              <a:t>packages/coding-agent/src/modes/interactive/components/login-dialog.ts</a:t>
            </a:r>
          </a:p>
          <a:p xmlns:a="http://schemas.openxmlformats.org/drawingml/2006/main">
            <a:r>
              <a:t>packages/coding-agent/src/modes/interactive/components/markdown-transform.ts</a:t>
            </a:r>
          </a:p>
          <a:p xmlns:a="http://schemas.openxmlformats.org/drawingml/2006/main">
            <a:r>
              <a:t>packages/coding-agent/src/modes/interactive/components/mermaid.ts</a:t>
            </a:r>
          </a:p>
          <a:p xmlns:a="http://schemas.openxmlformats.org/drawingml/2006/main">
            <a:r>
              <a:t>packages/coding-agent/src/modes/interactive/components/model-selector.ts</a:t>
            </a:r>
          </a:p>
          <a:p xmlns:a="http://schemas.openxmlformats.org/drawingml/2006/main">
            <a:r>
              <a:t>packages/coding-agent/src/modes/interactive/components/oauth-selector.ts</a:t>
            </a:r>
          </a:p>
          <a:p xmlns:a="http://schemas.openxmlformats.org/drawingml/2006/main">
            <a:r>
              <a:t>packages/coding-agent/src/modes/interactive/components/pi-logo.ts</a:t>
            </a:r>
          </a:p>
          <a:p xmlns:a="http://schemas.openxmlformats.org/drawingml/2006/main">
            <a:r>
              <a:t>packages/coding-agent/src/modes/interactive/components/radius-login-selector.ts</a:t>
            </a:r>
          </a:p>
          <a:p xmlns:a="http://schemas.openxmlformats.org/drawingml/2006/main">
            <a:r>
              <a:t>packages/coding-agent/src/modes/interactive/components/scoped-models-selector.ts</a:t>
            </a:r>
          </a:p>
          <a:p xmlns:a="http://schemas.openxmlformats.org/drawingml/2006/main">
            <a:r>
              <a:t>packages/coding-agent/src/modes/interactive/components/session-selector-search.ts</a:t>
            </a:r>
          </a:p>
          <a:p xmlns:a="http://schemas.openxmlformats.org/drawingml/2006/main">
            <a:r>
              <a:t>packages/coding-agent/src/modes/interactive/components/session-selector.ts</a:t>
            </a:r>
          </a:p>
          <a:p xmlns:a="http://schemas.openxmlformats.org/drawingml/2006/main">
            <a:r>
              <a:t>packages/coding-agent/src/modes/interactive/components/settings-selector.ts</a:t>
            </a:r>
          </a:p>
          <a:p xmlns:a="http://schemas.openxmlformats.org/drawingml/2006/main">
            <a:r>
              <a:t>packages/coding-agent/src/modes/interactive/components/settings-submenu.ts</a:t>
            </a:r>
          </a:p>
          <a:p xmlns:a="http://schemas.openxmlformats.org/drawingml/2006/main">
            <a:r>
              <a:t>packages/coding-agent/src/modes/interactive/components/show-images-selector.ts</a:t>
            </a:r>
          </a:p>
          <a:p xmlns:a="http://schemas.openxmlformats.org/drawingml/2006/main">
            <a:r>
              <a:t>packages/coding-agent/src/modes/interactive/components/skill-invocation-message.ts</a:t>
            </a:r>
          </a:p>
          <a:p xmlns:a="http://schemas.openxmlformats.org/drawingml/2006/main">
            <a:r>
              <a:t>packages/coding-agent/src/modes/interactive/components/status-indicator.ts</a:t>
            </a:r>
          </a:p>
          <a:p xmlns:a="http://schemas.openxmlformats.org/drawingml/2006/main">
            <a:r>
              <a:t>packages/coding-agent/src/modes/interactive/components/theme-selector.ts</a:t>
            </a:r>
          </a:p>
          <a:p xmlns:a="http://schemas.openxmlformats.org/drawingml/2006/main">
            <a:r>
              <a:t>packages/coding-agent/src/modes/interactive/components/themed-text.ts</a:t>
            </a:r>
          </a:p>
          <a:p xmlns:a="http://schemas.openxmlformats.org/drawingml/2006/main">
            <a:r>
              <a:t>packages/coding-agent/src/modes/interactive/components/thinking-selector.ts</a:t>
            </a:r>
          </a:p>
          <a:p xmlns:a="http://schemas.openxmlformats.org/drawingml/2006/main">
            <a:r>
              <a:t>packages/coding-agent/src/modes/interactive/components/tool-execution.ts</a:t>
            </a:r>
          </a:p>
          <a:p xmlns:a="http://schemas.openxmlformats.org/drawingml/2006/main">
            <a:r>
              <a:t>packages/coding-agent/src/modes/interactive/components/tree-selector.ts</a:t>
            </a:r>
          </a:p>
          <a:p xmlns:a="http://schemas.openxmlformats.org/drawingml/2006/main">
            <a:r>
              <a:t>packages/coding-agent/src/modes/interactive/components/trust-selector.ts</a:t>
            </a:r>
          </a:p>
          <a:p xmlns:a="http://schemas.openxmlformats.org/drawingml/2006/main">
            <a:r>
              <a:t>packages/coding-agent/src/modes/interactive/components/user-message-selector.ts</a:t>
            </a:r>
          </a:p>
          <a:p xmlns:a="http://schemas.openxmlformats.org/drawingml/2006/main">
            <a:r>
              <a:t>packages/coding-agent/src/modes/interactive/components/user-message.ts</a:t>
            </a:r>
          </a:p>
          <a:p xmlns:a="http://schemas.openxmlformats.org/drawingml/2006/main">
            <a:r>
              <a:t>packages/coding-agent/src/modes/interactive/components/visual-truncate.ts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导出当前会话</a:t>
            </a:r>
          </a:p>
          <a:p xmlns:a="http://schemas.openxmlformats.org/drawingml/2006/main">
            <a:r>
              <a:t>追踪 HTML exporter 与模板，检查嵌入资源、会话数据和自定义渲染的边界。</a:t>
            </a:r>
          </a:p>
          <a:p xmlns:a="http://schemas.openxmlformats.org/drawingml/2006/main">
            <a:r>
              <a:t>输入：会话文件与资源</a:t>
            </a:r>
          </a:p>
          <a:p xmlns:a="http://schemas.openxmlformats.org/drawingml/2006/main">
            <a:r>
              <a:t>输出：独立导出文档</a:t>
            </a:r>
          </a:p>
          <a:p xmlns:a="http://schemas.openxmlformats.org/drawingml/2006/main">
            <a:r>
              <a:t>入口线索：/import；/export；/share；--export</a:t>
            </a:r>
          </a:p>
          <a:p xmlns:a="http://schemas.openxmlformats.org/drawingml/2006/main">
            <a:r>
              <a:t>职责：导出是格式转换，分享还涉及外部上传；资源与实现分别列在源码中。</a:t>
            </a:r>
          </a:p>
          <a:p xmlns:a="http://schemas.openxmlformats.org/drawingml/2006/main">
            <a:r>
              <a:t>源码：packages/coding-agent/src/core/export-html/ansi-to-html.ts</a:t>
            </a:r>
          </a:p>
          <a:p xmlns:a="http://schemas.openxmlformats.org/drawingml/2006/main">
            <a:r>
              <a:t>packages/coding-agent/src/core/export-html/index.ts</a:t>
            </a:r>
          </a:p>
          <a:p xmlns:a="http://schemas.openxmlformats.org/drawingml/2006/main">
            <a:r>
              <a:t>packages/coding-agent/src/core/export-html/template.css</a:t>
            </a:r>
          </a:p>
          <a:p xmlns:a="http://schemas.openxmlformats.org/drawingml/2006/main">
            <a:r>
              <a:t>packages/coding-agent/src/core/export-html/template.html</a:t>
            </a:r>
          </a:p>
          <a:p xmlns:a="http://schemas.openxmlformats.org/drawingml/2006/main">
            <a:r>
              <a:t>packages/coding-agent/src/core/export-html/template.js</a:t>
            </a:r>
          </a:p>
          <a:p xmlns:a="http://schemas.openxmlformats.org/drawingml/2006/main">
            <a:r>
              <a:t>packages/coding-agent/src/core/export-html/tool-renderer.ts</a:t>
            </a:r>
          </a:p>
          <a:p xmlns:a="http://schemas.openxmlformats.org/drawingml/2006/main">
            <a:r>
              <a:t>packages/coding-agent/src/core/export-html/vendor/highlight.min.js</a:t>
            </a:r>
          </a:p>
          <a:p xmlns:a="http://schemas.openxmlformats.org/drawingml/2006/main">
            <a:r>
              <a:t>packages/coding-agent/src/core/export-html/vendor/marked.min.js</a:t>
            </a:r>
          </a:p>
          <a:p xmlns:a="http://schemas.openxmlformats.org/drawingml/2006/main">
            <a:r>
              <a:t>packages/coding-agent/src/core/session-export.ts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失败与恢复：外观相同不代表数据相同；终端渲染、模型上下文和导出内容有各自转换层。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练习：选一个工具结果，分别记录模型 content、UI details 和导出结果如何处理。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参考判断：答案应引用对应 renderer / exporter，不能假设所有 details 都作为模型消息发送。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功能编号：UI-02, UI-03, UI-12, UI-13, UI-23, UI-26, TOOL-17, SES-21, SES-22, SES-23, EXT-17, EXT-21, EXT-31, INT-24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packages/tui/README.md</a:t>
            </a:r>
          </a:p>
          <a:p xmlns:a="http://schemas.openxmlformats.org/drawingml/2006/main">
            <a:r>
              <a:t>packages/agent/README.md</a:t>
            </a:r>
          </a:p>
          <a:p xmlns:a="http://schemas.openxmlformats.org/drawingml/2006/main">
            <a:r>
              <a:t>packages/coding-agent/docs/json.md</a:t>
            </a:r>
          </a:p>
          <a:p xmlns:a="http://schemas.openxmlformats.org/drawingml/2006/main">
            <a:r>
              <a:t>packages/coding-agent/docs/usage.md</a:t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>packages/coding-agent/docs/keybindings.md</a:t>
            </a:r>
          </a:p>
          <a:p xmlns:a="http://schemas.openxmlformats.org/drawingml/2006/main">
            <a:r>
              <a:t>packages/agent/CHANGELOG.md</a:t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>packages/coding-agent/docs/slash-commands.md</a:t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>packages/coding-agent/docs/sessions.md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packages/coding-agent/docs/rpc.md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packages/coding-agent/test/suite/regressions/7290-json-stream-linear.test.ts</a:t>
            </a:r>
          </a:p>
          <a:p xmlns:a="http://schemas.openxmlformats.org/drawingml/2006/main">
            <a:r>
              <a:t>packages/coding-agent/test/suite/regressions/7911-json-stream-usage.test.ts</a:t>
            </a:r>
          </a:p>
          <a:p xmlns:a="http://schemas.openxmlformats.org/drawingml/2006/main">
            <a:r>
              <a:t>packages/coding-agent/test/suite/regressions/7925-toolcall-start-metadata.test.ts</a:t>
            </a:r>
          </a:p>
          <a:p xmlns:a="http://schemas.openxmlformats.org/drawingml/2006/main">
            <a:r>
              <a:t>packages/coding-agent/test/print-mode.test.ts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packages/coding-agent/test/assistant-message.test.ts</a:t>
            </a:r>
          </a:p>
          <a:p xmlns:a="http://schemas.openxmlformats.org/drawingml/2006/main">
            <a:r>
              <a:t>packages/coding-agent/test/streaming-render-debug.ts</a:t>
            </a:r>
          </a:p>
          <a:p xmlns:a="http://schemas.openxmlformats.org/drawingml/2006/main">
            <a:r>
              <a:t>packages/coding-agent/test/bash-execution-width.test.ts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packages/coding-agent/test/collapsible-message-components.test.ts</a:t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>packages/coding-agent/test/session-selector-search.test.ts</a:t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>packages/coding-agent/test/themed-text.test.ts</a:t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>packages/coding-agent/test/edit-tool-no-full-redraw.test.ts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packages/coding-agent/test/suite/regressions/8611-thinking-toggle-pending-bash-output.test.ts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>packages/coding-agent/test/user-message.test.ts</a:t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>packages/tui/test/chat-simple.ts</a:t>
            </a:r>
          </a:p>
          <a:p xmlns:a="http://schemas.openxmlformats.org/drawingml/2006/main">
            <a:r>
              <a:t>packages/tui/test/editor-history-keybindings.test.ts</a:t>
            </a:r>
          </a:p>
          <a:p xmlns:a="http://schemas.openxmlformats.org/drawingml/2006/main">
            <a:r>
              <a:t>packages/tui/test/editor.test.ts</a:t>
            </a:r>
          </a:p>
          <a:p xmlns:a="http://schemas.openxmlformats.org/drawingml/2006/main">
            <a:r>
              <a:t>packages/tui/test/mouse-components.test.ts</a:t>
            </a:r>
          </a:p>
          <a:p xmlns:a="http://schemas.openxmlformats.org/drawingml/2006/main">
            <a:r>
              <a:t>packages/tui/test/layout.test.ts</a:t>
            </a:r>
          </a:p>
          <a:p xmlns:a="http://schemas.openxmlformats.org/drawingml/2006/main">
            <a:r>
              <a:t>packages/tui/test/tui-alt-screen.test.ts</a:t>
            </a:r>
          </a:p>
          <a:p xmlns:a="http://schemas.openxmlformats.org/drawingml/2006/main">
            <a:r>
              <a:t>packages/tui/test/image-test.ts</a:t>
            </a:r>
          </a:p>
          <a:p xmlns:a="http://schemas.openxmlformats.org/drawingml/2006/main">
            <a:r>
              <a:t>packages/tui/test/terminal-image.test.ts</a:t>
            </a:r>
          </a:p>
          <a:p xmlns:a="http://schemas.openxmlformats.org/drawingml/2006/main">
            <a:r>
              <a:t>packages/tui/test/tui-render.test.ts</a:t>
            </a:r>
          </a:p>
          <a:p xmlns:a="http://schemas.openxmlformats.org/drawingml/2006/main">
            <a:r>
              <a:t>packages/tui/test/input.test.ts</a:t>
            </a:r>
          </a:p>
          <a:p xmlns:a="http://schemas.openxmlformats.org/drawingml/2006/main">
            <a:r>
              <a:t>packages/tui/test/alt-screen-large-transcript-bench.ts</a:t>
            </a:r>
          </a:p>
          <a:p xmlns:a="http://schemas.openxmlformats.org/drawingml/2006/main">
            <a:r>
              <a:t>packages/tui/test/markdown.test.ts</a:t>
            </a:r>
          </a:p>
          <a:p xmlns:a="http://schemas.openxmlformats.org/drawingml/2006/main">
            <a:r>
              <a:t>packages/tui/test/render-churn-bench.ts</a:t>
            </a:r>
          </a:p>
          <a:p xmlns:a="http://schemas.openxmlformats.org/drawingml/2006/main">
            <a:r>
              <a:t>packages/tui/test/select-list.test.ts</a:t>
            </a:r>
          </a:p>
          <a:p xmlns:a="http://schemas.openxmlformats.org/drawingml/2006/main">
            <a:r>
              <a:t>packages/tui/test/settings-list.test.ts</a:t>
            </a:r>
          </a:p>
          <a:p xmlns:a="http://schemas.openxmlformats.org/drawingml/2006/main">
            <a:r>
              <a:t>packages/tui/test/truncated-text.test.ts</a:t>
            </a:r>
          </a:p>
          <a:p xmlns:a="http://schemas.openxmlformats.org/drawingml/2006/main">
            <a:r>
              <a:t>packages/coding-agent/test/codemode-worker-config.test.ts</a:t>
            </a:r>
          </a:p>
          <a:p xmlns:a="http://schemas.openxmlformats.org/drawingml/2006/main">
            <a:r>
              <a:t>packages/coding-agent/test/config-value-migration.test.ts</a:t>
            </a:r>
          </a:p>
          <a:p xmlns:a="http://schemas.openxmlformats.org/drawingml/2006/main">
            <a:r>
              <a:t>packages/coding-agent/test/config.test.ts</a:t>
            </a:r>
          </a:p>
          <a:p xmlns:a="http://schemas.openxmlformats.org/drawingml/2006/main">
            <a:r>
              <a:t>packages/coding-agent/test/first-time-setup.test.ts</a:t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>packages/coding-agent/test/keybindings-migration.test.ts</a:t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>packages/coding-agent/test/prompt-templates.test.ts</a:t>
            </a:r>
          </a:p>
          <a:p xmlns:a="http://schemas.openxmlformats.org/drawingml/2006/main">
            <a:r>
              <a:t>packages/coding-agent/test/remote-catalog-provider.test.ts</a:t>
            </a:r>
          </a:p>
          <a:p xmlns:a="http://schemas.openxmlformats.org/drawingml/2006/main">
            <a:r>
              <a:t>packages/coding-agent/test/session-file-invalid.test.ts</a:t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>packages/coding-agent/test/startup-session-name.test.ts</a:t>
            </a:r>
          </a:p>
          <a:p xmlns:a="http://schemas.openxmlformats.org/drawingml/2006/main">
            <a:r>
              <a:t>packages/coding-agent/test/stdout-cleanliness.test.ts</a:t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>packages/coding-agent/test/suite/regressions/5661-uppercase-header-values.test.ts</a:t>
            </a:r>
          </a:p>
          <a:p xmlns:a="http://schemas.openxmlformats.org/drawingml/2006/main">
            <a:r>
              <a:t>packages/coding-agent/test/suite/regressions/7497-session-discovery-symlink.test.ts</a:t>
            </a:r>
          </a:p>
          <a:p xmlns:a="http://schemas.openxmlformats.org/drawingml/2006/main">
            <a:r>
              <a:t>packages/coding-agent/test/resolve-config-value.test.ts</a:t>
            </a:r>
          </a:p>
          <a:p xmlns:a="http://schemas.openxmlformats.org/drawingml/2006/main">
            <a:r>
              <a:t>packages/coding-agent/test/settings-diagnostics.test.ts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packages/coding-agent/test/block-images.test.ts</a:t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packages/coding-agent/test/git-update.test.ts</a:t>
            </a:r>
          </a:p>
          <a:p xmlns:a="http://schemas.openxmlformats.org/drawingml/2006/main">
            <a:r>
              <a:t>packages/coding-agent/test/max-thinking.test.ts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packages/coding-agent/test/package-manager-ssh.test.ts</a:t>
            </a:r>
          </a:p>
          <a:p xmlns:a="http://schemas.openxmlformats.org/drawingml/2006/main">
            <a:r>
              <a:t>packages/coding-agent/test/package-manager.test.ts</a:t>
            </a:r>
          </a:p>
          <a:p xmlns:a="http://schemas.openxmlformats.org/drawingml/2006/main">
            <a:r>
              <a:t>packages/coding-agent/test/resource-loader-theme.test.ts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packages/coding-agent/test/sdk-openrouter-attribution.test.ts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packages/coding-agent/test/settings-manager-bug.test.ts</a:t>
            </a:r>
          </a:p>
          <a:p xmlns:a="http://schemas.openxmlformats.org/drawingml/2006/main">
            <a:r>
              <a:t>packages/coding-agent/test/settings-manager-compaction.test.ts</a:t>
            </a:r>
          </a:p>
          <a:p xmlns:a="http://schemas.openxmlformats.org/drawingml/2006/main">
            <a:r>
              <a:t>packages/coding-agent/test/settings-manager.test.ts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>packages/coding-agent/test/suite/regressions/3616-settings-inmemory-reload.test.ts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packages/coding-agent/test/suite/regressions/7187-malformed-package-manifest.test.ts</a:t>
            </a:r>
          </a:p>
          <a:p xmlns:a="http://schemas.openxmlformats.org/drawingml/2006/main">
            <a:r>
              <a:t>packages/coding-agent/test/suite/regressions/7572-provider-retry-settings-merge.test.ts</a:t>
            </a:r>
          </a:p>
          <a:p xmlns:a="http://schemas.openxmlformats.org/drawingml/2006/main">
            <a:r>
              <a:t>packages/coding-agent/test/suite/regressions/8337-utf8-bom-parsing.test.ts</a:t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packages/coding-agent/test/theme-controller.test.ts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packages/agent/test/agent-loop.test.ts</a:t>
            </a:r>
          </a:p>
          <a:p xmlns:a="http://schemas.openxmlformats.org/drawingml/2006/main">
            <a:r>
              <a:t>packages/agent/test/utils/calculate.ts</a:t>
            </a:r>
          </a:p>
          <a:p xmlns:a="http://schemas.openxmlformats.org/drawingml/2006/main">
            <a:r>
              <a:t>packages/agent/test/utils/get-current-time.ts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>packages/coding-agent/test/rpc-jsonl.test.ts</a:t>
            </a:r>
          </a:p>
          <a:p xmlns:a="http://schemas.openxmlformats.org/drawingml/2006/main">
            <a:r>
              <a:t>packages/coding-agent/test/rpc-client-clear-queue.test.ts</a:t>
            </a:r>
          </a:p>
          <a:p xmlns:a="http://schemas.openxmlformats.org/drawingml/2006/main">
            <a:r>
              <a:t>packages/coding-agent/test/rpc-client-clone.test.ts</a:t>
            </a:r>
          </a:p>
          <a:p xmlns:a="http://schemas.openxmlformats.org/drawingml/2006/main">
            <a:r>
              <a:t>packages/coding-agent/test/rpc-client-process-exit.test.ts</a:t>
            </a:r>
          </a:p>
          <a:p xmlns:a="http://schemas.openxmlformats.org/drawingml/2006/main">
            <a:r>
              <a:t>packages/coding-agent/test/rpc-example.ts</a:t>
            </a:r>
          </a:p>
          <a:p xmlns:a="http://schemas.openxmlformats.org/drawingml/2006/main">
            <a:r>
              <a:t>packages/coding-agent/test/rpc.test.ts</a:t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b5a83d0e4c47c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8bb7882d01473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00c6b7792d420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ba3a6c2385404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cd6cd1e91449a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4b44a7b13047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EE9C150-9EC4-471D-9CBD-BFF42631D6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38C9C88-B3F3-4BBD-91FE-F86AD709D5C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102428F-D991-4664-9AE6-DDD48AFFC0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ED54452-3018-4581-BB27-5F5D260FB5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E0D7FE2-1262-45EA-A15A-8DD98AC5B0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3382C53-E69D-4268-80C2-F0C61A6782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2FE634E-721A-4E33-9CD2-94BC554512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7306AE0-111B-4CED-AFED-B101CB13F70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2097734-5768-4035-862C-290A69A6F3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DBCC62A-8B09-4745-B057-62FAF8D89D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462ad5b22a46aa" /><Relationship Type="http://schemas.openxmlformats.org/officeDocument/2006/relationships/slideLayout" Target="/ppt/slideLayouts/slideLayout1.xml" Id="R2e986fd5e06b4482" /><Relationship Type="http://schemas.openxmlformats.org/officeDocument/2006/relationships/slideLayout" Target="/ppt/slideLayouts/slideLayout2.xml" Id="R7894e1387c2d43c2" /><Relationship Type="http://schemas.openxmlformats.org/officeDocument/2006/relationships/slideLayout" Target="/ppt/slideLayouts/slideLayout3.xml" Id="R6e706e6b9d7f480d" /><Relationship Type="http://schemas.openxmlformats.org/officeDocument/2006/relationships/slideLayout" Target="/ppt/slideLayouts/slideLayout4.xml" Id="R713a941b16744cd4" /><Relationship Type="http://schemas.openxmlformats.org/officeDocument/2006/relationships/slideLayout" Target="/ppt/slideLayouts/slideLayout5.xml" Id="Rc543205c4f2e43bd" /><Relationship Type="http://schemas.openxmlformats.org/officeDocument/2006/relationships/slideLayout" Target="/ppt/slideLayouts/slideLayout6.xml" Id="Race0459bdedc46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986fd5e06b4482"/>
    <p:sldLayoutId xmlns:r="http://schemas.openxmlformats.org/officeDocument/2006/relationships" id="2147483650" r:id="R7894e1387c2d43c2"/>
    <p:sldLayoutId xmlns:r="http://schemas.openxmlformats.org/officeDocument/2006/relationships" id="2147483651" r:id="R6e706e6b9d7f480d"/>
    <p:sldLayoutId xmlns:r="http://schemas.openxmlformats.org/officeDocument/2006/relationships" id="2147483652" r:id="R713a941b16744cd4"/>
    <p:sldLayoutId xmlns:r="http://schemas.openxmlformats.org/officeDocument/2006/relationships" id="2147483653" r:id="Rc543205c4f2e43bd"/>
    <p:sldLayoutId xmlns:r="http://schemas.openxmlformats.org/officeDocument/2006/relationships" id="2147483654" r:id="Race0459bdedc46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6d607c155b4734" /><Relationship Type="http://schemas.openxmlformats.org/officeDocument/2006/relationships/notesSlide" Target="/ppt/notesSlides/notesSlide1.xml" Id="R02882c49d7e845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a9862a0bcf4e93" /><Relationship Type="http://schemas.openxmlformats.org/officeDocument/2006/relationships/notesSlide" Target="/ppt/notesSlides/notesSlide2.xml" Id="R5bbce94502834d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5f78bdd7794578" /><Relationship Type="http://schemas.openxmlformats.org/officeDocument/2006/relationships/notesSlide" Target="/ppt/notesSlides/notesSlide3.xml" Id="Rc4c61abd4e6348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08e4d2bbdc4985" /><Relationship Type="http://schemas.openxmlformats.org/officeDocument/2006/relationships/notesSlide" Target="/ppt/notesSlides/notesSlide4.xml" Id="R035390a4dfb944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d18239bd19487f" /><Relationship Type="http://schemas.openxmlformats.org/officeDocument/2006/relationships/notesSlide" Target="/ppt/notesSlides/notesSlide5.xml" Id="R9de02c52f2e249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4ed8b5d65f4330" /><Relationship Type="http://schemas.openxmlformats.org/officeDocument/2006/relationships/notesSlide" Target="/ppt/notesSlides/notesSlide6.xml" Id="R95837eb01301477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1c340c6d55447f" /><Relationship Type="http://schemas.openxmlformats.org/officeDocument/2006/relationships/notesSlide" Target="/ppt/notesSlides/notesSlide7.xml" Id="Rf3fe2b774df840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0b78fefc6548f8" /><Relationship Type="http://schemas.openxmlformats.org/officeDocument/2006/relationships/notesSlide" Target="/ppt/notesSlides/notesSlide8.xml" Id="R16f4c1084e9c470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0ed8eeb8bf4fde" /><Relationship Type="http://schemas.openxmlformats.org/officeDocument/2006/relationships/notesSlide" Target="/ppt/notesSlides/notesSlide9.xml" Id="Raea1951dd30f45d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6a6729a2b543ff" /><Relationship Type="http://schemas.openxmlformats.org/officeDocument/2006/relationships/notesSlide" Target="/ppt/notesSlides/notesSlide10.xml" Id="Rce8563924eab457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862926a47c4681" /><Relationship Type="http://schemas.openxmlformats.org/officeDocument/2006/relationships/notesSlide" Target="/ppt/notesSlides/notesSlide11.xml" Id="R8b3145c235064b1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1b36381871407a" /><Relationship Type="http://schemas.openxmlformats.org/officeDocument/2006/relationships/notesSlide" Target="/ppt/notesSlides/notesSlide12.xml" Id="R1576415c7b7b48f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fbcf3c5991442d" /><Relationship Type="http://schemas.openxmlformats.org/officeDocument/2006/relationships/notesSlide" Target="/ppt/notesSlides/notesSlide13.xml" Id="R481be2d2a9b743e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fe6c8f80f6497c" /><Relationship Type="http://schemas.openxmlformats.org/officeDocument/2006/relationships/notesSlide" Target="/ppt/notesSlides/notesSlide14.xml" Id="R15bd0329c4ef4cf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f3a71cc32e4f39" /><Relationship Type="http://schemas.openxmlformats.org/officeDocument/2006/relationships/notesSlide" Target="/ppt/notesSlides/notesSlide15.xml" Id="R9b33bab65f724af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e91c0c38514c00" /><Relationship Type="http://schemas.openxmlformats.org/officeDocument/2006/relationships/notesSlide" Target="/ppt/notesSlides/notesSlide16.xml" Id="Ra29a993355c04d2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c0382d913a4628" /><Relationship Type="http://schemas.openxmlformats.org/officeDocument/2006/relationships/notesSlide" Target="/ppt/notesSlides/notesSlide17.xml" Id="Rbec744989e70447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3949515f724e9b" /><Relationship Type="http://schemas.openxmlformats.org/officeDocument/2006/relationships/notesSlide" Target="/ppt/notesSlides/notesSlide18.xml" Id="R1d6ff372c94e4f0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1E8BF530-5F47-46C4-AB4D-3BF00F9C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03 完整对话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F0EB609-350B-488C-8CE2-249D8D64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一次对话的启动与会话装配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12EB8F0B-7A95-4778-BFC5-90584BAB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你从终端输入一句话，希望知道从 CLI 到 AgentSession 发生了什么。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98167EA4-FD63-4CFC-86F8-2BAF0862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1C537D97-90DD-474F-9249-3EB33D5B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CLI 启动与模式分派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45136785-E012-4CD4-B21A-A4D0EC49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文件附件、图片与管道输入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867416BD-A474-4FF4-AC8C-63CBE2F7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SDK 创建与替换运行时</a:t>
            </a:r>
          </a:p>
        </p:txBody>
      </p:sp>
      <p:sp>
        <p:nvSpPr>
          <p:cNvPr id="8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971A04B3-6A01-4493-A15C-E2B7EC8B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交互聊天与终端工作流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0D32F4F8-F060-44D5-8B64-DCCB9408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conversation-start   /   1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6678798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347B746B-0681-4B67-8EC8-98AE7AE5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03 完整对话   /   执行顺序与数据变化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07D6E2B-1E3F-4FBE-AD63-18DB114B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一次对话的启动与会话装配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D9A967E3-12E8-4816-9FD3-7737EE9D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解析命令行和模式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D4D16DD6-F21A-4D19-AAF1-872017B8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输入：命令行参数与标准输入    输出：模式、消息与资源选项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14AED097-80BB-4F5E-91D8-C8CDE4A3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准备附件与输入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3CBDF4FC-FA46-4321-9B4C-FE1642FC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输入：用户输入和附件    输出：可交给会话的输入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ECA707B7-C216-429E-BC90-44ED39DB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创建或恢复会话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EC1C6834-4B54-4C25-BB63-AEA961AB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输入：已解析选项与现有记录    输出：可运行的 AgentSession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BBB552BE-CD43-41EC-B5F3-EDD356EC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绑定运行模式与事件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EBC2ED0D-81AD-4094-B5DD-F8F11374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输入：会话实例    输出：输入通道与事件消费者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5AE399B6-1C33-4A78-B1D5-0BC2BDD3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conversation-start   /   2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20647470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6489A504-8FB1-4CF0-9228-571B7F66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03 完整对话   /   失败分支与练习验证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375547A-D5B3-490B-A5B1-5B2620F6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一次对话的启动与会话装配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491C1B72-3B64-433E-BCE8-EFB194BE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失败与恢复边界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00B8C121-D49A-4747-8316-00DD692C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入口参数错误应在模型请求前暴露。恢复会话时保存的模型不可用可能走回退分支，需要读取提示信息。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9573C40D-46F8-46A7-81EE-07537C1B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6D053CD9-25B0-4079-906A-BDB1EFEF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给出一张自己的装配清单：谁创建模型运行时、谁保存会话、谁显示事件。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6E929C1F-DADE-4D5D-B690-53F8C181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conversation-start   /   3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9722439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55368374-16FE-47B1-8FD4-3464EA4D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03 完整对话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15BEDD5-6957-427C-A5B1-BB05DABE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从一句输入到模型回答和工具续轮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8986B4B4-9092-4902-A029-188C8F5C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输入“读取配置并解释”，模型需要先调用工具再回答。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7E69F9D0-E757-4817-A952-0C520592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43435EB7-4C2A-4C19-9504-CA4764B7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输入处理、排队与任务收尾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2BF14BDA-3C70-4504-8875-FA8E0CB6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工具暴露、命名空间与请求 Loadout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0B70324F-991D-493A-884F-13AFBAAB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消息、工具与多轮循环</a:t>
            </a:r>
          </a:p>
        </p:txBody>
      </p:sp>
      <p:sp>
        <p:nvSpPr>
          <p:cNvPr id="8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86038C8F-7B81-440F-86D0-AA5276E3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独立工具管线与前后 Hook</a:t>
            </a:r>
          </a:p>
        </p:txBody>
      </p:sp>
      <p:sp>
        <p:nvSpPr>
          <p:cNvPr id="9" name="responsibility-4">
            <a:extLst xmlns:a="http://schemas.openxmlformats.org/drawingml/2006/main">
              <a:ext uri="{FF2B5EF4-FFF2-40B4-BE49-F238E27FC236}">
                <a16:creationId xmlns:a16="http://schemas.microsoft.com/office/drawing/2014/main" id="{414F209F-41A6-4AC7-91D7-C70C7CD9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5. 会话保存、恢复与命名</a:t>
            </a:r>
          </a:p>
        </p:txBody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E7561E06-9B43-4113-8CE4-37A29503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conversation-round   /   4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3693495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CA13F1B3-C7EC-49A9-86CB-57CCEA2A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03 完整对话   /   执行顺序与数据变化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A71DEB0-34C1-4794-8683-D13A7953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从一句输入到模型回答和工具续轮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BC52746C-1892-4301-B84F-E7C923F6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处理用户输入并准备运行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CE9589F0-0B78-4B84-A3DB-579FD893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输入：用户消息    输出：本轮输入和运行准备状态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24F698AD-12D6-4C9B-9DDB-9CEC7FA8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构造模型上下文与工具集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9CD3DA4A-7ABB-481D-9D9F-A0998012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输入：会话消息与已注册工具    输出：本次请求的消息和工具声明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0DECF7C2-C7A2-4B25-B3C6-E64270BB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调用模型并收集完整消息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C6FFA612-258B-45C6-B7D9-64FFEA16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输入：请求上下文    输出：文本或 toolCall 的完整 assistant 消息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2BA1E408-AE5D-40C5-8B0B-BC61DBCD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执行工具并决定下一轮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3E09B349-891C-4132-A016-CCDEE7E0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输入：工具名、调用 ID 和参数    输出：toolResult 与续轮决定</a:t>
            </a:r>
          </a:p>
        </p:txBody>
      </p:sp>
      <p:sp>
        <p:nvSpPr>
          <p:cNvPr id="11" name="step-4">
            <a:extLst xmlns:a="http://schemas.openxmlformats.org/drawingml/2006/main">
              <a:ext uri="{FF2B5EF4-FFF2-40B4-BE49-F238E27FC236}">
                <a16:creationId xmlns:a16="http://schemas.microsoft.com/office/drawing/2014/main" id="{C0DFF641-874E-4EFF-9AE5-D89E3134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5. 保存并更新界面</a:t>
            </a:r>
          </a:p>
        </p:txBody>
      </p:sp>
      <p:sp>
        <p:nvSpPr>
          <p:cNvPr id="12" name="data-4">
            <a:extLst xmlns:a="http://schemas.openxmlformats.org/drawingml/2006/main">
              <a:ext uri="{FF2B5EF4-FFF2-40B4-BE49-F238E27FC236}">
                <a16:creationId xmlns:a16="http://schemas.microsoft.com/office/drawing/2014/main" id="{E60CE343-AECD-4228-BF78-DAFEC1DD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959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输入：消息与工具完成事件    输出：会话历史和可见回答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2E763CD1-484F-4A8C-931E-BA1D9AE6A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conversation-round   /   5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2454034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3C2062E7-8530-42DC-B10F-044BD91E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03 完整对话   /   失败分支与练习验证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01557B9-9EE8-4E74-8E3C-8793A787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从一句输入到模型回答和工具续轮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00CB4F37-A85F-4AA7-B082-EE282EB3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失败与恢复边界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04739C28-57F2-436D-BE1E-DBF5CFFE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工具失败、模型错误、用户取消和正常完成是不同结束原因。工具返回 terminate 也要结合整批结果判断。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B89216C2-F9B8-4A23-A522-EAF5B5E1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AE050922-0CC4-4D0F-9E77-9113E0F7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列出这次输入产生的 user、assistant(toolCall)、toolResult、assistant(answer)，为每个记录写出产生者和关键关联字段。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29820841-EF63-4E4A-BBE1-FA5B1E4B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conversation-round   /   6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18952183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667DF4F6-4108-489F-87ED-2C52339F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03 完整对话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BCC7F82-1D04-4FB1-A1F6-A293728A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忙碌时输入、取消与运行收尾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9420DD6B-219C-46E0-8F14-35021EC5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模型或工具仍在运行时，用户补充要求或按下取消。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5EA6306F-A8FE-4074-AC2E-2905934C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68A5C58C-79DA-47A9-B78B-62A8D5D0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输入处理、排队与任务收尾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53C83DC6-6CEE-42E5-B983-5A3D7912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消息、工具与多轮循环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2A160EDB-B443-48BF-986E-38A085C5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独立工具管线与前后 Hook</a:t>
            </a:r>
          </a:p>
        </p:txBody>
      </p:sp>
      <p:sp>
        <p:nvSpPr>
          <p:cNvPr id="8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4BC66FBA-079A-48A4-B954-497388F9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终端程序状态与取消结果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445A8D58-D5C7-4BC3-9FAC-7FFAA922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queue-cancel   /   7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4925416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B2E41C50-4811-4146-93DE-D9080CA6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03 完整对话   /   执行顺序与数据变化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C3725EF-875B-47F7-8E12-816F40D8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忙碌时输入、取消与运行收尾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D37701D3-ADDB-4297-90CF-681EC327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区分输入队列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5C0D02FE-D611-4EFF-94C1-051A921D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输入：运行中的 Agent 与新增消息    输出：待处理队列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1C9C809C-C953-4D82-B57A-013A7550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观察工具批次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17BC0AAA-7EE0-4ACB-A4EB-D8DF3919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输入：多个 toolCall    输出：完成事件和最终结果顺序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3B9C9643-80E3-4FFC-A74B-90E7257C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传播取消信号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25646C13-F76E-4FFD-8760-9A68DAF9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输入：AbortSignal    输出：取消结果或已完成结果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DE16B2AA-31A7-4254-A9A3-0C9850A4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等待实际收尾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9A1C539B-D2DE-4B03-992E-7ABADCBE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输入：循环终止与订阅者工作    输出：稳定的空闲状态和程序状态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4DB79252-6BCC-4E75-97E4-51CF97E4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queue-cancel   /   8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1680777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88AE0F48-318F-48CB-B9AD-F32DC5C0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03 完整对话   /   失败分支与练习验证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B0E2E2E-3888-48E1-9C19-1EF926C6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忙碌时输入、取消与运行收尾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C67CB708-14D1-47C6-A285-B910BA3A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失败与恢复边界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0D78FF40-216C-4AAC-B5C2-8865A681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取消不会自动撤销已写文件。agent_end 发出也不一定说明所有被等待的订阅者已经结束。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813A75EF-F605-422E-9C45-52EDE70A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54DD7453-5762-422D-889D-C8ABCF25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用 faux 测试设计：一个慢工具、一个快工具、一个排队输入；写出事件与消息的预期顺序。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BAAB0385-071F-421E-9026-38422918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queue-cancel   /   9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17185689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CB114ED3-E533-4112-B1A6-6E86C7FF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03 完整对话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B42471E-0C34-415A-AC01-7F4F1F8A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保存、恢复、分叉与历史树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CCE48EF6-23E7-4CF2-94D0-F7B99D51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退出后继续之前的对话，或从旧消息开始探索另一条路线。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D27A89BF-BBE4-441D-BFA4-1D13A0BF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6B85BB33-F24B-47E2-AD1D-483B877A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会话保存、恢复与命名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8634BC87-67FD-4212-88F1-87067DF1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会话树、分叉与克隆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6AA67F3F-414C-4981-947B-BED3DFAD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扩展发现、注册与事件分发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62C1243D-9A33-463C-8412-8D0ACF96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session-restore   /   10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4928447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8E857CE8-3D1D-4D3C-ADD6-E3FBE89E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03 完整对话   /   执行顺序与数据变化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2A8D8A8-AEBA-4E20-9C2B-06F021AE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保存、恢复、分叉与历史树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CCE77EF7-B748-43FE-8B42-FE895464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识别记录类型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656BEF5D-D737-43E7-863F-9C08B33F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输入：会话 JSONL    输出：有父子关系的条目树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15AC1A5F-C3A6-466E-A2FF-7115296D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定位当前分支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5C44B686-3859-4245-AA42-9B3384D1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输入：目标历史节点    输出：新的活动分支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82F0BC59-991B-4617-BB97-3F3B0482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重建模型上下文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B5354F84-6F7C-4530-9B99-7D0FC3E8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输入：分支路径与摘要    输出：当前会话上下文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05D7CE03-AEA1-4171-B64A-3648F0BF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恢复扩展状态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74FDEE26-FBB3-444B-9FCB-5BA91532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输入：恢复的会话和扩展条目    输出：与活动分支对应的运行状态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BD3FCEB8-3791-4EA5-8C9B-DFDE5029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session-restore   /   11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3851202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A9E96121-05E1-4308-B08D-D485659E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03 完整对话   /   失败分支与练习验证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00E3C6A-A32A-40EB-AF1F-BDC47E03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保存、恢复、分叉与历史树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6A7D4D18-2DF2-4CF2-8000-3BBFDF5E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失败与恢复边界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0D56DB71-95A0-4268-A83C-3021A4FB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保存成功不保证所有外部资源还能用。恢复时模型、扩展版本与工作目录变化都需要单独诊断。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58C1A00A-92F5-4241-BFF8-49E0594B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6D9B6832-5DEB-4AFC-A64F-2198ECA3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创建一条三条消息的纸面会话树，在第二条处分叉，标出两个叶节点分别会读取哪些条目。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BEE3058B-FAC1-4D58-8573-87098891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session-restore   /   12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51771037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1DC3D900-5DC2-4938-9954-6A7FC3F4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03 完整对话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7063163-051E-4893-B4A4-BA1B72E3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上下文压缩、重试与缓存统计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3132384F-E6F1-4074-AA10-A2AF25DA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对话很长，模型上下文溢出，或你想解释缓存用量。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BB0B1591-07B7-4063-9835-CD6E0F0C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6CDDE274-18FF-406C-BFE3-CCBA4E16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上下文压缩与分支摘要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487334EF-26E4-4197-9E69-1CBE4D16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流事件、校验、重试与转录工具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09F885E5-BEF7-4BA5-8F40-F886DEF6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提示缓存预热与用量统计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E6BB309A-80B7-47E3-8FCA-F3A49A00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context-budget   /   13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105948785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7BCDBF09-3DDF-4E63-A5CD-D73F21BC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03 完整对话   /   执行顺序与数据变化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8758E0B-5C8E-4B01-AC21-3FEC8960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上下文压缩、重试与缓存统计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E7BF216A-EFA7-4577-8D5C-02AD7B67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测量上下文和阈值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BC05FB11-2919-4E75-B3D0-43160C6B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输入：历史消息与 token 估计    输出：压缩决策和待摘要内容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03160332-7A28-44C8-AFA2-69B99582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保存摘要并重建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8D17FDDC-F5E1-4B75-B6A1-94F717A6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输入：摘要结果    输出：可继续请求的上下文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DD2F54F5-4D37-44B1-83E2-B94F23A8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区分重试与新输入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92277258-0762-483E-9828-F64B56C6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输入：请求错误与重试策略    输出：再次请求或明确失败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A09D81AF-D0EC-42D6-8ACA-540E50C0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观察缓存和用量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72A59D7D-2512-49D3-9FB9-7CB0FAE9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输入：模型能力和 usage    输出：缓存命中与会话用量记录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19B823AF-EE26-4CA3-8B31-F5A1B84A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context-budget   /   14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187291049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88B4F1AA-59A7-498C-8EDD-42E8F87B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03 完整对话   /   失败分支与练习验证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A669264-0DDD-4B8D-8D26-B26E6BBB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上下文压缩、重试与缓存统计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0EAEFD85-9A76-4E1A-908F-4AEF2289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失败与恢复边界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1B0F1B4C-FCE7-4217-BBAB-32D99FB3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摘要生成也可能失败或被取消。不能以估算 token 数量承诺所有供应商都接受请求。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D0129E7C-2182-4C5B-8240-527A7210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45F56BCF-4399-4AEE-9FE3-737F55BE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画出“正常响应、溢出后压缩、网络重试”三条分支，标记哪些会修改会话记录。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52A24905-EF09-4F03-ADD6-2D6DF22B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context-budget   /   15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94613780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E0828071-F145-4BD0-9991-2F41E7B1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03 完整对话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755112F-65F0-4BF8-8F50-A4E5D80F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从消息到终端、JSON 与 HTML 导出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9FA09A5E-E8EE-4A16-8095-B13F985E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同一段会话需要交互显示、给其他程序处理或离线分享。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F92E0148-6617-4CCD-97B5-93D6CD03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FB7EB9B3-DF15-49CB-8D11-C90D6E1D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一次性文本与 JSON 事件输出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48F20C96-32E1-40E1-94C4-505F5569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选择器、消息与工具 UI 组件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D68E5D8F-6753-4B70-8B9D-79F85CD4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会话导入、导出与分享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D03D7124-B6C7-463F-9095-31354FB1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export-dialogue   /   16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152447786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8E6401A7-6169-46E8-AADB-A4F254F4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03 完整对话   /   执行顺序与数据变化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7B59561-3CC3-455B-847A-991641B7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从消息到终端、JSON 与 HTML 导出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16EF201E-7FE2-4919-AC5D-ED92A433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订阅结构化事件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01F6955F-E126-4CD4-ADC3-62C0802C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输入：会话事件    输出：文本或 JSON 记录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4905FFC3-5735-409C-9580-7D602D8D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渲染消息与工具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61B50066-CD52-40F0-AAAC-B39AEC2B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输入：消息和显示细节    输出：终端可见内容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A8C1F04B-DB35-4FD2-A13C-D8129E60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导出当前会话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E0EC29C4-E4BB-4AC6-8D5D-1F666F5A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输入：会话文件与资源    输出：独立导出文档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F17CB6F1-147C-497F-8CA8-26FC5F3A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export-dialogue   /   17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164602916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1241862A-C4DC-4210-BADE-F7F7E687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03 完整对话   /   失败分支与练习验证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CD0345D-BC08-42FB-B7A6-A33C003D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从消息到终端、JSON 与 HTML 导出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900D33B5-8CB7-4812-A145-E701755C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失败与恢复边界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77BF61E3-213F-4556-A30E-901411AD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外观相同不代表数据相同；终端渲染、模型上下文和导出内容有各自转换层。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A31E9762-ABC6-4503-91D7-889C6218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A109E00A-AAC4-45A0-B5DC-8986C48D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选一个工具结果，分别记录模型 content、UI details 和导出结果如何处理。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06318FEF-361E-4816-B9D3-8A85885E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export-dialogue   /   18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13368317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2026-10-12T14:55:31.1000000Z</dcterms:created>
  <dcterms:modified xsi:type="dcterms:W3CDTF">2026-10-12T14:55:31.1000000Z</dcterms:modified>
</coreProperties>
</file>