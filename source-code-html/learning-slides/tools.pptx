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f89e8b096445af" /><Relationship Type="http://schemas.openxmlformats.org/officeDocument/2006/relationships/extended-properties" Target="/docProps/app.xml" Id="R1162bac1d6694544" /><Relationship Type="http://schemas.openxmlformats.org/officeDocument/2006/relationships/officeDocument" Target="/ppt/presentation.xml" Id="R2f82a58cad9146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ba94d6ad02490e"/>
  </p:sldMasterIdLst>
  <p:notesMasterIdLst>
    <p:notesMasterId xmlns:r="http://schemas.openxmlformats.org/officeDocument/2006/relationships" r:id="R3a4daf728e9f41fa"/>
  </p:notesMasterIdLst>
  <p:sldIdLst>
    <p:sldId xmlns:r="http://schemas.openxmlformats.org/officeDocument/2006/relationships" id="256" r:id="Ra3f02377741b454f"/>
    <p:sldId xmlns:r="http://schemas.openxmlformats.org/officeDocument/2006/relationships" id="257" r:id="R16fa0f27410e440f"/>
    <p:sldId xmlns:r="http://schemas.openxmlformats.org/officeDocument/2006/relationships" id="258" r:id="R70192f83bbab4fdc"/>
    <p:sldId xmlns:r="http://schemas.openxmlformats.org/officeDocument/2006/relationships" id="259" r:id="R981d384acfea4999"/>
    <p:sldId xmlns:r="http://schemas.openxmlformats.org/officeDocument/2006/relationships" id="260" r:id="Raf6e8c6933284572"/>
    <p:sldId xmlns:r="http://schemas.openxmlformats.org/officeDocument/2006/relationships" id="261" r:id="R0e2ec43c608148f6"/>
    <p:sldId xmlns:r="http://schemas.openxmlformats.org/officeDocument/2006/relationships" id="262" r:id="R75a7377fec964872"/>
    <p:sldId xmlns:r="http://schemas.openxmlformats.org/officeDocument/2006/relationships" id="263" r:id="R11911c3e97d4458d"/>
    <p:sldId xmlns:r="http://schemas.openxmlformats.org/officeDocument/2006/relationships" id="264" r:id="R3fc904530001403e"/>
    <p:sldId xmlns:r="http://schemas.openxmlformats.org/officeDocument/2006/relationships" id="265" r:id="Re8f003137fa64715"/>
    <p:sldId xmlns:r="http://schemas.openxmlformats.org/officeDocument/2006/relationships" id="266" r:id="R7f960ab2bfc645ca"/>
    <p:sldId xmlns:r="http://schemas.openxmlformats.org/officeDocument/2006/relationships" id="267" r:id="R807cb69ece5f4c41"/>
    <p:sldId xmlns:r="http://schemas.openxmlformats.org/officeDocument/2006/relationships" id="268" r:id="R724f225e7ae54bdb"/>
    <p:sldId xmlns:r="http://schemas.openxmlformats.org/officeDocument/2006/relationships" id="269" r:id="R016424e3c48e474d"/>
    <p:sldId xmlns:r="http://schemas.openxmlformats.org/officeDocument/2006/relationships" id="270" r:id="Ra6ecaef4edc845a6"/>
    <p:sldId xmlns:r="http://schemas.openxmlformats.org/officeDocument/2006/relationships" id="271" r:id="Re5afc9897d4a497f"/>
    <p:sldId xmlns:r="http://schemas.openxmlformats.org/officeDocument/2006/relationships" id="272" r:id="R0407678bfb9c4ac3"/>
    <p:sldId xmlns:r="http://schemas.openxmlformats.org/officeDocument/2006/relationships" id="273" r:id="Rc6389aabc1d14d54"/>
    <p:sldId xmlns:r="http://schemas.openxmlformats.org/officeDocument/2006/relationships" id="274" r:id="R6f035f7f7d354b7c"/>
    <p:sldId xmlns:r="http://schemas.openxmlformats.org/officeDocument/2006/relationships" id="275" r:id="Rd4b79fb6d7b34983"/>
    <p:sldId xmlns:r="http://schemas.openxmlformats.org/officeDocument/2006/relationships" id="276" r:id="Rc601ca0308234d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d2dd3900db4398" /><Relationship Type="http://schemas.openxmlformats.org/officeDocument/2006/relationships/slideMaster" Target="/ppt/slideMasters/slideMaster1.xml" Id="R88ba94d6ad02490e" /><Relationship Type="http://schemas.openxmlformats.org/officeDocument/2006/relationships/notesMaster" Target="/ppt/notesMasters/notesMaster1.xml" Id="R3a4daf728e9f41fa" /><Relationship Type="http://schemas.openxmlformats.org/officeDocument/2006/relationships/presProps" Target="/ppt/presProps.xml" Id="R610b316d04b841dc" /><Relationship Type="http://schemas.openxmlformats.org/officeDocument/2006/relationships/tableStyles" Target="/ppt/tableStyles.xml" Id="R54457707a7024f11" /><Relationship Type="http://schemas.openxmlformats.org/officeDocument/2006/relationships/slide" Target="/ppt/slides/slide1.xml" Id="Ra3f02377741b454f" /><Relationship Type="http://schemas.openxmlformats.org/officeDocument/2006/relationships/slide" Target="/ppt/slides/slide2.xml" Id="R16fa0f27410e440f" /><Relationship Type="http://schemas.openxmlformats.org/officeDocument/2006/relationships/slide" Target="/ppt/slides/slide3.xml" Id="R70192f83bbab4fdc" /><Relationship Type="http://schemas.openxmlformats.org/officeDocument/2006/relationships/slide" Target="/ppt/slides/slide4.xml" Id="R981d384acfea4999" /><Relationship Type="http://schemas.openxmlformats.org/officeDocument/2006/relationships/slide" Target="/ppt/slides/slide5.xml" Id="Raf6e8c6933284572" /><Relationship Type="http://schemas.openxmlformats.org/officeDocument/2006/relationships/slide" Target="/ppt/slides/slide6.xml" Id="R0e2ec43c608148f6" /><Relationship Type="http://schemas.openxmlformats.org/officeDocument/2006/relationships/slide" Target="/ppt/slides/slide7.xml" Id="R75a7377fec964872" /><Relationship Type="http://schemas.openxmlformats.org/officeDocument/2006/relationships/slide" Target="/ppt/slides/slide8.xml" Id="R11911c3e97d4458d" /><Relationship Type="http://schemas.openxmlformats.org/officeDocument/2006/relationships/slide" Target="/ppt/slides/slide9.xml" Id="R3fc904530001403e" /><Relationship Type="http://schemas.openxmlformats.org/officeDocument/2006/relationships/slide" Target="/ppt/slides/slide10.xml" Id="Re8f003137fa64715" /><Relationship Type="http://schemas.openxmlformats.org/officeDocument/2006/relationships/slide" Target="/ppt/slides/slide11.xml" Id="R7f960ab2bfc645ca" /><Relationship Type="http://schemas.openxmlformats.org/officeDocument/2006/relationships/slide" Target="/ppt/slides/slide12.xml" Id="R807cb69ece5f4c41" /><Relationship Type="http://schemas.openxmlformats.org/officeDocument/2006/relationships/slide" Target="/ppt/slides/slide13.xml" Id="R724f225e7ae54bdb" /><Relationship Type="http://schemas.openxmlformats.org/officeDocument/2006/relationships/slide" Target="/ppt/slides/slide14.xml" Id="R016424e3c48e474d" /><Relationship Type="http://schemas.openxmlformats.org/officeDocument/2006/relationships/slide" Target="/ppt/slides/slide15.xml" Id="Ra6ecaef4edc845a6" /><Relationship Type="http://schemas.openxmlformats.org/officeDocument/2006/relationships/slide" Target="/ppt/slides/slide16.xml" Id="Re5afc9897d4a497f" /><Relationship Type="http://schemas.openxmlformats.org/officeDocument/2006/relationships/slide" Target="/ppt/slides/slide17.xml" Id="R0407678bfb9c4ac3" /><Relationship Type="http://schemas.openxmlformats.org/officeDocument/2006/relationships/slide" Target="/ppt/slides/slide18.xml" Id="Rc6389aabc1d14d54" /><Relationship Type="http://schemas.openxmlformats.org/officeDocument/2006/relationships/slide" Target="/ppt/slides/slide19.xml" Id="R6f035f7f7d354b7c" /><Relationship Type="http://schemas.openxmlformats.org/officeDocument/2006/relationships/slide" Target="/ppt/slides/slide20.xml" Id="Rd4b79fb6d7b34983" /><Relationship Type="http://schemas.openxmlformats.org/officeDocument/2006/relationships/slide" Target="/ppt/slides/slide21.xml" Id="Rc601ca0308234d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3f9685fd9f4b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320598a9bd4d98" /><Relationship Type="http://schemas.openxmlformats.org/officeDocument/2006/relationships/notesMaster" Target="/ppt/notesMasters/notesMaster1.xml" Id="R1491d3878fc241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58d9c259884009" /><Relationship Type="http://schemas.openxmlformats.org/officeDocument/2006/relationships/notesMaster" Target="/ppt/notesMasters/notesMaster1.xml" Id="R535f909945d140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7c0419f7b44bb8" /><Relationship Type="http://schemas.openxmlformats.org/officeDocument/2006/relationships/notesMaster" Target="/ppt/notesMasters/notesMaster1.xml" Id="R9fab93db497c48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ff4d9c69cc4ee0" /><Relationship Type="http://schemas.openxmlformats.org/officeDocument/2006/relationships/notesMaster" Target="/ppt/notesMasters/notesMaster1.xml" Id="R74c58ece7e1c49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35e0fe732c455b" /><Relationship Type="http://schemas.openxmlformats.org/officeDocument/2006/relationships/notesMaster" Target="/ppt/notesMasters/notesMaster1.xml" Id="R1160e52883d249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163352a00a46bd" /><Relationship Type="http://schemas.openxmlformats.org/officeDocument/2006/relationships/notesMaster" Target="/ppt/notesMasters/notesMaster1.xml" Id="R9ed1bca7fb4a4b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59ae13c1e94bcb" /><Relationship Type="http://schemas.openxmlformats.org/officeDocument/2006/relationships/notesMaster" Target="/ppt/notesMasters/notesMaster1.xml" Id="R03c21e954f1c49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7a6babf23c4b33" /><Relationship Type="http://schemas.openxmlformats.org/officeDocument/2006/relationships/notesMaster" Target="/ppt/notesMasters/notesMaster1.xml" Id="R24ccb60faffa4a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29cdc0125c4657" /><Relationship Type="http://schemas.openxmlformats.org/officeDocument/2006/relationships/notesMaster" Target="/ppt/notesMasters/notesMaster1.xml" Id="R72da4b9883754b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9b05e590c74ff6" /><Relationship Type="http://schemas.openxmlformats.org/officeDocument/2006/relationships/notesMaster" Target="/ppt/notesMasters/notesMaster1.xml" Id="Rcafa8091428e4b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f26dfdaaa94831" /><Relationship Type="http://schemas.openxmlformats.org/officeDocument/2006/relationships/notesMaster" Target="/ppt/notesMasters/notesMaster1.xml" Id="Rc92192cf8f9f4e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13bbe93d2b4fad" /><Relationship Type="http://schemas.openxmlformats.org/officeDocument/2006/relationships/notesMaster" Target="/ppt/notesMasters/notesMaster1.xml" Id="R666ca78371ec41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9ae312d85d4a55" /><Relationship Type="http://schemas.openxmlformats.org/officeDocument/2006/relationships/notesMaster" Target="/ppt/notesMasters/notesMaster1.xml" Id="Rb7e6aebe0fb449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f4c315036c4153" /><Relationship Type="http://schemas.openxmlformats.org/officeDocument/2006/relationships/notesMaster" Target="/ppt/notesMasters/notesMaster1.xml" Id="R82d57c8af3d54e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ae765857da54757" /><Relationship Type="http://schemas.openxmlformats.org/officeDocument/2006/relationships/notesMaster" Target="/ppt/notesMasters/notesMaster1.xml" Id="R6eefda6b9f4843f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f80b1d3fc134346" /><Relationship Type="http://schemas.openxmlformats.org/officeDocument/2006/relationships/notesMaster" Target="/ppt/notesMasters/notesMaster1.xml" Id="Rebe1b715596e48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11434dba0164645" /><Relationship Type="http://schemas.openxmlformats.org/officeDocument/2006/relationships/notesMaster" Target="/ppt/notesMasters/notesMaster1.xml" Id="R8a465540267d452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5d25ef7291d485d" /><Relationship Type="http://schemas.openxmlformats.org/officeDocument/2006/relationships/notesMaster" Target="/ppt/notesMasters/notesMaster1.xml" Id="R7fdd4757a5df421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bb00d0350f04508" /><Relationship Type="http://schemas.openxmlformats.org/officeDocument/2006/relationships/notesMaster" Target="/ppt/notesMasters/notesMaster1.xml" Id="R938b7020326447c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ade76da0ab04f6d" /><Relationship Type="http://schemas.openxmlformats.org/officeDocument/2006/relationships/notesMaster" Target="/ppt/notesMasters/notesMaster1.xml" Id="R3a929eadf1624e8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91dcef72e6748bc" /><Relationship Type="http://schemas.openxmlformats.org/officeDocument/2006/relationships/notesMaster" Target="/ppt/notesMasters/notesMaster1.xml" Id="R1c54b50a161e46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file-tools / 查找、读取、编辑与写入文件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场景：模型要在仓库里定位代码并修改一段文本。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搜索入口与路径</a:t>
            </a:r>
          </a:p>
          <a:p xmlns:a="http://schemas.openxmlformats.org/drawingml/2006/main">
            <a:r>
              <a:t>比较 find 的文件匹配与 ls 的目录列举，检查 cwd、路径展开和输出限制。</a:t>
            </a:r>
          </a:p>
          <a:p xmlns:a="http://schemas.openxmlformats.org/drawingml/2006/main">
            <a:r>
              <a:t>输入：路径与模式</a:t>
            </a:r>
          </a:p>
          <a:p xmlns:a="http://schemas.openxmlformats.org/drawingml/2006/main">
            <a:r>
              <a:t>输出：候选文件列表</a:t>
            </a:r>
          </a:p>
          <a:p xmlns:a="http://schemas.openxmlformats.org/drawingml/2006/main">
            <a:r>
              <a:t>入口：--tools find</a:t>
            </a:r>
          </a:p>
          <a:p xmlns:a="http://schemas.openxmlformats.org/drawingml/2006/main">
            <a:r>
              <a:t>行为与边界：适合先定位路径，再调用 read；不同于 grep 的文件内容检索。</a:t>
            </a:r>
          </a:p>
          <a:p xmlns:a="http://schemas.openxmlformats.org/drawingml/2006/main">
            <a:r>
              <a:t>源码：packages/coding-agent/src/core/tools/find.ts:1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定位内容</a:t>
            </a:r>
          </a:p>
          <a:p xmlns:a="http://schemas.openxmlformats.org/drawingml/2006/main">
            <a:r>
              <a:t>阅读搜索后端、忽略规则和截断逻辑，记录匹配行与路径，避免从截断输出推断不存在。</a:t>
            </a:r>
          </a:p>
          <a:p xmlns:a="http://schemas.openxmlformats.org/drawingml/2006/main">
            <a:r>
              <a:t>输入：搜索表达式与候选目录</a:t>
            </a:r>
          </a:p>
          <a:p xmlns:a="http://schemas.openxmlformats.org/drawingml/2006/main">
            <a:r>
              <a:t>输出：带位置的匹配</a:t>
            </a:r>
          </a:p>
          <a:p xmlns:a="http://schemas.openxmlformats.org/drawingml/2006/main">
            <a:r>
              <a:t>入口：--tools grep</a:t>
            </a:r>
          </a:p>
          <a:p xmlns:a="http://schemas.openxmlformats.org/drawingml/2006/main">
            <a:r>
              <a:t>行为与边界：rg 的 cwd 设为搜索目录或目标文件父目录，相对 glob 基于搜索根匹配；输出上限与上下文行数仍受工具参数限制。</a:t>
            </a:r>
          </a:p>
          <a:p xmlns:a="http://schemas.openxmlformats.org/drawingml/2006/main">
            <a:r>
              <a:t>源码：packages/coding-agent/src/core/tools/grep.ts:1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读取目标片段</a:t>
            </a:r>
          </a:p>
          <a:p xmlns:a="http://schemas.openxmlformats.org/drawingml/2006/main">
            <a:r>
              <a:t>检查文本行范围、字节限制与图片路径处理，读取修改前的真实内容。</a:t>
            </a:r>
          </a:p>
          <a:p xmlns:a="http://schemas.openxmlformats.org/drawingml/2006/main">
            <a:r>
              <a:t>输入：文件与范围</a:t>
            </a:r>
          </a:p>
          <a:p xmlns:a="http://schemas.openxmlformats.org/drawingml/2006/main">
            <a:r>
              <a:t>输出：文本或图片结果</a:t>
            </a:r>
          </a:p>
          <a:p xmlns:a="http://schemas.openxmlformats.org/drawingml/2006/main">
            <a:r>
              <a:t>入口：默认启用工具 read</a:t>
            </a:r>
          </a:p>
          <a:p xmlns:a="http://schemas.openxmlformats.org/drawingml/2006/main">
            <a:r>
              <a:t>行为与边界：路径处理、输出限制与图片处理决定返回内容；可注入读取操作。</a:t>
            </a:r>
          </a:p>
          <a:p xmlns:a="http://schemas.openxmlformats.org/drawingml/2006/main">
            <a:r>
              <a:t>源码：packages/coding-agent/src/core/tools/read.ts:1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执行修改并验证</a:t>
            </a:r>
          </a:p>
          <a:p xmlns:a="http://schemas.openxmlformats.org/drawingml/2006/main">
            <a:r>
              <a:t>对比精确文本替换与 write 覆写语义，核对换行处理、匹配失败及差异输出，再运行相关测试。</a:t>
            </a:r>
          </a:p>
          <a:p xmlns:a="http://schemas.openxmlformats.org/drawingml/2006/main">
            <a:r>
              <a:t>输入：确认过的旧文本和新文本</a:t>
            </a:r>
          </a:p>
          <a:p xmlns:a="http://schemas.openxmlformats.org/drawingml/2006/main">
            <a:r>
              <a:t>输出：文件变化与可核验差异</a:t>
            </a:r>
          </a:p>
          <a:p xmlns:a="http://schemas.openxmlformats.org/drawingml/2006/main">
            <a:r>
              <a:t>入口：默认启用工具 edit</a:t>
            </a:r>
          </a:p>
          <a:p xmlns:a="http://schemas.openxmlformats.org/drawingml/2006/main">
            <a:r>
              <a:t>行为与边界：文件修改串行化；computeDiff 可注入异步展示差异计算。先写文件再算差异，diff 失败不表示修改回滚。</a:t>
            </a:r>
          </a:p>
          <a:p xmlns:a="http://schemas.openxmlformats.org/drawingml/2006/main">
            <a:r>
              <a:t>源码：packages/coding-agent/src/core/tools/edit-diff.ts:1</a:t>
            </a:r>
          </a:p>
          <a:p xmlns:a="http://schemas.openxmlformats.org/drawingml/2006/main">
            <a:r>
              <a:t>源码：packages/coding-agent/src/core/tools/edit.ts:1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失败与恢复：匹配失败必须重新读取；全文 write 与局部 edit 的影响不同。文件工具不提供自动版本回滚。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练习：在临时示例文件上分别设计匹配成功、匹配不到与歧义匹配三种测试输入。</a:t>
            </a:r>
          </a:p>
          <a:p xmlns:a="http://schemas.openxmlformats.org/drawingml/2006/main">
            <a:r>
              <a:t>参考判断：预期应从具体工具实现和测试取得；不要用模糊猜测的旧文本继续修改真实文件。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find：文件路径搜索</a:t>
            </a:r>
          </a:p>
          <a:p xmlns:a="http://schemas.openxmlformats.org/drawingml/2006/main">
            <a:r>
              <a:t>通过路径模式查找文件。</a:t>
            </a:r>
          </a:p>
          <a:p xmlns:a="http://schemas.openxmlformats.org/drawingml/2006/main">
            <a:r>
              <a:t>入口：--tools find</a:t>
            </a:r>
          </a:p>
          <a:p xmlns:a="http://schemas.openxmlformats.org/drawingml/2006/main">
            <a:r>
              <a:t>边界：适合先定位路径，再调用 read；不同于 grep 的文件内容检索。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grep：内容检索</a:t>
            </a:r>
          </a:p>
          <a:p xmlns:a="http://schemas.openxmlformats.org/drawingml/2006/main">
            <a:r>
              <a:t>搜索文件内容并返回匹配位置。</a:t>
            </a:r>
          </a:p>
          <a:p xmlns:a="http://schemas.openxmlformats.org/drawingml/2006/main">
            <a:r>
              <a:t>入口：--tools grep</a:t>
            </a:r>
          </a:p>
          <a:p xmlns:a="http://schemas.openxmlformats.org/drawingml/2006/main">
            <a:r>
              <a:t>边界：rg 的 cwd 设为搜索目录或目标文件父目录，相对 glob 基于搜索根匹配；输出上限与上下文行数仍受工具参数限制。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read：读取文本与图片</a:t>
            </a:r>
          </a:p>
          <a:p xmlns:a="http://schemas.openxmlformats.org/drawingml/2006/main">
            <a:r>
              <a:t>读取指定文件，把文本或支持的图像作为工具结果给模型。</a:t>
            </a:r>
          </a:p>
          <a:p xmlns:a="http://schemas.openxmlformats.org/drawingml/2006/main">
            <a:r>
              <a:t>入口：默认启用工具 read</a:t>
            </a:r>
          </a:p>
          <a:p xmlns:a="http://schemas.openxmlformats.org/drawingml/2006/main">
            <a:r>
              <a:t>边界：路径处理、输出限制与图片处理决定返回内容；可注入读取操作。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edit：精确替换与差异展示</a:t>
            </a:r>
          </a:p>
          <a:p xmlns:a="http://schemas.openxmlformats.org/drawingml/2006/main">
            <a:r>
              <a:t>定位旧文本并应用新文本，生成差异信息供展示。</a:t>
            </a:r>
          </a:p>
          <a:p xmlns:a="http://schemas.openxmlformats.org/drawingml/2006/main">
            <a:r>
              <a:t>入口：默认启用工具 edit</a:t>
            </a:r>
          </a:p>
          <a:p xmlns:a="http://schemas.openxmlformats.org/drawingml/2006/main">
            <a:r>
              <a:t>边界：文件修改串行化；computeDiff 可注入异步展示差异计算。先写文件再算差异，diff 失败不表示修改回滚。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ls：目录枚举</a:t>
            </a:r>
          </a:p>
          <a:p xmlns:a="http://schemas.openxmlformats.org/drawingml/2006/main">
            <a:r>
              <a:t>列出目录条目，帮助模型了解文件结构。</a:t>
            </a:r>
          </a:p>
          <a:p xmlns:a="http://schemas.openxmlformats.org/drawingml/2006/main">
            <a:r>
              <a:t>入口：--tools ls</a:t>
            </a:r>
          </a:p>
          <a:p xmlns:a="http://schemas.openxmlformats.org/drawingml/2006/main">
            <a:r>
              <a:t>边界：仅列目录不读取全部文件内容。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write：创建或覆写文件</a:t>
            </a:r>
          </a:p>
          <a:p xmlns:a="http://schemas.openxmlformats.org/drawingml/2006/main">
            <a:r>
              <a:t>把模型给定内容写入目标文件。</a:t>
            </a:r>
          </a:p>
          <a:p xmlns:a="http://schemas.openxmlformats.org/drawingml/2006/main">
            <a:r>
              <a:t>入口：默认启用工具 write</a:t>
            </a:r>
          </a:p>
          <a:p xmlns:a="http://schemas.openxmlformats.org/drawingml/2006/main">
            <a:r>
              <a:t>边界：与 edit 的精确替换不同，write 可覆写内容；查看文件修改队列边界。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工具选择、包装、截断与修改队列</a:t>
            </a:r>
          </a:p>
          <a:p xmlns:a="http://schemas.openxmlformats.org/drawingml/2006/main">
            <a:r>
              <a:t>把工具定义适配为执行对象，并统一路径、文件修改与输出限制。</a:t>
            </a:r>
          </a:p>
          <a:p xmlns:a="http://schemas.openxmlformats.org/drawingml/2006/main">
            <a:r>
              <a:t>入口：--tools；--exclude-tools；--no-tools；defaultTools</a:t>
            </a:r>
          </a:p>
          <a:p xmlns:a="http://schemas.openxmlformats.org/drawingml/2006/main">
            <a:r>
              <a:t>边界：白名单、禁用与扩展工具注册是不同阶段；修改队列包住完整读改写。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packages/coding-agent/src/core/tools/index.ts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packages/coding-agent/src/core/tools/edit.ts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packages/coding-agent/src/core/tools/grep.ts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packages/durable/src/tools/index.ts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packages/coding-agent/test/suite/regressions/3302-find-path-glob.test.ts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packages/coding-agent/test/suite/regressions/3303-find-nested-gitignore.test.ts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packages/coding-agent/test/suite/regressions/6104-find-root-relativization.test.ts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packages/coding-agent/test/file-mutation-queue.test.ts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packages/coding-agent/test/path-utils.test.ts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TOOL-01 · 读取文件 [内置] 让模型读取工作文件中的文本及支持的图片，是理解代码、配置、文档和截图的基础。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TOOL-04 · 精确文本替换 [内置] 按原文片段精确修改。工作台分支新增异步 computeDiff(path, oldContent, newContent) 注入点，默认保留原 diff；先写文件再计算展示差异，diff 失败不表示文件回滚。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TOOL-05 · 新建／覆盖文件 [内置] 将完整内容写入目标文件，用于创建代码、配置或文档，也可覆盖已有文件。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TOOL-06 · 文件内容搜索 [可选] 使用 ripgrep 搜索内容。当前分支把子进程 cwd 设为搜索目录（搜索文件时用其父目录），使 nested/*.txt 等相对 glob 以搜索根匹配，不受宿主启动目录影响。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TOOL-07 · 路径模式搜索 [可选] 使用 glob 模式寻找文件路径，例如按后缀或目录寻找测试、配置和入口。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TOOL-08 · 目录列举 [可选] 查看目录内容，帮助模型了解工程结构和可访问文件。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TOOL-09 · 工具允许／排除选择 [内置] 用名称或 `*` 模式选择／排除工具；纯 `+name`／`-name` 列表增减默认集合，不能与普通名称混用，增减项不接受通配符。MCP 的间接可调用范围另有规则。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TOOL-11 · 只读工具组合 [库] SDK 提供 read、grep、find、ls 的组合便于构建审查任务；这只是工具选择，不是操作系统权限隔离。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TOOL-14 · 大结果截断 [内置／库] 向模型提供有限结果并在相应工具中保留完整输出路径，避免大日志消耗过多上下文；各工具上限并不相同。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TOOL-15 · 文件修改串行保护 [库] 同一路径的读取—修改—写入串行化，供自定义文件工具复用；本分支也从 durable/tools 公开既有 withFileMutationQueue，导出本身不增加系统权限隔离。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TOOL-16 · 可替换执行后端 [库] 工具工厂暴露读写、搜索与命令 operations，使宿主或扩展能把相同工具接到 SSH、容器或虚拟机。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file-tools / 查找、读取、编辑与写入文件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场景：模型要在仓库里定位代码并修改一段文本。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搜索入口与路径</a:t>
            </a:r>
          </a:p>
          <a:p xmlns:a="http://schemas.openxmlformats.org/drawingml/2006/main">
            <a:r>
              <a:t>比较 find 的文件匹配与 ls 的目录列举，检查 cwd、路径展开和输出限制。</a:t>
            </a:r>
          </a:p>
          <a:p xmlns:a="http://schemas.openxmlformats.org/drawingml/2006/main">
            <a:r>
              <a:t>输入：路径与模式</a:t>
            </a:r>
          </a:p>
          <a:p xmlns:a="http://schemas.openxmlformats.org/drawingml/2006/main">
            <a:r>
              <a:t>输出：候选文件列表</a:t>
            </a:r>
          </a:p>
          <a:p xmlns:a="http://schemas.openxmlformats.org/drawingml/2006/main">
            <a:r>
              <a:t>入口：--tools find</a:t>
            </a:r>
          </a:p>
          <a:p xmlns:a="http://schemas.openxmlformats.org/drawingml/2006/main">
            <a:r>
              <a:t>行为与边界：适合先定位路径，再调用 read；不同于 grep 的文件内容检索。</a:t>
            </a:r>
          </a:p>
          <a:p xmlns:a="http://schemas.openxmlformats.org/drawingml/2006/main">
            <a:r>
              <a:t>源码：packages/coding-agent/src/core/tools/find.ts:1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定位内容</a:t>
            </a:r>
          </a:p>
          <a:p xmlns:a="http://schemas.openxmlformats.org/drawingml/2006/main">
            <a:r>
              <a:t>阅读搜索后端、忽略规则和截断逻辑，记录匹配行与路径，避免从截断输出推断不存在。</a:t>
            </a:r>
          </a:p>
          <a:p xmlns:a="http://schemas.openxmlformats.org/drawingml/2006/main">
            <a:r>
              <a:t>输入：搜索表达式与候选目录</a:t>
            </a:r>
          </a:p>
          <a:p xmlns:a="http://schemas.openxmlformats.org/drawingml/2006/main">
            <a:r>
              <a:t>输出：带位置的匹配</a:t>
            </a:r>
          </a:p>
          <a:p xmlns:a="http://schemas.openxmlformats.org/drawingml/2006/main">
            <a:r>
              <a:t>入口：--tools grep</a:t>
            </a:r>
          </a:p>
          <a:p xmlns:a="http://schemas.openxmlformats.org/drawingml/2006/main">
            <a:r>
              <a:t>行为与边界：rg 的 cwd 设为搜索目录或目标文件父目录，相对 glob 基于搜索根匹配；输出上限与上下文行数仍受工具参数限制。</a:t>
            </a:r>
          </a:p>
          <a:p xmlns:a="http://schemas.openxmlformats.org/drawingml/2006/main">
            <a:r>
              <a:t>源码：packages/coding-agent/src/core/tools/grep.ts:1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读取目标片段</a:t>
            </a:r>
          </a:p>
          <a:p xmlns:a="http://schemas.openxmlformats.org/drawingml/2006/main">
            <a:r>
              <a:t>检查文本行范围、字节限制与图片路径处理，读取修改前的真实内容。</a:t>
            </a:r>
          </a:p>
          <a:p xmlns:a="http://schemas.openxmlformats.org/drawingml/2006/main">
            <a:r>
              <a:t>输入：文件与范围</a:t>
            </a:r>
          </a:p>
          <a:p xmlns:a="http://schemas.openxmlformats.org/drawingml/2006/main">
            <a:r>
              <a:t>输出：文本或图片结果</a:t>
            </a:r>
          </a:p>
          <a:p xmlns:a="http://schemas.openxmlformats.org/drawingml/2006/main">
            <a:r>
              <a:t>入口：默认启用工具 read</a:t>
            </a:r>
          </a:p>
          <a:p xmlns:a="http://schemas.openxmlformats.org/drawingml/2006/main">
            <a:r>
              <a:t>行为与边界：路径处理、输出限制与图片处理决定返回内容；可注入读取操作。</a:t>
            </a:r>
          </a:p>
          <a:p xmlns:a="http://schemas.openxmlformats.org/drawingml/2006/main">
            <a:r>
              <a:t>源码：packages/coding-agent/src/core/tools/read.ts:1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执行修改并验证</a:t>
            </a:r>
          </a:p>
          <a:p xmlns:a="http://schemas.openxmlformats.org/drawingml/2006/main">
            <a:r>
              <a:t>对比精确文本替换与 write 覆写语义，核对换行处理、匹配失败及差异输出，再运行相关测试。</a:t>
            </a:r>
          </a:p>
          <a:p xmlns:a="http://schemas.openxmlformats.org/drawingml/2006/main">
            <a:r>
              <a:t>输入：确认过的旧文本和新文本</a:t>
            </a:r>
          </a:p>
          <a:p xmlns:a="http://schemas.openxmlformats.org/drawingml/2006/main">
            <a:r>
              <a:t>输出：文件变化与可核验差异</a:t>
            </a:r>
          </a:p>
          <a:p xmlns:a="http://schemas.openxmlformats.org/drawingml/2006/main">
            <a:r>
              <a:t>入口：默认启用工具 edit</a:t>
            </a:r>
          </a:p>
          <a:p xmlns:a="http://schemas.openxmlformats.org/drawingml/2006/main">
            <a:r>
              <a:t>行为与边界：文件修改串行化；computeDiff 可注入异步展示差异计算。先写文件再算差异，diff 失败不表示修改回滚。</a:t>
            </a:r>
          </a:p>
          <a:p xmlns:a="http://schemas.openxmlformats.org/drawingml/2006/main">
            <a:r>
              <a:t>源码：packages/coding-agent/src/core/tools/edit-diff.ts:1</a:t>
            </a:r>
          </a:p>
          <a:p xmlns:a="http://schemas.openxmlformats.org/drawingml/2006/main">
            <a:r>
              <a:t>源码：packages/coding-agent/src/core/tools/edit.ts:1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失败与恢复：匹配失败必须重新读取；全文 write 与局部 edit 的影响不同。文件工具不提供自动版本回滚。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练习：在临时示例文件上分别设计匹配成功、匹配不到与歧义匹配三种测试输入。</a:t>
            </a:r>
          </a:p>
          <a:p xmlns:a="http://schemas.openxmlformats.org/drawingml/2006/main">
            <a:r>
              <a:t>参考判断：预期应从具体工具实现和测试取得；不要用模糊猜测的旧文本继续修改真实文件。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find：文件路径搜索</a:t>
            </a:r>
          </a:p>
          <a:p xmlns:a="http://schemas.openxmlformats.org/drawingml/2006/main">
            <a:r>
              <a:t>通过路径模式查找文件。</a:t>
            </a:r>
          </a:p>
          <a:p xmlns:a="http://schemas.openxmlformats.org/drawingml/2006/main">
            <a:r>
              <a:t>入口：--tools find</a:t>
            </a:r>
          </a:p>
          <a:p xmlns:a="http://schemas.openxmlformats.org/drawingml/2006/main">
            <a:r>
              <a:t>边界：适合先定位路径，再调用 read；不同于 grep 的文件内容检索。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grep：内容检索</a:t>
            </a:r>
          </a:p>
          <a:p xmlns:a="http://schemas.openxmlformats.org/drawingml/2006/main">
            <a:r>
              <a:t>搜索文件内容并返回匹配位置。</a:t>
            </a:r>
          </a:p>
          <a:p xmlns:a="http://schemas.openxmlformats.org/drawingml/2006/main">
            <a:r>
              <a:t>入口：--tools grep</a:t>
            </a:r>
          </a:p>
          <a:p xmlns:a="http://schemas.openxmlformats.org/drawingml/2006/main">
            <a:r>
              <a:t>边界：rg 的 cwd 设为搜索目录或目标文件父目录，相对 glob 基于搜索根匹配；输出上限与上下文行数仍受工具参数限制。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read：读取文本与图片</a:t>
            </a:r>
          </a:p>
          <a:p xmlns:a="http://schemas.openxmlformats.org/drawingml/2006/main">
            <a:r>
              <a:t>读取指定文件，把文本或支持的图像作为工具结果给模型。</a:t>
            </a:r>
          </a:p>
          <a:p xmlns:a="http://schemas.openxmlformats.org/drawingml/2006/main">
            <a:r>
              <a:t>入口：默认启用工具 read</a:t>
            </a:r>
          </a:p>
          <a:p xmlns:a="http://schemas.openxmlformats.org/drawingml/2006/main">
            <a:r>
              <a:t>边界：路径处理、输出限制与图片处理决定返回内容；可注入读取操作。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edit：精确替换与差异展示</a:t>
            </a:r>
          </a:p>
          <a:p xmlns:a="http://schemas.openxmlformats.org/drawingml/2006/main">
            <a:r>
              <a:t>定位旧文本并应用新文本，生成差异信息供展示。</a:t>
            </a:r>
          </a:p>
          <a:p xmlns:a="http://schemas.openxmlformats.org/drawingml/2006/main">
            <a:r>
              <a:t>入口：默认启用工具 edit</a:t>
            </a:r>
          </a:p>
          <a:p xmlns:a="http://schemas.openxmlformats.org/drawingml/2006/main">
            <a:r>
              <a:t>边界：文件修改串行化；computeDiff 可注入异步展示差异计算。先写文件再算差异，diff 失败不表示修改回滚。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ls：目录枚举</a:t>
            </a:r>
          </a:p>
          <a:p xmlns:a="http://schemas.openxmlformats.org/drawingml/2006/main">
            <a:r>
              <a:t>列出目录条目，帮助模型了解文件结构。</a:t>
            </a:r>
          </a:p>
          <a:p xmlns:a="http://schemas.openxmlformats.org/drawingml/2006/main">
            <a:r>
              <a:t>入口：--tools ls</a:t>
            </a:r>
          </a:p>
          <a:p xmlns:a="http://schemas.openxmlformats.org/drawingml/2006/main">
            <a:r>
              <a:t>边界：仅列目录不读取全部文件内容。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write：创建或覆写文件</a:t>
            </a:r>
          </a:p>
          <a:p xmlns:a="http://schemas.openxmlformats.org/drawingml/2006/main">
            <a:r>
              <a:t>把模型给定内容写入目标文件。</a:t>
            </a:r>
          </a:p>
          <a:p xmlns:a="http://schemas.openxmlformats.org/drawingml/2006/main">
            <a:r>
              <a:t>入口：默认启用工具 write</a:t>
            </a:r>
          </a:p>
          <a:p xmlns:a="http://schemas.openxmlformats.org/drawingml/2006/main">
            <a:r>
              <a:t>边界：与 edit 的精确替换不同，write 可覆写内容；查看文件修改队列边界。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工具选择、包装、截断与修改队列</a:t>
            </a:r>
          </a:p>
          <a:p xmlns:a="http://schemas.openxmlformats.org/drawingml/2006/main">
            <a:r>
              <a:t>把工具定义适配为执行对象，并统一路径、文件修改与输出限制。</a:t>
            </a:r>
          </a:p>
          <a:p xmlns:a="http://schemas.openxmlformats.org/drawingml/2006/main">
            <a:r>
              <a:t>入口：--tools；--exclude-tools；--no-tools；defaultTools</a:t>
            </a:r>
          </a:p>
          <a:p xmlns:a="http://schemas.openxmlformats.org/drawingml/2006/main">
            <a:r>
              <a:t>边界：白名单、禁用与扩展工具注册是不同阶段；修改队列包住完整读改写。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packages/coding-agent/src/core/tools/index.ts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packages/coding-agent/src/core/tools/edit.ts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packages/coding-agent/src/core/tools/grep.ts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packages/durable/src/tools/index.ts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packages/coding-agent/test/suite/regressions/3302-find-path-glob.test.ts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packages/coding-agent/test/suite/regressions/3303-find-nested-gitignore.test.ts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packages/coding-agent/test/suite/regressions/6104-find-root-relativization.test.ts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packages/coding-agent/test/file-mutation-queue.test.ts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packages/coding-agent/test/path-utils.test.ts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TOOL-01 · 读取文件 [内置] 让模型读取工作文件中的文本及支持的图片，是理解代码、配置、文档和截图的基础。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TOOL-04 · 精确文本替换 [内置] 按原文片段精确修改。工作台分支新增异步 computeDiff(path, oldContent, newContent) 注入点，默认保留原 diff；先写文件再计算展示差异，diff 失败不表示文件回滚。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TOOL-05 · 新建／覆盖文件 [内置] 将完整内容写入目标文件，用于创建代码、配置或文档，也可覆盖已有文件。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TOOL-06 · 文件内容搜索 [可选] 使用 ripgrep 搜索内容。当前分支把子进程 cwd 设为搜索目录（搜索文件时用其父目录），使 nested/*.txt 等相对 glob 以搜索根匹配，不受宿主启动目录影响。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TOOL-07 · 路径模式搜索 [可选] 使用 glob 模式寻找文件路径，例如按后缀或目录寻找测试、配置和入口。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TOOL-08 · 目录列举 [可选] 查看目录内容，帮助模型了解工程结构和可访问文件。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TOOL-09 · 工具允许／排除选择 [内置] 用名称或 `*` 模式选择／排除工具；纯 `+name`／`-name` 列表增减默认集合，不能与普通名称混用，增减项不接受通配符。MCP 的间接可调用范围另有规则。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TOOL-11 · 只读工具组合 [库] SDK 提供 read、grep、find、ls 的组合便于构建审查任务；这只是工具选择，不是操作系统权限隔离。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TOOL-14 · 大结果截断 [内置／库] 向模型提供有限结果并在相应工具中保留完整输出路径，避免大日志消耗过多上下文；各工具上限并不相同。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TOOL-15 · 文件修改串行保护 [库] 同一路径的读取—修改—写入串行化，供自定义文件工具复用；本分支也从 durable/tools 公开既有 withFileMutationQueue，导出本身不增加系统权限隔离。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TOOL-16 · 可替换执行后端 [库] 工具工厂暴露读写、搜索与命令 operations，使宿主或扩展能把相同工具接到 SSH、容器或虚拟机。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file-tools / 查找、读取、编辑与写入文件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场景：模型要在仓库里定位代码并修改一段文本。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搜索入口与路径</a:t>
            </a:r>
          </a:p>
          <a:p xmlns:a="http://schemas.openxmlformats.org/drawingml/2006/main">
            <a:r>
              <a:t>比较 find 的文件匹配与 ls 的目录列举，检查 cwd、路径展开和输出限制。</a:t>
            </a:r>
          </a:p>
          <a:p xmlns:a="http://schemas.openxmlformats.org/drawingml/2006/main">
            <a:r>
              <a:t>输入：路径与模式</a:t>
            </a:r>
          </a:p>
          <a:p xmlns:a="http://schemas.openxmlformats.org/drawingml/2006/main">
            <a:r>
              <a:t>输出：候选文件列表</a:t>
            </a:r>
          </a:p>
          <a:p xmlns:a="http://schemas.openxmlformats.org/drawingml/2006/main">
            <a:r>
              <a:t>入口：--tools find</a:t>
            </a:r>
          </a:p>
          <a:p xmlns:a="http://schemas.openxmlformats.org/drawingml/2006/main">
            <a:r>
              <a:t>行为与边界：适合先定位路径，再调用 read；不同于 grep 的文件内容检索。</a:t>
            </a:r>
          </a:p>
          <a:p xmlns:a="http://schemas.openxmlformats.org/drawingml/2006/main">
            <a:r>
              <a:t>源码：packages/coding-agent/src/core/tools/find.ts:1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定位内容</a:t>
            </a:r>
          </a:p>
          <a:p xmlns:a="http://schemas.openxmlformats.org/drawingml/2006/main">
            <a:r>
              <a:t>阅读搜索后端、忽略规则和截断逻辑，记录匹配行与路径，避免从截断输出推断不存在。</a:t>
            </a:r>
          </a:p>
          <a:p xmlns:a="http://schemas.openxmlformats.org/drawingml/2006/main">
            <a:r>
              <a:t>输入：搜索表达式与候选目录</a:t>
            </a:r>
          </a:p>
          <a:p xmlns:a="http://schemas.openxmlformats.org/drawingml/2006/main">
            <a:r>
              <a:t>输出：带位置的匹配</a:t>
            </a:r>
          </a:p>
          <a:p xmlns:a="http://schemas.openxmlformats.org/drawingml/2006/main">
            <a:r>
              <a:t>入口：--tools grep</a:t>
            </a:r>
          </a:p>
          <a:p xmlns:a="http://schemas.openxmlformats.org/drawingml/2006/main">
            <a:r>
              <a:t>行为与边界：rg 的 cwd 设为搜索目录或目标文件父目录，相对 glob 基于搜索根匹配；输出上限与上下文行数仍受工具参数限制。</a:t>
            </a:r>
          </a:p>
          <a:p xmlns:a="http://schemas.openxmlformats.org/drawingml/2006/main">
            <a:r>
              <a:t>源码：packages/coding-agent/src/core/tools/grep.ts:1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读取目标片段</a:t>
            </a:r>
          </a:p>
          <a:p xmlns:a="http://schemas.openxmlformats.org/drawingml/2006/main">
            <a:r>
              <a:t>检查文本行范围、字节限制与图片路径处理，读取修改前的真实内容。</a:t>
            </a:r>
          </a:p>
          <a:p xmlns:a="http://schemas.openxmlformats.org/drawingml/2006/main">
            <a:r>
              <a:t>输入：文件与范围</a:t>
            </a:r>
          </a:p>
          <a:p xmlns:a="http://schemas.openxmlformats.org/drawingml/2006/main">
            <a:r>
              <a:t>输出：文本或图片结果</a:t>
            </a:r>
          </a:p>
          <a:p xmlns:a="http://schemas.openxmlformats.org/drawingml/2006/main">
            <a:r>
              <a:t>入口：默认启用工具 read</a:t>
            </a:r>
          </a:p>
          <a:p xmlns:a="http://schemas.openxmlformats.org/drawingml/2006/main">
            <a:r>
              <a:t>行为与边界：路径处理、输出限制与图片处理决定返回内容；可注入读取操作。</a:t>
            </a:r>
          </a:p>
          <a:p xmlns:a="http://schemas.openxmlformats.org/drawingml/2006/main">
            <a:r>
              <a:t>源码：packages/coding-agent/src/core/tools/read.ts:1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执行修改并验证</a:t>
            </a:r>
          </a:p>
          <a:p xmlns:a="http://schemas.openxmlformats.org/drawingml/2006/main">
            <a:r>
              <a:t>对比精确文本替换与 write 覆写语义，核对换行处理、匹配失败及差异输出，再运行相关测试。</a:t>
            </a:r>
          </a:p>
          <a:p xmlns:a="http://schemas.openxmlformats.org/drawingml/2006/main">
            <a:r>
              <a:t>输入：确认过的旧文本和新文本</a:t>
            </a:r>
          </a:p>
          <a:p xmlns:a="http://schemas.openxmlformats.org/drawingml/2006/main">
            <a:r>
              <a:t>输出：文件变化与可核验差异</a:t>
            </a:r>
          </a:p>
          <a:p xmlns:a="http://schemas.openxmlformats.org/drawingml/2006/main">
            <a:r>
              <a:t>入口：默认启用工具 edit</a:t>
            </a:r>
          </a:p>
          <a:p xmlns:a="http://schemas.openxmlformats.org/drawingml/2006/main">
            <a:r>
              <a:t>行为与边界：文件修改串行化；computeDiff 可注入异步展示差异计算。先写文件再算差异，diff 失败不表示修改回滚。</a:t>
            </a:r>
          </a:p>
          <a:p xmlns:a="http://schemas.openxmlformats.org/drawingml/2006/main">
            <a:r>
              <a:t>源码：packages/coding-agent/src/core/tools/edit-diff.ts:1</a:t>
            </a:r>
          </a:p>
          <a:p xmlns:a="http://schemas.openxmlformats.org/drawingml/2006/main">
            <a:r>
              <a:t>源码：packages/coding-agent/src/core/tools/edit.ts:1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失败与恢复：匹配失败必须重新读取；全文 write 与局部 edit 的影响不同。文件工具不提供自动版本回滚。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练习：在临时示例文件上分别设计匹配成功、匹配不到与歧义匹配三种测试输入。</a:t>
            </a:r>
          </a:p>
          <a:p xmlns:a="http://schemas.openxmlformats.org/drawingml/2006/main">
            <a:r>
              <a:t>参考判断：预期应从具体工具实现和测试取得；不要用模糊猜测的旧文本继续修改真实文件。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find：文件路径搜索</a:t>
            </a:r>
          </a:p>
          <a:p xmlns:a="http://schemas.openxmlformats.org/drawingml/2006/main">
            <a:r>
              <a:t>通过路径模式查找文件。</a:t>
            </a:r>
          </a:p>
          <a:p xmlns:a="http://schemas.openxmlformats.org/drawingml/2006/main">
            <a:r>
              <a:t>入口：--tools find</a:t>
            </a:r>
          </a:p>
          <a:p xmlns:a="http://schemas.openxmlformats.org/drawingml/2006/main">
            <a:r>
              <a:t>边界：适合先定位路径，再调用 read；不同于 grep 的文件内容检索。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grep：内容检索</a:t>
            </a:r>
          </a:p>
          <a:p xmlns:a="http://schemas.openxmlformats.org/drawingml/2006/main">
            <a:r>
              <a:t>搜索文件内容并返回匹配位置。</a:t>
            </a:r>
          </a:p>
          <a:p xmlns:a="http://schemas.openxmlformats.org/drawingml/2006/main">
            <a:r>
              <a:t>入口：--tools grep</a:t>
            </a:r>
          </a:p>
          <a:p xmlns:a="http://schemas.openxmlformats.org/drawingml/2006/main">
            <a:r>
              <a:t>边界：rg 的 cwd 设为搜索目录或目标文件父目录，相对 glob 基于搜索根匹配；输出上限与上下文行数仍受工具参数限制。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read：读取文本与图片</a:t>
            </a:r>
          </a:p>
          <a:p xmlns:a="http://schemas.openxmlformats.org/drawingml/2006/main">
            <a:r>
              <a:t>读取指定文件，把文本或支持的图像作为工具结果给模型。</a:t>
            </a:r>
          </a:p>
          <a:p xmlns:a="http://schemas.openxmlformats.org/drawingml/2006/main">
            <a:r>
              <a:t>入口：默认启用工具 read</a:t>
            </a:r>
          </a:p>
          <a:p xmlns:a="http://schemas.openxmlformats.org/drawingml/2006/main">
            <a:r>
              <a:t>边界：路径处理、输出限制与图片处理决定返回内容；可注入读取操作。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edit：精确替换与差异展示</a:t>
            </a:r>
          </a:p>
          <a:p xmlns:a="http://schemas.openxmlformats.org/drawingml/2006/main">
            <a:r>
              <a:t>定位旧文本并应用新文本，生成差异信息供展示。</a:t>
            </a:r>
          </a:p>
          <a:p xmlns:a="http://schemas.openxmlformats.org/drawingml/2006/main">
            <a:r>
              <a:t>入口：默认启用工具 edit</a:t>
            </a:r>
          </a:p>
          <a:p xmlns:a="http://schemas.openxmlformats.org/drawingml/2006/main">
            <a:r>
              <a:t>边界：文件修改串行化；computeDiff 可注入异步展示差异计算。先写文件再算差异，diff 失败不表示修改回滚。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ls：目录枚举</a:t>
            </a:r>
          </a:p>
          <a:p xmlns:a="http://schemas.openxmlformats.org/drawingml/2006/main">
            <a:r>
              <a:t>列出目录条目，帮助模型了解文件结构。</a:t>
            </a:r>
          </a:p>
          <a:p xmlns:a="http://schemas.openxmlformats.org/drawingml/2006/main">
            <a:r>
              <a:t>入口：--tools ls</a:t>
            </a:r>
          </a:p>
          <a:p xmlns:a="http://schemas.openxmlformats.org/drawingml/2006/main">
            <a:r>
              <a:t>边界：仅列目录不读取全部文件内容。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write：创建或覆写文件</a:t>
            </a:r>
          </a:p>
          <a:p xmlns:a="http://schemas.openxmlformats.org/drawingml/2006/main">
            <a:r>
              <a:t>把模型给定内容写入目标文件。</a:t>
            </a:r>
          </a:p>
          <a:p xmlns:a="http://schemas.openxmlformats.org/drawingml/2006/main">
            <a:r>
              <a:t>入口：默认启用工具 write</a:t>
            </a:r>
          </a:p>
          <a:p xmlns:a="http://schemas.openxmlformats.org/drawingml/2006/main">
            <a:r>
              <a:t>边界：与 edit 的精确替换不同，write 可覆写内容；查看文件修改队列边界。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工具选择、包装、截断与修改队列</a:t>
            </a:r>
          </a:p>
          <a:p xmlns:a="http://schemas.openxmlformats.org/drawingml/2006/main">
            <a:r>
              <a:t>把工具定义适配为执行对象，并统一路径、文件修改与输出限制。</a:t>
            </a:r>
          </a:p>
          <a:p xmlns:a="http://schemas.openxmlformats.org/drawingml/2006/main">
            <a:r>
              <a:t>入口：--tools；--exclude-tools；--no-tools；defaultTools</a:t>
            </a:r>
          </a:p>
          <a:p xmlns:a="http://schemas.openxmlformats.org/drawingml/2006/main">
            <a:r>
              <a:t>边界：白名单、禁用与扩展工具注册是不同阶段；修改队列包住完整读改写。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packages/coding-agent/src/core/tools/index.ts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packages/coding-agent/src/core/tools/edit.ts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packages/coding-agent/src/core/tools/grep.ts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packages/durable/src/tools/index.ts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packages/coding-agent/test/suite/regressions/3302-find-path-glob.test.ts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packages/coding-agent/test/suite/regressions/3303-find-nested-gitignore.test.ts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packages/coding-agent/test/suite/regressions/6104-find-root-relativization.test.ts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packages/coding-agent/test/read-line-range-display.test.ts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packages/coding-agent/test/file-mutation-queue.test.ts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packages/coding-agent/test/path-utils.test.ts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TOOL-01 · 读取文件 [内置] 让模型读取工作文件中的文本及支持的图片，是理解代码、配置、文档和截图的基础。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TOOL-04 · 精确文本替换 [内置] 按原文片段精确修改。工作台分支新增异步 computeDiff(path, oldContent, newContent) 注入点，默认保留原 diff；先写文件再计算展示差异，diff 失败不表示文件回滚。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TOOL-05 · 新建／覆盖文件 [内置] 将完整内容写入目标文件，用于创建代码、配置或文档，也可覆盖已有文件。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TOOL-06 · 文件内容搜索 [可选] 使用 ripgrep 搜索内容。当前分支把子进程 cwd 设为搜索目录（搜索文件时用其父目录），使 nested/*.txt 等相对 glob 以搜索根匹配，不受宿主启动目录影响。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TOOL-07 · 路径模式搜索 [可选] 使用 glob 模式寻找文件路径，例如按后缀或目录寻找测试、配置和入口。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TOOL-08 · 目录列举 [可选] 查看目录内容，帮助模型了解工程结构和可访问文件。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TOOL-09 · 工具允许／排除选择 [内置] 用名称或 `*` 模式选择／排除工具；纯 `+name`／`-name` 列表增减默认集合，不能与普通名称混用，增减项不接受通配符。MCP 的间接可调用范围另有规则。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TOOL-11 · 只读工具组合 [库] SDK 提供 read、grep、find、ls 的组合便于构建审查任务；这只是工具选择，不是操作系统权限隔离。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TOOL-14 · 大结果截断 [内置／库] 向模型提供有限结果并在相应工具中保留完整输出路径，避免大日志消耗过多上下文；各工具上限并不相同。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TOOL-15 · 文件修改串行保护 [库] 同一路径的读取—修改—写入串行化，供自定义文件工具复用；本分支也从 durable/tools 公开既有 withFileMutationQueue，导出本身不增加系统权限隔离。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TOOL-16 · 可替换执行后端 [库] 工具工厂暴露读写、搜索与命令 operations，使宿主或扩展能把相同工具接到 SSH、容器或虚拟机。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process-tools / 命令执行、取消与大输出文件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场景：运行测试产生大量输出，并且可能超时或被取消。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选择执行器</a:t>
            </a:r>
          </a:p>
          <a:p xmlns:a="http://schemas.openxmlformats.org/drawingml/2006/main">
            <a:r>
              <a:t>检查 cwd、shell、超时与环境设置，区分终端 ! 命令和模型工具调用入口。</a:t>
            </a:r>
          </a:p>
          <a:p xmlns:a="http://schemas.openxmlformats.org/drawingml/2006/main">
            <a:r>
              <a:t>输入：命令与执行选项</a:t>
            </a:r>
          </a:p>
          <a:p xmlns:a="http://schemas.openxmlformats.org/drawingml/2006/main">
            <a:r>
              <a:t>输出：已启动进程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行为与边界：信号、超时、子进程与输出捕获由执行层协作处理。</a:t>
            </a:r>
          </a:p>
          <a:p xmlns:a="http://schemas.openxmlformats.org/drawingml/2006/main">
            <a:r>
              <a:t>源码：packages/coding-agent/src/core/bash-executor.ts:1</a:t>
            </a:r>
          </a:p>
          <a:p xmlns:a="http://schemas.openxmlformats.org/drawingml/2006/main">
            <a:r>
              <a:t>源码：packages/coding-agent/src/core/tools/bash.ts:1</a:t>
            </a:r>
          </a:p>
          <a:p xmlns:a="http://schemas.openxmlformats.org/drawingml/2006/main">
            <a:r>
              <a:t>源码：packages/coding-agent/src/utils/shell.ts:1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跟踪平台差异</a:t>
            </a:r>
          </a:p>
          <a:p xmlns:a="http://schemas.openxmlformats.org/drawingml/2006/main">
            <a:r>
              <a:t>阅读 PowerShell 工具与平台选择规则，确认编码、进程终止和错误格式。</a:t>
            </a:r>
          </a:p>
          <a:p xmlns:a="http://schemas.openxmlformats.org/drawingml/2006/main">
            <a:r>
              <a:t>输入：目标平台</a:t>
            </a:r>
          </a:p>
          <a:p xmlns:a="http://schemas.openxmlformats.org/drawingml/2006/main">
            <a:r>
              <a:t>输出：对应的执行路径</a:t>
            </a:r>
          </a:p>
          <a:p xmlns:a="http://schemas.openxmlformats.org/drawingml/2006/main">
            <a:r>
              <a:t>入口：--tools powershell</a:t>
            </a:r>
          </a:p>
          <a:p xmlns:a="http://schemas.openxmlformats.org/drawingml/2006/main">
            <a:r>
              <a:t>行为与边界：不是所有平台的默认工具；平台、编码与进程行为以实现为准。</a:t>
            </a:r>
          </a:p>
          <a:p xmlns:a="http://schemas.openxmlformats.org/drawingml/2006/main">
            <a:r>
              <a:t>源码：packages/coding-agent/src/core/tools/powershell.ts:1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收集与限制输出</a:t>
            </a:r>
          </a:p>
          <a:p xmlns:a="http://schemas.openxmlformats.org/drawingml/2006/main">
            <a:r>
              <a:t>跟踪截断结果、完整输出文件及其清理生命周期，分别记录 exit code、stdout/stderr 和提示信息。</a:t>
            </a:r>
          </a:p>
          <a:p xmlns:a="http://schemas.openxmlformats.org/drawingml/2006/main">
            <a:r>
              <a:t>输入：进程输出与退出状态</a:t>
            </a:r>
          </a:p>
          <a:p xmlns:a="http://schemas.openxmlformats.org/drawingml/2006/main">
            <a:r>
              <a:t>输出：模型结果和完整输出引用</a:t>
            </a:r>
          </a:p>
          <a:p xmlns:a="http://schemas.openxmlformats.org/drawingml/2006/main">
            <a:r>
              <a:t>入口：image(block)；fullOutputPath</a:t>
            </a:r>
          </a:p>
          <a:p xmlns:a="http://schemas.openxmlformats.org/drawingml/2006/main">
            <a:r>
              <a:t>行为与边界：图像只接受支持格式的 base64 数据，不把远程 URL 当作图像数据；临时文件生命周期由输出文件实现管理。</a:t>
            </a:r>
          </a:p>
          <a:p xmlns:a="http://schemas.openxmlformats.org/drawingml/2006/main">
            <a:r>
              <a:t>源码：packages/coding-agent/src/extensions/codemode/execute.ts:1</a:t>
            </a:r>
          </a:p>
          <a:p xmlns:a="http://schemas.openxmlformats.org/drawingml/2006/main">
            <a:r>
              <a:t>源码：packages/coding-agent/src/utils/output-files.ts:1</a:t>
            </a:r>
          </a:p>
          <a:p xmlns:a="http://schemas.openxmlformats.org/drawingml/2006/main">
            <a:r>
              <a:t>源码：packages/coding-agent/src/utils/tool-result-images.ts:1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完成取消与收尾</a:t>
            </a:r>
          </a:p>
          <a:p xmlns:a="http://schemas.openxmlformats.org/drawingml/2006/main">
            <a:r>
              <a:t>观察取消信号、后台状态与结果发出，检查进程是否仍存活而不只看界面提示。</a:t>
            </a:r>
          </a:p>
          <a:p xmlns:a="http://schemas.openxmlformats.org/drawingml/2006/main">
            <a:r>
              <a:t>输入：超时或用户取消</a:t>
            </a:r>
          </a:p>
          <a:p xmlns:a="http://schemas.openxmlformats.org/drawingml/2006/main">
            <a:r>
              <a:t>输出：实际运行状态</a:t>
            </a:r>
          </a:p>
          <a:p xmlns:a="http://schemas.openxmlformats.org/drawingml/2006/main">
            <a:r>
              <a:t>入口：PI_PROGRAM_STATUS；agent_settled.aborted</a:t>
            </a:r>
          </a:p>
          <a:p xmlns:a="http://schemas.openxmlformats.org/drawingml/2006/main">
            <a:r>
              <a:t>行为与边界：状态协议依赖终端能力；会话最终通知仍在自动重试与压缩处理之后。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源码：packages/coding-agent/src/modes/interactive/program-status-reporter.ts:1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失败与恢复：命令失败不代表无副作用，截断也不代表完整日志已丢失；应根据返回的文件引用继续定位。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练习：阅读现有测试中超时和大输出用例，写出应断言的退出状态、截断标记和文件可读性。</a:t>
            </a:r>
          </a:p>
          <a:p xmlns:a="http://schemas.openxmlformats.org/drawingml/2006/main">
            <a:r>
              <a:t>参考判断：有效验证同时观察结果和进程生命周期，不能只匹配一段“已取消”文本。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bash：Shell 执行与输出</a:t>
            </a:r>
          </a:p>
          <a:p xmlns:a="http://schemas.openxmlformats.org/drawingml/2006/main">
            <a:r>
              <a:t>执行 shell 命令并将输出、退出状态和截断信息传回模型。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边界：信号、超时、子进程与输出捕获由执行层协作处理。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powershell：Windows 命令执行</a:t>
            </a:r>
          </a:p>
          <a:p xmlns:a="http://schemas.openxmlformats.org/drawingml/2006/main">
            <a:r>
              <a:t>为 Windows 提供 PowerShell 工具定义与可注入的操作。</a:t>
            </a:r>
          </a:p>
          <a:p xmlns:a="http://schemas.openxmlformats.org/drawingml/2006/main">
            <a:r>
              <a:t>入口：--tools powershell</a:t>
            </a:r>
          </a:p>
          <a:p xmlns:a="http://schemas.openxmlformats.org/drawingml/2006/main">
            <a:r>
              <a:t>边界：不是所有平台的默认工具；平台、编码与进程行为以实现为准。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脚本图像落盘与完整输出文件</a:t>
            </a:r>
          </a:p>
          <a:p xmlns:a="http://schemas.openxmlformats.org/drawingml/2006/main">
            <a:r>
              <a:t>保存 image() 的图像和被截断的完整文本，让后续工具能用真实文件路径处理结果。</a:t>
            </a:r>
          </a:p>
          <a:p xmlns:a="http://schemas.openxmlformats.org/drawingml/2006/main">
            <a:r>
              <a:t>入口：image(block)；fullOutputPath</a:t>
            </a:r>
          </a:p>
          <a:p xmlns:a="http://schemas.openxmlformats.org/drawingml/2006/main">
            <a:r>
              <a:t>边界：图像只接受支持格式的 base64 数据，不把远程 URL 当作图像数据；临时文件生命周期由输出文件实现管理。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终端程序状态与取消结果</a:t>
            </a:r>
          </a:p>
          <a:p xmlns:a="http://schemas.openxmlformats.org/drawingml/2006/main">
            <a:r>
              <a:t>向支持 OSC 7501 的终端报告工作、等待交互、完成或失败；agent_settled 的 aborted 区分取消与完成。</a:t>
            </a:r>
          </a:p>
          <a:p xmlns:a="http://schemas.openxmlformats.org/drawingml/2006/main">
            <a:r>
              <a:t>入口：PI_PROGRAM_STATUS；agent_settled.aborted</a:t>
            </a:r>
          </a:p>
          <a:p xmlns:a="http://schemas.openxmlformats.org/drawingml/2006/main">
            <a:r>
              <a:t>边界：状态协议依赖终端能力；会话最终通知仍在自动重试与压缩处理之后。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分层设置与配置值解析</a:t>
            </a:r>
          </a:p>
          <a:p xmlns:a="http://schemas.openxmlformats.org/drawingml/2006/main">
            <a:r>
              <a:t>解析用户与项目设置，并提供跨安装形态的资源路径。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边界：配置作用域和优先级以 settings/configuration 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脚本分类模型、图像模型与用量</a:t>
            </a:r>
          </a:p>
          <a:p xmlns:a="http://schemas.openxmlformats.org/drawingml/2006/main">
            <a:r>
              <a:t>向脚本暴露分类与图像模型目录及执行接口，沿会话凭据调用，并汇总用量。</a:t>
            </a:r>
          </a:p>
          <a:p xmlns:a="http://schemas.openxmlformats.org/drawingml/2006/main">
            <a:r>
              <a:t>入口：models.classify；models.generateImages；getAvailableOfType</a:t>
            </a:r>
          </a:p>
          <a:p xmlns:a="http://schemas.openxmlformats.org/drawingml/2006/main">
            <a:r>
              <a:t>边界：脚本不能执行对话模型；每脚本最多同时运行四个此类模型调用，需检查返回的 stopReason。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extensions/truncated-tool · 示例</a:t>
            </a:r>
          </a:p>
          <a:p xmlns:a="http://schemas.openxmlformats.org/drawingml/2006/main">
            <a:r>
              <a:t>展示 extensions/truncated-tool.ts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入口：packages/coding-agent/examples/extensions/truncated-tool.ts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extensions/interactive-shell · 示例</a:t>
            </a:r>
          </a:p>
          <a:p xmlns:a="http://schemas.openxmlformats.org/drawingml/2006/main">
            <a:r>
              <a:t>展示 extensions/interactive-shell.ts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入口：packages/coding-agent/examples/extensions/interactive-shell.ts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extensions/inline-bash · 示例</a:t>
            </a:r>
          </a:p>
          <a:p xmlns:a="http://schemas.openxmlformats.org/drawingml/2006/main">
            <a:r>
              <a:t>展示 extensions/inline-bash.ts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入口：packages/coding-agent/examples/extensions/inline-bash.ts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packages/coding-agent/docs/terminal-setup.md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packages/coding-agent/test/shell-kill-process-tree.test.ts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packages/coding-agent/test/shell-path-exists.test.ts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packages/coding-agent/test/windows-shell-config.test.ts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packages/coding-agent/test/codemode-worker-admission.test.ts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UI-25 · 终端程序状态报告 [内置／终端相关] 向支持 OSC 7501 的终端／仪表盘报告 working、blocked、done、error、idle；仅发送会话名、对话框标题或错误首行，不发送提示及回答，默认先探测支持。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TOOL-02 · 执行 Shell [内置] 执行终端命令，供模型调用编译器、测试、Git 或其他系统程序，并将输出作为工具结果继续推理。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TOOL-03 · 执行 PowerShell [可选] 在 Windows 直接执行 PowerShell 命令，适配 Windows 原生命令与对象管道；需纳入工具选择。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TOOL-12 · 用户主动执行命令 [内置] `!` 执行命令并将结果放入对话；`!!` 执行命令但不把输出发给模型，便于区分任务证据与本地操作。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TOOL-13 · Shell 环境定制 [可选] 设置 Shell 可执行文件和统一命令前缀，例如进入虚拟环境或添加初始化步骤。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EXT-24 · 确定最终静止及取消状态 [库] 区别低层 agent_end 与自动恢复、排队任务完成后的 agent_settled；其 aborted 字段表明是否因取消结束，供通知、JSON 消费端和仪表盘正确分类。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EXT-30 · 用户命令重定向与资源清理 [库] 拦截 `!` 执行到替代后端，并通过 session_start／session_shutdown 管理进程、监听等资源。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CODE-10 · 图片输出与临时保存 [可选] image 接收 base64 data URL 或图片内容块，将图片交给模型并保存临时文件供后续操作；不接受远程图片 URL。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CODE-21 · 图片工具结果组合 [可选] tools.read 读取图片时返回含 type、data、mimeType、note 的图片块，可交给 image 输出或视觉分类，不再把图片丢成纯文本结果。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OTH-16 · 自定义搜索输出截断 [示例] 包装 ripgrep 并正确处理超长结果，展示面向模型的输出预算和完整结果路径。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OTH-40 · 交互 Shell 接管 [示例] 临时把终端交给 vim、htop 等交互程序，而非仅收集非交互命令输出。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OTH-41 · 提示内命令展开 [示例] 展开输入中的 `!{command}` 并进行输入预处理，展示将程序结果嵌入提示的方法。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process-tools / 命令执行、取消与大输出文件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场景：运行测试产生大量输出，并且可能超时或被取消。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选择执行器</a:t>
            </a:r>
          </a:p>
          <a:p xmlns:a="http://schemas.openxmlformats.org/drawingml/2006/main">
            <a:r>
              <a:t>检查 cwd、shell、超时与环境设置，区分终端 ! 命令和模型工具调用入口。</a:t>
            </a:r>
          </a:p>
          <a:p xmlns:a="http://schemas.openxmlformats.org/drawingml/2006/main">
            <a:r>
              <a:t>输入：命令与执行选项</a:t>
            </a:r>
          </a:p>
          <a:p xmlns:a="http://schemas.openxmlformats.org/drawingml/2006/main">
            <a:r>
              <a:t>输出：已启动进程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行为与边界：信号、超时、子进程与输出捕获由执行层协作处理。</a:t>
            </a:r>
          </a:p>
          <a:p xmlns:a="http://schemas.openxmlformats.org/drawingml/2006/main">
            <a:r>
              <a:t>源码：packages/coding-agent/src/core/bash-executor.ts:1</a:t>
            </a:r>
          </a:p>
          <a:p xmlns:a="http://schemas.openxmlformats.org/drawingml/2006/main">
            <a:r>
              <a:t>源码：packages/coding-agent/src/core/tools/bash.ts:1</a:t>
            </a:r>
          </a:p>
          <a:p xmlns:a="http://schemas.openxmlformats.org/drawingml/2006/main">
            <a:r>
              <a:t>源码：packages/coding-agent/src/utils/shell.ts:1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跟踪平台差异</a:t>
            </a:r>
          </a:p>
          <a:p xmlns:a="http://schemas.openxmlformats.org/drawingml/2006/main">
            <a:r>
              <a:t>阅读 PowerShell 工具与平台选择规则，确认编码、进程终止和错误格式。</a:t>
            </a:r>
          </a:p>
          <a:p xmlns:a="http://schemas.openxmlformats.org/drawingml/2006/main">
            <a:r>
              <a:t>输入：目标平台</a:t>
            </a:r>
          </a:p>
          <a:p xmlns:a="http://schemas.openxmlformats.org/drawingml/2006/main">
            <a:r>
              <a:t>输出：对应的执行路径</a:t>
            </a:r>
          </a:p>
          <a:p xmlns:a="http://schemas.openxmlformats.org/drawingml/2006/main">
            <a:r>
              <a:t>入口：--tools powershell</a:t>
            </a:r>
          </a:p>
          <a:p xmlns:a="http://schemas.openxmlformats.org/drawingml/2006/main">
            <a:r>
              <a:t>行为与边界：不是所有平台的默认工具；平台、编码与进程行为以实现为准。</a:t>
            </a:r>
          </a:p>
          <a:p xmlns:a="http://schemas.openxmlformats.org/drawingml/2006/main">
            <a:r>
              <a:t>源码：packages/coding-agent/src/core/tools/powershell.ts:1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收集与限制输出</a:t>
            </a:r>
          </a:p>
          <a:p xmlns:a="http://schemas.openxmlformats.org/drawingml/2006/main">
            <a:r>
              <a:t>跟踪截断结果、完整输出文件及其清理生命周期，分别记录 exit code、stdout/stderr 和提示信息。</a:t>
            </a:r>
          </a:p>
          <a:p xmlns:a="http://schemas.openxmlformats.org/drawingml/2006/main">
            <a:r>
              <a:t>输入：进程输出与退出状态</a:t>
            </a:r>
          </a:p>
          <a:p xmlns:a="http://schemas.openxmlformats.org/drawingml/2006/main">
            <a:r>
              <a:t>输出：模型结果和完整输出引用</a:t>
            </a:r>
          </a:p>
          <a:p xmlns:a="http://schemas.openxmlformats.org/drawingml/2006/main">
            <a:r>
              <a:t>入口：image(block)；fullOutputPath</a:t>
            </a:r>
          </a:p>
          <a:p xmlns:a="http://schemas.openxmlformats.org/drawingml/2006/main">
            <a:r>
              <a:t>行为与边界：图像只接受支持格式的 base64 数据，不把远程 URL 当作图像数据；临时文件生命周期由输出文件实现管理。</a:t>
            </a:r>
          </a:p>
          <a:p xmlns:a="http://schemas.openxmlformats.org/drawingml/2006/main">
            <a:r>
              <a:t>源码：packages/coding-agent/src/extensions/codemode/execute.ts:1</a:t>
            </a:r>
          </a:p>
          <a:p xmlns:a="http://schemas.openxmlformats.org/drawingml/2006/main">
            <a:r>
              <a:t>源码：packages/coding-agent/src/utils/output-files.ts:1</a:t>
            </a:r>
          </a:p>
          <a:p xmlns:a="http://schemas.openxmlformats.org/drawingml/2006/main">
            <a:r>
              <a:t>源码：packages/coding-agent/src/utils/tool-result-images.ts:1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完成取消与收尾</a:t>
            </a:r>
          </a:p>
          <a:p xmlns:a="http://schemas.openxmlformats.org/drawingml/2006/main">
            <a:r>
              <a:t>观察取消信号、后台状态与结果发出，检查进程是否仍存活而不只看界面提示。</a:t>
            </a:r>
          </a:p>
          <a:p xmlns:a="http://schemas.openxmlformats.org/drawingml/2006/main">
            <a:r>
              <a:t>输入：超时或用户取消</a:t>
            </a:r>
          </a:p>
          <a:p xmlns:a="http://schemas.openxmlformats.org/drawingml/2006/main">
            <a:r>
              <a:t>输出：实际运行状态</a:t>
            </a:r>
          </a:p>
          <a:p xmlns:a="http://schemas.openxmlformats.org/drawingml/2006/main">
            <a:r>
              <a:t>入口：PI_PROGRAM_STATUS；agent_settled.aborted</a:t>
            </a:r>
          </a:p>
          <a:p xmlns:a="http://schemas.openxmlformats.org/drawingml/2006/main">
            <a:r>
              <a:t>行为与边界：状态协议依赖终端能力；会话最终通知仍在自动重试与压缩处理之后。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源码：packages/coding-agent/src/modes/interactive/program-status-reporter.ts:1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失败与恢复：命令失败不代表无副作用，截断也不代表完整日志已丢失；应根据返回的文件引用继续定位。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练习：阅读现有测试中超时和大输出用例，写出应断言的退出状态、截断标记和文件可读性。</a:t>
            </a:r>
          </a:p>
          <a:p xmlns:a="http://schemas.openxmlformats.org/drawingml/2006/main">
            <a:r>
              <a:t>参考判断：有效验证同时观察结果和进程生命周期，不能只匹配一段“已取消”文本。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bash：Shell 执行与输出</a:t>
            </a:r>
          </a:p>
          <a:p xmlns:a="http://schemas.openxmlformats.org/drawingml/2006/main">
            <a:r>
              <a:t>执行 shell 命令并将输出、退出状态和截断信息传回模型。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边界：信号、超时、子进程与输出捕获由执行层协作处理。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powershell：Windows 命令执行</a:t>
            </a:r>
          </a:p>
          <a:p xmlns:a="http://schemas.openxmlformats.org/drawingml/2006/main">
            <a:r>
              <a:t>为 Windows 提供 PowerShell 工具定义与可注入的操作。</a:t>
            </a:r>
          </a:p>
          <a:p xmlns:a="http://schemas.openxmlformats.org/drawingml/2006/main">
            <a:r>
              <a:t>入口：--tools powershell</a:t>
            </a:r>
          </a:p>
          <a:p xmlns:a="http://schemas.openxmlformats.org/drawingml/2006/main">
            <a:r>
              <a:t>边界：不是所有平台的默认工具；平台、编码与进程行为以实现为准。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脚本图像落盘与完整输出文件</a:t>
            </a:r>
          </a:p>
          <a:p xmlns:a="http://schemas.openxmlformats.org/drawingml/2006/main">
            <a:r>
              <a:t>保存 image() 的图像和被截断的完整文本，让后续工具能用真实文件路径处理结果。</a:t>
            </a:r>
          </a:p>
          <a:p xmlns:a="http://schemas.openxmlformats.org/drawingml/2006/main">
            <a:r>
              <a:t>入口：image(block)；fullOutputPath</a:t>
            </a:r>
          </a:p>
          <a:p xmlns:a="http://schemas.openxmlformats.org/drawingml/2006/main">
            <a:r>
              <a:t>边界：图像只接受支持格式的 base64 数据，不把远程 URL 当作图像数据；临时文件生命周期由输出文件实现管理。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终端程序状态与取消结果</a:t>
            </a:r>
          </a:p>
          <a:p xmlns:a="http://schemas.openxmlformats.org/drawingml/2006/main">
            <a:r>
              <a:t>向支持 OSC 7501 的终端报告工作、等待交互、完成或失败；agent_settled 的 aborted 区分取消与完成。</a:t>
            </a:r>
          </a:p>
          <a:p xmlns:a="http://schemas.openxmlformats.org/drawingml/2006/main">
            <a:r>
              <a:t>入口：PI_PROGRAM_STATUS；agent_settled.aborted</a:t>
            </a:r>
          </a:p>
          <a:p xmlns:a="http://schemas.openxmlformats.org/drawingml/2006/main">
            <a:r>
              <a:t>边界：状态协议依赖终端能力；会话最终通知仍在自动重试与压缩处理之后。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分层设置与配置值解析</a:t>
            </a:r>
          </a:p>
          <a:p xmlns:a="http://schemas.openxmlformats.org/drawingml/2006/main">
            <a:r>
              <a:t>解析用户与项目设置，并提供跨安装形态的资源路径。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边界：配置作用域和优先级以 settings/configuration 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脚本分类模型、图像模型与用量</a:t>
            </a:r>
          </a:p>
          <a:p xmlns:a="http://schemas.openxmlformats.org/drawingml/2006/main">
            <a:r>
              <a:t>向脚本暴露分类与图像模型目录及执行接口，沿会话凭据调用，并汇总用量。</a:t>
            </a:r>
          </a:p>
          <a:p xmlns:a="http://schemas.openxmlformats.org/drawingml/2006/main">
            <a:r>
              <a:t>入口：models.classify；models.generateImages；getAvailableOfType</a:t>
            </a:r>
          </a:p>
          <a:p xmlns:a="http://schemas.openxmlformats.org/drawingml/2006/main">
            <a:r>
              <a:t>边界：脚本不能执行对话模型；每脚本最多同时运行四个此类模型调用，需检查返回的 stopReason。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extensions/truncated-tool · 示例</a:t>
            </a:r>
          </a:p>
          <a:p xmlns:a="http://schemas.openxmlformats.org/drawingml/2006/main">
            <a:r>
              <a:t>展示 extensions/truncated-tool.ts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入口：packages/coding-agent/examples/extensions/truncated-tool.ts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extensions/interactive-shell · 示例</a:t>
            </a:r>
          </a:p>
          <a:p xmlns:a="http://schemas.openxmlformats.org/drawingml/2006/main">
            <a:r>
              <a:t>展示 extensions/interactive-shell.ts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入口：packages/coding-agent/examples/extensions/interactive-shell.ts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extensions/inline-bash · 示例</a:t>
            </a:r>
          </a:p>
          <a:p xmlns:a="http://schemas.openxmlformats.org/drawingml/2006/main">
            <a:r>
              <a:t>展示 extensions/inline-bash.ts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入口：packages/coding-agent/examples/extensions/inline-bash.ts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packages/coding-agent/docs/terminal-setup.md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packages/coding-agent/test/shell-kill-process-tree.test.ts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packages/coding-agent/test/shell-path-exists.test.ts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packages/coding-agent/test/windows-shell-config.test.ts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packages/coding-agent/test/codemode-worker-admission.test.ts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UI-25 · 终端程序状态报告 [内置／终端相关] 向支持 OSC 7501 的终端／仪表盘报告 working、blocked、done、error、idle；仅发送会话名、对话框标题或错误首行，不发送提示及回答，默认先探测支持。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TOOL-02 · 执行 Shell [内置] 执行终端命令，供模型调用编译器、测试、Git 或其他系统程序，并将输出作为工具结果继续推理。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TOOL-03 · 执行 PowerShell [可选] 在 Windows 直接执行 PowerShell 命令，适配 Windows 原生命令与对象管道；需纳入工具选择。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TOOL-12 · 用户主动执行命令 [内置] `!` 执行命令并将结果放入对话；`!!` 执行命令但不把输出发给模型，便于区分任务证据与本地操作。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TOOL-13 · Shell 环境定制 [可选] 设置 Shell 可执行文件和统一命令前缀，例如进入虚拟环境或添加初始化步骤。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EXT-24 · 确定最终静止及取消状态 [库] 区别低层 agent_end 与自动恢复、排队任务完成后的 agent_settled；其 aborted 字段表明是否因取消结束，供通知、JSON 消费端和仪表盘正确分类。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EXT-30 · 用户命令重定向与资源清理 [库] 拦截 `!` 执行到替代后端，并通过 session_start／session_shutdown 管理进程、监听等资源。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CODE-10 · 图片输出与临时保存 [可选] image 接收 base64 data URL 或图片内容块，将图片交给模型并保存临时文件供后续操作；不接受远程图片 URL。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CODE-21 · 图片工具结果组合 [可选] tools.read 读取图片时返回含 type、data、mimeType、note 的图片块，可交给 image 输出或视觉分类，不再把图片丢成纯文本结果。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OTH-16 · 自定义搜索输出截断 [示例] 包装 ripgrep 并正确处理超长结果，展示面向模型的输出预算和完整结果路径。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OTH-40 · 交互 Shell 接管 [示例] 临时把终端交给 vim、htop 等交互程序，而非仅收集非交互命令输出。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OTH-41 · 提示内命令展开 [示例] 展开输入中的 `!{command}` 并进行输入预处理，展示将程序结果嵌入提示的方法。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process-tools / 命令执行、取消与大输出文件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场景：运行测试产生大量输出，并且可能超时或被取消。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选择执行器</a:t>
            </a:r>
          </a:p>
          <a:p xmlns:a="http://schemas.openxmlformats.org/drawingml/2006/main">
            <a:r>
              <a:t>检查 cwd、shell、超时与环境设置，区分终端 ! 命令和模型工具调用入口。</a:t>
            </a:r>
          </a:p>
          <a:p xmlns:a="http://schemas.openxmlformats.org/drawingml/2006/main">
            <a:r>
              <a:t>输入：命令与执行选项</a:t>
            </a:r>
          </a:p>
          <a:p xmlns:a="http://schemas.openxmlformats.org/drawingml/2006/main">
            <a:r>
              <a:t>输出：已启动进程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行为与边界：信号、超时、子进程与输出捕获由执行层协作处理。</a:t>
            </a:r>
          </a:p>
          <a:p xmlns:a="http://schemas.openxmlformats.org/drawingml/2006/main">
            <a:r>
              <a:t>源码：packages/coding-agent/src/core/bash-executor.ts:1</a:t>
            </a:r>
          </a:p>
          <a:p xmlns:a="http://schemas.openxmlformats.org/drawingml/2006/main">
            <a:r>
              <a:t>源码：packages/coding-agent/src/core/tools/bash.ts:1</a:t>
            </a:r>
          </a:p>
          <a:p xmlns:a="http://schemas.openxmlformats.org/drawingml/2006/main">
            <a:r>
              <a:t>源码：packages/coding-agent/src/utils/shell.ts:1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跟踪平台差异</a:t>
            </a:r>
          </a:p>
          <a:p xmlns:a="http://schemas.openxmlformats.org/drawingml/2006/main">
            <a:r>
              <a:t>阅读 PowerShell 工具与平台选择规则，确认编码、进程终止和错误格式。</a:t>
            </a:r>
          </a:p>
          <a:p xmlns:a="http://schemas.openxmlformats.org/drawingml/2006/main">
            <a:r>
              <a:t>输入：目标平台</a:t>
            </a:r>
          </a:p>
          <a:p xmlns:a="http://schemas.openxmlformats.org/drawingml/2006/main">
            <a:r>
              <a:t>输出：对应的执行路径</a:t>
            </a:r>
          </a:p>
          <a:p xmlns:a="http://schemas.openxmlformats.org/drawingml/2006/main">
            <a:r>
              <a:t>入口：--tools powershell</a:t>
            </a:r>
          </a:p>
          <a:p xmlns:a="http://schemas.openxmlformats.org/drawingml/2006/main">
            <a:r>
              <a:t>行为与边界：不是所有平台的默认工具；平台、编码与进程行为以实现为准。</a:t>
            </a:r>
          </a:p>
          <a:p xmlns:a="http://schemas.openxmlformats.org/drawingml/2006/main">
            <a:r>
              <a:t>源码：packages/coding-agent/src/core/tools/powershell.ts:1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收集与限制输出</a:t>
            </a:r>
          </a:p>
          <a:p xmlns:a="http://schemas.openxmlformats.org/drawingml/2006/main">
            <a:r>
              <a:t>跟踪截断结果、完整输出文件及其清理生命周期，分别记录 exit code、stdout/stderr 和提示信息。</a:t>
            </a:r>
          </a:p>
          <a:p xmlns:a="http://schemas.openxmlformats.org/drawingml/2006/main">
            <a:r>
              <a:t>输入：进程输出与退出状态</a:t>
            </a:r>
          </a:p>
          <a:p xmlns:a="http://schemas.openxmlformats.org/drawingml/2006/main">
            <a:r>
              <a:t>输出：模型结果和完整输出引用</a:t>
            </a:r>
          </a:p>
          <a:p xmlns:a="http://schemas.openxmlformats.org/drawingml/2006/main">
            <a:r>
              <a:t>入口：image(block)；fullOutputPath</a:t>
            </a:r>
          </a:p>
          <a:p xmlns:a="http://schemas.openxmlformats.org/drawingml/2006/main">
            <a:r>
              <a:t>行为与边界：图像只接受支持格式的 base64 数据，不把远程 URL 当作图像数据；临时文件生命周期由输出文件实现管理。</a:t>
            </a:r>
          </a:p>
          <a:p xmlns:a="http://schemas.openxmlformats.org/drawingml/2006/main">
            <a:r>
              <a:t>源码：packages/coding-agent/src/extensions/codemode/execute.ts:1</a:t>
            </a:r>
          </a:p>
          <a:p xmlns:a="http://schemas.openxmlformats.org/drawingml/2006/main">
            <a:r>
              <a:t>源码：packages/coding-agent/src/utils/output-files.ts:1</a:t>
            </a:r>
          </a:p>
          <a:p xmlns:a="http://schemas.openxmlformats.org/drawingml/2006/main">
            <a:r>
              <a:t>源码：packages/coding-agent/src/utils/tool-result-images.ts:1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完成取消与收尾</a:t>
            </a:r>
          </a:p>
          <a:p xmlns:a="http://schemas.openxmlformats.org/drawingml/2006/main">
            <a:r>
              <a:t>观察取消信号、后台状态与结果发出，检查进程是否仍存活而不只看界面提示。</a:t>
            </a:r>
          </a:p>
          <a:p xmlns:a="http://schemas.openxmlformats.org/drawingml/2006/main">
            <a:r>
              <a:t>输入：超时或用户取消</a:t>
            </a:r>
          </a:p>
          <a:p xmlns:a="http://schemas.openxmlformats.org/drawingml/2006/main">
            <a:r>
              <a:t>输出：实际运行状态</a:t>
            </a:r>
          </a:p>
          <a:p xmlns:a="http://schemas.openxmlformats.org/drawingml/2006/main">
            <a:r>
              <a:t>入口：PI_PROGRAM_STATUS；agent_settled.aborted</a:t>
            </a:r>
          </a:p>
          <a:p xmlns:a="http://schemas.openxmlformats.org/drawingml/2006/main">
            <a:r>
              <a:t>行为与边界：状态协议依赖终端能力；会话最终通知仍在自动重试与压缩处理之后。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源码：packages/coding-agent/src/modes/interactive/program-status-reporter.ts:1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失败与恢复：命令失败不代表无副作用，截断也不代表完整日志已丢失；应根据返回的文件引用继续定位。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练习：阅读现有测试中超时和大输出用例，写出应断言的退出状态、截断标记和文件可读性。</a:t>
            </a:r>
          </a:p>
          <a:p xmlns:a="http://schemas.openxmlformats.org/drawingml/2006/main">
            <a:r>
              <a:t>参考判断：有效验证同时观察结果和进程生命周期，不能只匹配一段“已取消”文本。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bash：Shell 执行与输出</a:t>
            </a:r>
          </a:p>
          <a:p xmlns:a="http://schemas.openxmlformats.org/drawingml/2006/main">
            <a:r>
              <a:t>执行 shell 命令并将输出、退出状态和截断信息传回模型。</a:t>
            </a:r>
          </a:p>
          <a:p xmlns:a="http://schemas.openxmlformats.org/drawingml/2006/main">
            <a:r>
              <a:t>入口：默认启用工具 bash；用户 ! 命令</a:t>
            </a:r>
          </a:p>
          <a:p xmlns:a="http://schemas.openxmlformats.org/drawingml/2006/main">
            <a:r>
              <a:t>边界：信号、超时、子进程与输出捕获由执行层协作处理。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powershell：Windows 命令执行</a:t>
            </a:r>
          </a:p>
          <a:p xmlns:a="http://schemas.openxmlformats.org/drawingml/2006/main">
            <a:r>
              <a:t>为 Windows 提供 PowerShell 工具定义与可注入的操作。</a:t>
            </a:r>
          </a:p>
          <a:p xmlns:a="http://schemas.openxmlformats.org/drawingml/2006/main">
            <a:r>
              <a:t>入口：--tools powershell</a:t>
            </a:r>
          </a:p>
          <a:p xmlns:a="http://schemas.openxmlformats.org/drawingml/2006/main">
            <a:r>
              <a:t>边界：不是所有平台的默认工具；平台、编码与进程行为以实现为准。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脚本图像落盘与完整输出文件</a:t>
            </a:r>
          </a:p>
          <a:p xmlns:a="http://schemas.openxmlformats.org/drawingml/2006/main">
            <a:r>
              <a:t>保存 image() 的图像和被截断的完整文本，让后续工具能用真实文件路径处理结果。</a:t>
            </a:r>
          </a:p>
          <a:p xmlns:a="http://schemas.openxmlformats.org/drawingml/2006/main">
            <a:r>
              <a:t>入口：image(block)；fullOutputPath</a:t>
            </a:r>
          </a:p>
          <a:p xmlns:a="http://schemas.openxmlformats.org/drawingml/2006/main">
            <a:r>
              <a:t>边界：图像只接受支持格式的 base64 数据，不把远程 URL 当作图像数据；临时文件生命周期由输出文件实现管理。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终端程序状态与取消结果</a:t>
            </a:r>
          </a:p>
          <a:p xmlns:a="http://schemas.openxmlformats.org/drawingml/2006/main">
            <a:r>
              <a:t>向支持 OSC 7501 的终端报告工作、等待交互、完成或失败；agent_settled 的 aborted 区分取消与完成。</a:t>
            </a:r>
          </a:p>
          <a:p xmlns:a="http://schemas.openxmlformats.org/drawingml/2006/main">
            <a:r>
              <a:t>入口：PI_PROGRAM_STATUS；agent_settled.aborted</a:t>
            </a:r>
          </a:p>
          <a:p xmlns:a="http://schemas.openxmlformats.org/drawingml/2006/main">
            <a:r>
              <a:t>边界：状态协议依赖终端能力；会话最终通知仍在自动重试与压缩处理之后。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分层设置与配置值解析</a:t>
            </a:r>
          </a:p>
          <a:p xmlns:a="http://schemas.openxmlformats.org/drawingml/2006/main">
            <a:r>
              <a:t>解析用户与项目设置，并提供跨安装形态的资源路径。</a:t>
            </a:r>
          </a:p>
          <a:p xmlns:a="http://schemas.openxmlformats.org/drawingml/2006/main">
            <a:r>
              <a:t>入口：settings.json；环境变量；CLI 覆盖</a:t>
            </a:r>
          </a:p>
          <a:p xmlns:a="http://schemas.openxmlformats.org/drawingml/2006/main">
            <a:r>
              <a:t>边界：配置作用域和优先级以 settings/configuration 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扩展发现、注册与事件分发</a:t>
            </a:r>
          </a:p>
          <a:p xmlns:a="http://schemas.openxmlformats.org/drawingml/2006/main">
            <a:r>
              <a:t>加载 TS/JS 扩展，注册工具、命令、快捷键、提供商与事件。</a:t>
            </a:r>
          </a:p>
          <a:p xmlns:a="http://schemas.openxmlformats.org/drawingml/2006/main">
            <a:r>
              <a:t>入口：--extension；/reload；ExtensionAPI</a:t>
            </a:r>
          </a:p>
          <a:p xmlns:a="http://schemas.openxmlformats.org/drawingml/2006/main">
            <a:r>
              <a:t>边界：工厂负责注册，runner 提供上下文与分发；原始类型注释可在 API 清单中逐项阅读。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脚本分类模型、图像模型与用量</a:t>
            </a:r>
          </a:p>
          <a:p xmlns:a="http://schemas.openxmlformats.org/drawingml/2006/main">
            <a:r>
              <a:t>向脚本暴露分类与图像模型目录及执行接口，沿会话凭据调用，并汇总用量。</a:t>
            </a:r>
          </a:p>
          <a:p xmlns:a="http://schemas.openxmlformats.org/drawingml/2006/main">
            <a:r>
              <a:t>入口：models.classify；models.generateImages；getAvailableOfType</a:t>
            </a:r>
          </a:p>
          <a:p xmlns:a="http://schemas.openxmlformats.org/drawingml/2006/main">
            <a:r>
              <a:t>边界：脚本不能执行对话模型；每脚本最多同时运行四个此类模型调用，需检查返回的 stopReason。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extensions/truncated-tool · 示例</a:t>
            </a:r>
          </a:p>
          <a:p xmlns:a="http://schemas.openxmlformats.org/drawingml/2006/main">
            <a:r>
              <a:t>展示 extensions/truncated-tool.ts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入口：packages/coding-agent/examples/extensions/truncated-tool.ts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extensions/interactive-shell · 示例</a:t>
            </a:r>
          </a:p>
          <a:p xmlns:a="http://schemas.openxmlformats.org/drawingml/2006/main">
            <a:r>
              <a:t>展示 extensions/interactive-shell.ts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入口：packages/coding-agent/examples/extensions/interactive-shell.ts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extensions/inline-bash · 示例</a:t>
            </a:r>
          </a:p>
          <a:p xmlns:a="http://schemas.openxmlformats.org/drawingml/2006/main">
            <a:r>
              <a:t>展示 extensions/inline-bash.ts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入口：packages/coding-agent/examples/extensions/inline-bash.ts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packages/coding-agent/docs/terminal-setup.md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packages/coding-agent/docs/usage.md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packages/coding-agent/docs/json.md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packages/coding-agent/test/shell-kill-process-tree.test.ts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packages/coding-agent/test/shell-path-exists.test.ts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packages/coding-agent/test/windows-shell-config.test.ts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packages/coding-agent/test/codemode-worker-admission.test.ts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packages/coding-agent/test/tool-result-images.test.ts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packages/coding-agent/test/suite/regressions/11156-pi-ai-models-virtual-module.test.ts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UI-25 · 终端程序状态报告 [内置／终端相关] 向支持 OSC 7501 的终端／仪表盘报告 working、blocked、done、error、idle；仅发送会话名、对话框标题或错误首行，不发送提示及回答，默认先探测支持。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TOOL-02 · 执行 Shell [内置] 执行终端命令，供模型调用编译器、测试、Git 或其他系统程序，并将输出作为工具结果继续推理。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TOOL-03 · 执行 PowerShell [可选] 在 Windows 直接执行 PowerShell 命令，适配 Windows 原生命令与对象管道；需纳入工具选择。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TOOL-12 · 用户主动执行命令 [内置] `!` 执行命令并将结果放入对话；`!!` 执行命令但不把输出发给模型，便于区分任务证据与本地操作。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TOOL-13 · Shell 环境定制 [可选] 设置 Shell 可执行文件和统一命令前缀，例如进入虚拟环境或添加初始化步骤。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EXT-24 · 确定最终静止及取消状态 [库] 区别低层 agent_end 与自动恢复、排队任务完成后的 agent_settled；其 aborted 字段表明是否因取消结束，供通知、JSON 消费端和仪表盘正确分类。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EXT-30 · 用户命令重定向与资源清理 [库] 拦截 `!` 执行到替代后端，并通过 session_start／session_shutdown 管理进程、监听等资源。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CODE-10 · 图片输出与临时保存 [可选] image 接收 base64 data URL 或图片内容块，将图片交给模型并保存临时文件供后续操作；不接受远程图片 URL。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CODE-21 · 图片工具结果组合 [可选] tools.read 读取图片时返回含 type、data、mimeType、note 的图片块，可交给 image 输出或视觉分类，不再把图片丢成纯文本结果。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OTH-16 · 自定义搜索输出截断 [示例] 包装 ripgrep 并正确处理超长结果，展示面向模型的输出预算和完整结果路径。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OTH-40 · 交互 Shell 接管 [示例] 临时把终端交给 vim、htop 等交互程序，而非仅收集非交互命令输出。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OTH-41 · 提示内命令展开 [示例] 展开输入中的 `!{command}` 并进行输入预处理，展示将程序结果嵌入提示的方法。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tool-exposure / 工具选择、搜索、Loadout 与嵌套钩子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场景：可用工具很多，希望模型按需要发现，同时所有调用都经过同一条校验管线。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确定工具注册与启用</a:t>
            </a:r>
          </a:p>
          <a:p xmlns:a="http://schemas.openxmlformats.org/drawingml/2006/main">
            <a:r>
              <a:t>区分已注册工具、默认工具和启用集合，检查命令与设置如何调整。</a:t>
            </a:r>
          </a:p>
          <a:p xmlns:a="http://schemas.openxmlformats.org/drawingml/2006/main">
            <a:r>
              <a:t>输入：工具注册与设置</a:t>
            </a:r>
          </a:p>
          <a:p xmlns:a="http://schemas.openxmlformats.org/drawingml/2006/main">
            <a:r>
              <a:t>输出：当前可用工具集合</a:t>
            </a:r>
          </a:p>
          <a:p xmlns:a="http://schemas.openxmlformats.org/drawingml/2006/main">
            <a:r>
              <a:t>入口：--tools +name,-name</a:t>
            </a:r>
          </a:p>
          <a:p xmlns:a="http://schemas.openxmlformats.org/drawingml/2006/main">
            <a:r>
              <a:t>行为与边界：恢复会话先沿用已保存的活动工具，再应用 CLI 增减项；明确替换或 --no-tools 可覆盖。最终工具仍受排除与暴露约束。</a:t>
            </a:r>
          </a:p>
          <a:p xmlns:a="http://schemas.openxmlformats.org/drawingml/2006/main">
            <a:r>
              <a:t>源码：packages/coding-agent/src/cli/args.ts:1</a:t>
            </a:r>
          </a:p>
          <a:p xmlns:a="http://schemas.openxmlformats.org/drawingml/2006/main">
            <a:r>
              <a:t>源码：packages/coding-agent/src/core/sdk.ts:1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组织请求中的声明</a:t>
            </a:r>
          </a:p>
          <a:p xmlns:a="http://schemas.openxmlformats.org/drawingml/2006/main">
            <a:r>
              <a:t>跟踪 Loadout 选择和声明构造，明确本轮模型实际看到什么。</a:t>
            </a:r>
          </a:p>
          <a:p xmlns:a="http://schemas.openxmlformats.org/drawingml/2006/main">
            <a:r>
              <a:t>输入：可用工具与运行状态</a:t>
            </a:r>
          </a:p>
          <a:p xmlns:a="http://schemas.openxmlformats.org/drawingml/2006/main">
            <a:r>
              <a:t>输出：请求工具声明</a:t>
            </a:r>
          </a:p>
          <a:p xmlns:a="http://schemas.openxmlformats.org/drawingml/2006/main">
            <a:r>
              <a:t>入口：ToolExposure；prepareLoadout；getAllTools；namespace</a:t>
            </a:r>
          </a:p>
          <a:p xmlns:a="http://schemas.openxmlformats.org/drawingml/2006/main">
            <a:r>
              <a:t>行为与边界：模型声明不代表所有注册工具；annotations、outputSchema 与 structuredContent 承载额外契约。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源码：packages/coding-agent/src/extensions/codemode/tool.ts:1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按需发现工具</a:t>
            </a:r>
          </a:p>
          <a:p xmlns:a="http://schemas.openxmlformats.org/drawingml/2006/main">
            <a:r>
              <a:t>检查名称、描述搜索结果与暴露方式，区分发现工具与真正执行工具。</a:t>
            </a:r>
          </a:p>
          <a:p xmlns:a="http://schemas.openxmlformats.org/drawingml/2006/main">
            <a:r>
              <a:t>输入：工具查询</a:t>
            </a:r>
          </a:p>
          <a:p xmlns:a="http://schemas.openxmlformats.org/drawingml/2006/main">
            <a:r>
              <a:t>输出：可选择的工具描述</a:t>
            </a:r>
          </a:p>
          <a:p xmlns:a="http://schemas.openxmlformats.org/drawingml/2006/main">
            <a:r>
              <a:t>入口：tool_search；Bm25Ranker；searchTools</a:t>
            </a:r>
          </a:p>
          <a:p xmlns:a="http://schemas.openxmlformats.org/drawingml/2006/main">
            <a:r>
              <a:t>行为与边界：tool_search 改变工具集合并写入会话；脚本 searchTools 只查找可调用工具，两者职责不同。</a:t>
            </a:r>
          </a:p>
          <a:p xmlns:a="http://schemas.openxmlformats.org/drawingml/2006/main">
            <a:r>
              <a:t>源码：packages/coding-agent/src/extensions/tool-search/index.ts:1</a:t>
            </a:r>
          </a:p>
          <a:p xmlns:a="http://schemas.openxmlformats.org/drawingml/2006/main">
            <a:r>
              <a:t>源码：packages/coding-agent/src/extensions/tool-search/tool.ts:1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保持嵌套调用一致</a:t>
            </a:r>
          </a:p>
          <a:p xmlns:a="http://schemas.openxmlformats.org/drawingml/2006/main">
            <a:r>
              <a:t>从 MCP/codemode 嵌套调用跟到 runToolCall，确认前后 hook、参数验证与错误结果仍然发生。</a:t>
            </a:r>
          </a:p>
          <a:p xmlns:a="http://schemas.openxmlformats.org/drawingml/2006/main">
            <a:r>
              <a:t>输入：嵌套工具调用</a:t>
            </a:r>
          </a:p>
          <a:p xmlns:a="http://schemas.openxmlformats.org/drawingml/2006/main">
            <a:r>
              <a:t>输出：一致的调用结果和事件</a:t>
            </a:r>
          </a:p>
          <a:p xmlns:a="http://schemas.openxmlformats.org/drawingml/2006/main">
            <a:r>
              <a:t>入口：ctx.executeTool；parentToolCallId；nestedCalls</a:t>
            </a:r>
          </a:p>
          <a:p xmlns:a="http://schemas.openxmlformats.org/drawingml/2006/main">
            <a:r>
              <a:t>行为与边界：子调用收到取消信号，串行策略由队列处理；嵌套结果不逐条进入模型上下文，记录有界。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源码：packages/coding-agent/src/core/nested-tool-calls.ts:1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失败与恢复：直接调用 execute 会跳过统一管线。模型看到声明也不意味着工具在所有运行阶段都允许执行。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练习：设计一个 beforeToolCall 阻止调用的测试，分别从普通工具和嵌套入口触发。</a:t>
            </a:r>
          </a:p>
          <a:p xmlns:a="http://schemas.openxmlformats.org/drawingml/2006/main">
            <a:r>
              <a:t>参考判断：两条入口都必须体现同一阻止结果；如果只测普通调用，会漏掉嵌套绕过。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默认工具的增减选择</a:t>
            </a:r>
          </a:p>
          <a:p xmlns:a="http://schemas.openxmlformats.org/drawingml/2006/main">
            <a:r>
              <a:t>在默认工具集合上添加或排除指定工具，例如 -t +codemode,-write。</a:t>
            </a:r>
          </a:p>
          <a:p xmlns:a="http://schemas.openxmlformats.org/drawingml/2006/main">
            <a:r>
              <a:t>入口：--tools +name,-name</a:t>
            </a:r>
          </a:p>
          <a:p xmlns:a="http://schemas.openxmlformats.org/drawingml/2006/main">
            <a:r>
              <a:t>边界：恢复会话先沿用已保存的活动工具，再应用 CLI 增减项；明确替换或 --no-tools 可覆盖。最终工具仍受排除与暴露约束。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工具暴露、命名空间与请求 Loadout</a:t>
            </a:r>
          </a:p>
          <a:p xmlns:a="http://schemas.openxmlformats.org/drawingml/2006/main">
            <a:r>
              <a:t>把工具注册、激活、模型声明和脚本可调用性分开管理，扩展可为每次请求准备工具集。</a:t>
            </a:r>
          </a:p>
          <a:p xmlns:a="http://schemas.openxmlformats.org/drawingml/2006/main">
            <a:r>
              <a:t>入口：ToolExposure；prepareLoadout；getAllTools；namespace</a:t>
            </a:r>
          </a:p>
          <a:p xmlns:a="http://schemas.openxmlformats.org/drawingml/2006/main">
            <a:r>
              <a:t>边界：模型声明不代表所有注册工具；annotations、outputSchema 与 structuredContent 承载额外契约。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tool_search：BM25 搜索与延迟工具加载</a:t>
            </a:r>
          </a:p>
          <a:p xmlns:a="http://schemas.openxmlformats.org/drawingml/2006/main">
            <a:r>
              <a:t>按名称、描述、参数与命名空间检索未声明工具，激活匹配项供下一次模型请求直接调用。</a:t>
            </a:r>
          </a:p>
          <a:p xmlns:a="http://schemas.openxmlformats.org/drawingml/2006/main">
            <a:r>
              <a:t>入口：tool_search；Bm25Ranker；searchTools</a:t>
            </a:r>
          </a:p>
          <a:p xmlns:a="http://schemas.openxmlformats.org/drawingml/2006/main">
            <a:r>
              <a:t>边界：tool_search 改变工具集合并写入会话；脚本 searchTools 只查找可调用工具，两者职责不同。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嵌套工具管线、父子事件与用量记录</a:t>
            </a:r>
          </a:p>
          <a:p xmlns:a="http://schemas.openxmlformats.org/drawingml/2006/main">
            <a:r>
              <a:t>ctx.executeTool 将脚本发起的子调用交给同一校验、拦截和结果管线，汇总到父工具。</a:t>
            </a:r>
          </a:p>
          <a:p xmlns:a="http://schemas.openxmlformats.org/drawingml/2006/main">
            <a:r>
              <a:t>入口：ctx.executeTool；parentToolCallId；nestedCalls</a:t>
            </a:r>
          </a:p>
          <a:p xmlns:a="http://schemas.openxmlformats.org/drawingml/2006/main">
            <a:r>
              <a:t>边界：子调用收到取消信号，串行策略由队列处理；嵌套结果不逐条进入模型上下文，记录有界。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工具命名、暴露与结果适配</a:t>
            </a:r>
          </a:p>
          <a:p xmlns:a="http://schemas.openxmlformats.org/drawingml/2006/main">
            <a:r>
              <a:t>把服务器工具接入 Pi 工具管线，规范化名称，传递 structuredContent、isError 和安全提示。</a:t>
            </a:r>
          </a:p>
          <a:p xmlns:a="http://schemas.openxmlformats.org/drawingml/2006/main">
            <a:r>
              <a:t>入口：direct / codemode / deferred / hidden；toolExposure</a:t>
            </a:r>
          </a:p>
          <a:p xmlns:a="http://schemas.openxmlformats.org/drawingml/2006/main">
            <a:r>
              <a:t>边界：规范化后的重名工具带 hash 后缀；模型端大文本截断并保留完整临时文件，脚本可收到完整结果。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extensions/plan-mode · 示例</a:t>
            </a:r>
          </a:p>
          <a:p xmlns:a="http://schemas.openxmlformats.org/drawingml/2006/main">
            <a:r>
              <a:t>展示 extensions/plan-mode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入口：packages/coding-agent/examples/extensions/plan-mode/index.ts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extensions/tools · 示例</a:t>
            </a:r>
          </a:p>
          <a:p xmlns:a="http://schemas.openxmlformats.org/drawingml/2006/main">
            <a:r>
              <a:t>展示 extensions/tools.ts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入口：packages/coding-agent/examples/extensions/tools.ts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packages/coding-agent/examples/extensions/plan-mode/README.md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packages/coding-agent/test/args.test.ts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packages/coding-agent/test/suite/regressions/7269-cli-end-of-options.test.ts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packages/coding-agent/test/nested-tool-calls.test.ts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packages/coding-agent/test/plan-mode-utils.test.ts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TOOL-10 · 默认工具增量配置 [内置] 默认工具支持增删继承集合。恢复会话时先采用持久化的活动工具，再应用 CLI +name/-name；明确替换列表或禁用工具可覆盖它，/reload 仍保持显式排除。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EXT-09 · 结构化工具输出 [库] 同时提供模型可读文本和可编程数据，使 Codemode 等调用者无需解析展示文本。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EXT-10 · 嵌套工具调用 [库] 一个工具可经统一管线调用其他工具，保留参数校验、前后 Hook、父调用 ID 和进度事件。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EXT-11 · 嵌套调用记录与用量汇总 [库] 外层结果保存有界的嵌套调用元数据，供导出和压缩文件跟踪使用；嵌套用量自动向外汇总。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EXT-12 · 工具暴露级别 [库] 区分 direct、model-only、codemode、deferred、hidden，分别控制声明、嵌套可调用性、延迟发现和隐藏。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EXT-13 · 命名空间、别名与行为提示 [库] namespace 组织工具并提供长指导，aliases 支持按服务别名或脚本标识符查找；annotations 标注只读、破坏性和幂等等提示，不代表已验证安全属性。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EXT-14 · 动态工具激活 [库] 在工具已注册的前提下调整活跃集合，变更在下次请求前写入会话，支持按需加载能力。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EXT-15 · 模型可见工具集整形 [库] 编排工具可改写声明或隐藏声明，并通过 getPromptGuidelines 读取工具指导。默认系统提示不再提及被隐藏工具，编排工具负责将其指导带入自己的声明。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EXT-32 · 间接工具可达范围声明 [库] 编排工具用 reachesTools 返回 all 或可指向工具／命名空间的输入词，MCP 据此等待所需连接并判断替代 codemode／tool_search 是否真能访问 MCP。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MCP-19 · 权限 Hook 与嵌套追踪 [库] MCP 和 Codemode 中的 MCP 调用都经过普通工具事件，扩展可统一审批、记录及处理结果。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MCP-27 · MCP 通配选择与可达性区分 [可选] --tools 未含 mcp__ 前缀项时保留 MCP 的间接调用范围，但未匹配工具不直接声明；出现前缀项后按模式过滤 MCP。--exclude-tools 可统一排除，资源工具也按 MCP 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CODE-05 · 工具列表与相关性检索 [可选] 通过 ALL_TOOLS 查看工具名和说明，或按 BM25 与命名空间检索相关工具，避免所有描述常驻提示。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CODE-07 · 延迟工具直接激活 [可选] tool_search 搜索未声明工具并让结果在下一次模型调用中直接可用，已加载工具随分支保存。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OTH-22 · 只读计划模式 [示例] 以只读探索和步骤追踪组织计划阶段，再进入执行阶段；普通 CLI 默认没有此工作流。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OTH-23 · 交互式工具开关 [示例] 在界面选择启用／禁用工具并保存到会话，便于运行中调整模型能力。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tool-exposure / 工具选择、搜索、Loadout 与嵌套钩子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场景：可用工具很多，希望模型按需要发现，同时所有调用都经过同一条校验管线。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确定工具注册与启用</a:t>
            </a:r>
          </a:p>
          <a:p xmlns:a="http://schemas.openxmlformats.org/drawingml/2006/main">
            <a:r>
              <a:t>区分已注册工具、默认工具和启用集合，检查命令与设置如何调整。</a:t>
            </a:r>
          </a:p>
          <a:p xmlns:a="http://schemas.openxmlformats.org/drawingml/2006/main">
            <a:r>
              <a:t>输入：工具注册与设置</a:t>
            </a:r>
          </a:p>
          <a:p xmlns:a="http://schemas.openxmlformats.org/drawingml/2006/main">
            <a:r>
              <a:t>输出：当前可用工具集合</a:t>
            </a:r>
          </a:p>
          <a:p xmlns:a="http://schemas.openxmlformats.org/drawingml/2006/main">
            <a:r>
              <a:t>入口：--tools +name,-name</a:t>
            </a:r>
          </a:p>
          <a:p xmlns:a="http://schemas.openxmlformats.org/drawingml/2006/main">
            <a:r>
              <a:t>行为与边界：恢复会话先沿用已保存的活动工具，再应用 CLI 增减项；明确替换或 --no-tools 可覆盖。最终工具仍受排除与暴露约束。</a:t>
            </a:r>
          </a:p>
          <a:p xmlns:a="http://schemas.openxmlformats.org/drawingml/2006/main">
            <a:r>
              <a:t>源码：packages/coding-agent/src/cli/args.ts:1</a:t>
            </a:r>
          </a:p>
          <a:p xmlns:a="http://schemas.openxmlformats.org/drawingml/2006/main">
            <a:r>
              <a:t>源码：packages/coding-agent/src/core/sdk.ts:1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组织请求中的声明</a:t>
            </a:r>
          </a:p>
          <a:p xmlns:a="http://schemas.openxmlformats.org/drawingml/2006/main">
            <a:r>
              <a:t>跟踪 Loadout 选择和声明构造，明确本轮模型实际看到什么。</a:t>
            </a:r>
          </a:p>
          <a:p xmlns:a="http://schemas.openxmlformats.org/drawingml/2006/main">
            <a:r>
              <a:t>输入：可用工具与运行状态</a:t>
            </a:r>
          </a:p>
          <a:p xmlns:a="http://schemas.openxmlformats.org/drawingml/2006/main">
            <a:r>
              <a:t>输出：请求工具声明</a:t>
            </a:r>
          </a:p>
          <a:p xmlns:a="http://schemas.openxmlformats.org/drawingml/2006/main">
            <a:r>
              <a:t>入口：ToolExposure；prepareLoadout；getAllTools；namespace</a:t>
            </a:r>
          </a:p>
          <a:p xmlns:a="http://schemas.openxmlformats.org/drawingml/2006/main">
            <a:r>
              <a:t>行为与边界：模型声明不代表所有注册工具；annotations、outputSchema 与 structuredContent 承载额外契约。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源码：packages/coding-agent/src/extensions/codemode/tool.ts:1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按需发现工具</a:t>
            </a:r>
          </a:p>
          <a:p xmlns:a="http://schemas.openxmlformats.org/drawingml/2006/main">
            <a:r>
              <a:t>检查名称、描述搜索结果与暴露方式，区分发现工具与真正执行工具。</a:t>
            </a:r>
          </a:p>
          <a:p xmlns:a="http://schemas.openxmlformats.org/drawingml/2006/main">
            <a:r>
              <a:t>输入：工具查询</a:t>
            </a:r>
          </a:p>
          <a:p xmlns:a="http://schemas.openxmlformats.org/drawingml/2006/main">
            <a:r>
              <a:t>输出：可选择的工具描述</a:t>
            </a:r>
          </a:p>
          <a:p xmlns:a="http://schemas.openxmlformats.org/drawingml/2006/main">
            <a:r>
              <a:t>入口：tool_search；Bm25Ranker；searchTools</a:t>
            </a:r>
          </a:p>
          <a:p xmlns:a="http://schemas.openxmlformats.org/drawingml/2006/main">
            <a:r>
              <a:t>行为与边界：tool_search 改变工具集合并写入会话；脚本 searchTools 只查找可调用工具，两者职责不同。</a:t>
            </a:r>
          </a:p>
          <a:p xmlns:a="http://schemas.openxmlformats.org/drawingml/2006/main">
            <a:r>
              <a:t>源码：packages/coding-agent/src/extensions/tool-search/index.ts:1</a:t>
            </a:r>
          </a:p>
          <a:p xmlns:a="http://schemas.openxmlformats.org/drawingml/2006/main">
            <a:r>
              <a:t>源码：packages/coding-agent/src/extensions/tool-search/tool.ts:1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保持嵌套调用一致</a:t>
            </a:r>
          </a:p>
          <a:p xmlns:a="http://schemas.openxmlformats.org/drawingml/2006/main">
            <a:r>
              <a:t>从 MCP/codemode 嵌套调用跟到 runToolCall，确认前后 hook、参数验证与错误结果仍然发生。</a:t>
            </a:r>
          </a:p>
          <a:p xmlns:a="http://schemas.openxmlformats.org/drawingml/2006/main">
            <a:r>
              <a:t>输入：嵌套工具调用</a:t>
            </a:r>
          </a:p>
          <a:p xmlns:a="http://schemas.openxmlformats.org/drawingml/2006/main">
            <a:r>
              <a:t>输出：一致的调用结果和事件</a:t>
            </a:r>
          </a:p>
          <a:p xmlns:a="http://schemas.openxmlformats.org/drawingml/2006/main">
            <a:r>
              <a:t>入口：ctx.executeTool；parentToolCallId；nestedCalls</a:t>
            </a:r>
          </a:p>
          <a:p xmlns:a="http://schemas.openxmlformats.org/drawingml/2006/main">
            <a:r>
              <a:t>行为与边界：子调用收到取消信号，串行策略由队列处理；嵌套结果不逐条进入模型上下文，记录有界。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源码：packages/coding-agent/src/core/nested-tool-calls.ts:1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失败与恢复：直接调用 execute 会跳过统一管线。模型看到声明也不意味着工具在所有运行阶段都允许执行。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练习：设计一个 beforeToolCall 阻止调用的测试，分别从普通工具和嵌套入口触发。</a:t>
            </a:r>
          </a:p>
          <a:p xmlns:a="http://schemas.openxmlformats.org/drawingml/2006/main">
            <a:r>
              <a:t>参考判断：两条入口都必须体现同一阻止结果；如果只测普通调用，会漏掉嵌套绕过。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默认工具的增减选择</a:t>
            </a:r>
          </a:p>
          <a:p xmlns:a="http://schemas.openxmlformats.org/drawingml/2006/main">
            <a:r>
              <a:t>在默认工具集合上添加或排除指定工具，例如 -t +codemode,-write。</a:t>
            </a:r>
          </a:p>
          <a:p xmlns:a="http://schemas.openxmlformats.org/drawingml/2006/main">
            <a:r>
              <a:t>入口：--tools +name,-name</a:t>
            </a:r>
          </a:p>
          <a:p xmlns:a="http://schemas.openxmlformats.org/drawingml/2006/main">
            <a:r>
              <a:t>边界：恢复会话先沿用已保存的活动工具，再应用 CLI 增减项；明确替换或 --no-tools 可覆盖。最终工具仍受排除与暴露约束。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工具暴露、命名空间与请求 Loadout</a:t>
            </a:r>
          </a:p>
          <a:p xmlns:a="http://schemas.openxmlformats.org/drawingml/2006/main">
            <a:r>
              <a:t>把工具注册、激活、模型声明和脚本可调用性分开管理，扩展可为每次请求准备工具集。</a:t>
            </a:r>
          </a:p>
          <a:p xmlns:a="http://schemas.openxmlformats.org/drawingml/2006/main">
            <a:r>
              <a:t>入口：ToolExposure；prepareLoadout；getAllTools；namespace</a:t>
            </a:r>
          </a:p>
          <a:p xmlns:a="http://schemas.openxmlformats.org/drawingml/2006/main">
            <a:r>
              <a:t>边界：模型声明不代表所有注册工具；annotations、outputSchema 与 structuredContent 承载额外契约。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tool_search：BM25 搜索与延迟工具加载</a:t>
            </a:r>
          </a:p>
          <a:p xmlns:a="http://schemas.openxmlformats.org/drawingml/2006/main">
            <a:r>
              <a:t>按名称、描述、参数与命名空间检索未声明工具，激活匹配项供下一次模型请求直接调用。</a:t>
            </a:r>
          </a:p>
          <a:p xmlns:a="http://schemas.openxmlformats.org/drawingml/2006/main">
            <a:r>
              <a:t>入口：tool_search；Bm25Ranker；searchTools</a:t>
            </a:r>
          </a:p>
          <a:p xmlns:a="http://schemas.openxmlformats.org/drawingml/2006/main">
            <a:r>
              <a:t>边界：tool_search 改变工具集合并写入会话；脚本 searchTools 只查找可调用工具，两者职责不同。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嵌套工具管线、父子事件与用量记录</a:t>
            </a:r>
          </a:p>
          <a:p xmlns:a="http://schemas.openxmlformats.org/drawingml/2006/main">
            <a:r>
              <a:t>ctx.executeTool 将脚本发起的子调用交给同一校验、拦截和结果管线，汇总到父工具。</a:t>
            </a:r>
          </a:p>
          <a:p xmlns:a="http://schemas.openxmlformats.org/drawingml/2006/main">
            <a:r>
              <a:t>入口：ctx.executeTool；parentToolCallId；nestedCalls</a:t>
            </a:r>
          </a:p>
          <a:p xmlns:a="http://schemas.openxmlformats.org/drawingml/2006/main">
            <a:r>
              <a:t>边界：子调用收到取消信号，串行策略由队列处理；嵌套结果不逐条进入模型上下文，记录有界。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工具命名、暴露与结果适配</a:t>
            </a:r>
          </a:p>
          <a:p xmlns:a="http://schemas.openxmlformats.org/drawingml/2006/main">
            <a:r>
              <a:t>把服务器工具接入 Pi 工具管线，规范化名称，传递 structuredContent、isError 和安全提示。</a:t>
            </a:r>
          </a:p>
          <a:p xmlns:a="http://schemas.openxmlformats.org/drawingml/2006/main">
            <a:r>
              <a:t>入口：direct / codemode / deferred / hidden；toolExposure</a:t>
            </a:r>
          </a:p>
          <a:p xmlns:a="http://schemas.openxmlformats.org/drawingml/2006/main">
            <a:r>
              <a:t>边界：规范化后的重名工具带 hash 后缀；模型端大文本截断并保留完整临时文件，脚本可收到完整结果。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extensions/plan-mode · 示例</a:t>
            </a:r>
          </a:p>
          <a:p xmlns:a="http://schemas.openxmlformats.org/drawingml/2006/main">
            <a:r>
              <a:t>展示 extensions/plan-mode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入口：packages/coding-agent/examples/extensions/plan-mode/index.ts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extensions/tools · 示例</a:t>
            </a:r>
          </a:p>
          <a:p xmlns:a="http://schemas.openxmlformats.org/drawingml/2006/main">
            <a:r>
              <a:t>展示 extensions/tools.ts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入口：packages/coding-agent/examples/extensions/tools.ts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packages/coding-agent/examples/extensions/plan-mode/README.md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packages/coding-agent/test/args.test.ts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packages/coding-agent/test/suite/regressions/7269-cli-end-of-options.test.ts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packages/coding-agent/test/nested-tool-calls.test.ts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packages/coding-agent/test/plan-mode-utils.test.ts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TOOL-10 · 默认工具增量配置 [内置] 默认工具支持增删继承集合。恢复会话时先采用持久化的活动工具，再应用 CLI +name/-name；明确替换列表或禁用工具可覆盖它，/reload 仍保持显式排除。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EXT-09 · 结构化工具输出 [库] 同时提供模型可读文本和可编程数据，使 Codemode 等调用者无需解析展示文本。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EXT-10 · 嵌套工具调用 [库] 一个工具可经统一管线调用其他工具，保留参数校验、前后 Hook、父调用 ID 和进度事件。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EXT-11 · 嵌套调用记录与用量汇总 [库] 外层结果保存有界的嵌套调用元数据，供导出和压缩文件跟踪使用；嵌套用量自动向外汇总。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EXT-12 · 工具暴露级别 [库] 区分 direct、model-only、codemode、deferred、hidden，分别控制声明、嵌套可调用性、延迟发现和隐藏。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EXT-13 · 命名空间、别名与行为提示 [库] namespace 组织工具并提供长指导，aliases 支持按服务别名或脚本标识符查找；annotations 标注只读、破坏性和幂等等提示，不代表已验证安全属性。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EXT-14 · 动态工具激活 [库] 在工具已注册的前提下调整活跃集合，变更在下次请求前写入会话，支持按需加载能力。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EXT-15 · 模型可见工具集整形 [库] 编排工具可改写声明或隐藏声明，并通过 getPromptGuidelines 读取工具指导。默认系统提示不再提及被隐藏工具，编排工具负责将其指导带入自己的声明。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EXT-32 · 间接工具可达范围声明 [库] 编排工具用 reachesTools 返回 all 或可指向工具／命名空间的输入词，MCP 据此等待所需连接并判断替代 codemode／tool_search 是否真能访问 MCP。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MCP-19 · 权限 Hook 与嵌套追踪 [库] MCP 和 Codemode 中的 MCP 调用都经过普通工具事件，扩展可统一审批、记录及处理结果。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MCP-27 · MCP 通配选择与可达性区分 [可选] --tools 未含 mcp__ 前缀项时保留 MCP 的间接调用范围，但未匹配工具不直接声明；出现前缀项后按模式过滤 MCP。--exclude-tools 可统一排除，资源工具也按 MCP 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CODE-05 · 工具列表与相关性检索 [可选] 通过 ALL_TOOLS 查看工具名和说明，或按 BM25 与命名空间检索相关工具，避免所有描述常驻提示。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CODE-07 · 延迟工具直接激活 [可选] tool_search 搜索未声明工具并让结果在下一次模型调用中直接可用，已加载工具随分支保存。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OTH-22 · 只读计划模式 [示例] 以只读探索和步骤追踪组织计划阶段，再进入执行阶段；普通 CLI 默认没有此工作流。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OTH-23 · 交互式工具开关 [示例] 在界面选择启用／禁用工具并保存到会话，便于运行中调整模型能力。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tool-exposure / 工具选择、搜索、Loadout 与嵌套钩子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场景：可用工具很多，希望模型按需要发现，同时所有调用都经过同一条校验管线。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确定工具注册与启用</a:t>
            </a:r>
          </a:p>
          <a:p xmlns:a="http://schemas.openxmlformats.org/drawingml/2006/main">
            <a:r>
              <a:t>区分已注册工具、默认工具和启用集合，检查命令与设置如何调整。</a:t>
            </a:r>
          </a:p>
          <a:p xmlns:a="http://schemas.openxmlformats.org/drawingml/2006/main">
            <a:r>
              <a:t>输入：工具注册与设置</a:t>
            </a:r>
          </a:p>
          <a:p xmlns:a="http://schemas.openxmlformats.org/drawingml/2006/main">
            <a:r>
              <a:t>输出：当前可用工具集合</a:t>
            </a:r>
          </a:p>
          <a:p xmlns:a="http://schemas.openxmlformats.org/drawingml/2006/main">
            <a:r>
              <a:t>入口：--tools +name,-name</a:t>
            </a:r>
          </a:p>
          <a:p xmlns:a="http://schemas.openxmlformats.org/drawingml/2006/main">
            <a:r>
              <a:t>行为与边界：恢复会话先沿用已保存的活动工具，再应用 CLI 增减项；明确替换或 --no-tools 可覆盖。最终工具仍受排除与暴露约束。</a:t>
            </a:r>
          </a:p>
          <a:p xmlns:a="http://schemas.openxmlformats.org/drawingml/2006/main">
            <a:r>
              <a:t>源码：packages/coding-agent/src/cli/args.ts:1</a:t>
            </a:r>
          </a:p>
          <a:p xmlns:a="http://schemas.openxmlformats.org/drawingml/2006/main">
            <a:r>
              <a:t>源码：packages/coding-agent/src/core/sdk.ts:1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组织请求中的声明</a:t>
            </a:r>
          </a:p>
          <a:p xmlns:a="http://schemas.openxmlformats.org/drawingml/2006/main">
            <a:r>
              <a:t>跟踪 Loadout 选择和声明构造，明确本轮模型实际看到什么。</a:t>
            </a:r>
          </a:p>
          <a:p xmlns:a="http://schemas.openxmlformats.org/drawingml/2006/main">
            <a:r>
              <a:t>输入：可用工具与运行状态</a:t>
            </a:r>
          </a:p>
          <a:p xmlns:a="http://schemas.openxmlformats.org/drawingml/2006/main">
            <a:r>
              <a:t>输出：请求工具声明</a:t>
            </a:r>
          </a:p>
          <a:p xmlns:a="http://schemas.openxmlformats.org/drawingml/2006/main">
            <a:r>
              <a:t>入口：ToolExposure；prepareLoadout；getAllTools；namespace</a:t>
            </a:r>
          </a:p>
          <a:p xmlns:a="http://schemas.openxmlformats.org/drawingml/2006/main">
            <a:r>
              <a:t>行为与边界：模型声明不代表所有注册工具；annotations、outputSchema 与 structuredContent 承载额外契约。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源码：packages/coding-agent/src/core/extensions/runner.ts:1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源码：packages/coding-agent/src/extensions/codemode/tool.ts:1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按需发现工具</a:t>
            </a:r>
          </a:p>
          <a:p xmlns:a="http://schemas.openxmlformats.org/drawingml/2006/main">
            <a:r>
              <a:t>检查名称、描述搜索结果与暴露方式，区分发现工具与真正执行工具。</a:t>
            </a:r>
          </a:p>
          <a:p xmlns:a="http://schemas.openxmlformats.org/drawingml/2006/main">
            <a:r>
              <a:t>输入：工具查询</a:t>
            </a:r>
          </a:p>
          <a:p xmlns:a="http://schemas.openxmlformats.org/drawingml/2006/main">
            <a:r>
              <a:t>输出：可选择的工具描述</a:t>
            </a:r>
          </a:p>
          <a:p xmlns:a="http://schemas.openxmlformats.org/drawingml/2006/main">
            <a:r>
              <a:t>入口：tool_search；Bm25Ranker；searchTools</a:t>
            </a:r>
          </a:p>
          <a:p xmlns:a="http://schemas.openxmlformats.org/drawingml/2006/main">
            <a:r>
              <a:t>行为与边界：tool_search 改变工具集合并写入会话；脚本 searchTools 只查找可调用工具，两者职责不同。</a:t>
            </a:r>
          </a:p>
          <a:p xmlns:a="http://schemas.openxmlformats.org/drawingml/2006/main">
            <a:r>
              <a:t>源码：packages/coding-agent/src/extensions/tool-search/index.ts:1</a:t>
            </a:r>
          </a:p>
          <a:p xmlns:a="http://schemas.openxmlformats.org/drawingml/2006/main">
            <a:r>
              <a:t>源码：packages/coding-agent/src/extensions/tool-search/tool.ts:1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保持嵌套调用一致</a:t>
            </a:r>
          </a:p>
          <a:p xmlns:a="http://schemas.openxmlformats.org/drawingml/2006/main">
            <a:r>
              <a:t>从 MCP/codemode 嵌套调用跟到 runToolCall，确认前后 hook、参数验证与错误结果仍然发生。</a:t>
            </a:r>
          </a:p>
          <a:p xmlns:a="http://schemas.openxmlformats.org/drawingml/2006/main">
            <a:r>
              <a:t>输入：嵌套工具调用</a:t>
            </a:r>
          </a:p>
          <a:p xmlns:a="http://schemas.openxmlformats.org/drawingml/2006/main">
            <a:r>
              <a:t>输出：一致的调用结果和事件</a:t>
            </a:r>
          </a:p>
          <a:p xmlns:a="http://schemas.openxmlformats.org/drawingml/2006/main">
            <a:r>
              <a:t>入口：ctx.executeTool；parentToolCallId；nestedCalls</a:t>
            </a:r>
          </a:p>
          <a:p xmlns:a="http://schemas.openxmlformats.org/drawingml/2006/main">
            <a:r>
              <a:t>行为与边界：子调用收到取消信号，串行策略由队列处理；嵌套结果不逐条进入模型上下文，记录有界。</a:t>
            </a:r>
          </a:p>
          <a:p xmlns:a="http://schemas.openxmlformats.org/drawingml/2006/main">
            <a:r>
              <a:t>源码：packages/coding-agent/src/core/agent-session.ts:1</a:t>
            </a:r>
          </a:p>
          <a:p xmlns:a="http://schemas.openxmlformats.org/drawingml/2006/main">
            <a:r>
              <a:t>源码：packages/coding-agent/src/core/extensions/types.ts:1</a:t>
            </a:r>
          </a:p>
          <a:p xmlns:a="http://schemas.openxmlformats.org/drawingml/2006/main">
            <a:r>
              <a:t>源码：packages/coding-agent/src/core/nested-tool-calls.ts:1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失败与恢复：直接调用 execute 会跳过统一管线。模型看到声明也不意味着工具在所有运行阶段都允许执行。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练习：设计一个 beforeToolCall 阻止调用的测试，分别从普通工具和嵌套入口触发。</a:t>
            </a:r>
          </a:p>
          <a:p xmlns:a="http://schemas.openxmlformats.org/drawingml/2006/main">
            <a:r>
              <a:t>参考判断：两条入口都必须体现同一阻止结果；如果只测普通调用，会漏掉嵌套绕过。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默认工具的增减选择</a:t>
            </a:r>
          </a:p>
          <a:p xmlns:a="http://schemas.openxmlformats.org/drawingml/2006/main">
            <a:r>
              <a:t>在默认工具集合上添加或排除指定工具，例如 -t +codemode,-write。</a:t>
            </a:r>
          </a:p>
          <a:p xmlns:a="http://schemas.openxmlformats.org/drawingml/2006/main">
            <a:r>
              <a:t>入口：--tools +name,-name</a:t>
            </a:r>
          </a:p>
          <a:p xmlns:a="http://schemas.openxmlformats.org/drawingml/2006/main">
            <a:r>
              <a:t>边界：恢复会话先沿用已保存的活动工具，再应用 CLI 增减项；明确替换或 --no-tools 可覆盖。最终工具仍受排除与暴露约束。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工具暴露、命名空间与请求 Loadout</a:t>
            </a:r>
          </a:p>
          <a:p xmlns:a="http://schemas.openxmlformats.org/drawingml/2006/main">
            <a:r>
              <a:t>把工具注册、激活、模型声明和脚本可调用性分开管理，扩展可为每次请求准备工具集。</a:t>
            </a:r>
          </a:p>
          <a:p xmlns:a="http://schemas.openxmlformats.org/drawingml/2006/main">
            <a:r>
              <a:t>入口：ToolExposure；prepareLoadout；getAllTools；namespace</a:t>
            </a:r>
          </a:p>
          <a:p xmlns:a="http://schemas.openxmlformats.org/drawingml/2006/main">
            <a:r>
              <a:t>边界：模型声明不代表所有注册工具；annotations、outputSchema 与 structuredContent 承载额外契约。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tool_search：BM25 搜索与延迟工具加载</a:t>
            </a:r>
          </a:p>
          <a:p xmlns:a="http://schemas.openxmlformats.org/drawingml/2006/main">
            <a:r>
              <a:t>按名称、描述、参数与命名空间检索未声明工具，激活匹配项供下一次模型请求直接调用。</a:t>
            </a:r>
          </a:p>
          <a:p xmlns:a="http://schemas.openxmlformats.org/drawingml/2006/main">
            <a:r>
              <a:t>入口：tool_search；Bm25Ranker；searchTools</a:t>
            </a:r>
          </a:p>
          <a:p xmlns:a="http://schemas.openxmlformats.org/drawingml/2006/main">
            <a:r>
              <a:t>边界：tool_search 改变工具集合并写入会话；脚本 searchTools 只查找可调用工具，两者职责不同。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嵌套工具管线、父子事件与用量记录</a:t>
            </a:r>
          </a:p>
          <a:p xmlns:a="http://schemas.openxmlformats.org/drawingml/2006/main">
            <a:r>
              <a:t>ctx.executeTool 将脚本发起的子调用交给同一校验、拦截和结果管线，汇总到父工具。</a:t>
            </a:r>
          </a:p>
          <a:p xmlns:a="http://schemas.openxmlformats.org/drawingml/2006/main">
            <a:r>
              <a:t>入口：ctx.executeTool；parentToolCallId；nestedCalls</a:t>
            </a:r>
          </a:p>
          <a:p xmlns:a="http://schemas.openxmlformats.org/drawingml/2006/main">
            <a:r>
              <a:t>边界：子调用收到取消信号，串行策略由队列处理；嵌套结果不逐条进入模型上下文，记录有界。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工具命名、暴露与结果适配</a:t>
            </a:r>
          </a:p>
          <a:p xmlns:a="http://schemas.openxmlformats.org/drawingml/2006/main">
            <a:r>
              <a:t>把服务器工具接入 Pi 工具管线，规范化名称，传递 structuredContent、isError 和安全提示。</a:t>
            </a:r>
          </a:p>
          <a:p xmlns:a="http://schemas.openxmlformats.org/drawingml/2006/main">
            <a:r>
              <a:t>入口：direct / codemode / deferred / hidden；toolExposure</a:t>
            </a:r>
          </a:p>
          <a:p xmlns:a="http://schemas.openxmlformats.org/drawingml/2006/main">
            <a:r>
              <a:t>边界：规范化后的重名工具带 hash 后缀；模型端大文本截断并保留完整临时文件，脚本可收到完整结果。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extensions/plan-mode · 示例</a:t>
            </a:r>
          </a:p>
          <a:p xmlns:a="http://schemas.openxmlformats.org/drawingml/2006/main">
            <a:r>
              <a:t>展示 extensions/plan-mode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入口：packages/coding-agent/examples/extensions/plan-mode/index.ts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extensions/tools · 示例</a:t>
            </a:r>
          </a:p>
          <a:p xmlns:a="http://schemas.openxmlformats.org/drawingml/2006/main">
            <a:r>
              <a:t>展示 extensions/tools.ts 对应的扩展或 SDK 用法。具体场景以入口文件的原始说明、注册代码和配套 README 为依据。</a:t>
            </a:r>
          </a:p>
          <a:p xmlns:a="http://schemas.openxmlformats.org/drawingml/2006/main">
            <a:r>
              <a:t>入口：packages/coding-agent/examples/extensions/tools.ts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packages/coding-agent/examples/extensions/plan-mode/README.md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packages/coding-agent/test/args.test.ts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packages/coding-agent/test/initial-message.test.ts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packages/coding-agent/test/suite/regressions/7269-cli-end-of-options.test.ts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packages/coding-agent/test/sdk-client-identity.test.ts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packages/coding-agent/test/nested-tool-calls.test.ts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packages/coding-agent/test/plan-mode-utils.test.ts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TOOL-10 · 默认工具增量配置 [内置] 默认工具支持增删继承集合。恢复会话时先采用持久化的活动工具，再应用 CLI +name/-name；明确替换列表或禁用工具可覆盖它，/reload 仍保持显式排除。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EXT-09 · 结构化工具输出 [库] 同时提供模型可读文本和可编程数据，使 Codemode 等调用者无需解析展示文本。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EXT-10 · 嵌套工具调用 [库] 一个工具可经统一管线调用其他工具，保留参数校验、前后 Hook、父调用 ID 和进度事件。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EXT-11 · 嵌套调用记录与用量汇总 [库] 外层结果保存有界的嵌套调用元数据，供导出和压缩文件跟踪使用；嵌套用量自动向外汇总。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EXT-12 · 工具暴露级别 [库] 区分 direct、model-only、codemode、deferred、hidden，分别控制声明、嵌套可调用性、延迟发现和隐藏。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EXT-13 · 命名空间、别名与行为提示 [库] namespace 组织工具并提供长指导，aliases 支持按服务别名或脚本标识符查找；annotations 标注只读、破坏性和幂等等提示，不代表已验证安全属性。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EXT-14 · 动态工具激活 [库] 在工具已注册的前提下调整活跃集合，变更在下次请求前写入会话，支持按需加载能力。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EXT-15 · 模型可见工具集整形 [库] 编排工具可改写声明或隐藏声明，并通过 getPromptGuidelines 读取工具指导。默认系统提示不再提及被隐藏工具，编排工具负责将其指导带入自己的声明。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EXT-32 · 间接工具可达范围声明 [库] 编排工具用 reachesTools 返回 all 或可指向工具／命名空间的输入词，MCP 据此等待所需连接并判断替代 codemode／tool_search 是否真能访问 MCP。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MCP-19 · 权限 Hook 与嵌套追踪 [库] MCP 和 Codemode 中的 MCP 调用都经过普通工具事件，扩展可统一审批、记录及处理结果。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MCP-27 · MCP 通配选择与可达性区分 [可选] --tools 未含 mcp__ 前缀项时保留 MCP 的间接调用范围，但未匹配工具不直接声明；出现前缀项后按模式过滤 MCP。--exclude-tools 可统一排除，资源工具也按 MCP 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CODE-05 · 工具列表与相关性检索 [可选] 通过 ALL_TOOLS 查看工具名和说明，或按 BM25 与命名空间检索相关工具，避免所有描述常驻提示。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CODE-07 · 延迟工具直接激活 [可选] tool_search 搜索未声明工具并让结果在下一次模型调用中直接可用，已加载工具随分支保存。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OTH-22 · 只读计划模式 [示例] 以只读探索和步骤追踪组织计划阶段，再进入执行阶段；普通 CLI 默认没有此工作流。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OTH-23 · 交互式工具开关 [示例] 在界面选择启用／禁用工具并保存到会话，便于运行中调整模型能力。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mcp-connect / MCP 配置、连接、发现与重连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场景：把一个本地 stdio 服务或远程 HTTP 服务接入会话。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读取服务配置</a:t>
            </a:r>
          </a:p>
          <a:p xmlns:a="http://schemas.openxmlformats.org/drawingml/2006/main">
            <a:r>
              <a:t>沿 mcp.json 的作用域和 schema 检查传输、命令、URL 与环境配置。</a:t>
            </a:r>
          </a:p>
          <a:p xmlns:a="http://schemas.openxmlformats.org/drawingml/2006/main">
            <a:r>
              <a:t>输入：服务配置</a:t>
            </a:r>
          </a:p>
          <a:p xmlns:a="http://schemas.openxmlformats.org/drawingml/2006/main">
            <a:r>
              <a:t>输出：可连接的服务定义</a:t>
            </a:r>
          </a:p>
          <a:p xmlns:a="http://schemas.openxmlformats.org/drawingml/2006/main">
            <a:r>
              <a:t>入口：pi.registerMcpServer；~/.pi/agent/mcp.json；.pi/mcp.json</a:t>
            </a:r>
          </a:p>
          <a:p xmlns:a="http://schemas.openxmlformats.org/drawingml/2006/main">
            <a:r>
              <a:t>行为与边界：同名文件配置优先于扩展；项目仅覆盖开关或暴露时保留用户端连接配置。项目来源受信任控制。</a:t>
            </a:r>
          </a:p>
          <a:p xmlns:a="http://schemas.openxmlformats.org/drawingml/2006/main">
            <a:r>
              <a:t>源码：packages/coding-agent/src/core/mcp-servers.ts:1</a:t>
            </a:r>
          </a:p>
          <a:p xmlns:a="http://schemas.openxmlformats.org/drawingml/2006/main">
            <a:r>
              <a:t>源码：packages/coding-agent/src/extensions/mcp/config.ts:1</a:t>
            </a:r>
          </a:p>
          <a:p xmlns:a="http://schemas.openxmlformats.org/drawingml/2006/main">
            <a:r>
              <a:t>源码：packages/coding-agent/src/extensions/mcp/index.ts:1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建立协议连接</a:t>
            </a:r>
          </a:p>
          <a:p xmlns:a="http://schemas.openxmlformats.org/drawingml/2006/main">
            <a:r>
              <a:t>查看 client 初始化与 stdio/http transport，区分启动进程、协议握手和能力发现。</a:t>
            </a:r>
          </a:p>
          <a:p xmlns:a="http://schemas.openxmlformats.org/drawingml/2006/main">
            <a:r>
              <a:t>输入：传输和会话参数</a:t>
            </a:r>
          </a:p>
          <a:p xmlns:a="http://schemas.openxmlformats.org/drawingml/2006/main">
            <a:r>
              <a:t>输出：已初始化客户端</a:t>
            </a:r>
          </a:p>
          <a:p xmlns:a="http://schemas.openxmlformats.org/drawingml/2006/main">
            <a:r>
              <a:t>入口：McpClient.connect；listTools；callTool；close</a:t>
            </a:r>
          </a:p>
          <a:p xmlns:a="http://schemas.openxmlformats.org/drawingml/2006/main">
            <a:r>
              <a:t>行为与边界：传输负责 I/O，客户端负责协议；不是 MCP 服务端，当前不支持 batch、sampling 与 tasks。</a:t>
            </a:r>
          </a:p>
          <a:p xmlns:a="http://schemas.openxmlformats.org/drawingml/2006/main">
            <a:r>
              <a:t>源码：packages/mcp/src/client.ts:1</a:t>
            </a:r>
          </a:p>
          <a:p xmlns:a="http://schemas.openxmlformats.org/drawingml/2006/main">
            <a:r>
              <a:t>源码：packages/mcp/src/protocol/jsonrpc.ts:1</a:t>
            </a:r>
          </a:p>
          <a:p xmlns:a="http://schemas.openxmlformats.org/drawingml/2006/main">
            <a:r>
              <a:t>源码：packages/mcp/src/protocol/types.ts:1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合并工具与资源</a:t>
            </a:r>
          </a:p>
          <a:p xmlns:a="http://schemas.openxmlformats.org/drawingml/2006/main">
            <a:r>
              <a:t>观察服务状态、工具列表与资源注册进入产品的过程，区分 MCP 名称和本地暴露名称。</a:t>
            </a:r>
          </a:p>
          <a:p xmlns:a="http://schemas.openxmlformats.org/drawingml/2006/main">
            <a:r>
              <a:t>输入：远端能力列表</a:t>
            </a:r>
          </a:p>
          <a:p xmlns:a="http://schemas.openxmlformats.org/drawingml/2006/main">
            <a:r>
              <a:t>输出：产品中的 MCP 能力</a:t>
            </a:r>
          </a:p>
          <a:p xmlns:a="http://schemas.openxmlformats.org/drawingml/2006/main">
            <a:r>
              <a:t>入口：session_start；MCP 工具调用；/reload</a:t>
            </a:r>
          </a:p>
          <a:p xmlns:a="http://schemas.openxmlformats.org/drawingml/2006/main">
            <a:r>
              <a:t>行为与边界：首个 prompt 只为 direct 服务器等待；调用工具不会因临时错误盲目重试，资源读取可重试；连接时不再预先枚举资源，由显式列表请求获取。</a:t>
            </a:r>
          </a:p>
          <a:p xmlns:a="http://schemas.openxmlformats.org/drawingml/2006/main">
            <a:r>
              <a:t>源码：packages/coding-agent/src/extensions/mcp/runtime.lazy.ts:1</a:t>
            </a:r>
          </a:p>
          <a:p xmlns:a="http://schemas.openxmlformats.org/drawingml/2006/main">
            <a:r>
              <a:t>源码：packages/coding-agent/src/extensions/mcp/runtime.ts:1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刷新或断开</a:t>
            </a:r>
          </a:p>
          <a:p xmlns:a="http://schemas.openxmlformats.org/drawingml/2006/main">
            <a:r>
              <a:t>跟踪管理命令、重连、取消和清理，确认旧客户端与失效能力不继续被使用。</a:t>
            </a:r>
          </a:p>
          <a:p xmlns:a="http://schemas.openxmlformats.org/drawingml/2006/main">
            <a:r>
              <a:t>输入：配置变化或连接错误</a:t>
            </a:r>
          </a:p>
          <a:p xmlns:a="http://schemas.openxmlformats.org/drawingml/2006/main">
            <a:r>
              <a:t>输出：新的连接状态与诊断</a:t>
            </a:r>
          </a:p>
          <a:p xmlns:a="http://schemas.openxmlformats.org/drawingml/2006/main">
            <a:r>
              <a:t>入口：pi mcp add/remove/list/login/logout；/mcp</a:t>
            </a:r>
          </a:p>
          <a:p xmlns:a="http://schemas.openxmlformats.org/drawingml/2006/main">
            <a:r>
              <a:t>行为与边界：login 的 --timeout 限制整个登录流程；Shell 命令不加载扩展；已连接工具暴露和开关可按所属配置文件保存。</a:t>
            </a:r>
          </a:p>
          <a:p xmlns:a="http://schemas.openxmlformats.org/drawingml/2006/main">
            <a:r>
              <a:t>源码：packages/coding-agent/src/extensions/mcp/cli.lazy.ts:1</a:t>
            </a:r>
          </a:p>
          <a:p xmlns:a="http://schemas.openxmlformats.org/drawingml/2006/main">
            <a:r>
              <a:t>源码：packages/coding-agent/src/extensions/mcp/cli.ts:1</a:t>
            </a:r>
          </a:p>
          <a:p xmlns:a="http://schemas.openxmlformats.org/drawingml/2006/main">
            <a:r>
              <a:t>源码：packages/coding-agent/src/extensions/mcp/log.ts:1</a:t>
            </a:r>
          </a:p>
          <a:p xmlns:a="http://schemas.openxmlformats.org/drawingml/2006/main">
            <a:r>
              <a:t>源码：packages/coding-agent/src/extensions/mcp/ui.ts:1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失败与恢复：进程启动成功不等于 MCP 握手成功；HTTP 可达也不代表认证完成或工具 schema 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 mcp/testing 的测试服务器构造一个工具列表，再模拟断连，记录客户端和产品状态变化。</a:t>
            </a:r>
          </a:p>
          <a:p xmlns:a="http://schemas.openxmlformats.org/drawingml/2006/main">
            <a:r>
              <a:t>参考判断：测试应分别覆盖传输、初始化与能力注册；不需要连接真实外部服务。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分层配置与服务器注册</a:t>
            </a:r>
          </a:p>
          <a:p xmlns:a="http://schemas.openxmlformats.org/drawingml/2006/main">
            <a:r>
              <a:t>合并用户 mcp.json、已信任项目配置与扩展注册，验证服务器及单工具暴露设置。</a:t>
            </a:r>
          </a:p>
          <a:p xmlns:a="http://schemas.openxmlformats.org/drawingml/2006/main">
            <a:r>
              <a:t>入口：pi.registerMcpServer；~/.pi/agent/mcp.json；.pi/mcp.json</a:t>
            </a:r>
          </a:p>
          <a:p xmlns:a="http://schemas.openxmlformats.org/drawingml/2006/main">
            <a:r>
              <a:t>边界：同名文件配置优先于扩展；项目仅覆盖开关或暴露时保留用户端连接配置。项目来源受信任控制。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握手、请求关联与取消</a:t>
            </a:r>
          </a:p>
          <a:p xmlns:a="http://schemas.openxmlformats.org/drawingml/2006/main">
            <a:r>
              <a:t>提供传输中立客户端，管理 initialize、请求 ID、取消、超时与通知。</a:t>
            </a:r>
          </a:p>
          <a:p xmlns:a="http://schemas.openxmlformats.org/drawingml/2006/main">
            <a:r>
              <a:t>入口：McpClient.connect；listTools；callTool；close</a:t>
            </a:r>
          </a:p>
          <a:p xmlns:a="http://schemas.openxmlformats.org/drawingml/2006/main">
            <a:r>
              <a:t>边界：传输负责 I/O，客户端负责协议；不是 MCP 服务端，当前不支持 batch、sampling 与 tasks。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后台连接、等待与重连</a:t>
            </a:r>
          </a:p>
          <a:p xmlns:a="http://schemas.openxmlformats.org/drawingml/2006/main">
            <a:r>
              <a:t>会话启动时后台连接服务器，按需等待、更新工具目录，并在断连后下一次调用重连。</a:t>
            </a:r>
          </a:p>
          <a:p xmlns:a="http://schemas.openxmlformats.org/drawingml/2006/main">
            <a:r>
              <a:t>入口：session_start；MCP 工具调用；/reload</a:t>
            </a:r>
          </a:p>
          <a:p xmlns:a="http://schemas.openxmlformats.org/drawingml/2006/main">
            <a:r>
              <a:t>边界：首个 prompt 只为 direct 服务器等待；调用工具不会因临时错误盲目重试，资源读取可重试；连接时不再预先枚举资源，由显式列表请求获取。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管理命令、UI 与日志</a:t>
            </a:r>
          </a:p>
          <a:p xmlns:a="http://schemas.openxmlformats.org/drawingml/2006/main">
            <a:r>
              <a:t>添加、移除、检查、登录服务器，在交互会话中显示状态、工具与配置来源，并记录服务日志。</a:t>
            </a:r>
          </a:p>
          <a:p xmlns:a="http://schemas.openxmlformats.org/drawingml/2006/main">
            <a:r>
              <a:t>入口：pi mcp add/remove/list/login/logout；/mcp</a:t>
            </a:r>
          </a:p>
          <a:p xmlns:a="http://schemas.openxmlformats.org/drawingml/2006/main">
            <a:r>
              <a:t>边界：login 的 --timeout 限制整个登录流程；Shell 命令不加载扩展；已连接工具暴露和开关可按所属配置文件保存。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stdio 进程传输与进程组关闭</a:t>
            </a:r>
          </a:p>
          <a:p xmlns:a="http://schemas.openxmlformats.org/drawingml/2006/main">
            <a:r>
              <a:t>启动本地 MCP 子进程，用标准输入输出交换 JSON-RPC 消息，捕获 stderr 并关闭整组进程。</a:t>
            </a:r>
          </a:p>
          <a:p xmlns:a="http://schemas.openxmlformats.org/drawingml/2006/main">
            <a:r>
              <a:t>入口：StdioTransport</a:t>
            </a:r>
          </a:p>
          <a:p xmlns:a="http://schemas.openxmlformats.org/drawingml/2006/main">
            <a:r>
              <a:t>边界：停止时先关 stdin，再使用终止与强制终止步骤；command 与 args 分开，不按 shell 字符串执行。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Streamable HTTP、SSE 流与断点续接</a:t>
            </a:r>
          </a:p>
          <a:p xmlns:a="http://schemas.openxmlformats.org/drawingml/2006/main">
            <a:r>
              <a:t>通过 HTTP POST 和服务端流传输消息，管理 session、重连和 Last-Event-ID 续接。</a:t>
            </a:r>
          </a:p>
          <a:p xmlns:a="http://schemas.openxmlformats.org/drawingml/2006/main">
            <a:r>
              <a:t>入口：StreamableHttpTransport；注入 fetch</a:t>
            </a:r>
          </a:p>
          <a:p xmlns:a="http://schemas.openxmlformats.org/drawingml/2006/main">
            <a:r>
              <a:t>边界：使用 Streamable HTTP 协议中的事件流，不等于旧 HTTP+SSE 传输；调用是否重放要按协议/应用边界判断。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内存传输与协议测试支撑</a:t>
            </a:r>
          </a:p>
          <a:p xmlns:a="http://schemas.openxmlformats.org/drawingml/2006/main">
            <a:r>
              <a:t>在进程内成对交换 MCP 消息，为客户端与适配器验证提供无需网络的传输。</a:t>
            </a:r>
          </a:p>
          <a:p xmlns:a="http://schemas.openxmlformats.org/drawingml/2006/main">
            <a:r>
              <a:t>入口：createInMemoryTransportPair</a:t>
            </a:r>
          </a:p>
          <a:p xmlns:a="http://schemas.openxmlformats.org/drawingml/2006/main">
            <a:r>
              <a:t>边界：用于测试与宿主适配，不是生产外部服务器。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packages/mcp/README.md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packages/mcp/test/streamable-http.test.ts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packages/mcp/test/client.test.ts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EXT-26 · 动态 MCP 服务注册 [库] 扩展按当前环境注册或移除服务器，连接由内置 MCP 支持管理；注册本身不写入配置文件。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MCP-01 · 本地 stdio 服务 [可选] 启动本地 MCP 程序，用标准输入输出交换请求，支持命令、参数、环境与工作目录配置。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MCP-02 · 远程 Streamable HTTP [可选] 连接远端 MCP 服务，支持自定义请求头、bearer token 与 OAuth；不支持旧版 HTTP+SSE 接法。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MCP-03 · 全局／项目 MCP 配置 [内置] 全局服务可供所有项目使用，受信任项目可覆盖同名配置，也可仅覆盖启用和暴露策略。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MCP-04 · 服务增删命令 [内置] 从 Shell 添加、替换或移除 MCP 配置，支持本地范围；删除配置不自动删除已存 OAuth 凭据。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MCP-05 · 连接与能力诊断 [内置] 连接已启用服务并报告状态、工具与错误；连接阶段不再枚举所有资源，JSON 用 resources:true 表示支持资源，不再返回资源和模板数量。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MCP-06 · 会话内服务管理 [内置扩展] 即时展示状态、来源、工具数、资源支持标志、错误与 stderr 尾部；连接、启停和重连期间实时更新且仍可操作，不再统计全部资源数量。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MCP-07 · 后台连接与按需等待 [内置] 启动时后台连接；间接调用通过 reachesTools 声明确定需等待哪些服务器，搜索或列举工具等待全部相关连接；资源按需查询，不因枚举资源阻挡工具注册。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MCP-13 · 工具发现与动态变化 [内置] 拉取分页工具列表，处理工具列表变更通知，使新增工具可用、被撤回工具不可达。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MCP-20 · 超时、进度和取消 [库] 请求具有超时，进度通知可续期；取消信号可传播到协议层，长工具不会只依赖固定等待。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MCP-21 · HTTP 会话与流恢复 [库] 管理 HTTP session、服务端 GET 流重连和 Last-Event-ID 响应流恢复；不能等同于安全重做有副作用的工具调用。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MCP-22 · 断连重连与日志 [内置] 断开的连接在后续调用时重连；服务日志写入 mcp.log 并轮转。读取资源可按规则重试，工具业务调用不盲目重试。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MCP-23 · stdio 进程组关闭 [库] 关闭 stdin，逐步发送终止信号到进程组，尽量回收经 npx／uvx 启动的子进程。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MCP-24 · 传输无关客户端 [库] 独立包负责 JSON-RPC 初始化、请求关联、服务器请求、根目录查询和通用通知，可脱离 Pi 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MCP-25 · 内存测试传输 [库] 在同一进程构造成对传输，测试客户端与适配器而不启动真实外部服务。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mcp-connect / MCP 配置、连接、发现与重连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场景：把一个本地 stdio 服务或远程 HTTP 服务接入会话。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读取服务配置</a:t>
            </a:r>
          </a:p>
          <a:p xmlns:a="http://schemas.openxmlformats.org/drawingml/2006/main">
            <a:r>
              <a:t>沿 mcp.json 的作用域和 schema 检查传输、命令、URL 与环境配置。</a:t>
            </a:r>
          </a:p>
          <a:p xmlns:a="http://schemas.openxmlformats.org/drawingml/2006/main">
            <a:r>
              <a:t>输入：服务配置</a:t>
            </a:r>
          </a:p>
          <a:p xmlns:a="http://schemas.openxmlformats.org/drawingml/2006/main">
            <a:r>
              <a:t>输出：可连接的服务定义</a:t>
            </a:r>
          </a:p>
          <a:p xmlns:a="http://schemas.openxmlformats.org/drawingml/2006/main">
            <a:r>
              <a:t>入口：pi.registerMcpServer；~/.pi/agent/mcp.json；.pi/mcp.json</a:t>
            </a:r>
          </a:p>
          <a:p xmlns:a="http://schemas.openxmlformats.org/drawingml/2006/main">
            <a:r>
              <a:t>行为与边界：同名文件配置优先于扩展；项目仅覆盖开关或暴露时保留用户端连接配置。项目来源受信任控制。</a:t>
            </a:r>
          </a:p>
          <a:p xmlns:a="http://schemas.openxmlformats.org/drawingml/2006/main">
            <a:r>
              <a:t>源码：packages/coding-agent/src/core/mcp-servers.ts:1</a:t>
            </a:r>
          </a:p>
          <a:p xmlns:a="http://schemas.openxmlformats.org/drawingml/2006/main">
            <a:r>
              <a:t>源码：packages/coding-agent/src/extensions/mcp/config.ts:1</a:t>
            </a:r>
          </a:p>
          <a:p xmlns:a="http://schemas.openxmlformats.org/drawingml/2006/main">
            <a:r>
              <a:t>源码：packages/coding-agent/src/extensions/mcp/index.ts:1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建立协议连接</a:t>
            </a:r>
          </a:p>
          <a:p xmlns:a="http://schemas.openxmlformats.org/drawingml/2006/main">
            <a:r>
              <a:t>查看 client 初始化与 stdio/http transport，区分启动进程、协议握手和能力发现。</a:t>
            </a:r>
          </a:p>
          <a:p xmlns:a="http://schemas.openxmlformats.org/drawingml/2006/main">
            <a:r>
              <a:t>输入：传输和会话参数</a:t>
            </a:r>
          </a:p>
          <a:p xmlns:a="http://schemas.openxmlformats.org/drawingml/2006/main">
            <a:r>
              <a:t>输出：已初始化客户端</a:t>
            </a:r>
          </a:p>
          <a:p xmlns:a="http://schemas.openxmlformats.org/drawingml/2006/main">
            <a:r>
              <a:t>入口：McpClient.connect；listTools；callTool；close</a:t>
            </a:r>
          </a:p>
          <a:p xmlns:a="http://schemas.openxmlformats.org/drawingml/2006/main">
            <a:r>
              <a:t>行为与边界：传输负责 I/O，客户端负责协议；不是 MCP 服务端，当前不支持 batch、sampling 与 tasks。</a:t>
            </a:r>
          </a:p>
          <a:p xmlns:a="http://schemas.openxmlformats.org/drawingml/2006/main">
            <a:r>
              <a:t>源码：packages/mcp/src/client.ts:1</a:t>
            </a:r>
          </a:p>
          <a:p xmlns:a="http://schemas.openxmlformats.org/drawingml/2006/main">
            <a:r>
              <a:t>源码：packages/mcp/src/protocol/jsonrpc.ts:1</a:t>
            </a:r>
          </a:p>
          <a:p xmlns:a="http://schemas.openxmlformats.org/drawingml/2006/main">
            <a:r>
              <a:t>源码：packages/mcp/src/protocol/types.ts:1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合并工具与资源</a:t>
            </a:r>
          </a:p>
          <a:p xmlns:a="http://schemas.openxmlformats.org/drawingml/2006/main">
            <a:r>
              <a:t>观察服务状态、工具列表与资源注册进入产品的过程，区分 MCP 名称和本地暴露名称。</a:t>
            </a:r>
          </a:p>
          <a:p xmlns:a="http://schemas.openxmlformats.org/drawingml/2006/main">
            <a:r>
              <a:t>输入：远端能力列表</a:t>
            </a:r>
          </a:p>
          <a:p xmlns:a="http://schemas.openxmlformats.org/drawingml/2006/main">
            <a:r>
              <a:t>输出：产品中的 MCP 能力</a:t>
            </a:r>
          </a:p>
          <a:p xmlns:a="http://schemas.openxmlformats.org/drawingml/2006/main">
            <a:r>
              <a:t>入口：session_start；MCP 工具调用；/reload</a:t>
            </a:r>
          </a:p>
          <a:p xmlns:a="http://schemas.openxmlformats.org/drawingml/2006/main">
            <a:r>
              <a:t>行为与边界：首个 prompt 只为 direct 服务器等待；调用工具不会因临时错误盲目重试，资源读取可重试；连接时不再预先枚举资源，由显式列表请求获取。</a:t>
            </a:r>
          </a:p>
          <a:p xmlns:a="http://schemas.openxmlformats.org/drawingml/2006/main">
            <a:r>
              <a:t>源码：packages/coding-agent/src/extensions/mcp/runtime.lazy.ts:1</a:t>
            </a:r>
          </a:p>
          <a:p xmlns:a="http://schemas.openxmlformats.org/drawingml/2006/main">
            <a:r>
              <a:t>源码：packages/coding-agent/src/extensions/mcp/runtime.ts:1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刷新或断开</a:t>
            </a:r>
          </a:p>
          <a:p xmlns:a="http://schemas.openxmlformats.org/drawingml/2006/main">
            <a:r>
              <a:t>跟踪管理命令、重连、取消和清理，确认旧客户端与失效能力不继续被使用。</a:t>
            </a:r>
          </a:p>
          <a:p xmlns:a="http://schemas.openxmlformats.org/drawingml/2006/main">
            <a:r>
              <a:t>输入：配置变化或连接错误</a:t>
            </a:r>
          </a:p>
          <a:p xmlns:a="http://schemas.openxmlformats.org/drawingml/2006/main">
            <a:r>
              <a:t>输出：新的连接状态与诊断</a:t>
            </a:r>
          </a:p>
          <a:p xmlns:a="http://schemas.openxmlformats.org/drawingml/2006/main">
            <a:r>
              <a:t>入口：pi mcp add/remove/list/login/logout；/mcp</a:t>
            </a:r>
          </a:p>
          <a:p xmlns:a="http://schemas.openxmlformats.org/drawingml/2006/main">
            <a:r>
              <a:t>行为与边界：login 的 --timeout 限制整个登录流程；Shell 命令不加载扩展；已连接工具暴露和开关可按所属配置文件保存。</a:t>
            </a:r>
          </a:p>
          <a:p xmlns:a="http://schemas.openxmlformats.org/drawingml/2006/main">
            <a:r>
              <a:t>源码：packages/coding-agent/src/extensions/mcp/cli.lazy.ts:1</a:t>
            </a:r>
          </a:p>
          <a:p xmlns:a="http://schemas.openxmlformats.org/drawingml/2006/main">
            <a:r>
              <a:t>源码：packages/coding-agent/src/extensions/mcp/cli.ts:1</a:t>
            </a:r>
          </a:p>
          <a:p xmlns:a="http://schemas.openxmlformats.org/drawingml/2006/main">
            <a:r>
              <a:t>源码：packages/coding-agent/src/extensions/mcp/log.ts:1</a:t>
            </a:r>
          </a:p>
          <a:p xmlns:a="http://schemas.openxmlformats.org/drawingml/2006/main">
            <a:r>
              <a:t>源码：packages/coding-agent/src/extensions/mcp/ui.ts:1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失败与恢复：进程启动成功不等于 MCP 握手成功；HTTP 可达也不代表认证完成或工具 schema 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 mcp/testing 的测试服务器构造一个工具列表，再模拟断连，记录客户端和产品状态变化。</a:t>
            </a:r>
          </a:p>
          <a:p xmlns:a="http://schemas.openxmlformats.org/drawingml/2006/main">
            <a:r>
              <a:t>参考判断：测试应分别覆盖传输、初始化与能力注册；不需要连接真实外部服务。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分层配置与服务器注册</a:t>
            </a:r>
          </a:p>
          <a:p xmlns:a="http://schemas.openxmlformats.org/drawingml/2006/main">
            <a:r>
              <a:t>合并用户 mcp.json、已信任项目配置与扩展注册，验证服务器及单工具暴露设置。</a:t>
            </a:r>
          </a:p>
          <a:p xmlns:a="http://schemas.openxmlformats.org/drawingml/2006/main">
            <a:r>
              <a:t>入口：pi.registerMcpServer；~/.pi/agent/mcp.json；.pi/mcp.json</a:t>
            </a:r>
          </a:p>
          <a:p xmlns:a="http://schemas.openxmlformats.org/drawingml/2006/main">
            <a:r>
              <a:t>边界：同名文件配置优先于扩展；项目仅覆盖开关或暴露时保留用户端连接配置。项目来源受信任控制。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握手、请求关联与取消</a:t>
            </a:r>
          </a:p>
          <a:p xmlns:a="http://schemas.openxmlformats.org/drawingml/2006/main">
            <a:r>
              <a:t>提供传输中立客户端，管理 initialize、请求 ID、取消、超时与通知。</a:t>
            </a:r>
          </a:p>
          <a:p xmlns:a="http://schemas.openxmlformats.org/drawingml/2006/main">
            <a:r>
              <a:t>入口：McpClient.connect；listTools；callTool；close</a:t>
            </a:r>
          </a:p>
          <a:p xmlns:a="http://schemas.openxmlformats.org/drawingml/2006/main">
            <a:r>
              <a:t>边界：传输负责 I/O，客户端负责协议；不是 MCP 服务端，当前不支持 batch、sampling 与 tasks。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后台连接、等待与重连</a:t>
            </a:r>
          </a:p>
          <a:p xmlns:a="http://schemas.openxmlformats.org/drawingml/2006/main">
            <a:r>
              <a:t>会话启动时后台连接服务器，按需等待、更新工具目录，并在断连后下一次调用重连。</a:t>
            </a:r>
          </a:p>
          <a:p xmlns:a="http://schemas.openxmlformats.org/drawingml/2006/main">
            <a:r>
              <a:t>入口：session_start；MCP 工具调用；/reload</a:t>
            </a:r>
          </a:p>
          <a:p xmlns:a="http://schemas.openxmlformats.org/drawingml/2006/main">
            <a:r>
              <a:t>边界：首个 prompt 只为 direct 服务器等待；调用工具不会因临时错误盲目重试，资源读取可重试；连接时不再预先枚举资源，由显式列表请求获取。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管理命令、UI 与日志</a:t>
            </a:r>
          </a:p>
          <a:p xmlns:a="http://schemas.openxmlformats.org/drawingml/2006/main">
            <a:r>
              <a:t>添加、移除、检查、登录服务器，在交互会话中显示状态、工具与配置来源，并记录服务日志。</a:t>
            </a:r>
          </a:p>
          <a:p xmlns:a="http://schemas.openxmlformats.org/drawingml/2006/main">
            <a:r>
              <a:t>入口：pi mcp add/remove/list/login/logout；/mcp</a:t>
            </a:r>
          </a:p>
          <a:p xmlns:a="http://schemas.openxmlformats.org/drawingml/2006/main">
            <a:r>
              <a:t>边界：login 的 --timeout 限制整个登录流程；Shell 命令不加载扩展；已连接工具暴露和开关可按所属配置文件保存。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stdio 进程传输与进程组关闭</a:t>
            </a:r>
          </a:p>
          <a:p xmlns:a="http://schemas.openxmlformats.org/drawingml/2006/main">
            <a:r>
              <a:t>启动本地 MCP 子进程，用标准输入输出交换 JSON-RPC 消息，捕获 stderr 并关闭整组进程。</a:t>
            </a:r>
          </a:p>
          <a:p xmlns:a="http://schemas.openxmlformats.org/drawingml/2006/main">
            <a:r>
              <a:t>入口：StdioTransport</a:t>
            </a:r>
          </a:p>
          <a:p xmlns:a="http://schemas.openxmlformats.org/drawingml/2006/main">
            <a:r>
              <a:t>边界：停止时先关 stdin，再使用终止与强制终止步骤；command 与 args 分开，不按 shell 字符串执行。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Streamable HTTP、SSE 流与断点续接</a:t>
            </a:r>
          </a:p>
          <a:p xmlns:a="http://schemas.openxmlformats.org/drawingml/2006/main">
            <a:r>
              <a:t>通过 HTTP POST 和服务端流传输消息，管理 session、重连和 Last-Event-ID 续接。</a:t>
            </a:r>
          </a:p>
          <a:p xmlns:a="http://schemas.openxmlformats.org/drawingml/2006/main">
            <a:r>
              <a:t>入口：StreamableHttpTransport；注入 fetch</a:t>
            </a:r>
          </a:p>
          <a:p xmlns:a="http://schemas.openxmlformats.org/drawingml/2006/main">
            <a:r>
              <a:t>边界：使用 Streamable HTTP 协议中的事件流，不等于旧 HTTP+SSE 传输；调用是否重放要按协议/应用边界判断。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内存传输与协议测试支撑</a:t>
            </a:r>
          </a:p>
          <a:p xmlns:a="http://schemas.openxmlformats.org/drawingml/2006/main">
            <a:r>
              <a:t>在进程内成对交换 MCP 消息，为客户端与适配器验证提供无需网络的传输。</a:t>
            </a:r>
          </a:p>
          <a:p xmlns:a="http://schemas.openxmlformats.org/drawingml/2006/main">
            <a:r>
              <a:t>入口：createInMemoryTransportPair</a:t>
            </a:r>
          </a:p>
          <a:p xmlns:a="http://schemas.openxmlformats.org/drawingml/2006/main">
            <a:r>
              <a:t>边界：用于测试与宿主适配，不是生产外部服务器。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packages/mcp/README.md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packages/mcp/test/streamable-http.test.ts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packages/mcp/test/client.test.ts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EXT-26 · 动态 MCP 服务注册 [库] 扩展按当前环境注册或移除服务器，连接由内置 MCP 支持管理；注册本身不写入配置文件。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MCP-01 · 本地 stdio 服务 [可选] 启动本地 MCP 程序，用标准输入输出交换请求，支持命令、参数、环境与工作目录配置。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MCP-02 · 远程 Streamable HTTP [可选] 连接远端 MCP 服务，支持自定义请求头、bearer token 与 OAuth；不支持旧版 HTTP+SSE 接法。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MCP-03 · 全局／项目 MCP 配置 [内置] 全局服务可供所有项目使用，受信任项目可覆盖同名配置，也可仅覆盖启用和暴露策略。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MCP-04 · 服务增删命令 [内置] 从 Shell 添加、替换或移除 MCP 配置，支持本地范围；删除配置不自动删除已存 OAuth 凭据。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MCP-05 · 连接与能力诊断 [内置] 连接已启用服务并报告状态、工具与错误；连接阶段不再枚举所有资源，JSON 用 resources:true 表示支持资源，不再返回资源和模板数量。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MCP-06 · 会话内服务管理 [内置扩展] 即时展示状态、来源、工具数、资源支持标志、错误与 stderr 尾部；连接、启停和重连期间实时更新且仍可操作，不再统计全部资源数量。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MCP-07 · 后台连接与按需等待 [内置] 启动时后台连接；间接调用通过 reachesTools 声明确定需等待哪些服务器，搜索或列举工具等待全部相关连接；资源按需查询，不因枚举资源阻挡工具注册。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MCP-13 · 工具发现与动态变化 [内置] 拉取分页工具列表，处理工具列表变更通知，使新增工具可用、被撤回工具不可达。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MCP-20 · 超时、进度和取消 [库] 请求具有超时，进度通知可续期；取消信号可传播到协议层，长工具不会只依赖固定等待。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MCP-21 · HTTP 会话与流恢复 [库] 管理 HTTP session、服务端 GET 流重连和 Last-Event-ID 响应流恢复；不能等同于安全重做有副作用的工具调用。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MCP-22 · 断连重连与日志 [内置] 断开的连接在后续调用时重连；服务日志写入 mcp.log 并轮转。读取资源可按规则重试，工具业务调用不盲目重试。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MCP-23 · stdio 进程组关闭 [库] 关闭 stdin，逐步发送终止信号到进程组，尽量回收经 npx／uvx 启动的子进程。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MCP-24 · 传输无关客户端 [库] 独立包负责 JSON-RPC 初始化、请求关联、服务器请求、根目录查询和通用通知，可脱离 Pi 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MCP-25 · 内存测试传输 [库] 在同一进程构造成对传输，测试客户端与适配器而不启动真实外部服务。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mcp-connect / MCP 配置、连接、发现与重连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场景：把一个本地 stdio 服务或远程 HTTP 服务接入会话。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读取服务配置</a:t>
            </a:r>
          </a:p>
          <a:p xmlns:a="http://schemas.openxmlformats.org/drawingml/2006/main">
            <a:r>
              <a:t>沿 mcp.json 的作用域和 schema 检查传输、命令、URL 与环境配置。</a:t>
            </a:r>
          </a:p>
          <a:p xmlns:a="http://schemas.openxmlformats.org/drawingml/2006/main">
            <a:r>
              <a:t>输入：服务配置</a:t>
            </a:r>
          </a:p>
          <a:p xmlns:a="http://schemas.openxmlformats.org/drawingml/2006/main">
            <a:r>
              <a:t>输出：可连接的服务定义</a:t>
            </a:r>
          </a:p>
          <a:p xmlns:a="http://schemas.openxmlformats.org/drawingml/2006/main">
            <a:r>
              <a:t>入口：pi.registerMcpServer；~/.pi/agent/mcp.json；.pi/mcp.json</a:t>
            </a:r>
          </a:p>
          <a:p xmlns:a="http://schemas.openxmlformats.org/drawingml/2006/main">
            <a:r>
              <a:t>行为与边界：同名文件配置优先于扩展；项目仅覆盖开关或暴露时保留用户端连接配置。项目来源受信任控制。</a:t>
            </a:r>
          </a:p>
          <a:p xmlns:a="http://schemas.openxmlformats.org/drawingml/2006/main">
            <a:r>
              <a:t>源码：packages/coding-agent/src/core/mcp-servers.ts:1</a:t>
            </a:r>
          </a:p>
          <a:p xmlns:a="http://schemas.openxmlformats.org/drawingml/2006/main">
            <a:r>
              <a:t>源码：packages/coding-agent/src/extensions/mcp/config.ts:1</a:t>
            </a:r>
          </a:p>
          <a:p xmlns:a="http://schemas.openxmlformats.org/drawingml/2006/main">
            <a:r>
              <a:t>源码：packages/coding-agent/src/extensions/mcp/index.ts:1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建立协议连接</a:t>
            </a:r>
          </a:p>
          <a:p xmlns:a="http://schemas.openxmlformats.org/drawingml/2006/main">
            <a:r>
              <a:t>查看 client 初始化与 stdio/http transport，区分启动进程、协议握手和能力发现。</a:t>
            </a:r>
          </a:p>
          <a:p xmlns:a="http://schemas.openxmlformats.org/drawingml/2006/main">
            <a:r>
              <a:t>输入：传输和会话参数</a:t>
            </a:r>
          </a:p>
          <a:p xmlns:a="http://schemas.openxmlformats.org/drawingml/2006/main">
            <a:r>
              <a:t>输出：已初始化客户端</a:t>
            </a:r>
          </a:p>
          <a:p xmlns:a="http://schemas.openxmlformats.org/drawingml/2006/main">
            <a:r>
              <a:t>入口：McpClient.connect；listTools；callTool；close</a:t>
            </a:r>
          </a:p>
          <a:p xmlns:a="http://schemas.openxmlformats.org/drawingml/2006/main">
            <a:r>
              <a:t>行为与边界：传输负责 I/O，客户端负责协议；不是 MCP 服务端，当前不支持 batch、sampling 与 tasks。</a:t>
            </a:r>
          </a:p>
          <a:p xmlns:a="http://schemas.openxmlformats.org/drawingml/2006/main">
            <a:r>
              <a:t>源码：packages/mcp/src/client.ts:1</a:t>
            </a:r>
          </a:p>
          <a:p xmlns:a="http://schemas.openxmlformats.org/drawingml/2006/main">
            <a:r>
              <a:t>源码：packages/mcp/src/protocol/jsonrpc.ts:1</a:t>
            </a:r>
          </a:p>
          <a:p xmlns:a="http://schemas.openxmlformats.org/drawingml/2006/main">
            <a:r>
              <a:t>源码：packages/mcp/src/protocol/types.ts:1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合并工具与资源</a:t>
            </a:r>
          </a:p>
          <a:p xmlns:a="http://schemas.openxmlformats.org/drawingml/2006/main">
            <a:r>
              <a:t>观察服务状态、工具列表与资源注册进入产品的过程，区分 MCP 名称和本地暴露名称。</a:t>
            </a:r>
          </a:p>
          <a:p xmlns:a="http://schemas.openxmlformats.org/drawingml/2006/main">
            <a:r>
              <a:t>输入：远端能力列表</a:t>
            </a:r>
          </a:p>
          <a:p xmlns:a="http://schemas.openxmlformats.org/drawingml/2006/main">
            <a:r>
              <a:t>输出：产品中的 MCP 能力</a:t>
            </a:r>
          </a:p>
          <a:p xmlns:a="http://schemas.openxmlformats.org/drawingml/2006/main">
            <a:r>
              <a:t>入口：session_start；MCP 工具调用；/reload</a:t>
            </a:r>
          </a:p>
          <a:p xmlns:a="http://schemas.openxmlformats.org/drawingml/2006/main">
            <a:r>
              <a:t>行为与边界：首个 prompt 只为 direct 服务器等待；调用工具不会因临时错误盲目重试，资源读取可重试；连接时不再预先枚举资源，由显式列表请求获取。</a:t>
            </a:r>
          </a:p>
          <a:p xmlns:a="http://schemas.openxmlformats.org/drawingml/2006/main">
            <a:r>
              <a:t>源码：packages/coding-agent/src/extensions/mcp/runtime.lazy.ts:1</a:t>
            </a:r>
          </a:p>
          <a:p xmlns:a="http://schemas.openxmlformats.org/drawingml/2006/main">
            <a:r>
              <a:t>源码：packages/coding-agent/src/extensions/mcp/runtime.ts:1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刷新或断开</a:t>
            </a:r>
          </a:p>
          <a:p xmlns:a="http://schemas.openxmlformats.org/drawingml/2006/main">
            <a:r>
              <a:t>跟踪管理命令、重连、取消和清理，确认旧客户端与失效能力不继续被使用。</a:t>
            </a:r>
          </a:p>
          <a:p xmlns:a="http://schemas.openxmlformats.org/drawingml/2006/main">
            <a:r>
              <a:t>输入：配置变化或连接错误</a:t>
            </a:r>
          </a:p>
          <a:p xmlns:a="http://schemas.openxmlformats.org/drawingml/2006/main">
            <a:r>
              <a:t>输出：新的连接状态与诊断</a:t>
            </a:r>
          </a:p>
          <a:p xmlns:a="http://schemas.openxmlformats.org/drawingml/2006/main">
            <a:r>
              <a:t>入口：pi mcp add/remove/list/login/logout；/mcp</a:t>
            </a:r>
          </a:p>
          <a:p xmlns:a="http://schemas.openxmlformats.org/drawingml/2006/main">
            <a:r>
              <a:t>行为与边界：login 的 --timeout 限制整个登录流程；Shell 命令不加载扩展；已连接工具暴露和开关可按所属配置文件保存。</a:t>
            </a:r>
          </a:p>
          <a:p xmlns:a="http://schemas.openxmlformats.org/drawingml/2006/main">
            <a:r>
              <a:t>源码：packages/coding-agent/src/extensions/mcp/cli.lazy.ts:1</a:t>
            </a:r>
          </a:p>
          <a:p xmlns:a="http://schemas.openxmlformats.org/drawingml/2006/main">
            <a:r>
              <a:t>源码：packages/coding-agent/src/extensions/mcp/cli.ts:1</a:t>
            </a:r>
          </a:p>
          <a:p xmlns:a="http://schemas.openxmlformats.org/drawingml/2006/main">
            <a:r>
              <a:t>源码：packages/coding-agent/src/extensions/mcp/log.ts:1</a:t>
            </a:r>
          </a:p>
          <a:p xmlns:a="http://schemas.openxmlformats.org/drawingml/2006/main">
            <a:r>
              <a:t>源码：packages/coding-agent/src/extensions/mcp/ui.ts:1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失败与恢复：进程启动成功不等于 MCP 握手成功；HTTP 可达也不代表认证完成或工具 schema 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 mcp/testing 的测试服务器构造一个工具列表，再模拟断连，记录客户端和产品状态变化。</a:t>
            </a:r>
          </a:p>
          <a:p xmlns:a="http://schemas.openxmlformats.org/drawingml/2006/main">
            <a:r>
              <a:t>参考判断：测试应分别覆盖传输、初始化与能力注册；不需要连接真实外部服务。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分层配置与服务器注册</a:t>
            </a:r>
          </a:p>
          <a:p xmlns:a="http://schemas.openxmlformats.org/drawingml/2006/main">
            <a:r>
              <a:t>合并用户 mcp.json、已信任项目配置与扩展注册，验证服务器及单工具暴露设置。</a:t>
            </a:r>
          </a:p>
          <a:p xmlns:a="http://schemas.openxmlformats.org/drawingml/2006/main">
            <a:r>
              <a:t>入口：pi.registerMcpServer；~/.pi/agent/mcp.json；.pi/mcp.json</a:t>
            </a:r>
          </a:p>
          <a:p xmlns:a="http://schemas.openxmlformats.org/drawingml/2006/main">
            <a:r>
              <a:t>边界：同名文件配置优先于扩展；项目仅覆盖开关或暴露时保留用户端连接配置。项目来源受信任控制。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握手、请求关联与取消</a:t>
            </a:r>
          </a:p>
          <a:p xmlns:a="http://schemas.openxmlformats.org/drawingml/2006/main">
            <a:r>
              <a:t>提供传输中立客户端，管理 initialize、请求 ID、取消、超时与通知。</a:t>
            </a:r>
          </a:p>
          <a:p xmlns:a="http://schemas.openxmlformats.org/drawingml/2006/main">
            <a:r>
              <a:t>入口：McpClient.connect；listTools；callTool；close</a:t>
            </a:r>
          </a:p>
          <a:p xmlns:a="http://schemas.openxmlformats.org/drawingml/2006/main">
            <a:r>
              <a:t>边界：传输负责 I/O，客户端负责协议；不是 MCP 服务端，当前不支持 batch、sampling 与 tasks。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后台连接、等待与重连</a:t>
            </a:r>
          </a:p>
          <a:p xmlns:a="http://schemas.openxmlformats.org/drawingml/2006/main">
            <a:r>
              <a:t>会话启动时后台连接服务器，按需等待、更新工具目录，并在断连后下一次调用重连。</a:t>
            </a:r>
          </a:p>
          <a:p xmlns:a="http://schemas.openxmlformats.org/drawingml/2006/main">
            <a:r>
              <a:t>入口：session_start；MCP 工具调用；/reload</a:t>
            </a:r>
          </a:p>
          <a:p xmlns:a="http://schemas.openxmlformats.org/drawingml/2006/main">
            <a:r>
              <a:t>边界：首个 prompt 只为 direct 服务器等待；调用工具不会因临时错误盲目重试，资源读取可重试；连接时不再预先枚举资源，由显式列表请求获取。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管理命令、UI 与日志</a:t>
            </a:r>
          </a:p>
          <a:p xmlns:a="http://schemas.openxmlformats.org/drawingml/2006/main">
            <a:r>
              <a:t>添加、移除、检查、登录服务器，在交互会话中显示状态、工具与配置来源，并记录服务日志。</a:t>
            </a:r>
          </a:p>
          <a:p xmlns:a="http://schemas.openxmlformats.org/drawingml/2006/main">
            <a:r>
              <a:t>入口：pi mcp add/remove/list/login/logout；/mcp</a:t>
            </a:r>
          </a:p>
          <a:p xmlns:a="http://schemas.openxmlformats.org/drawingml/2006/main">
            <a:r>
              <a:t>边界：login 的 --timeout 限制整个登录流程；Shell 命令不加载扩展；已连接工具暴露和开关可按所属配置文件保存。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stdio 进程传输与进程组关闭</a:t>
            </a:r>
          </a:p>
          <a:p xmlns:a="http://schemas.openxmlformats.org/drawingml/2006/main">
            <a:r>
              <a:t>启动本地 MCP 子进程，用标准输入输出交换 JSON-RPC 消息，捕获 stderr 并关闭整组进程。</a:t>
            </a:r>
          </a:p>
          <a:p xmlns:a="http://schemas.openxmlformats.org/drawingml/2006/main">
            <a:r>
              <a:t>入口：StdioTransport</a:t>
            </a:r>
          </a:p>
          <a:p xmlns:a="http://schemas.openxmlformats.org/drawingml/2006/main">
            <a:r>
              <a:t>边界：停止时先关 stdin，再使用终止与强制终止步骤；command 与 args 分开，不按 shell 字符串执行。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Streamable HTTP、SSE 流与断点续接</a:t>
            </a:r>
          </a:p>
          <a:p xmlns:a="http://schemas.openxmlformats.org/drawingml/2006/main">
            <a:r>
              <a:t>通过 HTTP POST 和服务端流传输消息，管理 session、重连和 Last-Event-ID 续接。</a:t>
            </a:r>
          </a:p>
          <a:p xmlns:a="http://schemas.openxmlformats.org/drawingml/2006/main">
            <a:r>
              <a:t>入口：StreamableHttpTransport；注入 fetch</a:t>
            </a:r>
          </a:p>
          <a:p xmlns:a="http://schemas.openxmlformats.org/drawingml/2006/main">
            <a:r>
              <a:t>边界：使用 Streamable HTTP 协议中的事件流，不等于旧 HTTP+SSE 传输；调用是否重放要按协议/应用边界判断。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内存传输与协议测试支撑</a:t>
            </a:r>
          </a:p>
          <a:p xmlns:a="http://schemas.openxmlformats.org/drawingml/2006/main">
            <a:r>
              <a:t>在进程内成对交换 MCP 消息，为客户端与适配器验证提供无需网络的传输。</a:t>
            </a:r>
          </a:p>
          <a:p xmlns:a="http://schemas.openxmlformats.org/drawingml/2006/main">
            <a:r>
              <a:t>入口：createInMemoryTransportPair</a:t>
            </a:r>
          </a:p>
          <a:p xmlns:a="http://schemas.openxmlformats.org/drawingml/2006/main">
            <a:r>
              <a:t>边界：用于测试与宿主适配，不是生产外部服务器。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packages/mcp/README.md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packages/coding-agent/test/mcp-command.test.ts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packages/coding-agent/test/mcp-manager-view.test.ts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packages/mcp/test/streamable-http.test.ts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packages/mcp/test/client.test.ts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EXT-26 · 动态 MCP 服务注册 [库] 扩展按当前环境注册或移除服务器，连接由内置 MCP 支持管理；注册本身不写入配置文件。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MCP-01 · 本地 stdio 服务 [可选] 启动本地 MCP 程序，用标准输入输出交换请求，支持命令、参数、环境与工作目录配置。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MCP-02 · 远程 Streamable HTTP [可选] 连接远端 MCP 服务，支持自定义请求头、bearer token 与 OAuth；不支持旧版 HTTP+SSE 接法。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MCP-03 · 全局／项目 MCP 配置 [内置] 全局服务可供所有项目使用，受信任项目可覆盖同名配置，也可仅覆盖启用和暴露策略。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MCP-04 · 服务增删命令 [内置] 从 Shell 添加、替换或移除 MCP 配置，支持本地范围；删除配置不自动删除已存 OAuth 凭据。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MCP-05 · 连接与能力诊断 [内置] 连接已启用服务并报告状态、工具与错误；连接阶段不再枚举所有资源，JSON 用 resources:true 表示支持资源，不再返回资源和模板数量。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MCP-06 · 会话内服务管理 [内置扩展] 即时展示状态、来源、工具数、资源支持标志、错误与 stderr 尾部；连接、启停和重连期间实时更新且仍可操作，不再统计全部资源数量。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MCP-07 · 后台连接与按需等待 [内置] 启动时后台连接；间接调用通过 reachesTools 声明确定需等待哪些服务器，搜索或列举工具等待全部相关连接；资源按需查询，不因枚举资源阻挡工具注册。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MCP-13 · 工具发现与动态变化 [内置] 拉取分页工具列表，处理工具列表变更通知，使新增工具可用、被撤回工具不可达。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MCP-20 · 超时、进度和取消 [库] 请求具有超时，进度通知可续期；取消信号可传播到协议层，长工具不会只依赖固定等待。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MCP-21 · HTTP 会话与流恢复 [库] 管理 HTTP session、服务端 GET 流重连和 Last-Event-ID 响应流恢复；不能等同于安全重做有副作用的工具调用。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MCP-22 · 断连重连与日志 [内置] 断开的连接在后续调用时重连；服务日志写入 mcp.log 并轮转。读取资源可按规则重试，工具业务调用不盲目重试。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MCP-23 · stdio 进程组关闭 [库] 关闭 stdin，逐步发送终止信号到进程组，尽量回收经 npx／uvx 启动的子进程。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MCP-24 · 传输无关客户端 [库] 独立包负责 JSON-RPC 初始化、请求关联、服务器请求、根目录查询和通用通知，可脱离 Pi 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MCP-25 · 内存测试传输 [库] 在同一进程构造成对传输，测试客户端与适配器而不启动真实外部服务。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mcp-auth-resources / MCP OAuth、工具结果与资源读取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场景：远端 MCP 要求登录，并返回文本、图像或资源内容。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发现授权端点</a:t>
            </a:r>
          </a:p>
          <a:p xmlns:a="http://schemas.openxmlformats.org/drawingml/2006/main">
            <a:r>
              <a:t>检查受保护资源和授权服务器元数据，辨认 URL 校验与发现失败。</a:t>
            </a:r>
          </a:p>
          <a:p xmlns:a="http://schemas.openxmlformats.org/drawingml/2006/main">
            <a:r>
              <a:t>输入：受保护服务响应</a:t>
            </a:r>
          </a:p>
          <a:p xmlns:a="http://schemas.openxmlformats.org/drawingml/2006/main">
            <a:r>
              <a:t>输出：授权服务器信息</a:t>
            </a:r>
          </a:p>
          <a:p xmlns:a="http://schemas.openxmlformats.org/drawingml/2006/main">
            <a:r>
              <a:t>入口：OAuth discovery；authServerMetadataUrl</a:t>
            </a:r>
          </a:p>
          <a:p xmlns:a="http://schemas.openxmlformats.org/drawingml/2006/main">
            <a:r>
              <a:t>行为与边界：这是 MCP OAuth 子路径的能力；配置和 issuer 校验需对照实际返回数据。</a:t>
            </a:r>
          </a:p>
          <a:p xmlns:a="http://schemas.openxmlformats.org/drawingml/2006/main">
            <a:r>
              <a:t>源码：packages/mcp/src/oauth/discovery.ts:1</a:t>
            </a:r>
          </a:p>
          <a:p xmlns:a="http://schemas.openxmlformats.org/drawingml/2006/main">
            <a:r>
              <a:t>源码：packages/mcp/src/oauth/types.ts:1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完成回调并保存授权</a:t>
            </a:r>
          </a:p>
          <a:p xmlns:a="http://schemas.openxmlformats.org/drawingml/2006/main">
            <a:r>
              <a:t>沿 state、PKCE、回调与 token 交换检查授权流程，再看 coding-agent 如何存储和使用凭据。</a:t>
            </a:r>
          </a:p>
          <a:p xmlns:a="http://schemas.openxmlformats.org/drawingml/2006/main">
            <a:r>
              <a:t>输入：授权请求与回调</a:t>
            </a:r>
          </a:p>
          <a:p xmlns:a="http://schemas.openxmlformats.org/drawingml/2006/main">
            <a:r>
              <a:t>输出：MCP 会话可用凭据</a:t>
            </a:r>
          </a:p>
          <a:p xmlns:a="http://schemas.openxmlformats.org/drawingml/2006/main">
            <a:r>
              <a:t>入口：authorizeMcp；McpOAuthProvider；adaptOAuthProvider</a:t>
            </a:r>
          </a:p>
          <a:p xmlns:a="http://schemas.openxmlformats.org/drawingml/2006/main">
            <a:r>
              <a:t>行为与边界：凭据持久化由注入 StateStore 完成；库不自行打开浏览器或选择保存目录。</a:t>
            </a:r>
          </a:p>
          <a:p xmlns:a="http://schemas.openxmlformats.org/drawingml/2006/main">
            <a:r>
              <a:t>源码：packages/mcp/src/auth-provider.ts:1</a:t>
            </a:r>
          </a:p>
          <a:p xmlns:a="http://schemas.openxmlformats.org/drawingml/2006/main">
            <a:r>
              <a:t>源码：packages/mcp/src/oauth/errors.ts:1</a:t>
            </a:r>
          </a:p>
          <a:p xmlns:a="http://schemas.openxmlformats.org/drawingml/2006/main">
            <a:r>
              <a:t>源码：packages/mcp/src/oauth/flow.ts:1</a:t>
            </a:r>
          </a:p>
          <a:p xmlns:a="http://schemas.openxmlformats.org/drawingml/2006/main">
            <a:r>
              <a:t>源码：packages/mcp/src/oauth/provider.ts:1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执行工具并转换内容</a:t>
            </a:r>
          </a:p>
          <a:p xmlns:a="http://schemas.openxmlformats.org/drawingml/2006/main">
            <a:r>
              <a:t>查看 MCP 工具包装器的参数和结果映射，保留错误、内容块与调用关系。</a:t>
            </a:r>
          </a:p>
          <a:p xmlns:a="http://schemas.openxmlformats.org/drawingml/2006/main">
            <a:r>
              <a:t>输入：MCP callTool 结果</a:t>
            </a:r>
          </a:p>
          <a:p xmlns:a="http://schemas.openxmlformats.org/drawingml/2006/main">
            <a:r>
              <a:t>输出：Agent 工具结果</a:t>
            </a:r>
          </a:p>
          <a:p xmlns:a="http://schemas.openxmlformats.org/drawingml/2006/main">
            <a:r>
              <a:t>入口：direct / codemode / deferred / hidden；toolExposure</a:t>
            </a:r>
          </a:p>
          <a:p xmlns:a="http://schemas.openxmlformats.org/drawingml/2006/main">
            <a:r>
              <a:t>行为与边界：规范化后的重名工具带 hash 后缀；模型端大文本截断并保留完整临时文件，脚本可收到完整结果。</a:t>
            </a:r>
          </a:p>
          <a:p xmlns:a="http://schemas.openxmlformats.org/drawingml/2006/main">
            <a:r>
              <a:t>源码：packages/coding-agent/src/core/mcp-servers.ts:1</a:t>
            </a:r>
          </a:p>
          <a:p xmlns:a="http://schemas.openxmlformats.org/drawingml/2006/main">
            <a:r>
              <a:t>源码：packages/coding-agent/src/extensions/mcp/tools.ts:1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列举并读取资源</a:t>
            </a:r>
          </a:p>
          <a:p xmlns:a="http://schemas.openxmlformats.org/drawingml/2006/main">
            <a:r>
              <a:t>区分工具调用与 resources 的列举、模板和读取，跟踪内容进入模型上下文的位置。</a:t>
            </a:r>
          </a:p>
          <a:p xmlns:a="http://schemas.openxmlformats.org/drawingml/2006/main">
            <a:r>
              <a:t>输入：资源 URI 或模板参数</a:t>
            </a:r>
          </a:p>
          <a:p xmlns:a="http://schemas.openxmlformats.org/drawingml/2006/main">
            <a:r>
              <a:t>输出：可消费的资源内容</a:t>
            </a:r>
          </a:p>
          <a:p xmlns:a="http://schemas.openxmlformats.org/drawingml/2006/main">
            <a:r>
              <a:t>入口：list_mcp_resources；list_mcp_resource_templates；read_mcp_resource</a:t>
            </a:r>
          </a:p>
          <a:p xmlns:a="http://schemas.openxmlformats.org/drawingml/2006/main">
            <a:r>
              <a:t>行为与边界：仅面向启用且非 hidden 的资源服务器；当前不渲染 MCP Apps 的 ui:// 与 HTML 资源。</a:t>
            </a:r>
          </a:p>
          <a:p xmlns:a="http://schemas.openxmlformats.org/drawingml/2006/main">
            <a:r>
              <a:t>源码：packages/coding-agent/src/extensions/mcp/resources.ts:1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失败与恢复：外部资源内容不是程序指令。授权刷新失败、资源不存在与内容不支持应给出不同诊断。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练习：从内容转换测试找出文本、图像和错误三种结果，说明给模型的数据怎样变化。</a:t>
            </a:r>
          </a:p>
          <a:p xmlns:a="http://schemas.openxmlformats.org/drawingml/2006/main">
            <a:r>
              <a:t>参考判断：只转换受支持的内容形状，保留失败状态；OAuth 回调需要验证关联信息。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OAuth 资源与授权服务器发现</a:t>
            </a:r>
          </a:p>
          <a:p xmlns:a="http://schemas.openxmlformats.org/drawingml/2006/main">
            <a:r>
              <a:t>读取受保护资源元数据和授权服务器元数据，为授权选择真实端点。</a:t>
            </a:r>
          </a:p>
          <a:p xmlns:a="http://schemas.openxmlformats.org/drawingml/2006/main">
            <a:r>
              <a:t>入口：OAuth discovery；authServerMetadataUrl</a:t>
            </a:r>
          </a:p>
          <a:p xmlns:a="http://schemas.openxmlformats.org/drawingml/2006/main">
            <a:r>
              <a:t>边界：这是 MCP OAuth 子路径的能力；配置和 issuer 校验需对照实际返回数据。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OAuth PKCE、注册、刷新与升级授权</a:t>
            </a:r>
          </a:p>
          <a:p xmlns:a="http://schemas.openxmlformats.org/drawingml/2006/main">
            <a:r>
              <a:t>实现授权码 PKCE、动态注册或 CIMD、共享刷新和 insufficient_scope 的升级授权。</a:t>
            </a:r>
          </a:p>
          <a:p xmlns:a="http://schemas.openxmlformats.org/drawingml/2006/main">
            <a:r>
              <a:t>入口：authorizeMcp；McpOAuthProvider；adaptOAuthProvider</a:t>
            </a:r>
          </a:p>
          <a:p xmlns:a="http://schemas.openxmlformats.org/drawingml/2006/main">
            <a:r>
              <a:t>边界：凭据持久化由注入 StateStore 完成；库不自行打开浏览器或选择保存目录。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工具命名、暴露与结果适配</a:t>
            </a:r>
          </a:p>
          <a:p xmlns:a="http://schemas.openxmlformats.org/drawingml/2006/main">
            <a:r>
              <a:t>把服务器工具接入 Pi 工具管线，规范化名称，传递 structuredContent、isError 和安全提示。</a:t>
            </a:r>
          </a:p>
          <a:p xmlns:a="http://schemas.openxmlformats.org/drawingml/2006/main">
            <a:r>
              <a:t>入口：direct / codemode / deferred / hidden；toolExposure</a:t>
            </a:r>
          </a:p>
          <a:p xmlns:a="http://schemas.openxmlformats.org/drawingml/2006/main">
            <a:r>
              <a:t>边界：规范化后的重名工具带 hash 后缀；模型端大文本截断并保留完整临时文件，脚本可收到完整结果。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资源、URI 模板与二进制读取</a:t>
            </a:r>
          </a:p>
          <a:p xmlns:a="http://schemas.openxmlformats.org/drawingml/2006/main">
            <a:r>
              <a:t>注册资源列表、模板列表和读取工具，统一输出文本、图像或二进制临时文件路径。</a:t>
            </a:r>
          </a:p>
          <a:p xmlns:a="http://schemas.openxmlformats.org/drawingml/2006/main">
            <a:r>
              <a:t>入口：list_mcp_resources；list_mcp_resource_templates；read_mcp_resource</a:t>
            </a:r>
          </a:p>
          <a:p xmlns:a="http://schemas.openxmlformats.org/drawingml/2006/main">
            <a:r>
              <a:t>边界：仅面向启用且非 hidden 的资源服务器；当前不渲染 MCP Apps 的 ui:// 与 HTML 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OAuth 回环回调与状态校验</a:t>
            </a:r>
          </a:p>
          <a:p xmlns:a="http://schemas.openxmlformats.org/drawingml/2006/main">
            <a:r>
              <a:t>监听本机回调并等待授权结果，核对 state 和预期 issuer。</a:t>
            </a:r>
          </a:p>
          <a:p xmlns:a="http://schemas.openxmlformats.org/drawingml/2006/main">
            <a:r>
              <a:t>入口：OAuthCallbackServer.listen；waitForCallback</a:t>
            </a:r>
          </a:p>
          <a:p xmlns:a="http://schemas.openxmlformats.org/drawingml/2006/main">
            <a:r>
              <a:t>边界：回调 URI、端口与 CIMD 路径受配置约束，授权响应不能只取 code 而跳过校验。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OAuth 登录与提供商凭据转接</a:t>
            </a:r>
          </a:p>
          <a:p xmlns:a="http://schemas.openxmlformats.org/drawingml/2006/main">
            <a:r>
              <a:t>管理服务器 OAuth 凭据、回调与增量授权；HTTP 服务器也可采用已登录提供商的 token。</a:t>
            </a:r>
          </a:p>
          <a:p xmlns:a="http://schemas.openxmlformats.org/drawingml/2006/main">
            <a:r>
              <a:t>入口：/mcp login/logout；oauth；auth.provider</a:t>
            </a:r>
          </a:p>
          <a:p xmlns:a="http://schemas.openxmlformats.org/drawingml/2006/main">
            <a:r>
              <a:t>边界：凭据按服务器名和 URL 隔离；项目配置不可使用 auth.provider；配置元数据 URL 与 clientRegistration 影响授权流程。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内容转为模型消息</a:t>
            </a:r>
          </a:p>
          <a:p xmlns:a="http://schemas.openxmlformats.org/drawingml/2006/main">
            <a:r>
              <a:t>把工具结果中的文本、图像和嵌入资源转为 LLM 内容，纯 structuredContent 转成 JSON。</a:t>
            </a:r>
          </a:p>
          <a:p xmlns:a="http://schemas.openxmlformats.org/drawingml/2006/main">
            <a:r>
              <a:t>入口：toLlmContent</a:t>
            </a:r>
          </a:p>
          <a:p xmlns:a="http://schemas.openxmlformats.org/drawingml/2006/main">
            <a:r>
              <a:t>边界：音频、资源链接与其他二进制返回短占位；Pi 产品层资源工具还有独立临时文件处理。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嵌套工具管线、父子事件与用量记录</a:t>
            </a:r>
          </a:p>
          <a:p xmlns:a="http://schemas.openxmlformats.org/drawingml/2006/main">
            <a:r>
              <a:t>ctx.executeTool 将脚本发起的子调用交给同一校验、拦截和结果管线，汇总到父工具。</a:t>
            </a:r>
          </a:p>
          <a:p xmlns:a="http://schemas.openxmlformats.org/drawingml/2006/main">
            <a:r>
              <a:t>入口：ctx.executeTool；parentToolCallId；nestedCalls</a:t>
            </a:r>
          </a:p>
          <a:p xmlns:a="http://schemas.openxmlformats.org/drawingml/2006/main">
            <a:r>
              <a:t>边界：子调用收到取消信号，串行策略由队列处理；嵌套结果不逐条进入模型上下文，记录有界。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工具暴露、命名空间与请求 Loadout</a:t>
            </a:r>
          </a:p>
          <a:p xmlns:a="http://schemas.openxmlformats.org/drawingml/2006/main">
            <a:r>
              <a:t>把工具注册、激活、模型声明和脚本可调用性分开管理，扩展可为每次请求准备工具集。</a:t>
            </a:r>
          </a:p>
          <a:p xmlns:a="http://schemas.openxmlformats.org/drawingml/2006/main">
            <a:r>
              <a:t>入口：ToolExposure；prepareLoadout；getAllTools；namespace</a:t>
            </a:r>
          </a:p>
          <a:p xmlns:a="http://schemas.openxmlformats.org/drawingml/2006/main">
            <a:r>
              <a:t>边界：模型声明不代表所有注册工具；annotations、outputSchema 与 structuredContent 承载额外契约。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packages/mcp/README.md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packages/coding-agent/test/mcp-oauth-refresh.test.ts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packages/coding-agent/test/mcp-oauth-store.test.ts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packages/coding-agent/test/nested-tool-calls.test.ts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MCP-08 · OAuth 登录、刷新与取消 [可选] 发现认证服务，执行 PKCE／客户端注册并保存刷新令牌；Esc 可在各阶段取消，会话关闭会中止登录，每次授权服务请求有 15 秒超时，CLI timeout 限制整个登录过程。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MCP-09 · OAuth 高级兼容配置 [可选] 支持预注册 client ID、可选密钥、回调端口、scope、客户端元数据文档及指定认证元数据地址。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MCP-10 · 按服务身份隔离凭据 [内置] 以服务名称和 URL 关联认证，同 URL 的不同账户名称可独立登录；登出删除该身份凭据。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MCP-11 · 直接、延迟与脚本暴露 [内置] direct 直接声明；deferred 通过 tool_search 发现；默认 codemode 通过脚本发现；hidden 不可达。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MCP-12 · 按工具覆盖暴露 [可选] 对单个工具名或通配模式覆盖服务器策略，例如只直接展示搜索、隐藏删除工具。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MCP-14 · 工具命名防冲突 [内置] 将服务和工具名规范化为模型可用名称，同服务规范化冲突使用后缀区分，服务名冲突会报告。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MCP-15 · 资源枚举 [可选自动注册] 列出服务器公开资源，支持服务筛选和分页，帮助模型发现不以工具形式暴露的数据。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MCP-16 · 资源模板枚举 [可选自动注册] 获取参数化 URI 模板，以访问无法逐条枚举的资源。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MCP-17 · 资源读取 [可选自动注册] 按服务和 URI 获取资源；文本与图片作为内容返回，其他二进制保存临时文件并提供路径。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MCP-18 · 内容与大输出处理 [内置] 工具文本、图片、结构化结果进入统一工具管线；直接文本过大时截断并保留完整文件，脚本可先处理完整结果。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MCP-19 · 权限 Hook 与嵌套追踪 [库] MCP 和 Codemode 中的 MCP 调用都经过普通工具事件，扩展可统一审批、记录及处理结果。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MCP-27 · MCP 通配选择与可达性区分 [可选] --tools 未含 mcp__ 前缀项时保留 MCP 的间接调用范围，但未匹配工具不直接声明；出现前缀项后按模式过滤 MCP。--exclude-tools 可统一排除，资源工具也按 MCP 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mcp-auth-resources / MCP OAuth、工具结果与资源读取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场景：远端 MCP 要求登录，并返回文本、图像或资源内容。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发现授权端点</a:t>
            </a:r>
          </a:p>
          <a:p xmlns:a="http://schemas.openxmlformats.org/drawingml/2006/main">
            <a:r>
              <a:t>检查受保护资源和授权服务器元数据，辨认 URL 校验与发现失败。</a:t>
            </a:r>
          </a:p>
          <a:p xmlns:a="http://schemas.openxmlformats.org/drawingml/2006/main">
            <a:r>
              <a:t>输入：受保护服务响应</a:t>
            </a:r>
          </a:p>
          <a:p xmlns:a="http://schemas.openxmlformats.org/drawingml/2006/main">
            <a:r>
              <a:t>输出：授权服务器信息</a:t>
            </a:r>
          </a:p>
          <a:p xmlns:a="http://schemas.openxmlformats.org/drawingml/2006/main">
            <a:r>
              <a:t>入口：OAuth discovery；authServerMetadataUrl</a:t>
            </a:r>
          </a:p>
          <a:p xmlns:a="http://schemas.openxmlformats.org/drawingml/2006/main">
            <a:r>
              <a:t>行为与边界：这是 MCP OAuth 子路径的能力；配置和 issuer 校验需对照实际返回数据。</a:t>
            </a:r>
          </a:p>
          <a:p xmlns:a="http://schemas.openxmlformats.org/drawingml/2006/main">
            <a:r>
              <a:t>源码：packages/mcp/src/oauth/discovery.ts:1</a:t>
            </a:r>
          </a:p>
          <a:p xmlns:a="http://schemas.openxmlformats.org/drawingml/2006/main">
            <a:r>
              <a:t>源码：packages/mcp/src/oauth/types.ts:1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完成回调并保存授权</a:t>
            </a:r>
          </a:p>
          <a:p xmlns:a="http://schemas.openxmlformats.org/drawingml/2006/main">
            <a:r>
              <a:t>沿 state、PKCE、回调与 token 交换检查授权流程，再看 coding-agent 如何存储和使用凭据。</a:t>
            </a:r>
          </a:p>
          <a:p xmlns:a="http://schemas.openxmlformats.org/drawingml/2006/main">
            <a:r>
              <a:t>输入：授权请求与回调</a:t>
            </a:r>
          </a:p>
          <a:p xmlns:a="http://schemas.openxmlformats.org/drawingml/2006/main">
            <a:r>
              <a:t>输出：MCP 会话可用凭据</a:t>
            </a:r>
          </a:p>
          <a:p xmlns:a="http://schemas.openxmlformats.org/drawingml/2006/main">
            <a:r>
              <a:t>入口：authorizeMcp；McpOAuthProvider；adaptOAuthProvider</a:t>
            </a:r>
          </a:p>
          <a:p xmlns:a="http://schemas.openxmlformats.org/drawingml/2006/main">
            <a:r>
              <a:t>行为与边界：凭据持久化由注入 StateStore 完成；库不自行打开浏览器或选择保存目录。</a:t>
            </a:r>
          </a:p>
          <a:p xmlns:a="http://schemas.openxmlformats.org/drawingml/2006/main">
            <a:r>
              <a:t>源码：packages/mcp/src/auth-provider.ts:1</a:t>
            </a:r>
          </a:p>
          <a:p xmlns:a="http://schemas.openxmlformats.org/drawingml/2006/main">
            <a:r>
              <a:t>源码：packages/mcp/src/oauth/errors.ts:1</a:t>
            </a:r>
          </a:p>
          <a:p xmlns:a="http://schemas.openxmlformats.org/drawingml/2006/main">
            <a:r>
              <a:t>源码：packages/mcp/src/oauth/flow.ts:1</a:t>
            </a:r>
          </a:p>
          <a:p xmlns:a="http://schemas.openxmlformats.org/drawingml/2006/main">
            <a:r>
              <a:t>源码：packages/mcp/src/oauth/provider.ts:1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执行工具并转换内容</a:t>
            </a:r>
          </a:p>
          <a:p xmlns:a="http://schemas.openxmlformats.org/drawingml/2006/main">
            <a:r>
              <a:t>查看 MCP 工具包装器的参数和结果映射，保留错误、内容块与调用关系。</a:t>
            </a:r>
          </a:p>
          <a:p xmlns:a="http://schemas.openxmlformats.org/drawingml/2006/main">
            <a:r>
              <a:t>输入：MCP callTool 结果</a:t>
            </a:r>
          </a:p>
          <a:p xmlns:a="http://schemas.openxmlformats.org/drawingml/2006/main">
            <a:r>
              <a:t>输出：Agent 工具结果</a:t>
            </a:r>
          </a:p>
          <a:p xmlns:a="http://schemas.openxmlformats.org/drawingml/2006/main">
            <a:r>
              <a:t>入口：direct / codemode / deferred / hidden；toolExposure</a:t>
            </a:r>
          </a:p>
          <a:p xmlns:a="http://schemas.openxmlformats.org/drawingml/2006/main">
            <a:r>
              <a:t>行为与边界：规范化后的重名工具带 hash 后缀；模型端大文本截断并保留完整临时文件，脚本可收到完整结果。</a:t>
            </a:r>
          </a:p>
          <a:p xmlns:a="http://schemas.openxmlformats.org/drawingml/2006/main">
            <a:r>
              <a:t>源码：packages/coding-agent/src/core/mcp-servers.ts:1</a:t>
            </a:r>
          </a:p>
          <a:p xmlns:a="http://schemas.openxmlformats.org/drawingml/2006/main">
            <a:r>
              <a:t>源码：packages/coding-agent/src/extensions/mcp/tools.ts:1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列举并读取资源</a:t>
            </a:r>
          </a:p>
          <a:p xmlns:a="http://schemas.openxmlformats.org/drawingml/2006/main">
            <a:r>
              <a:t>区分工具调用与 resources 的列举、模板和读取，跟踪内容进入模型上下文的位置。</a:t>
            </a:r>
          </a:p>
          <a:p xmlns:a="http://schemas.openxmlformats.org/drawingml/2006/main">
            <a:r>
              <a:t>输入：资源 URI 或模板参数</a:t>
            </a:r>
          </a:p>
          <a:p xmlns:a="http://schemas.openxmlformats.org/drawingml/2006/main">
            <a:r>
              <a:t>输出：可消费的资源内容</a:t>
            </a:r>
          </a:p>
          <a:p xmlns:a="http://schemas.openxmlformats.org/drawingml/2006/main">
            <a:r>
              <a:t>入口：list_mcp_resources；list_mcp_resource_templates；read_mcp_resource</a:t>
            </a:r>
          </a:p>
          <a:p xmlns:a="http://schemas.openxmlformats.org/drawingml/2006/main">
            <a:r>
              <a:t>行为与边界：仅面向启用且非 hidden 的资源服务器；当前不渲染 MCP Apps 的 ui:// 与 HTML 资源。</a:t>
            </a:r>
          </a:p>
          <a:p xmlns:a="http://schemas.openxmlformats.org/drawingml/2006/main">
            <a:r>
              <a:t>源码：packages/coding-agent/src/extensions/mcp/resources.ts:1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失败与恢复：外部资源内容不是程序指令。授权刷新失败、资源不存在与内容不支持应给出不同诊断。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练习：从内容转换测试找出文本、图像和错误三种结果，说明给模型的数据怎样变化。</a:t>
            </a:r>
          </a:p>
          <a:p xmlns:a="http://schemas.openxmlformats.org/drawingml/2006/main">
            <a:r>
              <a:t>参考判断：只转换受支持的内容形状，保留失败状态；OAuth 回调需要验证关联信息。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OAuth 资源与授权服务器发现</a:t>
            </a:r>
          </a:p>
          <a:p xmlns:a="http://schemas.openxmlformats.org/drawingml/2006/main">
            <a:r>
              <a:t>读取受保护资源元数据和授权服务器元数据，为授权选择真实端点。</a:t>
            </a:r>
          </a:p>
          <a:p xmlns:a="http://schemas.openxmlformats.org/drawingml/2006/main">
            <a:r>
              <a:t>入口：OAuth discovery；authServerMetadataUrl</a:t>
            </a:r>
          </a:p>
          <a:p xmlns:a="http://schemas.openxmlformats.org/drawingml/2006/main">
            <a:r>
              <a:t>边界：这是 MCP OAuth 子路径的能力；配置和 issuer 校验需对照实际返回数据。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OAuth PKCE、注册、刷新与升级授权</a:t>
            </a:r>
          </a:p>
          <a:p xmlns:a="http://schemas.openxmlformats.org/drawingml/2006/main">
            <a:r>
              <a:t>实现授权码 PKCE、动态注册或 CIMD、共享刷新和 insufficient_scope 的升级授权。</a:t>
            </a:r>
          </a:p>
          <a:p xmlns:a="http://schemas.openxmlformats.org/drawingml/2006/main">
            <a:r>
              <a:t>入口：authorizeMcp；McpOAuthProvider；adaptOAuthProvider</a:t>
            </a:r>
          </a:p>
          <a:p xmlns:a="http://schemas.openxmlformats.org/drawingml/2006/main">
            <a:r>
              <a:t>边界：凭据持久化由注入 StateStore 完成；库不自行打开浏览器或选择保存目录。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工具命名、暴露与结果适配</a:t>
            </a:r>
          </a:p>
          <a:p xmlns:a="http://schemas.openxmlformats.org/drawingml/2006/main">
            <a:r>
              <a:t>把服务器工具接入 Pi 工具管线，规范化名称，传递 structuredContent、isError 和安全提示。</a:t>
            </a:r>
          </a:p>
          <a:p xmlns:a="http://schemas.openxmlformats.org/drawingml/2006/main">
            <a:r>
              <a:t>入口：direct / codemode / deferred / hidden；toolExposure</a:t>
            </a:r>
          </a:p>
          <a:p xmlns:a="http://schemas.openxmlformats.org/drawingml/2006/main">
            <a:r>
              <a:t>边界：规范化后的重名工具带 hash 后缀；模型端大文本截断并保留完整临时文件，脚本可收到完整结果。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资源、URI 模板与二进制读取</a:t>
            </a:r>
          </a:p>
          <a:p xmlns:a="http://schemas.openxmlformats.org/drawingml/2006/main">
            <a:r>
              <a:t>注册资源列表、模板列表和读取工具，统一输出文本、图像或二进制临时文件路径。</a:t>
            </a:r>
          </a:p>
          <a:p xmlns:a="http://schemas.openxmlformats.org/drawingml/2006/main">
            <a:r>
              <a:t>入口：list_mcp_resources；list_mcp_resource_templates；read_mcp_resource</a:t>
            </a:r>
          </a:p>
          <a:p xmlns:a="http://schemas.openxmlformats.org/drawingml/2006/main">
            <a:r>
              <a:t>边界：仅面向启用且非 hidden 的资源服务器；当前不渲染 MCP Apps 的 ui:// 与 HTML 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OAuth 回环回调与状态校验</a:t>
            </a:r>
          </a:p>
          <a:p xmlns:a="http://schemas.openxmlformats.org/drawingml/2006/main">
            <a:r>
              <a:t>监听本机回调并等待授权结果，核对 state 和预期 issuer。</a:t>
            </a:r>
          </a:p>
          <a:p xmlns:a="http://schemas.openxmlformats.org/drawingml/2006/main">
            <a:r>
              <a:t>入口：OAuthCallbackServer.listen；waitForCallback</a:t>
            </a:r>
          </a:p>
          <a:p xmlns:a="http://schemas.openxmlformats.org/drawingml/2006/main">
            <a:r>
              <a:t>边界：回调 URI、端口与 CIMD 路径受配置约束，授权响应不能只取 code 而跳过校验。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OAuth 登录与提供商凭据转接</a:t>
            </a:r>
          </a:p>
          <a:p xmlns:a="http://schemas.openxmlformats.org/drawingml/2006/main">
            <a:r>
              <a:t>管理服务器 OAuth 凭据、回调与增量授权；HTTP 服务器也可采用已登录提供商的 token。</a:t>
            </a:r>
          </a:p>
          <a:p xmlns:a="http://schemas.openxmlformats.org/drawingml/2006/main">
            <a:r>
              <a:t>入口：/mcp login/logout；oauth；auth.provider</a:t>
            </a:r>
          </a:p>
          <a:p xmlns:a="http://schemas.openxmlformats.org/drawingml/2006/main">
            <a:r>
              <a:t>边界：凭据按服务器名和 URL 隔离；项目配置不可使用 auth.provider；配置元数据 URL 与 clientRegistration 影响授权流程。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内容转为模型消息</a:t>
            </a:r>
          </a:p>
          <a:p xmlns:a="http://schemas.openxmlformats.org/drawingml/2006/main">
            <a:r>
              <a:t>把工具结果中的文本、图像和嵌入资源转为 LLM 内容，纯 structuredContent 转成 JSON。</a:t>
            </a:r>
          </a:p>
          <a:p xmlns:a="http://schemas.openxmlformats.org/drawingml/2006/main">
            <a:r>
              <a:t>入口：toLlmContent</a:t>
            </a:r>
          </a:p>
          <a:p xmlns:a="http://schemas.openxmlformats.org/drawingml/2006/main">
            <a:r>
              <a:t>边界：音频、资源链接与其他二进制返回短占位；Pi 产品层资源工具还有独立临时文件处理。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嵌套工具管线、父子事件与用量记录</a:t>
            </a:r>
          </a:p>
          <a:p xmlns:a="http://schemas.openxmlformats.org/drawingml/2006/main">
            <a:r>
              <a:t>ctx.executeTool 将脚本发起的子调用交给同一校验、拦截和结果管线，汇总到父工具。</a:t>
            </a:r>
          </a:p>
          <a:p xmlns:a="http://schemas.openxmlformats.org/drawingml/2006/main">
            <a:r>
              <a:t>入口：ctx.executeTool；parentToolCallId；nestedCalls</a:t>
            </a:r>
          </a:p>
          <a:p xmlns:a="http://schemas.openxmlformats.org/drawingml/2006/main">
            <a:r>
              <a:t>边界：子调用收到取消信号，串行策略由队列处理；嵌套结果不逐条进入模型上下文，记录有界。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工具暴露、命名空间与请求 Loadout</a:t>
            </a:r>
          </a:p>
          <a:p xmlns:a="http://schemas.openxmlformats.org/drawingml/2006/main">
            <a:r>
              <a:t>把工具注册、激活、模型声明和脚本可调用性分开管理，扩展可为每次请求准备工具集。</a:t>
            </a:r>
          </a:p>
          <a:p xmlns:a="http://schemas.openxmlformats.org/drawingml/2006/main">
            <a:r>
              <a:t>入口：ToolExposure；prepareLoadout；getAllTools；namespace</a:t>
            </a:r>
          </a:p>
          <a:p xmlns:a="http://schemas.openxmlformats.org/drawingml/2006/main">
            <a:r>
              <a:t>边界：模型声明不代表所有注册工具；annotations、outputSchema 与 structuredContent 承载额外契约。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packages/mcp/README.md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packages/coding-agent/test/mcp-oauth-refresh.test.ts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packages/coding-agent/test/mcp-oauth-store.test.ts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packages/coding-agent/test/nested-tool-calls.test.ts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MCP-08 · OAuth 登录、刷新与取消 [可选] 发现认证服务，执行 PKCE／客户端注册并保存刷新令牌；Esc 可在各阶段取消，会话关闭会中止登录，每次授权服务请求有 15 秒超时，CLI timeout 限制整个登录过程。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MCP-09 · OAuth 高级兼容配置 [可选] 支持预注册 client ID、可选密钥、回调端口、scope、客户端元数据文档及指定认证元数据地址。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MCP-10 · 按服务身份隔离凭据 [内置] 以服务名称和 URL 关联认证，同 URL 的不同账户名称可独立登录；登出删除该身份凭据。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MCP-11 · 直接、延迟与脚本暴露 [内置] direct 直接声明；deferred 通过 tool_search 发现；默认 codemode 通过脚本发现；hidden 不可达。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MCP-12 · 按工具覆盖暴露 [可选] 对单个工具名或通配模式覆盖服务器策略，例如只直接展示搜索、隐藏删除工具。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MCP-14 · 工具命名防冲突 [内置] 将服务和工具名规范化为模型可用名称，同服务规范化冲突使用后缀区分，服务名冲突会报告。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MCP-15 · 资源枚举 [可选自动注册] 列出服务器公开资源，支持服务筛选和分页，帮助模型发现不以工具形式暴露的数据。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MCP-16 · 资源模板枚举 [可选自动注册] 获取参数化 URI 模板，以访问无法逐条枚举的资源。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MCP-17 · 资源读取 [可选自动注册] 按服务和 URI 获取资源；文本与图片作为内容返回，其他二进制保存临时文件并提供路径。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MCP-18 · 内容与大输出处理 [内置] 工具文本、图片、结构化结果进入统一工具管线；直接文本过大时截断并保留完整文件，脚本可先处理完整结果。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MCP-19 · 权限 Hook 与嵌套追踪 [库] MCP 和 Codemode 中的 MCP 调用都经过普通工具事件，扩展可统一审批、记录及处理结果。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MCP-27 · MCP 通配选择与可达性区分 [可选] --tools 未含 mcp__ 前缀项时保留 MCP 的间接调用范围，但未匹配工具不直接声明；出现前缀项后按模式过滤 MCP。--exclude-tools 可统一排除，资源工具也按 MCP 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mcp-auth-resources / MCP OAuth、工具结果与资源读取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场景：远端 MCP 要求登录，并返回文本、图像或资源内容。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发现授权端点</a:t>
            </a:r>
          </a:p>
          <a:p xmlns:a="http://schemas.openxmlformats.org/drawingml/2006/main">
            <a:r>
              <a:t>检查受保护资源和授权服务器元数据，辨认 URL 校验与发现失败。</a:t>
            </a:r>
          </a:p>
          <a:p xmlns:a="http://schemas.openxmlformats.org/drawingml/2006/main">
            <a:r>
              <a:t>输入：受保护服务响应</a:t>
            </a:r>
          </a:p>
          <a:p xmlns:a="http://schemas.openxmlformats.org/drawingml/2006/main">
            <a:r>
              <a:t>输出：授权服务器信息</a:t>
            </a:r>
          </a:p>
          <a:p xmlns:a="http://schemas.openxmlformats.org/drawingml/2006/main">
            <a:r>
              <a:t>入口：OAuth discovery；authServerMetadataUrl</a:t>
            </a:r>
          </a:p>
          <a:p xmlns:a="http://schemas.openxmlformats.org/drawingml/2006/main">
            <a:r>
              <a:t>行为与边界：这是 MCP OAuth 子路径的能力；配置和 issuer 校验需对照实际返回数据。</a:t>
            </a:r>
          </a:p>
          <a:p xmlns:a="http://schemas.openxmlformats.org/drawingml/2006/main">
            <a:r>
              <a:t>源码：packages/mcp/src/oauth/discovery.ts:1</a:t>
            </a:r>
          </a:p>
          <a:p xmlns:a="http://schemas.openxmlformats.org/drawingml/2006/main">
            <a:r>
              <a:t>源码：packages/mcp/src/oauth/types.ts:1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完成回调并保存授权</a:t>
            </a:r>
          </a:p>
          <a:p xmlns:a="http://schemas.openxmlformats.org/drawingml/2006/main">
            <a:r>
              <a:t>沿 state、PKCE、回调与 token 交换检查授权流程，再看 coding-agent 如何存储和使用凭据。</a:t>
            </a:r>
          </a:p>
          <a:p xmlns:a="http://schemas.openxmlformats.org/drawingml/2006/main">
            <a:r>
              <a:t>输入：授权请求与回调</a:t>
            </a:r>
          </a:p>
          <a:p xmlns:a="http://schemas.openxmlformats.org/drawingml/2006/main">
            <a:r>
              <a:t>输出：MCP 会话可用凭据</a:t>
            </a:r>
          </a:p>
          <a:p xmlns:a="http://schemas.openxmlformats.org/drawingml/2006/main">
            <a:r>
              <a:t>入口：authorizeMcp；McpOAuthProvider；adaptOAuthProvider</a:t>
            </a:r>
          </a:p>
          <a:p xmlns:a="http://schemas.openxmlformats.org/drawingml/2006/main">
            <a:r>
              <a:t>行为与边界：凭据持久化由注入 StateStore 完成；库不自行打开浏览器或选择保存目录。</a:t>
            </a:r>
          </a:p>
          <a:p xmlns:a="http://schemas.openxmlformats.org/drawingml/2006/main">
            <a:r>
              <a:t>源码：packages/mcp/src/auth-provider.ts:1</a:t>
            </a:r>
          </a:p>
          <a:p xmlns:a="http://schemas.openxmlformats.org/drawingml/2006/main">
            <a:r>
              <a:t>源码：packages/mcp/src/oauth/errors.ts:1</a:t>
            </a:r>
          </a:p>
          <a:p xmlns:a="http://schemas.openxmlformats.org/drawingml/2006/main">
            <a:r>
              <a:t>源码：packages/mcp/src/oauth/flow.ts:1</a:t>
            </a:r>
          </a:p>
          <a:p xmlns:a="http://schemas.openxmlformats.org/drawingml/2006/main">
            <a:r>
              <a:t>源码：packages/mcp/src/oauth/provider.ts:1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执行工具并转换内容</a:t>
            </a:r>
          </a:p>
          <a:p xmlns:a="http://schemas.openxmlformats.org/drawingml/2006/main">
            <a:r>
              <a:t>查看 MCP 工具包装器的参数和结果映射，保留错误、内容块与调用关系。</a:t>
            </a:r>
          </a:p>
          <a:p xmlns:a="http://schemas.openxmlformats.org/drawingml/2006/main">
            <a:r>
              <a:t>输入：MCP callTool 结果</a:t>
            </a:r>
          </a:p>
          <a:p xmlns:a="http://schemas.openxmlformats.org/drawingml/2006/main">
            <a:r>
              <a:t>输出：Agent 工具结果</a:t>
            </a:r>
          </a:p>
          <a:p xmlns:a="http://schemas.openxmlformats.org/drawingml/2006/main">
            <a:r>
              <a:t>入口：direct / codemode / deferred / hidden；toolExposure</a:t>
            </a:r>
          </a:p>
          <a:p xmlns:a="http://schemas.openxmlformats.org/drawingml/2006/main">
            <a:r>
              <a:t>行为与边界：规范化后的重名工具带 hash 后缀；模型端大文本截断并保留完整临时文件，脚本可收到完整结果。</a:t>
            </a:r>
          </a:p>
          <a:p xmlns:a="http://schemas.openxmlformats.org/drawingml/2006/main">
            <a:r>
              <a:t>源码：packages/coding-agent/src/core/mcp-servers.ts:1</a:t>
            </a:r>
          </a:p>
          <a:p xmlns:a="http://schemas.openxmlformats.org/drawingml/2006/main">
            <a:r>
              <a:t>源码：packages/coding-agent/src/extensions/mcp/tools.ts:1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列举并读取资源</a:t>
            </a:r>
          </a:p>
          <a:p xmlns:a="http://schemas.openxmlformats.org/drawingml/2006/main">
            <a:r>
              <a:t>区分工具调用与 resources 的列举、模板和读取，跟踪内容进入模型上下文的位置。</a:t>
            </a:r>
          </a:p>
          <a:p xmlns:a="http://schemas.openxmlformats.org/drawingml/2006/main">
            <a:r>
              <a:t>输入：资源 URI 或模板参数</a:t>
            </a:r>
          </a:p>
          <a:p xmlns:a="http://schemas.openxmlformats.org/drawingml/2006/main">
            <a:r>
              <a:t>输出：可消费的资源内容</a:t>
            </a:r>
          </a:p>
          <a:p xmlns:a="http://schemas.openxmlformats.org/drawingml/2006/main">
            <a:r>
              <a:t>入口：list_mcp_resources；list_mcp_resource_templates；read_mcp_resource</a:t>
            </a:r>
          </a:p>
          <a:p xmlns:a="http://schemas.openxmlformats.org/drawingml/2006/main">
            <a:r>
              <a:t>行为与边界：仅面向启用且非 hidden 的资源服务器；当前不渲染 MCP Apps 的 ui:// 与 HTML 资源。</a:t>
            </a:r>
          </a:p>
          <a:p xmlns:a="http://schemas.openxmlformats.org/drawingml/2006/main">
            <a:r>
              <a:t>源码：packages/coding-agent/src/extensions/mcp/resources.ts:1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失败与恢复：外部资源内容不是程序指令。授权刷新失败、资源不存在与内容不支持应给出不同诊断。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练习：从内容转换测试找出文本、图像和错误三种结果，说明给模型的数据怎样变化。</a:t>
            </a:r>
          </a:p>
          <a:p xmlns:a="http://schemas.openxmlformats.org/drawingml/2006/main">
            <a:r>
              <a:t>参考判断：只转换受支持的内容形状，保留失败状态；OAuth 回调需要验证关联信息。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OAuth 资源与授权服务器发现</a:t>
            </a:r>
          </a:p>
          <a:p xmlns:a="http://schemas.openxmlformats.org/drawingml/2006/main">
            <a:r>
              <a:t>读取受保护资源元数据和授权服务器元数据，为授权选择真实端点。</a:t>
            </a:r>
          </a:p>
          <a:p xmlns:a="http://schemas.openxmlformats.org/drawingml/2006/main">
            <a:r>
              <a:t>入口：OAuth discovery；authServerMetadataUrl</a:t>
            </a:r>
          </a:p>
          <a:p xmlns:a="http://schemas.openxmlformats.org/drawingml/2006/main">
            <a:r>
              <a:t>边界：这是 MCP OAuth 子路径的能力；配置和 issuer 校验需对照实际返回数据。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OAuth PKCE、注册、刷新与升级授权</a:t>
            </a:r>
          </a:p>
          <a:p xmlns:a="http://schemas.openxmlformats.org/drawingml/2006/main">
            <a:r>
              <a:t>实现授权码 PKCE、动态注册或 CIMD、共享刷新和 insufficient_scope 的升级授权。</a:t>
            </a:r>
          </a:p>
          <a:p xmlns:a="http://schemas.openxmlformats.org/drawingml/2006/main">
            <a:r>
              <a:t>入口：authorizeMcp；McpOAuthProvider；adaptOAuthProvider</a:t>
            </a:r>
          </a:p>
          <a:p xmlns:a="http://schemas.openxmlformats.org/drawingml/2006/main">
            <a:r>
              <a:t>边界：凭据持久化由注入 StateStore 完成；库不自行打开浏览器或选择保存目录。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工具命名、暴露与结果适配</a:t>
            </a:r>
          </a:p>
          <a:p xmlns:a="http://schemas.openxmlformats.org/drawingml/2006/main">
            <a:r>
              <a:t>把服务器工具接入 Pi 工具管线，规范化名称，传递 structuredContent、isError 和安全提示。</a:t>
            </a:r>
          </a:p>
          <a:p xmlns:a="http://schemas.openxmlformats.org/drawingml/2006/main">
            <a:r>
              <a:t>入口：direct / codemode / deferred / hidden；toolExposure</a:t>
            </a:r>
          </a:p>
          <a:p xmlns:a="http://schemas.openxmlformats.org/drawingml/2006/main">
            <a:r>
              <a:t>边界：规范化后的重名工具带 hash 后缀；模型端大文本截断并保留完整临时文件，脚本可收到完整结果。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资源、URI 模板与二进制读取</a:t>
            </a:r>
          </a:p>
          <a:p xmlns:a="http://schemas.openxmlformats.org/drawingml/2006/main">
            <a:r>
              <a:t>注册资源列表、模板列表和读取工具，统一输出文本、图像或二进制临时文件路径。</a:t>
            </a:r>
          </a:p>
          <a:p xmlns:a="http://schemas.openxmlformats.org/drawingml/2006/main">
            <a:r>
              <a:t>入口：list_mcp_resources；list_mcp_resource_templates；read_mcp_resource</a:t>
            </a:r>
          </a:p>
          <a:p xmlns:a="http://schemas.openxmlformats.org/drawingml/2006/main">
            <a:r>
              <a:t>边界：仅面向启用且非 hidden 的资源服务器；当前不渲染 MCP Apps 的 ui:// 与 HTML 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OAuth 回环回调与状态校验</a:t>
            </a:r>
          </a:p>
          <a:p xmlns:a="http://schemas.openxmlformats.org/drawingml/2006/main">
            <a:r>
              <a:t>监听本机回调并等待授权结果，核对 state 和预期 issuer。</a:t>
            </a:r>
          </a:p>
          <a:p xmlns:a="http://schemas.openxmlformats.org/drawingml/2006/main">
            <a:r>
              <a:t>入口：OAuthCallbackServer.listen；waitForCallback</a:t>
            </a:r>
          </a:p>
          <a:p xmlns:a="http://schemas.openxmlformats.org/drawingml/2006/main">
            <a:r>
              <a:t>边界：回调 URI、端口与 CIMD 路径受配置约束，授权响应不能只取 code 而跳过校验。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OAuth 登录与提供商凭据转接</a:t>
            </a:r>
          </a:p>
          <a:p xmlns:a="http://schemas.openxmlformats.org/drawingml/2006/main">
            <a:r>
              <a:t>管理服务器 OAuth 凭据、回调与增量授权；HTTP 服务器也可采用已登录提供商的 token。</a:t>
            </a:r>
          </a:p>
          <a:p xmlns:a="http://schemas.openxmlformats.org/drawingml/2006/main">
            <a:r>
              <a:t>入口：/mcp login/logout；oauth；auth.provider</a:t>
            </a:r>
          </a:p>
          <a:p xmlns:a="http://schemas.openxmlformats.org/drawingml/2006/main">
            <a:r>
              <a:t>边界：凭据按服务器名和 URL 隔离；项目配置不可使用 auth.provider；配置元数据 URL 与 clientRegistration 影响授权流程。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 内容转为模型消息</a:t>
            </a:r>
          </a:p>
          <a:p xmlns:a="http://schemas.openxmlformats.org/drawingml/2006/main">
            <a:r>
              <a:t>把工具结果中的文本、图像和嵌入资源转为 LLM 内容，纯 structuredContent 转成 JSON。</a:t>
            </a:r>
          </a:p>
          <a:p xmlns:a="http://schemas.openxmlformats.org/drawingml/2006/main">
            <a:r>
              <a:t>入口：toLlmContent</a:t>
            </a:r>
          </a:p>
          <a:p xmlns:a="http://schemas.openxmlformats.org/drawingml/2006/main">
            <a:r>
              <a:t>边界：音频、资源链接与其他二进制返回短占位；Pi 产品层资源工具还有独立临时文件处理。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嵌套工具管线、父子事件与用量记录</a:t>
            </a:r>
          </a:p>
          <a:p xmlns:a="http://schemas.openxmlformats.org/drawingml/2006/main">
            <a:r>
              <a:t>ctx.executeTool 将脚本发起的子调用交给同一校验、拦截和结果管线，汇总到父工具。</a:t>
            </a:r>
          </a:p>
          <a:p xmlns:a="http://schemas.openxmlformats.org/drawingml/2006/main">
            <a:r>
              <a:t>入口：ctx.executeTool；parentToolCallId；nestedCalls</a:t>
            </a:r>
          </a:p>
          <a:p xmlns:a="http://schemas.openxmlformats.org/drawingml/2006/main">
            <a:r>
              <a:t>边界：子调用收到取消信号，串行策略由队列处理；嵌套结果不逐条进入模型上下文，记录有界。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工具暴露、命名空间与请求 Loadout</a:t>
            </a:r>
          </a:p>
          <a:p xmlns:a="http://schemas.openxmlformats.org/drawingml/2006/main">
            <a:r>
              <a:t>把工具注册、激活、模型声明和脚本可调用性分开管理，扩展可为每次请求准备工具集。</a:t>
            </a:r>
          </a:p>
          <a:p xmlns:a="http://schemas.openxmlformats.org/drawingml/2006/main">
            <a:r>
              <a:t>入口：ToolExposure；prepareLoadout；getAllTools；namespace</a:t>
            </a:r>
          </a:p>
          <a:p xmlns:a="http://schemas.openxmlformats.org/drawingml/2006/main">
            <a:r>
              <a:t>边界：模型声明不代表所有注册工具；annotations、outputSchema 与 structuredContent 承载额外契约。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packages/mcp/README.md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packages/coding-agent/test/mcp-oauth-refresh.test.ts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packages/coding-agent/test/mcp-oauth-store.test.ts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packages/coding-agent/test/nested-tool-calls.test.ts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MCP-08 · OAuth 登录、刷新与取消 [可选] 发现认证服务，执行 PKCE／客户端注册并保存刷新令牌；Esc 可在各阶段取消，会话关闭会中止登录，每次授权服务请求有 15 秒超时，CLI timeout 限制整个登录过程。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MCP-09 · OAuth 高级兼容配置 [可选] 支持预注册 client ID、可选密钥、回调端口、scope、客户端元数据文档及指定认证元数据地址。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MCP-10 · 按服务身份隔离凭据 [内置] 以服务名称和 URL 关联认证，同 URL 的不同账户名称可独立登录；登出删除该身份凭据。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MCP-11 · 直接、延迟与脚本暴露 [内置] direct 直接声明；deferred 通过 tool_search 发现；默认 codemode 通过脚本发现；hidden 不可达。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MCP-12 · 按工具覆盖暴露 [可选] 对单个工具名或通配模式覆盖服务器策略，例如只直接展示搜索、隐藏删除工具。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MCP-14 · 工具命名防冲突 [内置] 将服务和工具名规范化为模型可用名称，同服务规范化冲突使用后缀区分，服务名冲突会报告。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MCP-15 · 资源枚举 [可选自动注册] 列出服务器公开资源，支持服务筛选和分页，帮助模型发现不以工具形式暴露的数据。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MCP-16 · 资源模板枚举 [可选自动注册] 获取参数化 URI 模板，以访问无法逐条枚举的资源。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MCP-17 · 资源读取 [可选自动注册] 按服务和 URI 获取资源；文本与图片作为内容返回，其他二进制保存临时文件并提供路径。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MCP-18 · 内容与大输出处理 [内置] 工具文本、图片、结构化结果进入统一工具管线；直接文本过大时截断并保留完整文件，脚本可先处理完整结果。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MCP-19 · 权限 Hook 与嵌套追踪 [库] MCP 和 Codemode 中的 MCP 调用都经过普通工具事件，扩展可统一审批、记录及处理结果。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MCP-27 · MCP 通配选择与可达性区分 [可选] --tools 未含 mcp__ 前缀项时保留 MCP 的间接调用范围，但未匹配工具不直接声明；出现前缀项后按模式过滤 MCP。--exclude-tools 可统一排除，资源工具也按 MCP 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codemode-execute / 脚本声明、沙箱执行与工具桥接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场景：让模型写一段脚本组合多次工具调用，减少中间结果占用上下文。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解析脚本头和声明</a:t>
            </a:r>
          </a:p>
          <a:p xmlns:a="http://schemas.openxmlformats.org/drawingml/2006/main">
            <a:r>
              <a:t>阅读 parseCodemodeSource 与声明生成，区分模型可读 TypeScript 声明和运行时参数校验。</a:t>
            </a:r>
          </a:p>
          <a:p xmlns:a="http://schemas.openxmlformats.org/drawingml/2006/main">
            <a:r>
              <a:t>输入：脚本与首行选项</a:t>
            </a:r>
          </a:p>
          <a:p xmlns:a="http://schemas.openxmlformats.org/drawingml/2006/main">
            <a:r>
              <a:t>输出：代码和执行选项</a:t>
            </a:r>
          </a:p>
          <a:p xmlns:a="http://schemas.openxmlformats.org/drawingml/2006/main">
            <a:r>
              <a:t>入口：parseCodemodeSource；CODEMODE_SOURCE_GRAMMAR</a:t>
            </a:r>
          </a:p>
          <a:p xmlns:a="http://schemas.openxmlformats.org/drawingml/2006/main">
            <a:r>
              <a:t>行为与边界：解析器不自行执行 timeout/output 选项；宿主决定策略。</a:t>
            </a:r>
          </a:p>
          <a:p xmlns:a="http://schemas.openxmlformats.org/drawingml/2006/main">
            <a:r>
              <a:t>源码：packages/codemode/src/source.ts:1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建立隔离执行环境</a:t>
            </a:r>
          </a:p>
          <a:p xmlns:a="http://schemas.openxmlformats.org/drawingml/2006/main">
            <a:r>
              <a:t>检查注入的 tools/globals、超时和内存限制，明确脚本没有任意宿主 API。</a:t>
            </a:r>
          </a:p>
          <a:p xmlns:a="http://schemas.openxmlformats.org/drawingml/2006/main">
            <a:r>
              <a:t>输入：受控能力与代码</a:t>
            </a:r>
          </a:p>
          <a:p xmlns:a="http://schemas.openxmlformats.org/drawingml/2006/main">
            <a:r>
              <a:t>输出：QuickJS 执行环境</a:t>
            </a:r>
          </a:p>
          <a:p xmlns:a="http://schemas.openxmlformats.org/drawingml/2006/main">
            <a:r>
              <a:t>入口：CodemodeSandbox.execute；close</a:t>
            </a:r>
          </a:p>
          <a:p xmlns:a="http://schemas.openxmlformats.org/drawingml/2006/main">
            <a:r>
              <a:t>行为与边界：脚本错误以结果返回；未等待工具在结束时取消，外部操作副作用不自动回滚。</a:t>
            </a:r>
          </a:p>
          <a:p xmlns:a="http://schemas.openxmlformats.org/drawingml/2006/main">
            <a:r>
              <a:t>源码：packages/codemode/src/index.ts:1</a:t>
            </a:r>
          </a:p>
          <a:p xmlns:a="http://schemas.openxmlformats.org/drawingml/2006/main">
            <a:r>
              <a:t>源码：packages/codemode/src/runtime/host.ts:1</a:t>
            </a:r>
          </a:p>
          <a:p xmlns:a="http://schemas.openxmlformats.org/drawingml/2006/main">
            <a:r>
              <a:t>源码：packages/codemode/src/runtime/protocol.ts:1</a:t>
            </a:r>
          </a:p>
          <a:p xmlns:a="http://schemas.openxmlformats.org/drawingml/2006/main">
            <a:r>
              <a:t>源码：packages/codemode/src/types.ts:1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桥接工具 Promise</a:t>
            </a:r>
          </a:p>
          <a:p xmlns:a="http://schemas.openxmlformats.org/drawingml/2006/main">
            <a:r>
              <a:t>沿 VM 到宿主调用检查参数 JSON 转换、异步结果与取消，理解未等待 Promise 的结束规则。</a:t>
            </a:r>
          </a:p>
          <a:p xmlns:a="http://schemas.openxmlformats.org/drawingml/2006/main">
            <a:r>
              <a:t>输入：脚本工具调用</a:t>
            </a:r>
          </a:p>
          <a:p xmlns:a="http://schemas.openxmlformats.org/drawingml/2006/main">
            <a:r>
              <a:t>输出：宿主结果回到 VM</a:t>
            </a:r>
          </a:p>
          <a:p xmlns:a="http://schemas.openxmlformats.org/drawingml/2006/main">
            <a:r>
              <a:t>入口：loadQuickJSWasm；wasm；workerUrl</a:t>
            </a:r>
          </a:p>
          <a:p xmlns:a="http://schemas.openxmlformats.org/drawingml/2006/main">
            <a:r>
              <a:t>行为与边界：包资源路径不一定存在于单文件可执行程序，打包宿主需提供相应入口。</a:t>
            </a:r>
          </a:p>
          <a:p xmlns:a="http://schemas.openxmlformats.org/drawingml/2006/main">
            <a:r>
              <a:t>源码：packages/codemode/src/index.ts:1</a:t>
            </a:r>
          </a:p>
          <a:p xmlns:a="http://schemas.openxmlformats.org/drawingml/2006/main">
            <a:r>
              <a:t>源码：packages/codemode/src/wasm.ts:1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返回输出并关闭</a:t>
            </a:r>
          </a:p>
          <a:p xmlns:a="http://schemas.openxmlformats.org/drawingml/2006/main">
            <a:r>
              <a:t>区分输出日志、返回值、错误与调用记录，并在宿主完成后清理沙箱。</a:t>
            </a:r>
          </a:p>
          <a:p xmlns:a="http://schemas.openxmlformats.org/drawingml/2006/main">
            <a:r>
              <a:t>输入：VM 执行结束</a:t>
            </a:r>
          </a:p>
          <a:p xmlns:a="http://schemas.openxmlformats.org/drawingml/2006/main">
            <a:r>
              <a:t>输出：结构化执行结果</a:t>
            </a:r>
          </a:p>
          <a:p xmlns:a="http://schemas.openxmlformats.org/drawingml/2006/main">
            <a:r>
              <a:t>入口：result.output；result.calls；result.error.kind</a:t>
            </a:r>
          </a:p>
          <a:p xmlns:a="http://schemas.openxmlformats.org/drawingml/2006/main">
            <a:r>
              <a:t>行为与边界：仅支持 base64 图像，存在总输出大小和条数限制；图像落盘由 coding-agent 产品层实现。</a:t>
            </a:r>
          </a:p>
          <a:p xmlns:a="http://schemas.openxmlformats.org/drawingml/2006/main">
            <a:r>
              <a:t>源码：packages/codemode/src/runtime/host.ts:1</a:t>
            </a:r>
          </a:p>
          <a:p xmlns:a="http://schemas.openxmlformats.org/drawingml/2006/main">
            <a:r>
              <a:t>源码：packages/codemode/src/runtime/prelude-source.ts:1</a:t>
            </a:r>
          </a:p>
          <a:p xmlns:a="http://schemas.openxmlformats.org/drawingml/2006/main">
            <a:r>
              <a:t>源码：packages/codemode/src/types.ts:1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失败与恢复：工具声明不是自动参数验证；超时终止 VM 不会回滚已经产生的宿主副作用。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练习：阅读示例后用一个纯本地加法工具设计成功、工具抛错、无限循环三个测试场景。</a:t>
            </a:r>
          </a:p>
          <a:p xmlns:a="http://schemas.openxmlformats.org/drawingml/2006/main">
            <a:r>
              <a:t>参考判断：分别断言结果、错误和超时，并确认 finally 的资源释放；不要给教学沙箱注入不必要能力。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脚本格式、选项行与语法契约</a:t>
            </a:r>
          </a:p>
          <a:p xmlns:a="http://schemas.openxmlformats.org/drawingml/2006/main">
            <a:r>
              <a:t>解析原始脚本和首行 @options，保留行号，并提供支持语法约束模型的 Lark grammar。</a:t>
            </a:r>
          </a:p>
          <a:p xmlns:a="http://schemas.openxmlformats.org/drawingml/2006/main">
            <a:r>
              <a:t>入口：parseCodemodeSource；CODEMODE_SOURCE_GRAMMAR</a:t>
            </a:r>
          </a:p>
          <a:p xmlns:a="http://schemas.openxmlformats.org/drawingml/2006/main">
            <a:r>
              <a:t>边界：解析器不自行执行 timeout/output 选项；宿主决定策略。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沙箱宿主、工具桥接与截止时间</a:t>
            </a:r>
          </a:p>
          <a:p xmlns:a="http://schemas.openxmlformats.org/drawingml/2006/main">
            <a:r>
              <a:t>每次 execute 创建 Worker 和独立 VM，向宿主转发工具消息并管理取消、超时与关闭。</a:t>
            </a:r>
          </a:p>
          <a:p xmlns:a="http://schemas.openxmlformats.org/drawingml/2006/main">
            <a:r>
              <a:t>入口：CodemodeSandbox.execute；close</a:t>
            </a:r>
          </a:p>
          <a:p xmlns:a="http://schemas.openxmlformats.org/drawingml/2006/main">
            <a:r>
              <a:t>边界：脚本错误以结果返回；未等待工具在结束时取消，外部操作副作用不自动回滚。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WASM 编译缓存与打包宿主接入</a:t>
            </a:r>
          </a:p>
          <a:p xmlns:a="http://schemas.openxmlformats.org/drawingml/2006/main">
            <a:r>
              <a:t>加载缓存 QuickJS wasm，允许打包宿主显式传入 wasm 与 Worker 位置。</a:t>
            </a:r>
          </a:p>
          <a:p xmlns:a="http://schemas.openxmlformats.org/drawingml/2006/main">
            <a:r>
              <a:t>入口：loadQuickJSWasm；wasm；workerUrl</a:t>
            </a:r>
          </a:p>
          <a:p xmlns:a="http://schemas.openxmlformats.org/drawingml/2006/main">
            <a:r>
              <a:t>边界：包资源路径不一定存在于单文件可执行程序，打包宿主需提供相应入口。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文本图像输出、调用状态与错误分类</a:t>
            </a:r>
          </a:p>
          <a:p xmlns:a="http://schemas.openxmlformats.org/drawingml/2006/main">
            <a:r>
              <a:t>收集 text、image、console、return，记录工具完成/错误/取消及脚本失败原因。</a:t>
            </a:r>
          </a:p>
          <a:p xmlns:a="http://schemas.openxmlformats.org/drawingml/2006/main">
            <a:r>
              <a:t>入口：result.output；result.calls；result.error.kind</a:t>
            </a:r>
          </a:p>
          <a:p xmlns:a="http://schemas.openxmlformats.org/drawingml/2006/main">
            <a:r>
              <a:t>边界：仅支持 base64 图像，存在总输出大小和条数限制；图像落盘由 coding-agent 产品层实现。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 TypeScript 声明与标识符映射</a:t>
            </a:r>
          </a:p>
          <a:p xmlns:a="http://schemas.openxmlformats.org/drawingml/2006/main">
            <a:r>
              <a:t>从 JSON Schema 生成模型可读工具声明，规范化工具与命名空间标识符。</a:t>
            </a:r>
          </a:p>
          <a:p xmlns:a="http://schemas.openxmlformats.org/drawingml/2006/main">
            <a:r>
              <a:t>入口：renderDeclarations；toCodemodeIdentifier</a:t>
            </a:r>
          </a:p>
          <a:p xmlns:a="http://schemas.openxmlformats.org/drawingml/2006/main">
            <a:r>
              <a:t>边界：声明不是运行时参数校验；递归或远程 schema 引用降为 unknown。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QuickJS Worker 与能力隔离</a:t>
            </a:r>
          </a:p>
          <a:p xmlns:a="http://schemas.openxmlformats.org/drawingml/2006/main">
            <a:r>
              <a:t>在 WebAssembly 的 QuickJS 实例内执行 async 函数体，注册工具与输出、存储 globals。</a:t>
            </a:r>
          </a:p>
          <a:p xmlns:a="http://schemas.openxmlformats.org/drawingml/2006/main">
            <a:r>
              <a:t>入口：worker 入口；prelude</a:t>
            </a:r>
          </a:p>
          <a:p xmlns:a="http://schemas.openxmlformats.org/drawingml/2006/main">
            <a:r>
              <a:t>边界：脚本没有 Node、fetch、模块或 timer；宿主注入函数是外部能力边界。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codemode：脚本编排与并行工具</a:t>
            </a:r>
          </a:p>
          <a:p xmlns:a="http://schemas.openxmlformats.org/drawingml/2006/main">
            <a:r>
              <a:t>让模型用 JavaScript 编排工具、并行调用与过滤大结果，仅把脚本输出送回模型。</a:t>
            </a:r>
          </a:p>
          <a:p xmlns:a="http://schemas.openxmlformats.org/drawingml/2006/main">
            <a:r>
              <a:t>入口：--tools codemode；defaultTools；codemode.mode</a:t>
            </a:r>
          </a:p>
          <a:p xmlns:a="http://schemas.openxmlformats.org/drawingml/2006/main">
            <a:r>
              <a:t>边界：on 保留直接工具，only 调整模型可见工具；QuickJS 没有文件、网络、Node 或 timer 能力，外部操作通过注入工具。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 接入 MCP 与脚本编排 · 示例</a:t>
            </a:r>
          </a:p>
          <a:p xmlns:a="http://schemas.openxmlformats.org/drawingml/2006/main">
            <a:r>
              <a:t>启动一个 stdio MCP 客户端，把远程工具包装为 AgentTool，再让 codemode 脚本通过 runToolCall 复用前后 Hook。主入口展示流式输出与连接清理。</a:t>
            </a:r>
          </a:p>
          <a:p xmlns:a="http://schemas.openxmlformats.org/drawingml/2006/main">
            <a:r>
              <a:t>入口：packages/agent/examples/mcp-codemode/main.ts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packages/codemode/test/source.test.ts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packages/durable/test/codemode-describe.test.ts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packages/codemode/test/declarations.test.ts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packages/codemode/test/deterministic.test.ts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packages/codemode/test/portable.test.ts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packages/codemode/test/sandbox.test.ts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packages/codemode/test/worker-lifetime.test.ts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packages/coding-agent/test/codemode-worker-admission.test.ts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packages/codemode/test/fixtures/worker-process-exit.ts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CODE-01 · JavaScript 工具编排 [可选] 模型提交原始 JavaScript，以异步函数体运行，可顺序调用工具并把结果继续作为下一步输入。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CODE-02 · 并行调用与结果聚合 [可选] 用 Promise.allSettled 等方式并行执行独立调用，筛选、排序或聚合后只输出重要部分。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CODE-03 · 压缩模型上下文开销 [可选] 嵌套调用结果先留在脚本内，模型只收到脚本主动输出和返回值，适合大量 API 数据处理。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CODE-04 · QuickJS/WASM 隔离 [库] 脚本没有 Node、直接文件、网络、计时器或模块能力，外部访问仅通过注入工具和 globals。工具自身的副作用仍真实发生。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CODE-06 · 按需查看工具接口 [可选] 获取指定工具的 TypeScript 声明和说明，或命名空间的完整指导，降低猜接口风险。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CODE-08 · 工具声明预算 [可选] 控制内嵌声明 token 预算，超出部分仍可检索；only 模式将其他活跃工具的模型入口集中到脚本。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CODE-09 · 分块文本、日志和提前结束 [库／可选] text 和 return 的多个文本项带序号分隔；console 调用集中放在末尾 console_output 块，每次调用占一行；exit 成功结束并保留输出和存储写入，便于区分结果与调试日志。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CODE-16 · 输出预算与硬限制 [可选] 可指定 max_output_tokens 和 timeout_ms；CLI 默认 VM 256 MB，输出和 store 另有容量上限，超限会报错。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CODE-17 · 取消与失败结果 [库] Node／Bun worker 可因超时或取消而终止；失败保留已产生输出，取消未等待调用，已完成外部动作不回滚。远程和 inline 后端有独立中断限制，不能套用 worker 的终止保证。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CODE-18 · 独立沙箱嵌入 [库] 其他应用可注入工具、globals、store 和内存限制，使用独立 Codemode 包，无需依赖 Pi CLI。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CODE-19 · 声明生成与源码格式校验 [库] 输入属性描述和 integer、上下界、长度、pattern、default 等约束显示为注释标签，超过预算先省略标签；MCP 结果展开实际结构而非未定义的 CallToolResult&lt;T&gt;，不替代运行时参数验证。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CODE-20 · 打包宿主支持 [库] 显式提供 WASM 和 worker 入口，使沙箱可用于单文件或 Bun 编译宿主。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CODE-25 · 沙箱内置对象与悬空 Promise 防护 [库] 冻结 VM 内置对象防止原型篡改破坏宿主管线；没有工具在途且无法再结算的 Promise 立即失败，避免不可完成的脚本无限等待。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CODE-28 · 结构化失败结果判断 [可选／接口约定] 有 schema 且返回自有结构化值的工具可在失败时正常 resolve，例如 bash 非零 exit_code；无此值的失败、拦截或无效参数才 reject，脚本须检查退出码或 isError。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OTH-57 · Agent + MCP + Codemode 组合 [示例] 将独立 MCP 工具与脚本沙箱包装为 AgentTool，嵌套执行仍走 runToolCall 的前后 Hook。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codemode-execute / 脚本声明、沙箱执行与工具桥接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场景：让模型写一段脚本组合多次工具调用，减少中间结果占用上下文。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解析脚本头和声明</a:t>
            </a:r>
          </a:p>
          <a:p xmlns:a="http://schemas.openxmlformats.org/drawingml/2006/main">
            <a:r>
              <a:t>阅读 parseCodemodeSource 与声明生成，区分模型可读 TypeScript 声明和运行时参数校验。</a:t>
            </a:r>
          </a:p>
          <a:p xmlns:a="http://schemas.openxmlformats.org/drawingml/2006/main">
            <a:r>
              <a:t>输入：脚本与首行选项</a:t>
            </a:r>
          </a:p>
          <a:p xmlns:a="http://schemas.openxmlformats.org/drawingml/2006/main">
            <a:r>
              <a:t>输出：代码和执行选项</a:t>
            </a:r>
          </a:p>
          <a:p xmlns:a="http://schemas.openxmlformats.org/drawingml/2006/main">
            <a:r>
              <a:t>入口：parseCodemodeSource；CODEMODE_SOURCE_GRAMMAR</a:t>
            </a:r>
          </a:p>
          <a:p xmlns:a="http://schemas.openxmlformats.org/drawingml/2006/main">
            <a:r>
              <a:t>行为与边界：解析器不自行执行 timeout/output 选项；宿主决定策略。</a:t>
            </a:r>
          </a:p>
          <a:p xmlns:a="http://schemas.openxmlformats.org/drawingml/2006/main">
            <a:r>
              <a:t>源码：packages/codemode/src/source.ts:1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建立隔离执行环境</a:t>
            </a:r>
          </a:p>
          <a:p xmlns:a="http://schemas.openxmlformats.org/drawingml/2006/main">
            <a:r>
              <a:t>检查注入的 tools/globals、超时和内存限制，明确脚本没有任意宿主 API。</a:t>
            </a:r>
          </a:p>
          <a:p xmlns:a="http://schemas.openxmlformats.org/drawingml/2006/main">
            <a:r>
              <a:t>输入：受控能力与代码</a:t>
            </a:r>
          </a:p>
          <a:p xmlns:a="http://schemas.openxmlformats.org/drawingml/2006/main">
            <a:r>
              <a:t>输出：QuickJS 执行环境</a:t>
            </a:r>
          </a:p>
          <a:p xmlns:a="http://schemas.openxmlformats.org/drawingml/2006/main">
            <a:r>
              <a:t>入口：CodemodeSandbox.execute；close</a:t>
            </a:r>
          </a:p>
          <a:p xmlns:a="http://schemas.openxmlformats.org/drawingml/2006/main">
            <a:r>
              <a:t>行为与边界：脚本错误以结果返回；未等待工具在结束时取消，外部操作副作用不自动回滚。</a:t>
            </a:r>
          </a:p>
          <a:p xmlns:a="http://schemas.openxmlformats.org/drawingml/2006/main">
            <a:r>
              <a:t>源码：packages/codemode/src/index.ts:1</a:t>
            </a:r>
          </a:p>
          <a:p xmlns:a="http://schemas.openxmlformats.org/drawingml/2006/main">
            <a:r>
              <a:t>源码：packages/codemode/src/runtime/host.ts:1</a:t>
            </a:r>
          </a:p>
          <a:p xmlns:a="http://schemas.openxmlformats.org/drawingml/2006/main">
            <a:r>
              <a:t>源码：packages/codemode/src/runtime/protocol.ts:1</a:t>
            </a:r>
          </a:p>
          <a:p xmlns:a="http://schemas.openxmlformats.org/drawingml/2006/main">
            <a:r>
              <a:t>源码：packages/codemode/src/types.ts:1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桥接工具 Promise</a:t>
            </a:r>
          </a:p>
          <a:p xmlns:a="http://schemas.openxmlformats.org/drawingml/2006/main">
            <a:r>
              <a:t>沿 VM 到宿主调用检查参数 JSON 转换、异步结果与取消，理解未等待 Promise 的结束规则。</a:t>
            </a:r>
          </a:p>
          <a:p xmlns:a="http://schemas.openxmlformats.org/drawingml/2006/main">
            <a:r>
              <a:t>输入：脚本工具调用</a:t>
            </a:r>
          </a:p>
          <a:p xmlns:a="http://schemas.openxmlformats.org/drawingml/2006/main">
            <a:r>
              <a:t>输出：宿主结果回到 VM</a:t>
            </a:r>
          </a:p>
          <a:p xmlns:a="http://schemas.openxmlformats.org/drawingml/2006/main">
            <a:r>
              <a:t>入口：loadQuickJSWasm；wasm；workerUrl</a:t>
            </a:r>
          </a:p>
          <a:p xmlns:a="http://schemas.openxmlformats.org/drawingml/2006/main">
            <a:r>
              <a:t>行为与边界：包资源路径不一定存在于单文件可执行程序，打包宿主需提供相应入口。</a:t>
            </a:r>
          </a:p>
          <a:p xmlns:a="http://schemas.openxmlformats.org/drawingml/2006/main">
            <a:r>
              <a:t>源码：packages/codemode/src/index.ts:1</a:t>
            </a:r>
          </a:p>
          <a:p xmlns:a="http://schemas.openxmlformats.org/drawingml/2006/main">
            <a:r>
              <a:t>源码：packages/codemode/src/wasm.ts:1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返回输出并关闭</a:t>
            </a:r>
          </a:p>
          <a:p xmlns:a="http://schemas.openxmlformats.org/drawingml/2006/main">
            <a:r>
              <a:t>区分输出日志、返回值、错误与调用记录，并在宿主完成后清理沙箱。</a:t>
            </a:r>
          </a:p>
          <a:p xmlns:a="http://schemas.openxmlformats.org/drawingml/2006/main">
            <a:r>
              <a:t>输入：VM 执行结束</a:t>
            </a:r>
          </a:p>
          <a:p xmlns:a="http://schemas.openxmlformats.org/drawingml/2006/main">
            <a:r>
              <a:t>输出：结构化执行结果</a:t>
            </a:r>
          </a:p>
          <a:p xmlns:a="http://schemas.openxmlformats.org/drawingml/2006/main">
            <a:r>
              <a:t>入口：result.output；result.calls；result.error.kind</a:t>
            </a:r>
          </a:p>
          <a:p xmlns:a="http://schemas.openxmlformats.org/drawingml/2006/main">
            <a:r>
              <a:t>行为与边界：仅支持 base64 图像，存在总输出大小和条数限制；图像落盘由 coding-agent 产品层实现。</a:t>
            </a:r>
          </a:p>
          <a:p xmlns:a="http://schemas.openxmlformats.org/drawingml/2006/main">
            <a:r>
              <a:t>源码：packages/codemode/src/runtime/host.ts:1</a:t>
            </a:r>
          </a:p>
          <a:p xmlns:a="http://schemas.openxmlformats.org/drawingml/2006/main">
            <a:r>
              <a:t>源码：packages/codemode/src/runtime/prelude-source.ts:1</a:t>
            </a:r>
          </a:p>
          <a:p xmlns:a="http://schemas.openxmlformats.org/drawingml/2006/main">
            <a:r>
              <a:t>源码：packages/codemode/src/types.ts:1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失败与恢复：工具声明不是自动参数验证；超时终止 VM 不会回滚已经产生的宿主副作用。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练习：阅读示例后用一个纯本地加法工具设计成功、工具抛错、无限循环三个测试场景。</a:t>
            </a:r>
          </a:p>
          <a:p xmlns:a="http://schemas.openxmlformats.org/drawingml/2006/main">
            <a:r>
              <a:t>参考判断：分别断言结果、错误和超时，并确认 finally 的资源释放；不要给教学沙箱注入不必要能力。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脚本格式、选项行与语法契约</a:t>
            </a:r>
          </a:p>
          <a:p xmlns:a="http://schemas.openxmlformats.org/drawingml/2006/main">
            <a:r>
              <a:t>解析原始脚本和首行 @options，保留行号，并提供支持语法约束模型的 Lark grammar。</a:t>
            </a:r>
          </a:p>
          <a:p xmlns:a="http://schemas.openxmlformats.org/drawingml/2006/main">
            <a:r>
              <a:t>入口：parseCodemodeSource；CODEMODE_SOURCE_GRAMMAR</a:t>
            </a:r>
          </a:p>
          <a:p xmlns:a="http://schemas.openxmlformats.org/drawingml/2006/main">
            <a:r>
              <a:t>边界：解析器不自行执行 timeout/output 选项；宿主决定策略。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沙箱宿主、工具桥接与截止时间</a:t>
            </a:r>
          </a:p>
          <a:p xmlns:a="http://schemas.openxmlformats.org/drawingml/2006/main">
            <a:r>
              <a:t>每次 execute 创建 Worker 和独立 VM，向宿主转发工具消息并管理取消、超时与关闭。</a:t>
            </a:r>
          </a:p>
          <a:p xmlns:a="http://schemas.openxmlformats.org/drawingml/2006/main">
            <a:r>
              <a:t>入口：CodemodeSandbox.execute；close</a:t>
            </a:r>
          </a:p>
          <a:p xmlns:a="http://schemas.openxmlformats.org/drawingml/2006/main">
            <a:r>
              <a:t>边界：脚本错误以结果返回；未等待工具在结束时取消，外部操作副作用不自动回滚。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WASM 编译缓存与打包宿主接入</a:t>
            </a:r>
          </a:p>
          <a:p xmlns:a="http://schemas.openxmlformats.org/drawingml/2006/main">
            <a:r>
              <a:t>加载缓存 QuickJS wasm，允许打包宿主显式传入 wasm 与 Worker 位置。</a:t>
            </a:r>
          </a:p>
          <a:p xmlns:a="http://schemas.openxmlformats.org/drawingml/2006/main">
            <a:r>
              <a:t>入口：loadQuickJSWasm；wasm；workerUrl</a:t>
            </a:r>
          </a:p>
          <a:p xmlns:a="http://schemas.openxmlformats.org/drawingml/2006/main">
            <a:r>
              <a:t>边界：包资源路径不一定存在于单文件可执行程序，打包宿主需提供相应入口。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文本图像输出、调用状态与错误分类</a:t>
            </a:r>
          </a:p>
          <a:p xmlns:a="http://schemas.openxmlformats.org/drawingml/2006/main">
            <a:r>
              <a:t>收集 text、image、console、return，记录工具完成/错误/取消及脚本失败原因。</a:t>
            </a:r>
          </a:p>
          <a:p xmlns:a="http://schemas.openxmlformats.org/drawingml/2006/main">
            <a:r>
              <a:t>入口：result.output；result.calls；result.error.kind</a:t>
            </a:r>
          </a:p>
          <a:p xmlns:a="http://schemas.openxmlformats.org/drawingml/2006/main">
            <a:r>
              <a:t>边界：仅支持 base64 图像，存在总输出大小和条数限制；图像落盘由 coding-agent 产品层实现。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 TypeScript 声明与标识符映射</a:t>
            </a:r>
          </a:p>
          <a:p xmlns:a="http://schemas.openxmlformats.org/drawingml/2006/main">
            <a:r>
              <a:t>从 JSON Schema 生成模型可读工具声明，规范化工具与命名空间标识符。</a:t>
            </a:r>
          </a:p>
          <a:p xmlns:a="http://schemas.openxmlformats.org/drawingml/2006/main">
            <a:r>
              <a:t>入口：renderDeclarations；toCodemodeIdentifier</a:t>
            </a:r>
          </a:p>
          <a:p xmlns:a="http://schemas.openxmlformats.org/drawingml/2006/main">
            <a:r>
              <a:t>边界：声明不是运行时参数校验；递归或远程 schema 引用降为 unknown。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QuickJS Worker 与能力隔离</a:t>
            </a:r>
          </a:p>
          <a:p xmlns:a="http://schemas.openxmlformats.org/drawingml/2006/main">
            <a:r>
              <a:t>在 WebAssembly 的 QuickJS 实例内执行 async 函数体，注册工具与输出、存储 globals。</a:t>
            </a:r>
          </a:p>
          <a:p xmlns:a="http://schemas.openxmlformats.org/drawingml/2006/main">
            <a:r>
              <a:t>入口：worker 入口；prelude</a:t>
            </a:r>
          </a:p>
          <a:p xmlns:a="http://schemas.openxmlformats.org/drawingml/2006/main">
            <a:r>
              <a:t>边界：脚本没有 Node、fetch、模块或 timer；宿主注入函数是外部能力边界。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codemode：脚本编排与并行工具</a:t>
            </a:r>
          </a:p>
          <a:p xmlns:a="http://schemas.openxmlformats.org/drawingml/2006/main">
            <a:r>
              <a:t>让模型用 JavaScript 编排工具、并行调用与过滤大结果，仅把脚本输出送回模型。</a:t>
            </a:r>
          </a:p>
          <a:p xmlns:a="http://schemas.openxmlformats.org/drawingml/2006/main">
            <a:r>
              <a:t>入口：--tools codemode；defaultTools；codemode.mode</a:t>
            </a:r>
          </a:p>
          <a:p xmlns:a="http://schemas.openxmlformats.org/drawingml/2006/main">
            <a:r>
              <a:t>边界：on 保留直接工具，only 调整模型可见工具；QuickJS 没有文件、网络、Node 或 timer 能力，外部操作通过注入工具。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 接入 MCP 与脚本编排 · 示例</a:t>
            </a:r>
          </a:p>
          <a:p xmlns:a="http://schemas.openxmlformats.org/drawingml/2006/main">
            <a:r>
              <a:t>启动一个 stdio MCP 客户端，把远程工具包装为 AgentTool，再让 codemode 脚本通过 runToolCall 复用前后 Hook。主入口展示流式输出与连接清理。</a:t>
            </a:r>
          </a:p>
          <a:p xmlns:a="http://schemas.openxmlformats.org/drawingml/2006/main">
            <a:r>
              <a:t>入口：packages/agent/examples/mcp-codemode/main.ts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packages/codemode/test/source.test.ts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packages/durable/test/codemode-describe.test.ts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packages/codemode/test/declarations.test.ts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packages/codemode/test/deterministic.test.ts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packages/codemode/test/portable.test.ts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packages/codemode/test/sandbox.test.ts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packages/codemode/test/worker-lifetime.test.ts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packages/coding-agent/test/codemode-worker-admission.test.ts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packages/codemode/test/fixtures/worker-process-exit.ts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CODE-01 · JavaScript 工具编排 [可选] 模型提交原始 JavaScript，以异步函数体运行，可顺序调用工具并把结果继续作为下一步输入。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CODE-02 · 并行调用与结果聚合 [可选] 用 Promise.allSettled 等方式并行执行独立调用，筛选、排序或聚合后只输出重要部分。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CODE-03 · 压缩模型上下文开销 [可选] 嵌套调用结果先留在脚本内，模型只收到脚本主动输出和返回值，适合大量 API 数据处理。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CODE-04 · QuickJS/WASM 隔离 [库] 脚本没有 Node、直接文件、网络、计时器或模块能力，外部访问仅通过注入工具和 globals。工具自身的副作用仍真实发生。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CODE-06 · 按需查看工具接口 [可选] 获取指定工具的 TypeScript 声明和说明，或命名空间的完整指导，降低猜接口风险。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CODE-08 · 工具声明预算 [可选] 控制内嵌声明 token 预算，超出部分仍可检索；only 模式将其他活跃工具的模型入口集中到脚本。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CODE-09 · 分块文本、日志和提前结束 [库／可选] text 和 return 的多个文本项带序号分隔；console 调用集中放在末尾 console_output 块，每次调用占一行；exit 成功结束并保留输出和存储写入，便于区分结果与调试日志。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CODE-16 · 输出预算与硬限制 [可选] 可指定 max_output_tokens 和 timeout_ms；CLI 默认 VM 256 MB，输出和 store 另有容量上限，超限会报错。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CODE-17 · 取消与失败结果 [库] Node／Bun worker 可因超时或取消而终止；失败保留已产生输出，取消未等待调用，已完成外部动作不回滚。远程和 inline 后端有独立中断限制，不能套用 worker 的终止保证。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CODE-18 · 独立沙箱嵌入 [库] 其他应用可注入工具、globals、store 和内存限制，使用独立 Codemode 包，无需依赖 Pi CLI。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CODE-19 · 声明生成与源码格式校验 [库] 输入属性描述和 integer、上下界、长度、pattern、default 等约束显示为注释标签，超过预算先省略标签；MCP 结果展开实际结构而非未定义的 CallToolResult&lt;T&gt;，不替代运行时参数验证。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CODE-20 · 打包宿主支持 [库] 显式提供 WASM 和 worker 入口，使沙箱可用于单文件或 Bun 编译宿主。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CODE-25 · 沙箱内置对象与悬空 Promise 防护 [库] 冻结 VM 内置对象防止原型篡改破坏宿主管线；没有工具在途且无法再结算的 Promise 立即失败，避免不可完成的脚本无限等待。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CODE-28 · 结构化失败结果判断 [可选／接口约定] 有 schema 且返回自有结构化值的工具可在失败时正常 resolve，例如 bash 非零 exit_code；无此值的失败、拦截或无效参数才 reject，脚本须检查退出码或 isError。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OTH-57 · Agent + MCP + Codemode 组合 [示例] 将独立 MCP 工具与脚本沙箱包装为 AgentTool，嵌套执行仍走 runToolCall 的前后 Hook。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codemode-execute / 脚本声明、沙箱执行与工具桥接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场景：让模型写一段脚本组合多次工具调用，减少中间结果占用上下文。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解析脚本头和声明</a:t>
            </a:r>
          </a:p>
          <a:p xmlns:a="http://schemas.openxmlformats.org/drawingml/2006/main">
            <a:r>
              <a:t>阅读 parseCodemodeSource 与声明生成，区分模型可读 TypeScript 声明和运行时参数校验。</a:t>
            </a:r>
          </a:p>
          <a:p xmlns:a="http://schemas.openxmlformats.org/drawingml/2006/main">
            <a:r>
              <a:t>输入：脚本与首行选项</a:t>
            </a:r>
          </a:p>
          <a:p xmlns:a="http://schemas.openxmlformats.org/drawingml/2006/main">
            <a:r>
              <a:t>输出：代码和执行选项</a:t>
            </a:r>
          </a:p>
          <a:p xmlns:a="http://schemas.openxmlformats.org/drawingml/2006/main">
            <a:r>
              <a:t>入口：parseCodemodeSource；CODEMODE_SOURCE_GRAMMAR</a:t>
            </a:r>
          </a:p>
          <a:p xmlns:a="http://schemas.openxmlformats.org/drawingml/2006/main">
            <a:r>
              <a:t>行为与边界：解析器不自行执行 timeout/output 选项；宿主决定策略。</a:t>
            </a:r>
          </a:p>
          <a:p xmlns:a="http://schemas.openxmlformats.org/drawingml/2006/main">
            <a:r>
              <a:t>源码：packages/codemode/src/source.ts:1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建立隔离执行环境</a:t>
            </a:r>
          </a:p>
          <a:p xmlns:a="http://schemas.openxmlformats.org/drawingml/2006/main">
            <a:r>
              <a:t>检查注入的 tools/globals、超时和内存限制，明确脚本没有任意宿主 API。</a:t>
            </a:r>
          </a:p>
          <a:p xmlns:a="http://schemas.openxmlformats.org/drawingml/2006/main">
            <a:r>
              <a:t>输入：受控能力与代码</a:t>
            </a:r>
          </a:p>
          <a:p xmlns:a="http://schemas.openxmlformats.org/drawingml/2006/main">
            <a:r>
              <a:t>输出：QuickJS 执行环境</a:t>
            </a:r>
          </a:p>
          <a:p xmlns:a="http://schemas.openxmlformats.org/drawingml/2006/main">
            <a:r>
              <a:t>入口：CodemodeSandbox.execute；close</a:t>
            </a:r>
          </a:p>
          <a:p xmlns:a="http://schemas.openxmlformats.org/drawingml/2006/main">
            <a:r>
              <a:t>行为与边界：脚本错误以结果返回；未等待工具在结束时取消，外部操作副作用不自动回滚。</a:t>
            </a:r>
          </a:p>
          <a:p xmlns:a="http://schemas.openxmlformats.org/drawingml/2006/main">
            <a:r>
              <a:t>源码：packages/codemode/src/index.ts:1</a:t>
            </a:r>
          </a:p>
          <a:p xmlns:a="http://schemas.openxmlformats.org/drawingml/2006/main">
            <a:r>
              <a:t>源码：packages/codemode/src/runtime/host.ts:1</a:t>
            </a:r>
          </a:p>
          <a:p xmlns:a="http://schemas.openxmlformats.org/drawingml/2006/main">
            <a:r>
              <a:t>源码：packages/codemode/src/runtime/protocol.ts:1</a:t>
            </a:r>
          </a:p>
          <a:p xmlns:a="http://schemas.openxmlformats.org/drawingml/2006/main">
            <a:r>
              <a:t>源码：packages/codemode/src/types.ts:1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桥接工具 Promise</a:t>
            </a:r>
          </a:p>
          <a:p xmlns:a="http://schemas.openxmlformats.org/drawingml/2006/main">
            <a:r>
              <a:t>沿 VM 到宿主调用检查参数 JSON 转换、异步结果与取消，理解未等待 Promise 的结束规则。</a:t>
            </a:r>
          </a:p>
          <a:p xmlns:a="http://schemas.openxmlformats.org/drawingml/2006/main">
            <a:r>
              <a:t>输入：脚本工具调用</a:t>
            </a:r>
          </a:p>
          <a:p xmlns:a="http://schemas.openxmlformats.org/drawingml/2006/main">
            <a:r>
              <a:t>输出：宿主结果回到 VM</a:t>
            </a:r>
          </a:p>
          <a:p xmlns:a="http://schemas.openxmlformats.org/drawingml/2006/main">
            <a:r>
              <a:t>入口：loadQuickJSWasm；wasm；workerUrl</a:t>
            </a:r>
          </a:p>
          <a:p xmlns:a="http://schemas.openxmlformats.org/drawingml/2006/main">
            <a:r>
              <a:t>行为与边界：包资源路径不一定存在于单文件可执行程序，打包宿主需提供相应入口。</a:t>
            </a:r>
          </a:p>
          <a:p xmlns:a="http://schemas.openxmlformats.org/drawingml/2006/main">
            <a:r>
              <a:t>源码：packages/codemode/src/index.ts:1</a:t>
            </a:r>
          </a:p>
          <a:p xmlns:a="http://schemas.openxmlformats.org/drawingml/2006/main">
            <a:r>
              <a:t>源码：packages/codemode/src/wasm.ts:1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返回输出并关闭</a:t>
            </a:r>
          </a:p>
          <a:p xmlns:a="http://schemas.openxmlformats.org/drawingml/2006/main">
            <a:r>
              <a:t>区分输出日志、返回值、错误与调用记录，并在宿主完成后清理沙箱。</a:t>
            </a:r>
          </a:p>
          <a:p xmlns:a="http://schemas.openxmlformats.org/drawingml/2006/main">
            <a:r>
              <a:t>输入：VM 执行结束</a:t>
            </a:r>
          </a:p>
          <a:p xmlns:a="http://schemas.openxmlformats.org/drawingml/2006/main">
            <a:r>
              <a:t>输出：结构化执行结果</a:t>
            </a:r>
          </a:p>
          <a:p xmlns:a="http://schemas.openxmlformats.org/drawingml/2006/main">
            <a:r>
              <a:t>入口：result.output；result.calls；result.error.kind</a:t>
            </a:r>
          </a:p>
          <a:p xmlns:a="http://schemas.openxmlformats.org/drawingml/2006/main">
            <a:r>
              <a:t>行为与边界：仅支持 base64 图像，存在总输出大小和条数限制；图像落盘由 coding-agent 产品层实现。</a:t>
            </a:r>
          </a:p>
          <a:p xmlns:a="http://schemas.openxmlformats.org/drawingml/2006/main">
            <a:r>
              <a:t>源码：packages/codemode/src/runtime/host.ts:1</a:t>
            </a:r>
          </a:p>
          <a:p xmlns:a="http://schemas.openxmlformats.org/drawingml/2006/main">
            <a:r>
              <a:t>源码：packages/codemode/src/runtime/prelude-source.ts:1</a:t>
            </a:r>
          </a:p>
          <a:p xmlns:a="http://schemas.openxmlformats.org/drawingml/2006/main">
            <a:r>
              <a:t>源码：packages/codemode/src/types.ts:1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失败与恢复：工具声明不是自动参数验证；超时终止 VM 不会回滚已经产生的宿主副作用。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练习：阅读示例后用一个纯本地加法工具设计成功、工具抛错、无限循环三个测试场景。</a:t>
            </a:r>
          </a:p>
          <a:p xmlns:a="http://schemas.openxmlformats.org/drawingml/2006/main">
            <a:r>
              <a:t>参考判断：分别断言结果、错误和超时，并确认 finally 的资源释放；不要给教学沙箱注入不必要能力。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脚本格式、选项行与语法契约</a:t>
            </a:r>
          </a:p>
          <a:p xmlns:a="http://schemas.openxmlformats.org/drawingml/2006/main">
            <a:r>
              <a:t>解析原始脚本和首行 @options，保留行号，并提供支持语法约束模型的 Lark grammar。</a:t>
            </a:r>
          </a:p>
          <a:p xmlns:a="http://schemas.openxmlformats.org/drawingml/2006/main">
            <a:r>
              <a:t>入口：parseCodemodeSource；CODEMODE_SOURCE_GRAMMAR</a:t>
            </a:r>
          </a:p>
          <a:p xmlns:a="http://schemas.openxmlformats.org/drawingml/2006/main">
            <a:r>
              <a:t>边界：解析器不自行执行 timeout/output 选项；宿主决定策略。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沙箱宿主、工具桥接与截止时间</a:t>
            </a:r>
          </a:p>
          <a:p xmlns:a="http://schemas.openxmlformats.org/drawingml/2006/main">
            <a:r>
              <a:t>每次 execute 创建 Worker 和独立 VM，向宿主转发工具消息并管理取消、超时与关闭。</a:t>
            </a:r>
          </a:p>
          <a:p xmlns:a="http://schemas.openxmlformats.org/drawingml/2006/main">
            <a:r>
              <a:t>入口：CodemodeSandbox.execute；close</a:t>
            </a:r>
          </a:p>
          <a:p xmlns:a="http://schemas.openxmlformats.org/drawingml/2006/main">
            <a:r>
              <a:t>边界：脚本错误以结果返回；未等待工具在结束时取消，外部操作副作用不自动回滚。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WASM 编译缓存与打包宿主接入</a:t>
            </a:r>
          </a:p>
          <a:p xmlns:a="http://schemas.openxmlformats.org/drawingml/2006/main">
            <a:r>
              <a:t>加载缓存 QuickJS wasm，允许打包宿主显式传入 wasm 与 Worker 位置。</a:t>
            </a:r>
          </a:p>
          <a:p xmlns:a="http://schemas.openxmlformats.org/drawingml/2006/main">
            <a:r>
              <a:t>入口：loadQuickJSWasm；wasm；workerUrl</a:t>
            </a:r>
          </a:p>
          <a:p xmlns:a="http://schemas.openxmlformats.org/drawingml/2006/main">
            <a:r>
              <a:t>边界：包资源路径不一定存在于单文件可执行程序，打包宿主需提供相应入口。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文本图像输出、调用状态与错误分类</a:t>
            </a:r>
          </a:p>
          <a:p xmlns:a="http://schemas.openxmlformats.org/drawingml/2006/main">
            <a:r>
              <a:t>收集 text、image、console、return，记录工具完成/错误/取消及脚本失败原因。</a:t>
            </a:r>
          </a:p>
          <a:p xmlns:a="http://schemas.openxmlformats.org/drawingml/2006/main">
            <a:r>
              <a:t>入口：result.output；result.calls；result.error.kind</a:t>
            </a:r>
          </a:p>
          <a:p xmlns:a="http://schemas.openxmlformats.org/drawingml/2006/main">
            <a:r>
              <a:t>边界：仅支持 base64 图像，存在总输出大小和条数限制；图像落盘由 coding-agent 产品层实现。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 TypeScript 声明与标识符映射</a:t>
            </a:r>
          </a:p>
          <a:p xmlns:a="http://schemas.openxmlformats.org/drawingml/2006/main">
            <a:r>
              <a:t>从 JSON Schema 生成模型可读工具声明，规范化工具与命名空间标识符。</a:t>
            </a:r>
          </a:p>
          <a:p xmlns:a="http://schemas.openxmlformats.org/drawingml/2006/main">
            <a:r>
              <a:t>入口：renderDeclarations；toCodemodeIdentifier</a:t>
            </a:r>
          </a:p>
          <a:p xmlns:a="http://schemas.openxmlformats.org/drawingml/2006/main">
            <a:r>
              <a:t>边界：声明不是运行时参数校验；递归或远程 schema 引用降为 unknown。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QuickJS Worker 与能力隔离</a:t>
            </a:r>
          </a:p>
          <a:p xmlns:a="http://schemas.openxmlformats.org/drawingml/2006/main">
            <a:r>
              <a:t>在 WebAssembly 的 QuickJS 实例内执行 async 函数体，注册工具与输出、存储 globals。</a:t>
            </a:r>
          </a:p>
          <a:p xmlns:a="http://schemas.openxmlformats.org/drawingml/2006/main">
            <a:r>
              <a:t>入口：worker 入口；prelude</a:t>
            </a:r>
          </a:p>
          <a:p xmlns:a="http://schemas.openxmlformats.org/drawingml/2006/main">
            <a:r>
              <a:t>边界：脚本没有 Node、fetch、模块或 timer；宿主注入函数是外部能力边界。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codemode：脚本编排与并行工具</a:t>
            </a:r>
          </a:p>
          <a:p xmlns:a="http://schemas.openxmlformats.org/drawingml/2006/main">
            <a:r>
              <a:t>让模型用 JavaScript 编排工具、并行调用与过滤大结果，仅把脚本输出送回模型。</a:t>
            </a:r>
          </a:p>
          <a:p xmlns:a="http://schemas.openxmlformats.org/drawingml/2006/main">
            <a:r>
              <a:t>入口：--tools codemode；defaultTools；codemode.mode</a:t>
            </a:r>
          </a:p>
          <a:p xmlns:a="http://schemas.openxmlformats.org/drawingml/2006/main">
            <a:r>
              <a:t>边界：on 保留直接工具，only 调整模型可见工具；QuickJS 没有文件、网络、Node 或 timer 能力，外部操作通过注入工具。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Agent 接入 MCP 与脚本编排 · 示例</a:t>
            </a:r>
          </a:p>
          <a:p xmlns:a="http://schemas.openxmlformats.org/drawingml/2006/main">
            <a:r>
              <a:t>启动一个 stdio MCP 客户端，把远程工具包装为 AgentTool，再让 codemode 脚本通过 runToolCall 复用前后 Hook。主入口展示流式输出与连接清理。</a:t>
            </a:r>
          </a:p>
          <a:p xmlns:a="http://schemas.openxmlformats.org/drawingml/2006/main">
            <a:r>
              <a:t>入口：packages/agent/examples/mcp-codemode/main.ts</a:t>
            </a:r>
          </a:p>
          <a:p xmlns:a="http://schemas.openxmlformats.org/drawingml/2006/main">
            <a:r>
              <a:t>边界：示例不是默认启用功能；阅读注册入口、参数契约和清理行为后再选择使用。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packages/codemode/test/source.test.ts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packages/durable/test/codemode-describe.test.ts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packages/codemode/test/declarations.test.ts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packages/codemode/test/deterministic.test.ts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packages/codemode/test/portable.test.ts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packages/codemode/test/sandbox.test.ts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packages/codemode/test/worker-lifetime.test.ts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packages/coding-agent/test/codemode-worker-admission.test.ts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packages/durable/test/codemode-models.test.ts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packages/durable/test/harness-telemetry.test.ts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packages/codemode/test/fixtures/worker-process-exit.ts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CODE-01 · JavaScript 工具编排 [可选] 模型提交原始 JavaScript，以异步函数体运行，可顺序调用工具并把结果继续作为下一步输入。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CODE-02 · 并行调用与结果聚合 [可选] 用 Promise.allSettled 等方式并行执行独立调用，筛选、排序或聚合后只输出重要部分。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CODE-03 · 压缩模型上下文开销 [可选] 嵌套调用结果先留在脚本内，模型只收到脚本主动输出和返回值，适合大量 API 数据处理。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CODE-04 · QuickJS/WASM 隔离 [库] 脚本没有 Node、直接文件、网络、计时器或模块能力，外部访问仅通过注入工具和 globals。工具自身的副作用仍真实发生。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CODE-06 · 按需查看工具接口 [可选] 获取指定工具的 TypeScript 声明和说明，或命名空间的完整指导，降低猜接口风险。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CODE-08 · 工具声明预算 [可选] 控制内嵌声明 token 预算，超出部分仍可检索；only 模式将其他活跃工具的模型入口集中到脚本。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CODE-09 · 分块文本、日志和提前结束 [库／可选] text 和 return 的多个文本项带序号分隔；console 调用集中放在末尾 console_output 块，每次调用占一行；exit 成功结束并保留输出和存储写入，便于区分结果与调试日志。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CODE-16 · 输出预算与硬限制 [可选] 可指定 max_output_tokens 和 timeout_ms；CLI 默认 VM 256 MB，输出和 store 另有容量上限，超限会报错。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CODE-17 · 取消与失败结果 [库] Node／Bun worker 可因超时或取消而终止；失败保留已产生输出，取消未等待调用，已完成外部动作不回滚。远程和 inline 后端有独立中断限制，不能套用 worker 的终止保证。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CODE-18 · 独立沙箱嵌入 [库] 其他应用可注入工具、globals、store 和内存限制，使用独立 Codemode 包，无需依赖 Pi CLI。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CODE-19 · 声明生成与源码格式校验 [库] 输入属性描述和 integer、上下界、长度、pattern、default 等约束显示为注释标签，超过预算先省略标签；MCP 结果展开实际结构而非未定义的 CallToolResult&lt;T&gt;，不替代运行时参数验证。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CODE-20 · 打包宿主支持 [库] 显式提供 WASM 和 worker 入口，使沙箱可用于单文件或 Bun 编译宿主。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CODE-25 · 沙箱内置对象与悬空 Promise 防护 [库] 冻结 VM 内置对象防止原型篡改破坏宿主管线；没有工具在途且无法再结算的 Promise 立即失败，避免不可完成的脚本无限等待。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CODE-28 · 结构化失败结果判断 [可选／接口约定] 有 schema 且返回自有结构化值的工具可在失败时正常 resolve，例如 bash 非零 exit_code；无此值的失败、拦截或无效参数才 reject，脚本须检查退出码或 isError。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OTH-57 · Agent + MCP + Codemode 组合 [示例] 将独立 MCP 工具与脚本沙箱包装为 AgentTool，嵌套执行仍走 runToolCall 的前后 Hook。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codemode-replay / 脚本状态、确定性重放与远程沙箱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场景：脚本跨次保留值，或在退出后按记录继续，甚至在另一台运行时执行。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区分本次值与持久值</a:t>
            </a:r>
          </a:p>
          <a:p xmlns:a="http://schemas.openxmlformats.org/drawingml/2006/main">
            <a:r>
              <a:t>检查 store 的快照、读写和 storeWrites，明确宿主何时提交成功写入。</a:t>
            </a:r>
          </a:p>
          <a:p xmlns:a="http://schemas.openxmlformats.org/drawingml/2006/main">
            <a:r>
              <a:t>输入：旧 store 和脚本</a:t>
            </a:r>
          </a:p>
          <a:p xmlns:a="http://schemas.openxmlformats.org/drawingml/2006/main">
            <a:r>
              <a:t>输出：候选 storeWrites</a:t>
            </a:r>
          </a:p>
          <a:p xmlns:a="http://schemas.openxmlformats.org/drawingml/2006/main">
            <a:r>
              <a:t>入口：store；load；result.storeWrites</a:t>
            </a:r>
          </a:p>
          <a:p xmlns:a="http://schemas.openxmlformats.org/drawingml/2006/main">
            <a:r>
              <a:t>行为与边界：库不持久化 store；宿主负责保存，失败执行不提交 storeWrites。</a:t>
            </a:r>
          </a:p>
          <a:p xmlns:a="http://schemas.openxmlformats.org/drawingml/2006/main">
            <a:r>
              <a:t>源码：packages/codemode/src/runtime/prelude-source.ts:1</a:t>
            </a:r>
          </a:p>
          <a:p xmlns:a="http://schemas.openxmlformats.org/drawingml/2006/main">
            <a:r>
              <a:t>源码：packages/codemode/src/types.ts:1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记录确定性输入</a:t>
            </a:r>
          </a:p>
          <a:p xmlns:a="http://schemas.openxmlformats.org/drawingml/2006/main">
            <a:r>
              <a:t>跟踪 startedAt、seed、调用编号与 deliver，解释有序结果对重放的影响。</a:t>
            </a:r>
          </a:p>
          <a:p xmlns:a="http://schemas.openxmlformats.org/drawingml/2006/main">
            <a:r>
              <a:t>输入：历史调用及结果</a:t>
            </a:r>
          </a:p>
          <a:p xmlns:a="http://schemas.openxmlformats.org/drawingml/2006/main">
            <a:r>
              <a:t>输出：可重放执行序列</a:t>
            </a:r>
          </a:p>
          <a:p xmlns:a="http://schemas.openxmlformats.org/drawingml/2006/main">
            <a:r>
              <a:t>入口：sandbox.start / CodemodeRun.deliver / result / finished</a:t>
            </a:r>
          </a:p>
          <a:p xmlns:a="http://schemas.openxmlformats.org/drawingml/2006/main">
            <a:r>
              <a:t>行为与边界：响应序号从 1 连续递增，虚拟时间单调；恢复要求相同代码指纹。库只提供执行契约，持久日志由 Durable 管理。</a:t>
            </a:r>
          </a:p>
          <a:p xmlns:a="http://schemas.openxmlformats.org/drawingml/2006/main">
            <a:r>
              <a:t>源码：packages/codemode/src/runtime/execution.ts:1</a:t>
            </a:r>
          </a:p>
          <a:p xmlns:a="http://schemas.openxmlformats.org/drawingml/2006/main">
            <a:r>
              <a:t>源码：packages/codemode/src/runtime/host.ts:1</a:t>
            </a:r>
          </a:p>
          <a:p xmlns:a="http://schemas.openxmlformats.org/drawingml/2006/main">
            <a:r>
              <a:t>源码：packages/codemode/src/runtime/prelude-source.ts:1</a:t>
            </a:r>
          </a:p>
          <a:p xmlns:a="http://schemas.openxmlformats.org/drawingml/2006/main">
            <a:r>
              <a:t>源码：packages/codemode/src/types.ts:1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比较不同沙箱</a:t>
            </a:r>
          </a:p>
          <a:p xmlns:a="http://schemas.openxmlformats.org/drawingml/2006/main">
            <a:r>
              <a:t>对照 Inline、Worker、Remote 的阻塞、取消和能力边界，记录远端仍可能执行的情况。</a:t>
            </a:r>
          </a:p>
          <a:p xmlns:a="http://schemas.openxmlformats.org/drawingml/2006/main">
            <a:r>
              <a:t>输入：运行环境与请求</a:t>
            </a:r>
          </a:p>
          <a:p xmlns:a="http://schemas.openxmlformats.org/drawingml/2006/main">
            <a:r>
              <a:t>输出：对应沙箱的执行结果</a:t>
            </a:r>
          </a:p>
          <a:p xmlns:a="http://schemas.openxmlformats.org/drawingml/2006/main">
            <a:r>
              <a:t>入口：InlineCodemodeSandbox；RemoteCodemodeSandbox；CodemodeSandboxDurableObject</a:t>
            </a:r>
          </a:p>
          <a:p xmlns:a="http://schemas.openxmlformats.org/drawingml/2006/main">
            <a:r>
              <a:t>行为与边界：portable 入口无 Node 导入；远程 VM 执行脚本，工具仍在调用者一侧执行；同线程 interruptBudget 限制不等待工具的计算。</a:t>
            </a:r>
          </a:p>
          <a:p xmlns:a="http://schemas.openxmlformats.org/drawingml/2006/main">
            <a:r>
              <a:t>源码：packages/codemode/src/cloudflare.ts:1</a:t>
            </a:r>
          </a:p>
          <a:p xmlns:a="http://schemas.openxmlformats.org/drawingml/2006/main">
            <a:r>
              <a:t>源码：packages/codemode/src/portable.ts:1</a:t>
            </a:r>
          </a:p>
          <a:p xmlns:a="http://schemas.openxmlformats.org/drawingml/2006/main">
            <a:r>
              <a:t>源码：packages/codemode/src/runtime/execution.ts:1</a:t>
            </a:r>
          </a:p>
          <a:p xmlns:a="http://schemas.openxmlformats.org/drawingml/2006/main">
            <a:r>
              <a:t>源码：packages/codemode/src/runtime/inline.ts:1</a:t>
            </a:r>
          </a:p>
          <a:p xmlns:a="http://schemas.openxmlformats.org/drawingml/2006/main">
            <a:r>
              <a:t>源码：packages/codemode/src/runtime/remote.ts:1</a:t>
            </a:r>
          </a:p>
          <a:p xmlns:a="http://schemas.openxmlformats.org/drawingml/2006/main">
            <a:r>
              <a:t>源码：packages/codemode/src/runtime/vm.ts:1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接入产品会话</a:t>
            </a:r>
          </a:p>
          <a:p xmlns:a="http://schemas.openxmlformats.org/drawingml/2006/main">
            <a:r>
              <a:t>跟踪宿主如何保存成功状态并关联会话，检查分支和恢复对存储的影响。</a:t>
            </a:r>
          </a:p>
          <a:p xmlns:a="http://schemas.openxmlformats.org/drawingml/2006/main">
            <a:r>
              <a:t>输入：成功执行与活动会话</a:t>
            </a:r>
          </a:p>
          <a:p xmlns:a="http://schemas.openxmlformats.org/drawingml/2006/main">
            <a:r>
              <a:t>输出：后续调用可见的状态</a:t>
            </a:r>
          </a:p>
          <a:p xmlns:a="http://schemas.openxmlformats.org/drawingml/2006/main">
            <a:r>
              <a:t>入口：store(key,value)；load(key)；CODEMODE_STORE_ENTRY_TYPE</a:t>
            </a:r>
          </a:p>
          <a:p xmlns:a="http://schemas.openxmlformats.org/drawingml/2006/main">
            <a:r>
              <a:t>行为与边界：失败脚本不提交 store 写入；工具已经造成的外部效果不会因此回滚，存储有值大小和总量限制。</a:t>
            </a:r>
          </a:p>
          <a:p xmlns:a="http://schemas.openxmlformats.org/drawingml/2006/main">
            <a:r>
              <a:t>源码：packages/coding-agent/src/extensions/codemode/execute.ts:1</a:t>
            </a:r>
          </a:p>
          <a:p xmlns:a="http://schemas.openxmlformats.org/drawingml/2006/main">
            <a:r>
              <a:t>源码：packages/coding-agent/src/extensions/codemode/tool.ts:1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失败与恢复：失败执行不应按成功路径提交 storeWrites；远程请求超时不证明远端 VM 已停止。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练习：用相同 seed 和工具结果重放两次，比较调用序列，再改变结果顺序观察验证约束。</a:t>
            </a:r>
          </a:p>
          <a:p xmlns:a="http://schemas.openxmlformats.org/drawingml/2006/main">
            <a:r>
              <a:t>参考判断：确定性依赖固定输入与有序交付；外部工具的副作用仍需宿主设计幂等策略。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JSON Store 复制与容量限制</a:t>
            </a:r>
          </a:p>
          <a:p xmlns:a="http://schemas.openxmlformats.org/drawingml/2006/main">
            <a:r>
              <a:t>为脚本提供同步 store/load 与 JSON 值副本，成功结果报告 set/delete 写入。</a:t>
            </a:r>
          </a:p>
          <a:p xmlns:a="http://schemas.openxmlformats.org/drawingml/2006/main">
            <a:r>
              <a:t>入口：store；load；result.storeWrites</a:t>
            </a:r>
          </a:p>
          <a:p xmlns:a="http://schemas.openxmlformats.org/drawingml/2006/main">
            <a:r>
              <a:t>边界：库不持久化 store；宿主负责保存，失败执行不提交 storeWrites。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确定性启动与有序响应投递</a:t>
            </a:r>
          </a:p>
          <a:p xmlns:a="http://schemas.openxmlformats.org/drawingml/2006/main">
            <a:r>
              <a:t>以固定起始时间、随机种子和 UTC 环境启动脚本，由宿主按顺序投递工具结果。</a:t>
            </a:r>
          </a:p>
          <a:p xmlns:a="http://schemas.openxmlformats.org/drawingml/2006/main">
            <a:r>
              <a:t>入口：sandbox.start / CodemodeRun.deliver / result / finished</a:t>
            </a:r>
          </a:p>
          <a:p xmlns:a="http://schemas.openxmlformats.org/drawingml/2006/main">
            <a:r>
              <a:t>边界：响应序号从 1 连续递增，虚拟时间单调；恢复要求相同代码指纹。库只提供执行契约，持久日志由 Durable 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可移植、同线程与远程沙箱</a:t>
            </a:r>
          </a:p>
          <a:p xmlns:a="http://schemas.openxmlformats.org/drawingml/2006/main">
            <a:r>
              <a:t>用统一 CodemodeSandboxBase 契约支持 Node Worker、同线程 VM 与远程 isolate 三种部署方式。</a:t>
            </a:r>
          </a:p>
          <a:p xmlns:a="http://schemas.openxmlformats.org/drawingml/2006/main">
            <a:r>
              <a:t>入口：InlineCodemodeSandbox；RemoteCodemodeSandbox；CodemodeSandboxDurableObject</a:t>
            </a:r>
          </a:p>
          <a:p xmlns:a="http://schemas.openxmlformats.org/drawingml/2006/main">
            <a:r>
              <a:t>边界：portable 入口无 Node 导入；远程 VM 执行脚本，工具仍在调用者一侧执行；同线程 interruptBudget 限制不等待工具的计算。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codemode 跨调用状态与分支恢复</a:t>
            </a:r>
          </a:p>
          <a:p xmlns:a="http://schemas.openxmlformats.org/drawingml/2006/main">
            <a:r>
              <a:t>成功脚本把 store/load 修改保存为 codemode-store 条目，在继续、分叉和切换分支后恢复各自状态。</a:t>
            </a:r>
          </a:p>
          <a:p xmlns:a="http://schemas.openxmlformats.org/drawingml/2006/main">
            <a:r>
              <a:t>入口：store(key,value)；load(key)；CODEMODE_STORE_ENTRY_TYPE</a:t>
            </a:r>
          </a:p>
          <a:p xmlns:a="http://schemas.openxmlformats.org/drawingml/2006/main">
            <a:r>
              <a:t>边界：失败脚本不提交 store 写入；工具已经造成的外部效果不会因此回滚，存储有值大小和总量限制。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packages/codemode/test/sandbox.test.ts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packages/codemode/test/fixtures/worker-process-exit.ts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packages/coding-agent/test/codemode-worker-admission.test.ts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CODE-11 · 分支持久小型状态 [可选] store/load 保存 JSON 值，成功脚本才提交写入；CLI 会话恢复和分支读取各自路径上的值。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CODE-22 · Cloudflare 远程沙箱 [库／需部署] 在独立部署 Worker 的 Durable Object 中运行 VM，工具和调用记录保留在 Agent 宿主，经 Workers RPC 回调；可按会话或按次分配对象，避免计算长时间阻塞会话对象。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CODE-23 · 同线程可移植沙箱 [库] 在调用线程运行 QuickJS，用于可接受同步计算阻塞的 WebAssembly 环境；Cloudflare 提供编译模块辅助入口，不需要额外部署沙箱 Worker。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CODE-24 · 远程 CPU 与内存预算 [库] Cloudflare 默认中断轮询预算 100000、每 VM 内存 32 MiB，服务端限制请求上限；纯计算时用预算而非定时器保障结束，取消立即结束调用方等待，远端至下一工具调用或预算耗尽才停。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CODE-26 · 确定性脚本运行入口 [库] start 允许宿主自行处理每个 onCall 并用 deliver 提交结果，支持从持久日志重跑；execute 保持原语义，只有宿主另行持久化才有跨进程恢复能力。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CODE-27 · 可重放的时间、随机与顺序 [库] start 固定 startedAt、seed、UTC，按连续结果序号处理结果，禁用 WeakRef／FinalizationRegistry；同指纹、脚本、初始环境和结果序列可重复产生同样调用。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codemode-replay / 脚本状态、确定性重放与远程沙箱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场景：脚本跨次保留值，或在退出后按记录继续，甚至在另一台运行时执行。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区分本次值与持久值</a:t>
            </a:r>
          </a:p>
          <a:p xmlns:a="http://schemas.openxmlformats.org/drawingml/2006/main">
            <a:r>
              <a:t>检查 store 的快照、读写和 storeWrites，明确宿主何时提交成功写入。</a:t>
            </a:r>
          </a:p>
          <a:p xmlns:a="http://schemas.openxmlformats.org/drawingml/2006/main">
            <a:r>
              <a:t>输入：旧 store 和脚本</a:t>
            </a:r>
          </a:p>
          <a:p xmlns:a="http://schemas.openxmlformats.org/drawingml/2006/main">
            <a:r>
              <a:t>输出：候选 storeWrites</a:t>
            </a:r>
          </a:p>
          <a:p xmlns:a="http://schemas.openxmlformats.org/drawingml/2006/main">
            <a:r>
              <a:t>入口：store；load；result.storeWrites</a:t>
            </a:r>
          </a:p>
          <a:p xmlns:a="http://schemas.openxmlformats.org/drawingml/2006/main">
            <a:r>
              <a:t>行为与边界：库不持久化 store；宿主负责保存，失败执行不提交 storeWrites。</a:t>
            </a:r>
          </a:p>
          <a:p xmlns:a="http://schemas.openxmlformats.org/drawingml/2006/main">
            <a:r>
              <a:t>源码：packages/codemode/src/runtime/prelude-source.ts:1</a:t>
            </a:r>
          </a:p>
          <a:p xmlns:a="http://schemas.openxmlformats.org/drawingml/2006/main">
            <a:r>
              <a:t>源码：packages/codemode/src/types.ts:1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记录确定性输入</a:t>
            </a:r>
          </a:p>
          <a:p xmlns:a="http://schemas.openxmlformats.org/drawingml/2006/main">
            <a:r>
              <a:t>跟踪 startedAt、seed、调用编号与 deliver，解释有序结果对重放的影响。</a:t>
            </a:r>
          </a:p>
          <a:p xmlns:a="http://schemas.openxmlformats.org/drawingml/2006/main">
            <a:r>
              <a:t>输入：历史调用及结果</a:t>
            </a:r>
          </a:p>
          <a:p xmlns:a="http://schemas.openxmlformats.org/drawingml/2006/main">
            <a:r>
              <a:t>输出：可重放执行序列</a:t>
            </a:r>
          </a:p>
          <a:p xmlns:a="http://schemas.openxmlformats.org/drawingml/2006/main">
            <a:r>
              <a:t>入口：sandbox.start / CodemodeRun.deliver / result / finished</a:t>
            </a:r>
          </a:p>
          <a:p xmlns:a="http://schemas.openxmlformats.org/drawingml/2006/main">
            <a:r>
              <a:t>行为与边界：响应序号从 1 连续递增，虚拟时间单调；恢复要求相同代码指纹。库只提供执行契约，持久日志由 Durable 管理。</a:t>
            </a:r>
          </a:p>
          <a:p xmlns:a="http://schemas.openxmlformats.org/drawingml/2006/main">
            <a:r>
              <a:t>源码：packages/codemode/src/runtime/execution.ts:1</a:t>
            </a:r>
          </a:p>
          <a:p xmlns:a="http://schemas.openxmlformats.org/drawingml/2006/main">
            <a:r>
              <a:t>源码：packages/codemode/src/runtime/host.ts:1</a:t>
            </a:r>
          </a:p>
          <a:p xmlns:a="http://schemas.openxmlformats.org/drawingml/2006/main">
            <a:r>
              <a:t>源码：packages/codemode/src/runtime/prelude-source.ts:1</a:t>
            </a:r>
          </a:p>
          <a:p xmlns:a="http://schemas.openxmlformats.org/drawingml/2006/main">
            <a:r>
              <a:t>源码：packages/codemode/src/types.ts:1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比较不同沙箱</a:t>
            </a:r>
          </a:p>
          <a:p xmlns:a="http://schemas.openxmlformats.org/drawingml/2006/main">
            <a:r>
              <a:t>对照 Inline、Worker、Remote 的阻塞、取消和能力边界，记录远端仍可能执行的情况。</a:t>
            </a:r>
          </a:p>
          <a:p xmlns:a="http://schemas.openxmlformats.org/drawingml/2006/main">
            <a:r>
              <a:t>输入：运行环境与请求</a:t>
            </a:r>
          </a:p>
          <a:p xmlns:a="http://schemas.openxmlformats.org/drawingml/2006/main">
            <a:r>
              <a:t>输出：对应沙箱的执行结果</a:t>
            </a:r>
          </a:p>
          <a:p xmlns:a="http://schemas.openxmlformats.org/drawingml/2006/main">
            <a:r>
              <a:t>入口：InlineCodemodeSandbox；RemoteCodemodeSandbox；CodemodeSandboxDurableObject</a:t>
            </a:r>
          </a:p>
          <a:p xmlns:a="http://schemas.openxmlformats.org/drawingml/2006/main">
            <a:r>
              <a:t>行为与边界：portable 入口无 Node 导入；远程 VM 执行脚本，工具仍在调用者一侧执行；同线程 interruptBudget 限制不等待工具的计算。</a:t>
            </a:r>
          </a:p>
          <a:p xmlns:a="http://schemas.openxmlformats.org/drawingml/2006/main">
            <a:r>
              <a:t>源码：packages/codemode/src/cloudflare.ts:1</a:t>
            </a:r>
          </a:p>
          <a:p xmlns:a="http://schemas.openxmlformats.org/drawingml/2006/main">
            <a:r>
              <a:t>源码：packages/codemode/src/portable.ts:1</a:t>
            </a:r>
          </a:p>
          <a:p xmlns:a="http://schemas.openxmlformats.org/drawingml/2006/main">
            <a:r>
              <a:t>源码：packages/codemode/src/runtime/execution.ts:1</a:t>
            </a:r>
          </a:p>
          <a:p xmlns:a="http://schemas.openxmlformats.org/drawingml/2006/main">
            <a:r>
              <a:t>源码：packages/codemode/src/runtime/inline.ts:1</a:t>
            </a:r>
          </a:p>
          <a:p xmlns:a="http://schemas.openxmlformats.org/drawingml/2006/main">
            <a:r>
              <a:t>源码：packages/codemode/src/runtime/remote.ts:1</a:t>
            </a:r>
          </a:p>
          <a:p xmlns:a="http://schemas.openxmlformats.org/drawingml/2006/main">
            <a:r>
              <a:t>源码：packages/codemode/src/runtime/vm.ts:1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接入产品会话</a:t>
            </a:r>
          </a:p>
          <a:p xmlns:a="http://schemas.openxmlformats.org/drawingml/2006/main">
            <a:r>
              <a:t>跟踪宿主如何保存成功状态并关联会话，检查分支和恢复对存储的影响。</a:t>
            </a:r>
          </a:p>
          <a:p xmlns:a="http://schemas.openxmlformats.org/drawingml/2006/main">
            <a:r>
              <a:t>输入：成功执行与活动会话</a:t>
            </a:r>
          </a:p>
          <a:p xmlns:a="http://schemas.openxmlformats.org/drawingml/2006/main">
            <a:r>
              <a:t>输出：后续调用可见的状态</a:t>
            </a:r>
          </a:p>
          <a:p xmlns:a="http://schemas.openxmlformats.org/drawingml/2006/main">
            <a:r>
              <a:t>入口：store(key,value)；load(key)；CODEMODE_STORE_ENTRY_TYPE</a:t>
            </a:r>
          </a:p>
          <a:p xmlns:a="http://schemas.openxmlformats.org/drawingml/2006/main">
            <a:r>
              <a:t>行为与边界：失败脚本不提交 store 写入；工具已经造成的外部效果不会因此回滚，存储有值大小和总量限制。</a:t>
            </a:r>
          </a:p>
          <a:p xmlns:a="http://schemas.openxmlformats.org/drawingml/2006/main">
            <a:r>
              <a:t>源码：packages/coding-agent/src/extensions/codemode/execute.ts:1</a:t>
            </a:r>
          </a:p>
          <a:p xmlns:a="http://schemas.openxmlformats.org/drawingml/2006/main">
            <a:r>
              <a:t>源码：packages/coding-agent/src/extensions/codemode/tool.ts:1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失败与恢复：失败执行不应按成功路径提交 storeWrites；远程请求超时不证明远端 VM 已停止。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练习：用相同 seed 和工具结果重放两次，比较调用序列，再改变结果顺序观察验证约束。</a:t>
            </a:r>
          </a:p>
          <a:p xmlns:a="http://schemas.openxmlformats.org/drawingml/2006/main">
            <a:r>
              <a:t>参考判断：确定性依赖固定输入与有序交付；外部工具的副作用仍需宿主设计幂等策略。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JSON Store 复制与容量限制</a:t>
            </a:r>
          </a:p>
          <a:p xmlns:a="http://schemas.openxmlformats.org/drawingml/2006/main">
            <a:r>
              <a:t>为脚本提供同步 store/load 与 JSON 值副本，成功结果报告 set/delete 写入。</a:t>
            </a:r>
          </a:p>
          <a:p xmlns:a="http://schemas.openxmlformats.org/drawingml/2006/main">
            <a:r>
              <a:t>入口：store；load；result.storeWrites</a:t>
            </a:r>
          </a:p>
          <a:p xmlns:a="http://schemas.openxmlformats.org/drawingml/2006/main">
            <a:r>
              <a:t>边界：库不持久化 store；宿主负责保存，失败执行不提交 storeWrites。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确定性启动与有序响应投递</a:t>
            </a:r>
          </a:p>
          <a:p xmlns:a="http://schemas.openxmlformats.org/drawingml/2006/main">
            <a:r>
              <a:t>以固定起始时间、随机种子和 UTC 环境启动脚本，由宿主按顺序投递工具结果。</a:t>
            </a:r>
          </a:p>
          <a:p xmlns:a="http://schemas.openxmlformats.org/drawingml/2006/main">
            <a:r>
              <a:t>入口：sandbox.start / CodemodeRun.deliver / result / finished</a:t>
            </a:r>
          </a:p>
          <a:p xmlns:a="http://schemas.openxmlformats.org/drawingml/2006/main">
            <a:r>
              <a:t>边界：响应序号从 1 连续递增，虚拟时间单调；恢复要求相同代码指纹。库只提供执行契约，持久日志由 Durable 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可移植、同线程与远程沙箱</a:t>
            </a:r>
          </a:p>
          <a:p xmlns:a="http://schemas.openxmlformats.org/drawingml/2006/main">
            <a:r>
              <a:t>用统一 CodemodeSandboxBase 契约支持 Node Worker、同线程 VM 与远程 isolate 三种部署方式。</a:t>
            </a:r>
          </a:p>
          <a:p xmlns:a="http://schemas.openxmlformats.org/drawingml/2006/main">
            <a:r>
              <a:t>入口：InlineCodemodeSandbox；RemoteCodemodeSandbox；CodemodeSandboxDurableObject</a:t>
            </a:r>
          </a:p>
          <a:p xmlns:a="http://schemas.openxmlformats.org/drawingml/2006/main">
            <a:r>
              <a:t>边界：portable 入口无 Node 导入；远程 VM 执行脚本，工具仍在调用者一侧执行；同线程 interruptBudget 限制不等待工具的计算。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codemode 跨调用状态与分支恢复</a:t>
            </a:r>
          </a:p>
          <a:p xmlns:a="http://schemas.openxmlformats.org/drawingml/2006/main">
            <a:r>
              <a:t>成功脚本把 store/load 修改保存为 codemode-store 条目，在继续、分叉和切换分支后恢复各自状态。</a:t>
            </a:r>
          </a:p>
          <a:p xmlns:a="http://schemas.openxmlformats.org/drawingml/2006/main">
            <a:r>
              <a:t>入口：store(key,value)；load(key)；CODEMODE_STORE_ENTRY_TYPE</a:t>
            </a:r>
          </a:p>
          <a:p xmlns:a="http://schemas.openxmlformats.org/drawingml/2006/main">
            <a:r>
              <a:t>边界：失败脚本不提交 store 写入；工具已经造成的外部效果不会因此回滚，存储有值大小和总量限制。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packages/codemode/test/sandbox.test.ts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packages/codemode/test/fixtures/worker-process-exit.ts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packages/coding-agent/test/codemode-worker-admission.test.ts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CODE-11 · 分支持久小型状态 [可选] store/load 保存 JSON 值，成功脚本才提交写入；CLI 会话恢复和分支读取各自路径上的值。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CODE-22 · Cloudflare 远程沙箱 [库／需部署] 在独立部署 Worker 的 Durable Object 中运行 VM，工具和调用记录保留在 Agent 宿主，经 Workers RPC 回调；可按会话或按次分配对象，避免计算长时间阻塞会话对象。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CODE-23 · 同线程可移植沙箱 [库] 在调用线程运行 QuickJS，用于可接受同步计算阻塞的 WebAssembly 环境；Cloudflare 提供编译模块辅助入口，不需要额外部署沙箱 Worker。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CODE-24 · 远程 CPU 与内存预算 [库] Cloudflare 默认中断轮询预算 100000、每 VM 内存 32 MiB，服务端限制请求上限；纯计算时用预算而非定时器保障结束，取消立即结束调用方等待，远端至下一工具调用或预算耗尽才停。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CODE-26 · 确定性脚本运行入口 [库] start 允许宿主自行处理每个 onCall 并用 deliver 提交结果，支持从持久日志重跑；execute 保持原语义，只有宿主另行持久化才有跨进程恢复能力。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CODE-27 · 可重放的时间、随机与顺序 [库] start 固定 startedAt、seed、UTC，按连续结果序号处理结果，禁用 WeakRef／FinalizationRegistry；同指纹、脚本、初始环境和结果序列可重复产生同样调用。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源码基线：136b87e8a7f5a3e5186de0289523ba327dc592fc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课程：04 工具与外部服务 / codemode-replay / 脚本状态、确定性重放与远程沙箱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场景：脚本跨次保留值，或在退出后按记录继续，甚至在另一台运行时执行。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以下是教学追踪顺序，具体运行分支以源码为准。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区分本次值与持久值</a:t>
            </a:r>
          </a:p>
          <a:p xmlns:a="http://schemas.openxmlformats.org/drawingml/2006/main">
            <a:r>
              <a:t>检查 store 的快照、读写和 storeWrites，明确宿主何时提交成功写入。</a:t>
            </a:r>
          </a:p>
          <a:p xmlns:a="http://schemas.openxmlformats.org/drawingml/2006/main">
            <a:r>
              <a:t>输入：旧 store 和脚本</a:t>
            </a:r>
          </a:p>
          <a:p xmlns:a="http://schemas.openxmlformats.org/drawingml/2006/main">
            <a:r>
              <a:t>输出：候选 storeWrites</a:t>
            </a:r>
          </a:p>
          <a:p xmlns:a="http://schemas.openxmlformats.org/drawingml/2006/main">
            <a:r>
              <a:t>入口：store；load；result.storeWrites</a:t>
            </a:r>
          </a:p>
          <a:p xmlns:a="http://schemas.openxmlformats.org/drawingml/2006/main">
            <a:r>
              <a:t>行为与边界：库不持久化 store；宿主负责保存，失败执行不提交 storeWrites。</a:t>
            </a:r>
          </a:p>
          <a:p xmlns:a="http://schemas.openxmlformats.org/drawingml/2006/main">
            <a:r>
              <a:t>源码：packages/codemode/src/runtime/prelude-source.ts:1</a:t>
            </a:r>
          </a:p>
          <a:p xmlns:a="http://schemas.openxmlformats.org/drawingml/2006/main">
            <a:r>
              <a:t>源码：packages/codemode/src/types.ts:1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记录确定性输入</a:t>
            </a:r>
          </a:p>
          <a:p xmlns:a="http://schemas.openxmlformats.org/drawingml/2006/main">
            <a:r>
              <a:t>跟踪 startedAt、seed、调用编号与 deliver，解释有序结果对重放的影响。</a:t>
            </a:r>
          </a:p>
          <a:p xmlns:a="http://schemas.openxmlformats.org/drawingml/2006/main">
            <a:r>
              <a:t>输入：历史调用及结果</a:t>
            </a:r>
          </a:p>
          <a:p xmlns:a="http://schemas.openxmlformats.org/drawingml/2006/main">
            <a:r>
              <a:t>输出：可重放执行序列</a:t>
            </a:r>
          </a:p>
          <a:p xmlns:a="http://schemas.openxmlformats.org/drawingml/2006/main">
            <a:r>
              <a:t>入口：sandbox.start / CodemodeRun.deliver / result / finished</a:t>
            </a:r>
          </a:p>
          <a:p xmlns:a="http://schemas.openxmlformats.org/drawingml/2006/main">
            <a:r>
              <a:t>行为与边界：响应序号从 1 连续递增，虚拟时间单调；恢复要求相同代码指纹。库只提供执行契约，持久日志由 Durable 管理。</a:t>
            </a:r>
          </a:p>
          <a:p xmlns:a="http://schemas.openxmlformats.org/drawingml/2006/main">
            <a:r>
              <a:t>源码：packages/codemode/src/runtime/execution.ts:1</a:t>
            </a:r>
          </a:p>
          <a:p xmlns:a="http://schemas.openxmlformats.org/drawingml/2006/main">
            <a:r>
              <a:t>源码：packages/codemode/src/runtime/host.ts:1</a:t>
            </a:r>
          </a:p>
          <a:p xmlns:a="http://schemas.openxmlformats.org/drawingml/2006/main">
            <a:r>
              <a:t>源码：packages/codemode/src/runtime/prelude-source.ts:1</a:t>
            </a:r>
          </a:p>
          <a:p xmlns:a="http://schemas.openxmlformats.org/drawingml/2006/main">
            <a:r>
              <a:t>源码：packages/codemode/src/types.ts:1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比较不同沙箱</a:t>
            </a:r>
          </a:p>
          <a:p xmlns:a="http://schemas.openxmlformats.org/drawingml/2006/main">
            <a:r>
              <a:t>对照 Inline、Worker、Remote 的阻塞、取消和能力边界，记录远端仍可能执行的情况。</a:t>
            </a:r>
          </a:p>
          <a:p xmlns:a="http://schemas.openxmlformats.org/drawingml/2006/main">
            <a:r>
              <a:t>输入：运行环境与请求</a:t>
            </a:r>
          </a:p>
          <a:p xmlns:a="http://schemas.openxmlformats.org/drawingml/2006/main">
            <a:r>
              <a:t>输出：对应沙箱的执行结果</a:t>
            </a:r>
          </a:p>
          <a:p xmlns:a="http://schemas.openxmlformats.org/drawingml/2006/main">
            <a:r>
              <a:t>入口：InlineCodemodeSandbox；RemoteCodemodeSandbox；CodemodeSandboxDurableObject</a:t>
            </a:r>
          </a:p>
          <a:p xmlns:a="http://schemas.openxmlformats.org/drawingml/2006/main">
            <a:r>
              <a:t>行为与边界：portable 入口无 Node 导入；远程 VM 执行脚本，工具仍在调用者一侧执行；同线程 interruptBudget 限制不等待工具的计算。</a:t>
            </a:r>
          </a:p>
          <a:p xmlns:a="http://schemas.openxmlformats.org/drawingml/2006/main">
            <a:r>
              <a:t>源码：packages/codemode/src/cloudflare.ts:1</a:t>
            </a:r>
          </a:p>
          <a:p xmlns:a="http://schemas.openxmlformats.org/drawingml/2006/main">
            <a:r>
              <a:t>源码：packages/codemode/src/portable.ts:1</a:t>
            </a:r>
          </a:p>
          <a:p xmlns:a="http://schemas.openxmlformats.org/drawingml/2006/main">
            <a:r>
              <a:t>源码：packages/codemode/src/runtime/execution.ts:1</a:t>
            </a:r>
          </a:p>
          <a:p xmlns:a="http://schemas.openxmlformats.org/drawingml/2006/main">
            <a:r>
              <a:t>源码：packages/codemode/src/runtime/inline.ts:1</a:t>
            </a:r>
          </a:p>
          <a:p xmlns:a="http://schemas.openxmlformats.org/drawingml/2006/main">
            <a:r>
              <a:t>源码：packages/codemode/src/runtime/remote.ts:1</a:t>
            </a:r>
          </a:p>
          <a:p xmlns:a="http://schemas.openxmlformats.org/drawingml/2006/main">
            <a:r>
              <a:t>源码：packages/codemode/src/runtime/vm.ts:1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接入产品会话</a:t>
            </a:r>
          </a:p>
          <a:p xmlns:a="http://schemas.openxmlformats.org/drawingml/2006/main">
            <a:r>
              <a:t>跟踪宿主如何保存成功状态并关联会话，检查分支和恢复对存储的影响。</a:t>
            </a:r>
          </a:p>
          <a:p xmlns:a="http://schemas.openxmlformats.org/drawingml/2006/main">
            <a:r>
              <a:t>输入：成功执行与活动会话</a:t>
            </a:r>
          </a:p>
          <a:p xmlns:a="http://schemas.openxmlformats.org/drawingml/2006/main">
            <a:r>
              <a:t>输出：后续调用可见的状态</a:t>
            </a:r>
          </a:p>
          <a:p xmlns:a="http://schemas.openxmlformats.org/drawingml/2006/main">
            <a:r>
              <a:t>入口：store(key,value)；load(key)；CODEMODE_STORE_ENTRY_TYPE</a:t>
            </a:r>
          </a:p>
          <a:p xmlns:a="http://schemas.openxmlformats.org/drawingml/2006/main">
            <a:r>
              <a:t>行为与边界：失败脚本不提交 store 写入；工具已经造成的外部效果不会因此回滚，存储有值大小和总量限制。</a:t>
            </a:r>
          </a:p>
          <a:p xmlns:a="http://schemas.openxmlformats.org/drawingml/2006/main">
            <a:r>
              <a:t>源码：packages/coding-agent/src/extensions/codemode/execute.ts:1</a:t>
            </a:r>
          </a:p>
          <a:p xmlns:a="http://schemas.openxmlformats.org/drawingml/2006/main">
            <a:r>
              <a:t>源码：packages/coding-agent/src/extensions/codemode/tool.ts:1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失败与恢复：失败执行不应按成功路径提交 storeWrites；远程请求超时不证明远端 VM 已停止。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练习：用相同 seed 和工具结果重放两次，比较调用序列，再改变结果顺序观察验证约束。</a:t>
            </a:r>
          </a:p>
          <a:p xmlns:a="http://schemas.openxmlformats.org/drawingml/2006/main">
            <a:r>
              <a:t>参考判断：确定性依赖固定输入与有序交付；外部工具的副作用仍需宿主设计幂等策略。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关联专题与当前接口：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JSON Store 复制与容量限制</a:t>
            </a:r>
          </a:p>
          <a:p xmlns:a="http://schemas.openxmlformats.org/drawingml/2006/main">
            <a:r>
              <a:t>为脚本提供同步 store/load 与 JSON 值副本，成功结果报告 set/delete 写入。</a:t>
            </a:r>
          </a:p>
          <a:p xmlns:a="http://schemas.openxmlformats.org/drawingml/2006/main">
            <a:r>
              <a:t>入口：store；load；result.storeWrites</a:t>
            </a:r>
          </a:p>
          <a:p xmlns:a="http://schemas.openxmlformats.org/drawingml/2006/main">
            <a:r>
              <a:t>边界：库不持久化 store；宿主负责保存，失败执行不提交 storeWrites。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确定性启动与有序响应投递</a:t>
            </a:r>
          </a:p>
          <a:p xmlns:a="http://schemas.openxmlformats.org/drawingml/2006/main">
            <a:r>
              <a:t>以固定起始时间、随机种子和 UTC 环境启动脚本，由宿主按顺序投递工具结果。</a:t>
            </a:r>
          </a:p>
          <a:p xmlns:a="http://schemas.openxmlformats.org/drawingml/2006/main">
            <a:r>
              <a:t>入口：sandbox.start / CodemodeRun.deliver / result / finished</a:t>
            </a:r>
          </a:p>
          <a:p xmlns:a="http://schemas.openxmlformats.org/drawingml/2006/main">
            <a:r>
              <a:t>边界：响应序号从 1 连续递增，虚拟时间单调；恢复要求相同代码指纹。库只提供执行契约，持久日志由 Durable 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可移植、同线程与远程沙箱</a:t>
            </a:r>
          </a:p>
          <a:p xmlns:a="http://schemas.openxmlformats.org/drawingml/2006/main">
            <a:r>
              <a:t>用统一 CodemodeSandboxBase 契约支持 Node Worker、同线程 VM 与远程 isolate 三种部署方式。</a:t>
            </a:r>
          </a:p>
          <a:p xmlns:a="http://schemas.openxmlformats.org/drawingml/2006/main">
            <a:r>
              <a:t>入口：InlineCodemodeSandbox；RemoteCodemodeSandbox；CodemodeSandboxDurableObject</a:t>
            </a:r>
          </a:p>
          <a:p xmlns:a="http://schemas.openxmlformats.org/drawingml/2006/main">
            <a:r>
              <a:t>边界：portable 入口无 Node 导入；远程 VM 执行脚本，工具仍在调用者一侧执行；同线程 interruptBudget 限制不等待工具的计算。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codemode 跨调用状态与分支恢复</a:t>
            </a:r>
          </a:p>
          <a:p xmlns:a="http://schemas.openxmlformats.org/drawingml/2006/main">
            <a:r>
              <a:t>成功脚本把 store/load 修改保存为 codemode-store 条目，在继续、分叉和切换分支后恢复各自状态。</a:t>
            </a:r>
          </a:p>
          <a:p xmlns:a="http://schemas.openxmlformats.org/drawingml/2006/main">
            <a:r>
              <a:t>入口：store(key,value)；load(key)；CODEMODE_STORE_ENTRY_TYPE</a:t>
            </a:r>
          </a:p>
          <a:p xmlns:a="http://schemas.openxmlformats.org/drawingml/2006/main">
            <a:r>
              <a:t>边界：失败脚本不提交 store 写入；工具已经造成的外部效果不会因此回滚，存储有值大小和总量限制。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相关测试（列出路径不代表已运行）：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packages/codemode/test/sandbox.test.ts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packages/codemode/test/fixtures/worker-process-exit.ts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packages/coding-agent/test/codemode-worker-admission.test.ts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CODE-11 · 分支持久小型状态 [可选] store/load 保存 JSON 值，成功脚本才提交写入；CLI 会话恢复和分支读取各自路径上的值。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CODE-22 · Cloudflare 远程沙箱 [库／需部署] 在独立部署 Worker 的 Durable Object 中运行 VM，工具和调用记录保留在 Agent 宿主，经 Workers RPC 回调；可按会话或按次分配对象，避免计算长时间阻塞会话对象。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CODE-23 · 同线程可移植沙箱 [库] 在调用线程运行 QuickJS，用于可接受同步计算阻塞的 WebAssembly 环境；Cloudflare 提供编译模块辅助入口，不需要额外部署沙箱 Worker。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CODE-24 · 远程 CPU 与内存预算 [库] Cloudflare 默认中断轮询预算 100000、每 VM 内存 32 MiB，服务端限制请求上限；纯计算时用预算而非定时器保障结束，取消立即结束调用方等待，远端至下一工具调用或预算耗尽才停。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CODE-26 · 确定性脚本运行入口 [库] start 允许宿主自行处理每个 onCall 并用 deliver 提交结果，支持从持久日志重跑；execute 保持原语义，只有宿主另行持久化才有跨进程恢复能力。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CODE-27 · 可重放的时间、随机与顺序 [库] start 固定 startedAt、seed、UTC，按连续结果序号处理结果，禁用 WeakRef／FinalizationRegistry；同指纹、脚本、初始环境和结果序列可重复产生同样调用。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deb8effe64b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d2bb87a4b44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d2909290fe47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b1df8444e047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30b0327244a3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d9f7d5513d4f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3FD213-F696-4CDB-A48D-1C3B9D8ABB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58E2BAA-C72D-435F-9296-3300A4BBAC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9670C8B-D855-4F6D-BAE5-C9D4FC41C9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E667C9-08FF-4393-B778-74E5B8B198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DAD9B22-B111-45E3-924D-E6DFB91E43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4A42E8-5387-47C9-87C2-373F3F50E3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FDCF1C-7A57-496C-9ACC-E7801914E6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2F5580E-58B9-419C-AD1E-3B1535A4A5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9C28DF-3AC8-45A3-89D4-519658217A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507953-A08D-4964-95F7-4E8ED8206D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903370b5f94b59" /><Relationship Type="http://schemas.openxmlformats.org/officeDocument/2006/relationships/slideLayout" Target="/ppt/slideLayouts/slideLayout1.xml" Id="R5aa75f90dc804202" /><Relationship Type="http://schemas.openxmlformats.org/officeDocument/2006/relationships/slideLayout" Target="/ppt/slideLayouts/slideLayout2.xml" Id="R20ddacb04a2d45ed" /><Relationship Type="http://schemas.openxmlformats.org/officeDocument/2006/relationships/slideLayout" Target="/ppt/slideLayouts/slideLayout3.xml" Id="R6b4c2ff51f7643c2" /><Relationship Type="http://schemas.openxmlformats.org/officeDocument/2006/relationships/slideLayout" Target="/ppt/slideLayouts/slideLayout4.xml" Id="R60fe8b578ed74b6e" /><Relationship Type="http://schemas.openxmlformats.org/officeDocument/2006/relationships/slideLayout" Target="/ppt/slideLayouts/slideLayout5.xml" Id="Rfed56831879745cd" /><Relationship Type="http://schemas.openxmlformats.org/officeDocument/2006/relationships/slideLayout" Target="/ppt/slideLayouts/slideLayout6.xml" Id="Rd2fabb379f3b47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a75f90dc804202"/>
    <p:sldLayoutId xmlns:r="http://schemas.openxmlformats.org/officeDocument/2006/relationships" id="2147483650" r:id="R20ddacb04a2d45ed"/>
    <p:sldLayoutId xmlns:r="http://schemas.openxmlformats.org/officeDocument/2006/relationships" id="2147483651" r:id="R6b4c2ff51f7643c2"/>
    <p:sldLayoutId xmlns:r="http://schemas.openxmlformats.org/officeDocument/2006/relationships" id="2147483652" r:id="R60fe8b578ed74b6e"/>
    <p:sldLayoutId xmlns:r="http://schemas.openxmlformats.org/officeDocument/2006/relationships" id="2147483653" r:id="Rfed56831879745cd"/>
    <p:sldLayoutId xmlns:r="http://schemas.openxmlformats.org/officeDocument/2006/relationships" id="2147483654" r:id="Rd2fabb379f3b47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919e56906046e9" /><Relationship Type="http://schemas.openxmlformats.org/officeDocument/2006/relationships/notesSlide" Target="/ppt/notesSlides/notesSlide1.xml" Id="R89c8fe4a5e3148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ff14d6c71f4881" /><Relationship Type="http://schemas.openxmlformats.org/officeDocument/2006/relationships/notesSlide" Target="/ppt/notesSlides/notesSlide2.xml" Id="R19d7315675c842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49e4845158492d" /><Relationship Type="http://schemas.openxmlformats.org/officeDocument/2006/relationships/notesSlide" Target="/ppt/notesSlides/notesSlide3.xml" Id="R3e96c42941cb40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f67ea088584e69" /><Relationship Type="http://schemas.openxmlformats.org/officeDocument/2006/relationships/notesSlide" Target="/ppt/notesSlides/notesSlide4.xml" Id="R242981953e3948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f1cfb574c4b30" /><Relationship Type="http://schemas.openxmlformats.org/officeDocument/2006/relationships/notesSlide" Target="/ppt/notesSlides/notesSlide5.xml" Id="Rac20fb142bec4b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ccf757789a4778" /><Relationship Type="http://schemas.openxmlformats.org/officeDocument/2006/relationships/notesSlide" Target="/ppt/notesSlides/notesSlide6.xml" Id="Re2297c7ec5c145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ea3c52f34c44ff" /><Relationship Type="http://schemas.openxmlformats.org/officeDocument/2006/relationships/notesSlide" Target="/ppt/notesSlides/notesSlide7.xml" Id="R753452f93c0748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c8e80e60774c08" /><Relationship Type="http://schemas.openxmlformats.org/officeDocument/2006/relationships/notesSlide" Target="/ppt/notesSlides/notesSlide8.xml" Id="R712cfb58b0604d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b6525b90074e7d" /><Relationship Type="http://schemas.openxmlformats.org/officeDocument/2006/relationships/notesSlide" Target="/ppt/notesSlides/notesSlide9.xml" Id="R632c5bc079514a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bb42b4b6104bfb" /><Relationship Type="http://schemas.openxmlformats.org/officeDocument/2006/relationships/notesSlide" Target="/ppt/notesSlides/notesSlide10.xml" Id="R73ca7dcb02f541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5a91b033f4234" /><Relationship Type="http://schemas.openxmlformats.org/officeDocument/2006/relationships/notesSlide" Target="/ppt/notesSlides/notesSlide11.xml" Id="R7f15e0b2d1684a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1e55f764024474" /><Relationship Type="http://schemas.openxmlformats.org/officeDocument/2006/relationships/notesSlide" Target="/ppt/notesSlides/notesSlide12.xml" Id="R136c2f51c23a4b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2390f8bc34496b" /><Relationship Type="http://schemas.openxmlformats.org/officeDocument/2006/relationships/notesSlide" Target="/ppt/notesSlides/notesSlide13.xml" Id="R1dd848dbc9bb47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fe295d275f4c92" /><Relationship Type="http://schemas.openxmlformats.org/officeDocument/2006/relationships/notesSlide" Target="/ppt/notesSlides/notesSlide14.xml" Id="Rfb74401cd0064d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742b39908743c0" /><Relationship Type="http://schemas.openxmlformats.org/officeDocument/2006/relationships/notesSlide" Target="/ppt/notesSlides/notesSlide15.xml" Id="R0b5cd90ef6934b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2fa40a5caa40a1" /><Relationship Type="http://schemas.openxmlformats.org/officeDocument/2006/relationships/notesSlide" Target="/ppt/notesSlides/notesSlide16.xml" Id="R33128d69088e40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637dba20864a1f" /><Relationship Type="http://schemas.openxmlformats.org/officeDocument/2006/relationships/notesSlide" Target="/ppt/notesSlides/notesSlide17.xml" Id="Rf42c08b9cc51458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4dd983d68444a7" /><Relationship Type="http://schemas.openxmlformats.org/officeDocument/2006/relationships/notesSlide" Target="/ppt/notesSlides/notesSlide18.xml" Id="Re08c38b9f054470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335e585ba340dd" /><Relationship Type="http://schemas.openxmlformats.org/officeDocument/2006/relationships/notesSlide" Target="/ppt/notesSlides/notesSlide19.xml" Id="Rb4a543f1021e499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e988264b514afc" /><Relationship Type="http://schemas.openxmlformats.org/officeDocument/2006/relationships/notesSlide" Target="/ppt/notesSlides/notesSlide20.xml" Id="R781edd25a079471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09e9488afa4000" /><Relationship Type="http://schemas.openxmlformats.org/officeDocument/2006/relationships/notesSlide" Target="/ppt/notesSlides/notesSlide21.xml" Id="Re54b81696f6d43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160FEE5-202D-4CB2-A328-1A199CAF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4AEC990-F904-4B30-8324-8E3FBFA1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查找、读取、编辑与写入文件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8EA20E1D-0F0A-43E1-A9CB-04822C7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模型要在仓库里定位代码并修改一段文本。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85B9EEEE-44FE-4C82-A466-A745C215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8B71ED46-797C-4EA2-85AD-5B7F8619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find：文件路径搜索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AE08856E-C835-4A9F-BBAB-9FD3D410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grep：内容检索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CA6898B7-E687-460A-9E1C-AB2DD23C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read：读取文本与图片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1FB5260F-E998-4EB8-AC6F-1C06C77B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edit：精确替换与差异展示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FC96068-11B4-4BDC-B93F-B556EC8E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file-tools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9128972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821FE522-5008-4F86-9272-AD76AF6B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33D586-3FEB-41D2-AAE2-1D2F6383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查找、读取、编辑与写入文件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1D1CB552-E361-4140-85AC-B68B89AD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搜索入口与路径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B41CF3F7-0F64-4935-8F59-BF2E2D56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输入：路径与模式    输出：候选文件列表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0FC54214-3F3C-4D91-AA3D-869E0F53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定位内容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999D7505-28B6-4B81-8DDD-D62DA305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输入：搜索表达式与候选目录    输出：带位置的匹配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26F5011F-6F79-4F8F-9EFA-6F45249B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读取目标片段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700AA317-B6A1-4230-BFBD-6391DECB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输入：文件与范围    输出：文本或图片结果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B789EEBB-6C80-4E3F-8E8F-219659B7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执行修改并验证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8AFFCFBA-0E2E-4666-A993-472985E3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输入：确认过的旧文本和新文本    输出：文件变化与可核验差异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8275F44E-509B-4451-B30F-F4FB441B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file-tools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0717920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D15D5CD2-B698-44EF-9FCE-09B05798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474E89C-7AAB-42CC-8887-AF1D2B9A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查找、读取、编辑与写入文件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6114CF31-7285-4D07-89A7-7ED24364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B9AEB891-9A4B-4A3E-B75A-14041FC8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匹配失败必须重新读取；全文 write 与局部 edit 的影响不同。文件工具不提供自动版本回滚。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174D8AD6-8337-4E3F-A7A4-F3FE23B6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F2EECD39-B769-49BA-9689-858D24CE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在临时示例文件上分别设计匹配成功、匹配不到与歧义匹配三种测试输入。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950EA6B9-44D2-45DC-8AE6-BC61F0AF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file-tools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2186931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CF3EB58-01F6-41D3-A743-1216F641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90166E-0F5C-4203-B4E1-F800118D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命令执行、取消与大输出文件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02837D5F-7DF9-47DC-B087-AA0C2B9F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运行测试产生大量输出，并且可能超时或被取消。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77AE34A6-04C0-43DD-A84B-66588998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EF70909B-C403-4AA2-991E-B847EDB0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bash：Shell 执行与输出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26EE530E-00D5-4F09-B65B-7CD1335C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powershell：Windows 命令执行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9BD36EC1-1E52-4775-B3D9-D176397F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脚本图像落盘与完整输出文件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9CE34BA6-6CA5-4B65-ACF2-C0EE517B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终端程序状态与取消结果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C7E5882D-2735-4C91-A9E1-6BB166EA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process-tools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605329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B7CA3F18-6F0E-44F8-9BC1-9E9C4FD4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6977245-FD3F-4516-A0B6-C5E4EC63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命令执行、取消与大输出文件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D9469104-155A-4B70-913B-DD012B3F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选择执行器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E51DF7D7-E943-43D5-A378-CA44255A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输入：命令与执行选项    输出：已启动进程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F3321D85-8A24-41DC-B6AE-825E1594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跟踪平台差异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56F8D3DA-B7CA-4091-ABD8-C489C5F3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输入：目标平台    输出：对应的执行路径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96A34D95-0508-4130-98A9-96B179C1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收集与限制输出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DEB4EDF1-9A63-4DB3-9296-3991273B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输入：进程输出与退出状态    输出：模型结果和完整输出引用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746C1DA5-DBAD-4E2C-9633-B23DF6AC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完成取消与收尾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A88DC6DF-FF58-42F9-A8F2-A97E1A01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输入：超时或用户取消    输出：实际运行状态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4DB7A257-5A4B-4850-A1F9-23CBD241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process-tools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9831608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D5805601-8F27-4810-ADFE-7CE376B2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B8DA8E-BF8A-4FDD-A992-B01D08B2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命令执行、取消与大输出文件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B6F0781C-768E-4539-BFF1-8C808411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8B9013CA-3D20-4ECA-B891-2B822D35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命令失败不代表无副作用，截断也不代表完整日志已丢失；应根据返回的文件引用继续定位。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F309E59A-AD83-49E6-8323-39181B57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F18DEA48-C687-4BC1-AB1C-14AA4A3C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阅读现有测试中超时和大输出用例，写出应断言的退出状态、截断标记和文件可读性。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077B5D3-D9C6-4B7E-839D-939635AC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process-tools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5032603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C1C4394-F992-4FA3-9B79-690042CE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DE1CCDE-0416-4BB1-A62F-52A40A36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工具选择、搜索、Loadout 与嵌套钩子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E648C059-977B-4065-B52C-3C39C1A0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可用工具很多，希望模型按需要发现，同时所有调用都经过同一条校验管线。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D6E85526-7BFE-4A3C-8BFF-58466193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FB4E5CE0-75A4-4119-A5CA-2F5DCF4D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默认工具的增减选择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90D8B231-66A9-4556-AFB9-AEE241BE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工具暴露、命名空间与请求 Loadout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DA7F0C9E-4152-4DAA-8841-869313D2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tool_search：BM25 搜索与延迟工具加载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BD577B92-0655-4977-A1E5-A5BA2EED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嵌套工具管线、父子事件与用量记录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800E1195-90DD-4131-B66A-5045BFB4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tool-exposure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4883385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46ED6655-0762-48DC-82C3-81EED540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4E856F3-27E1-4E23-BFCB-BCA83B0C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工具选择、搜索、Loadout 与嵌套钩子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9467E6B5-9C6F-45E7-AE70-DE7E21C1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确定工具注册与启用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CE8B7BF2-B41C-47F4-BCF6-5336680E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输入：工具注册与设置    输出：当前可用工具集合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AADC3C11-7262-42A3-992B-C453588D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组织请求中的声明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7CEE7565-27CB-4B55-A046-35A94055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输入：可用工具与运行状态    输出：请求工具声明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B2AA20F1-54C0-43A8-A063-E389B496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按需发现工具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66F154B8-340D-42DE-8820-B2A1B132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输入：工具查询    输出：可选择的工具描述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F5640D5E-A63B-49E2-BC93-81C28B4F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保持嵌套调用一致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1BD6A790-B9D1-4E0C-81B5-E6BA9D42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输入：嵌套工具调用    输出：一致的调用结果和事件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FF445308-D8AA-4041-A8CD-5360728F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tool-exposure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417833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3DA32BEE-2CF2-47EC-88EA-0D33D78B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25D8109-14E9-403F-A594-7BD64830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工具选择、搜索、Loadout 与嵌套钩子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62B6895E-38A7-46CB-A56D-D5C3CCB1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FD26BA54-8B97-4C92-9B6F-2D6636EB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直接调用 execute 会跳过统一管线。模型看到声明也不意味着工具在所有运行阶段都允许执行。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EDBA1760-44F2-407B-AF95-B8E7B456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E9105A4D-6497-47FC-AB6E-9AE17B44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设计一个 beforeToolCall 阻止调用的测试，分别从普通工具和嵌套入口触发。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5926297-5F2F-4C6A-8276-C1E9F5AC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tool-exposure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20986717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D93BDE1-D057-4B24-B19B-99C08F6F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1A1913-D63E-40AD-B10D-CB6742E3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MCP 配置、连接、发现与重连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0BB7DF32-1C9A-4AA2-B510-411A3C6E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把一个本地 stdio 服务或远程 HTTP 服务接入会话。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9694E6EF-461E-42F4-A720-DF149E58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7047613B-D1D0-4BA2-9E99-74B01897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MCP 分层配置与服务器注册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2A1B09D4-F4E3-4724-A23E-0D447394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MCP 握手、请求关联与取消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3A4E0247-1EA4-414C-A97B-DB533FA7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MCP 后台连接、等待与重连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40031554-72F7-4826-BE4F-243A8D15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MCP 管理命令、UI 与日志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5C0ED6C-7294-4B79-8DB5-7A6A3BA6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mcp-connect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3379739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AA80A69D-CF51-4E25-AB98-D9CA40D7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6F91C0-11AB-4DF0-A5F9-54244979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MCP 配置、连接、发现与重连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AEABE1B8-A881-475C-A574-71DAB27E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读取服务配置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83D7C7BE-C767-4B07-967B-4085C09B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输入：服务配置    输出：可连接的服务定义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346B76AE-DDD2-43D6-9387-A9DA0BF6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建立协议连接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AE4EECE7-C5C8-4C30-B669-5BA4257B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输入：传输和会话参数    输出：已初始化客户端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EE094489-46DD-4072-8F84-BC530CD6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合并工具与资源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E255DAFD-9515-4A0E-A151-40C6FAF6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输入：远端能力列表    输出：产品中的 MCP 能力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6AE6E22E-451D-44F9-9D62-FEED82EA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刷新或断开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FA7B3326-A73C-4115-BFBA-B7BAA750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输入：配置变化或连接错误    输出：新的连接状态与诊断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7D092C72-F92E-4641-8E76-C5B54F75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mcp-connect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5951163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0524174C-0D4C-457A-BD33-405E4DE6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918E146-FBD7-40FE-84DE-41B06CD9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MCP 配置、连接、发现与重连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714A79B1-03C4-42B3-84FC-D7EAF63C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70AD97DB-48C4-465C-8D0E-9FD2BE23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进程启动成功不等于 MCP 握手成功；HTTP 可达也不代表认证完成或工具 schema 可用。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0845CCEA-4125-483A-BBEF-DB681815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A813850B-E2A8-4B0A-AB55-026B2F85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用 mcp/testing 的测试服务器构造一个工具列表，再模拟断连，记录客户端和产品状态变化。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7E4B3B3-1675-4691-86AA-70CCEB42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mcp-connect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81555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8AB15D7-A91C-4B08-BBFA-30E5E7DC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282387-58BD-4F9A-B82E-41CCA45C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MCP OAuth、工具结果与资源读取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9F6D9C10-BCC9-400A-A575-187647A9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远端 MCP 要求登录，并返回文本、图像或资源内容。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4DDDBEF7-9261-4191-815B-C5823CE4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7133907B-744F-42FF-B271-EDD07AAB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OAuth 资源与授权服务器发现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2A92AA96-3C6F-4108-868E-507E8AD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OAuth PKCE、注册、刷新与升级授权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1C48D552-DBCC-4C75-8918-60A2CE97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MCP 工具命名、暴露与结果适配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FCB03CAF-20C8-48CE-B08B-BA4774DC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MCP 资源、URI 模板与二进制读取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A854611A-6DA7-4E86-AB62-B815BFF8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mcp-auth-resources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7067875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EFB3F522-4B71-4885-9C3A-61389BBE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93D675F-FC7B-4AAD-851C-82F1462F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MCP OAuth、工具结果与资源读取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FBB2323C-0957-41AB-81CD-10EECE98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发现授权端点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C497FA33-B512-4B19-99F2-E713459D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输入：受保护服务响应    输出：授权服务器信息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07011CD0-A966-4A94-949D-EAE9C3E9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完成回调并保存授权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B3EDA3FE-DF5A-4B59-9466-6B2770C3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输入：授权请求与回调    输出：MCP 会话可用凭据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425C2C68-3C47-41CF-869A-40A51DBD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执行工具并转换内容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D8D1DE27-D3F2-41BC-A025-CD073361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输入：MCP callTool 结果    输出：Agent 工具结果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62DCB139-D1D2-4519-B20C-E8D1C76D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列举并读取资源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1AB77B2E-BE60-47C2-AF12-B615209E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输入：资源 URI 或模板参数    输出：可消费的资源内容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0818A929-72ED-4EC9-9B7D-A26493B6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mcp-auth-resources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4793624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87739B6D-73A0-449A-8546-1ADD3354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D3A3EA8-24CB-4162-AADA-6AC96302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MCP OAuth、工具结果与资源读取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C29B3131-F3DE-4142-8B72-71799415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FAF0F130-0CED-4E7E-B973-E0FAD099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外部资源内容不是程序指令。授权刷新失败、资源不存在与内容不支持应给出不同诊断。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D0F59BC7-D6AC-4538-8330-DB1E8B5A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3D183144-0F23-4330-BE2F-3ABD7FE2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从内容转换测试找出文本、图像和错误三种结果，说明给模型的数据怎样变化。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966EED8-48FE-4C88-AD25-42DC9F19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mcp-auth-resources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8227229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F561D5CD-8E73-42F4-AA8B-9633C3EB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E8A58D2-6B57-4FC6-9F72-54F1A727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脚本声明、沙箱执行与工具桥接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2AC8045B-B8A4-4BD1-A57B-BFE66742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让模型写一段脚本组合多次工具调用，减少中间结果占用上下文。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18369CAF-1A61-4659-B9A6-2D7DD149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DB148D15-BDBC-4B2E-A2C0-6D3DB4ED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脚本格式、选项行与语法契约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DD7B32D5-1676-4AD3-8C05-8C35A276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沙箱宿主、工具桥接与截止时间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31DB9769-FB83-4193-A926-D40503B2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WASM 编译缓存与打包宿主接入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1CDB306C-4658-46BB-93E2-65D18B59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文本图像输出、调用状态与错误分类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7092B8E-51C4-4FBC-9ADE-2449AB8D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codemode-execute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8700327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7DF8DD3A-54FB-48DF-AFE7-98D49CD4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D2B7B9C-BF29-4592-973C-C3CE606D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脚本声明、沙箱执行与工具桥接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04A128E8-7626-4F91-90EC-32E2ADC5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解析脚本头和声明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3D5065E8-FBC8-4228-A088-652FB842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输入：脚本与首行选项    输出：代码和执行选项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277E9348-AF4A-4B14-BFAB-475B0B98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建立隔离执行环境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0174A283-D770-4E48-BAE5-275FE735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输入：受控能力与代码    输出：QuickJS 执行环境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1C7F0DC9-4BC7-4F00-85BA-E50D00C3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桥接工具 Promise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C3560492-DE7A-42CA-8CAF-C533AB32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输入：脚本工具调用    输出：宿主结果回到 VM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B1F96604-0614-4685-A233-2F74F325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返回输出并关闭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0F828C24-4580-4B74-851E-6EF94A1E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输入：VM 执行结束    输出：结构化执行结果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E30B873E-492F-48F2-B753-DC594CA8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codemode-execute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027426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BE3508AD-F8FA-4821-A7E1-BA869E8C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DF40BB3-6B78-4536-96A1-33B02A15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脚本声明、沙箱执行与工具桥接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872C4BDA-A9E6-40E5-AD93-9F7C5F20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A987B08F-0D9F-4631-BC4E-234D6A35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工具声明不是自动参数验证；超时终止 VM 不会回滚已经产生的宿主副作用。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FFC8734D-9E08-4E40-BD49-F804B609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C3C86BDA-1A44-4001-84D9-F057B9F7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阅读示例后用一个纯本地加法工具设计成功、工具抛错、无限循环三个测试场景。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9221FF1-A41F-4396-84A8-E9E836AF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codemode-execute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355649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EDCB2C59-FE64-4021-8816-05AE5D8F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3F11A8C-3F77-47B7-A4A3-504B0A15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脚本状态、确定性重放与远程沙箱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FA997CC1-8307-41F6-8FD7-0D74AAFD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脚本跨次保留值，或在退出后按记录继续，甚至在另一台运行时执行。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F9219ED6-197B-42D4-B3A3-43EA9286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99BA72FC-AF1D-429C-A29A-5D27B7F9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JSON Store 复制与容量限制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7E539823-9259-4244-9612-9F190048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确定性启动与有序响应投递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595A3291-A607-460F-B1E2-BFCF5449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可移植、同线程与远程沙箱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2E849742-2705-4A7E-A3F3-02F58F6E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codemode 跨调用状态与分支恢复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7E73C1B-3CDA-4F48-BB6B-23173AAC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codemode-replay   /   1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5311037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F60F9706-0088-4801-8F1B-304F6080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步骤与数据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1641058-CECD-405E-98C8-DDF722E7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脚本状态、确定性重放与远程沙箱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CA095F05-03A0-488E-B066-E3E984BB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区分本次值与持久值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2257B669-D667-4213-A409-14D0E71D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输入：旧 store 和脚本    输出：候选 storeWrites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08F66926-B643-4988-B17B-BA3351E4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记录确定性输入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30F2F212-3025-4EFD-B793-27F5BADD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输入：历史调用及结果    输出：可重放执行序列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FDD09849-9D14-4D5D-80B1-E2BBAE33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比较不同沙箱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A23BD12F-478A-447E-B564-02830D3C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输入：运行环境与请求    输出：对应沙箱的执行结果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17AB5D6A-DE16-4603-B4C6-8439BB35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接入产品会话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26411972-C0FC-4AE4-842B-4796A1E6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输入：成功执行与活动会话    输出：后续调用可见的状态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E13A08EB-6DD6-4580-ADC2-F5B9650A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codemode-replay   /   2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16007325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A18E7B3-2939-4E7F-A697-FDC6D58B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04 工具与外部服务   /   失败与验证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5B7365B-A4B9-47B6-9892-0EE28FCF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脚本状态、确定性重放与远程沙箱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2B717245-B313-4AB1-9255-18D9227E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A1DD3308-B97C-473B-AB7A-4D11A60F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失败执行不应按成功路径提交 storeWrites；远程请求超时不证明远端 VM 已停止。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C05C368A-BDEA-47D3-852A-800C4ECE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FC2D9A20-967E-4D88-B5E9-DF555C35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用相同 seed 和工具结果重放两次，比较调用序列，再改变结果顺序观察验证约束。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A867751-601D-4631-97BA-4429F141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codemode-replay   /   3     基线 136b87e8a · 源码与参考答案见讲者备注</a:t>
            </a:r>
          </a:p>
        </p:txBody>
      </p:sp>
    </p:spTree>
    <p:extLst>
      <p:ext uri="{BB962C8B-B14F-4D97-AF65-F5344CB8AC3E}">
        <p14:creationId xmlns:p14="http://schemas.microsoft.com/office/powerpoint/2010/main" val="638697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2026-10-24T08:15:42.9330000Z</dcterms:created>
  <dcterms:modified xsi:type="dcterms:W3CDTF">2026-10-24T08:15:42.9330000Z</dcterms:modified>
</coreProperties>
</file>