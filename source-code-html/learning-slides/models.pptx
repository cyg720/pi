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62c03a1b243b4" /><Relationship Type="http://schemas.openxmlformats.org/officeDocument/2006/relationships/extended-properties" Target="/docProps/app.xml" Id="R5533d15440d14565" /><Relationship Type="http://schemas.openxmlformats.org/officeDocument/2006/relationships/officeDocument" Target="/ppt/presentation.xml" Id="R82c996eee850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4c5551e9f64137"/>
  </p:sldMasterIdLst>
  <p:notesMasterIdLst>
    <p:notesMasterId xmlns:r="http://schemas.openxmlformats.org/officeDocument/2006/relationships" r:id="R960d155044e94c11"/>
  </p:notesMasterIdLst>
  <p:sldIdLst>
    <p:sldId xmlns:r="http://schemas.openxmlformats.org/officeDocument/2006/relationships" id="256" r:id="Ra49eec3745b748b8"/>
    <p:sldId xmlns:r="http://schemas.openxmlformats.org/officeDocument/2006/relationships" id="257" r:id="Ra20b0e60102647aa"/>
    <p:sldId xmlns:r="http://schemas.openxmlformats.org/officeDocument/2006/relationships" id="258" r:id="R25729cfda0984a2f"/>
    <p:sldId xmlns:r="http://schemas.openxmlformats.org/officeDocument/2006/relationships" id="259" r:id="Rcbb27446d4f84102"/>
    <p:sldId xmlns:r="http://schemas.openxmlformats.org/officeDocument/2006/relationships" id="260" r:id="Rd9615554cd834ebc"/>
    <p:sldId xmlns:r="http://schemas.openxmlformats.org/officeDocument/2006/relationships" id="261" r:id="R4b06de0033624def"/>
    <p:sldId xmlns:r="http://schemas.openxmlformats.org/officeDocument/2006/relationships" id="262" r:id="Rb06cd043197e4655"/>
    <p:sldId xmlns:r="http://schemas.openxmlformats.org/officeDocument/2006/relationships" id="263" r:id="R878ab20504e74c6d"/>
    <p:sldId xmlns:r="http://schemas.openxmlformats.org/officeDocument/2006/relationships" id="264" r:id="R81e22b039bc54c8f"/>
    <p:sldId xmlns:r="http://schemas.openxmlformats.org/officeDocument/2006/relationships" id="265" r:id="R6133d43f4f524ec9"/>
    <p:sldId xmlns:r="http://schemas.openxmlformats.org/officeDocument/2006/relationships" id="266" r:id="R4d40d6b89e704010"/>
    <p:sldId xmlns:r="http://schemas.openxmlformats.org/officeDocument/2006/relationships" id="267" r:id="Ra8cd2cbe4f3d460a"/>
    <p:sldId xmlns:r="http://schemas.openxmlformats.org/officeDocument/2006/relationships" id="268" r:id="R79989683e17445b3"/>
    <p:sldId xmlns:r="http://schemas.openxmlformats.org/officeDocument/2006/relationships" id="269" r:id="Rc6be44d35a4c4b7a"/>
    <p:sldId xmlns:r="http://schemas.openxmlformats.org/officeDocument/2006/relationships" id="270" r:id="R532380a1271845d1"/>
    <p:sldId xmlns:r="http://schemas.openxmlformats.org/officeDocument/2006/relationships" id="271" r:id="R9a363195a3b1469d"/>
    <p:sldId xmlns:r="http://schemas.openxmlformats.org/officeDocument/2006/relationships" id="272" r:id="Rd63b708853ca418a"/>
    <p:sldId xmlns:r="http://schemas.openxmlformats.org/officeDocument/2006/relationships" id="273" r:id="Rfc97c59e304a44db"/>
    <p:sldId xmlns:r="http://schemas.openxmlformats.org/officeDocument/2006/relationships" id="274" r:id="R526f17529e5648a6"/>
    <p:sldId xmlns:r="http://schemas.openxmlformats.org/officeDocument/2006/relationships" id="275" r:id="Rd63f0aee765e4905"/>
    <p:sldId xmlns:r="http://schemas.openxmlformats.org/officeDocument/2006/relationships" id="276" r:id="R17d957c2c3e849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653abdfb24287" /><Relationship Type="http://schemas.openxmlformats.org/officeDocument/2006/relationships/slideMaster" Target="/ppt/slideMasters/slideMaster1.xml" Id="Rba4c5551e9f64137" /><Relationship Type="http://schemas.openxmlformats.org/officeDocument/2006/relationships/notesMaster" Target="/ppt/notesMasters/notesMaster1.xml" Id="R960d155044e94c11" /><Relationship Type="http://schemas.openxmlformats.org/officeDocument/2006/relationships/presProps" Target="/ppt/presProps.xml" Id="Rc43adb9e380149d5" /><Relationship Type="http://schemas.openxmlformats.org/officeDocument/2006/relationships/tableStyles" Target="/ppt/tableStyles.xml" Id="Rd8af6aaf61a84f26" /><Relationship Type="http://schemas.openxmlformats.org/officeDocument/2006/relationships/slide" Target="/ppt/slides/slide1.xml" Id="Ra49eec3745b748b8" /><Relationship Type="http://schemas.openxmlformats.org/officeDocument/2006/relationships/slide" Target="/ppt/slides/slide2.xml" Id="Ra20b0e60102647aa" /><Relationship Type="http://schemas.openxmlformats.org/officeDocument/2006/relationships/slide" Target="/ppt/slides/slide3.xml" Id="R25729cfda0984a2f" /><Relationship Type="http://schemas.openxmlformats.org/officeDocument/2006/relationships/slide" Target="/ppt/slides/slide4.xml" Id="Rcbb27446d4f84102" /><Relationship Type="http://schemas.openxmlformats.org/officeDocument/2006/relationships/slide" Target="/ppt/slides/slide5.xml" Id="Rd9615554cd834ebc" /><Relationship Type="http://schemas.openxmlformats.org/officeDocument/2006/relationships/slide" Target="/ppt/slides/slide6.xml" Id="R4b06de0033624def" /><Relationship Type="http://schemas.openxmlformats.org/officeDocument/2006/relationships/slide" Target="/ppt/slides/slide7.xml" Id="Rb06cd043197e4655" /><Relationship Type="http://schemas.openxmlformats.org/officeDocument/2006/relationships/slide" Target="/ppt/slides/slide8.xml" Id="R878ab20504e74c6d" /><Relationship Type="http://schemas.openxmlformats.org/officeDocument/2006/relationships/slide" Target="/ppt/slides/slide9.xml" Id="R81e22b039bc54c8f" /><Relationship Type="http://schemas.openxmlformats.org/officeDocument/2006/relationships/slide" Target="/ppt/slides/slide10.xml" Id="R6133d43f4f524ec9" /><Relationship Type="http://schemas.openxmlformats.org/officeDocument/2006/relationships/slide" Target="/ppt/slides/slide11.xml" Id="R4d40d6b89e704010" /><Relationship Type="http://schemas.openxmlformats.org/officeDocument/2006/relationships/slide" Target="/ppt/slides/slide12.xml" Id="Ra8cd2cbe4f3d460a" /><Relationship Type="http://schemas.openxmlformats.org/officeDocument/2006/relationships/slide" Target="/ppt/slides/slide13.xml" Id="R79989683e17445b3" /><Relationship Type="http://schemas.openxmlformats.org/officeDocument/2006/relationships/slide" Target="/ppt/slides/slide14.xml" Id="Rc6be44d35a4c4b7a" /><Relationship Type="http://schemas.openxmlformats.org/officeDocument/2006/relationships/slide" Target="/ppt/slides/slide15.xml" Id="R532380a1271845d1" /><Relationship Type="http://schemas.openxmlformats.org/officeDocument/2006/relationships/slide" Target="/ppt/slides/slide16.xml" Id="R9a363195a3b1469d" /><Relationship Type="http://schemas.openxmlformats.org/officeDocument/2006/relationships/slide" Target="/ppt/slides/slide17.xml" Id="Rd63b708853ca418a" /><Relationship Type="http://schemas.openxmlformats.org/officeDocument/2006/relationships/slide" Target="/ppt/slides/slide18.xml" Id="Rfc97c59e304a44db" /><Relationship Type="http://schemas.openxmlformats.org/officeDocument/2006/relationships/slide" Target="/ppt/slides/slide19.xml" Id="R526f17529e5648a6" /><Relationship Type="http://schemas.openxmlformats.org/officeDocument/2006/relationships/slide" Target="/ppt/slides/slide20.xml" Id="Rd63f0aee765e4905" /><Relationship Type="http://schemas.openxmlformats.org/officeDocument/2006/relationships/slide" Target="/ppt/slides/slide21.xml" Id="R17d957c2c3e849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74fd4587d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7f2fead4e448e" /><Relationship Type="http://schemas.openxmlformats.org/officeDocument/2006/relationships/notesMaster" Target="/ppt/notesMasters/notesMaster1.xml" Id="R0bf0ee8000854a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22429ea4774988" /><Relationship Type="http://schemas.openxmlformats.org/officeDocument/2006/relationships/notesMaster" Target="/ppt/notesMasters/notesMaster1.xml" Id="R22e15fd507214b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8b65a0fbe04706" /><Relationship Type="http://schemas.openxmlformats.org/officeDocument/2006/relationships/notesMaster" Target="/ppt/notesMasters/notesMaster1.xml" Id="R9c3095bc3a9d49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c8ae2c19d0475a" /><Relationship Type="http://schemas.openxmlformats.org/officeDocument/2006/relationships/notesMaster" Target="/ppt/notesMasters/notesMaster1.xml" Id="R155e36c952f64d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4896122a8f44ef" /><Relationship Type="http://schemas.openxmlformats.org/officeDocument/2006/relationships/notesMaster" Target="/ppt/notesMasters/notesMaster1.xml" Id="Reab05eb90d7b43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e10df2f8ea4594" /><Relationship Type="http://schemas.openxmlformats.org/officeDocument/2006/relationships/notesMaster" Target="/ppt/notesMasters/notesMaster1.xml" Id="Rbc36b1e69cf7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6f61fec794f25" /><Relationship Type="http://schemas.openxmlformats.org/officeDocument/2006/relationships/notesMaster" Target="/ppt/notesMasters/notesMaster1.xml" Id="R27fc596fef1b4d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8ff9860feb4cca" /><Relationship Type="http://schemas.openxmlformats.org/officeDocument/2006/relationships/notesMaster" Target="/ppt/notesMasters/notesMaster1.xml" Id="R3bea0e705e794f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d3ee08358243bb" /><Relationship Type="http://schemas.openxmlformats.org/officeDocument/2006/relationships/notesMaster" Target="/ppt/notesMasters/notesMaster1.xml" Id="Rc88e31355c194d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a8b9932b774157" /><Relationship Type="http://schemas.openxmlformats.org/officeDocument/2006/relationships/notesMaster" Target="/ppt/notesMasters/notesMaster1.xml" Id="R63414943a5f64b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dd4d4353b24ccc" /><Relationship Type="http://schemas.openxmlformats.org/officeDocument/2006/relationships/notesMaster" Target="/ppt/notesMasters/notesMaster1.xml" Id="Re1ff5ace7c794e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8c4b5cbe66486f" /><Relationship Type="http://schemas.openxmlformats.org/officeDocument/2006/relationships/notesMaster" Target="/ppt/notesMasters/notesMaster1.xml" Id="R502db1c0713b46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32ca2b906e4f97" /><Relationship Type="http://schemas.openxmlformats.org/officeDocument/2006/relationships/notesMaster" Target="/ppt/notesMasters/notesMaster1.xml" Id="R279801a3ca3d43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46bf855fc34706" /><Relationship Type="http://schemas.openxmlformats.org/officeDocument/2006/relationships/notesMaster" Target="/ppt/notesMasters/notesMaster1.xml" Id="R533ea70344db42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b6afeb7c9c491e" /><Relationship Type="http://schemas.openxmlformats.org/officeDocument/2006/relationships/notesMaster" Target="/ppt/notesMasters/notesMaster1.xml" Id="R3945c0aeb1424c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29f6ce5a7449f0" /><Relationship Type="http://schemas.openxmlformats.org/officeDocument/2006/relationships/notesMaster" Target="/ppt/notesMasters/notesMaster1.xml" Id="R7c6976cd906d46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4498c982aa474a" /><Relationship Type="http://schemas.openxmlformats.org/officeDocument/2006/relationships/notesMaster" Target="/ppt/notesMasters/notesMaster1.xml" Id="Rdae954529f4a4d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61515a19794416" /><Relationship Type="http://schemas.openxmlformats.org/officeDocument/2006/relationships/notesMaster" Target="/ppt/notesMasters/notesMaster1.xml" Id="Rc6198bc599f946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db8a9f4f5a4ce9" /><Relationship Type="http://schemas.openxmlformats.org/officeDocument/2006/relationships/notesMaster" Target="/ppt/notesMasters/notesMaster1.xml" Id="R41617173b3f14c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2a7961bfa742c3" /><Relationship Type="http://schemas.openxmlformats.org/officeDocument/2006/relationships/notesMaster" Target="/ppt/notesMasters/notesMaster1.xml" Id="Reb8985187eb145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915a5b036e40d6" /><Relationship Type="http://schemas.openxmlformats.org/officeDocument/2006/relationships/notesMaster" Target="/ppt/notesMasters/notesMaster1.xml" Id="Rd04f33e6a0244d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config-scope / 设置从哪里来，如何生效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场景：你修改了项目设置，但新会话没有按预期采用这些值。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确定目录与作用域</a:t>
            </a:r>
          </a:p>
          <a:p xmlns:a="http://schemas.openxmlformats.org/drawingml/2006/main">
            <a:r>
              <a:t>先确认 cwd 和 agentDir。对照 configuration.md，分别找到用户 settings.json 与项目 .pi/settings.json。</a:t>
            </a:r>
          </a:p>
          <a:p xmlns:a="http://schemas.openxmlformats.org/drawingml/2006/main">
            <a:r>
              <a:t>输入：cwd、agentDir</a:t>
            </a:r>
          </a:p>
          <a:p xmlns:a="http://schemas.openxmlformats.org/drawingml/2006/main">
            <a:r>
              <a:t>输出：两层配置来源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行为与边界：配置作用域和优先级以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源码：packages/coding-agent/src/cli/config-selector.ts:1</a:t>
            </a:r>
          </a:p>
          <a:p xmlns:a="http://schemas.openxmlformats.org/drawingml/2006/main">
            <a:r>
              <a:t>源码：packages/coding-agent/src/config.ts:1</a:t>
            </a:r>
          </a:p>
          <a:p xmlns:a="http://schemas.openxmlformats.org/drawingml/2006/main">
            <a:r>
              <a:t>源码：packages/coding-agent/src/core/resolve-config-value.ts:1</a:t>
            </a:r>
          </a:p>
          <a:p xmlns:a="http://schemas.openxmlformats.org/drawingml/2006/main">
            <a:r>
              <a:t>源码：packages/coding-agent/src/core/settings-diagnostics.ts:1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检查项目加载条件</a:t>
            </a:r>
          </a:p>
          <a:p xmlns:a="http://schemas.openxmlformats.org/drawingml/2006/main">
            <a:r>
              <a:t>跟踪项目是否已受信任，辨认项目资源加载和上下文文件发现的差别。sessionDir 有定位会话所需的特殊读取时机。</a:t>
            </a:r>
          </a:p>
          <a:p xmlns:a="http://schemas.openxmlformats.org/drawingml/2006/main">
            <a:r>
              <a:t>输入：项目路径与信任状态</a:t>
            </a:r>
          </a:p>
          <a:p xmlns:a="http://schemas.openxmlformats.org/drawingml/2006/main">
            <a:r>
              <a:t>输出：允许加载的项目资源</a:t>
            </a:r>
          </a:p>
          <a:p xmlns:a="http://schemas.openxmlformats.org/drawingml/2006/main">
            <a:r>
              <a:t>入口：/trust；--approve；--no-approve</a:t>
            </a:r>
          </a:p>
          <a:p xmlns:a="http://schemas.openxmlformats.org/drawingml/2006/main">
            <a:r>
              <a:t>行为与边界：项目资源信任不是文件系统、网络或进程级通用沙箱。</a:t>
            </a:r>
          </a:p>
          <a:p xmlns:a="http://schemas.openxmlformats.org/drawingml/2006/main">
            <a:r>
              <a:t>源码：packages/coding-agent/src/cli/project-trust.ts:1</a:t>
            </a:r>
          </a:p>
          <a:p xmlns:a="http://schemas.openxmlformats.org/drawingml/2006/main">
            <a:r>
              <a:t>源码：packages/coding-agent/src/core/project-trust.ts:1</a:t>
            </a:r>
          </a:p>
          <a:p xmlns:a="http://schemas.openxmlformats.org/drawingml/2006/main">
            <a:r>
              <a:t>源码：packages/coding-agent/src/core/trust-manager.ts:1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解析设置与配置值</a:t>
            </a:r>
          </a:p>
          <a:p xmlns:a="http://schemas.openxmlformats.org/drawingml/2006/main">
            <a:r>
              <a:t>进入 SettingsManager 和 resolve-config-value，区分结构合并、字面值、环境变量和命令值。不要只看最终 JSON 猜执行时机。</a:t>
            </a:r>
          </a:p>
          <a:p xmlns:a="http://schemas.openxmlformats.org/drawingml/2006/main">
            <a:r>
              <a:t>输入：配置文件与覆盖选项</a:t>
            </a:r>
          </a:p>
          <a:p xmlns:a="http://schemas.openxmlformats.org/drawingml/2006/main">
            <a:r>
              <a:t>输出：运行时设置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行为与边界：配置作用域和优先级以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源码：packages/coding-agent/src/cli/config-selector.ts:1</a:t>
            </a:r>
          </a:p>
          <a:p xmlns:a="http://schemas.openxmlformats.org/drawingml/2006/main">
            <a:r>
              <a:t>源码：packages/coding-agent/src/config.ts:1</a:t>
            </a:r>
          </a:p>
          <a:p xmlns:a="http://schemas.openxmlformats.org/drawingml/2006/main">
            <a:r>
              <a:t>源码：packages/coding-agent/src/core/resolve-config-value.ts:1</a:t>
            </a:r>
          </a:p>
          <a:p xmlns:a="http://schemas.openxmlformats.org/drawingml/2006/main">
            <a:r>
              <a:t>源码：packages/coding-agent/src/core/settings-diagnostics.ts:1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 Schema 和消费位置</a:t>
            </a:r>
          </a:p>
          <a:p xmlns:a="http://schemas.openxmlformats.org/drawingml/2006/main">
            <a:r>
              <a:t>查看 schema 中的字段、枚举与默认说明，再找到读取该字段的实现。保存设置后核对是否需要 /reload 或新建会话。</a:t>
            </a:r>
          </a:p>
          <a:p xmlns:a="http://schemas.openxmlformats.org/drawingml/2006/main">
            <a:r>
              <a:t>输入：一个具体配置字段</a:t>
            </a:r>
          </a:p>
          <a:p xmlns:a="http://schemas.openxmlformats.org/drawingml/2006/main">
            <a:r>
              <a:t>输出：字段校验、生效阶段和验证方法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行为与边界：旧主题的自定义颜色应放 vars，更新 $schema 路径并清理不支持的元数据。</a:t>
            </a:r>
          </a:p>
          <a:p xmlns:a="http://schemas.openxmlformats.org/drawingml/2006/main">
            <a:r>
              <a:t>源码：packages/coding-agent/src/core/keybindings-schema.ts:1</a:t>
            </a:r>
          </a:p>
          <a:p xmlns:a="http://schemas.openxmlformats.org/drawingml/2006/main">
            <a:r>
              <a:t>源码：packages/coding-agent/src/core/settings-schema.ts:1</a:t>
            </a:r>
          </a:p>
          <a:p xmlns:a="http://schemas.openxmlformats.org/drawingml/2006/main">
            <a:r>
              <a:t>源码：packages/coding-agent/src/modes/interactive/theme/theme-schema.ts:1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失败与恢复：项目没有受信任、目录选错、字段拼写错误或仅修改默认值而未改变当前会话，都可能造成“设置没生效”。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 defaultTools 或 tuiMode，记录它的用户配置、项目配置、CLI 覆盖及最后的消费位置。</a:t>
            </a:r>
          </a:p>
          <a:p xmlns:a="http://schemas.openxmlformats.org/drawingml/2006/main">
            <a:r>
              <a:t>参考判断：答案需要给出实际作用域和读取时机，不能简单断言所有配置都遵循同一种覆盖或重载规则。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项目资源信任决策</a:t>
            </a:r>
          </a:p>
          <a:p xmlns:a="http://schemas.openxmlformats.org/drawingml/2006/main">
            <a:r>
              <a:t>决定是否加载受信任控制的项目配置与可执行资源。</a:t>
            </a:r>
          </a:p>
          <a:p xmlns:a="http://schemas.openxmlformats.org/drawingml/2006/main">
            <a:r>
              <a:t>入口：/trust；--approve；--no-approve</a:t>
            </a:r>
          </a:p>
          <a:p xmlns:a="http://schemas.openxmlformats.org/drawingml/2006/main">
            <a:r>
              <a:t>边界：项目资源信任不是文件系统、网络或进程级通用沙箱。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配置与主题 Schema 校验</a:t>
            </a:r>
          </a:p>
          <a:p xmlns:a="http://schemas.openxmlformats.org/drawingml/2006/main">
            <a:r>
              <a:t>用显式 Schema 校验设置、快捷键与主题。主题拒绝顶层和 colors/export 内未知属性。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边界：旧主题的自定义颜色应放 vars，更新 $schema 路径并清理不支持的元数据。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extensions/preset · 示例</a:t>
            </a:r>
          </a:p>
          <a:p xmlns:a="http://schemas.openxmlformats.org/drawingml/2006/main">
            <a:r>
              <a:t>展示 extensions/preset.ts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入口：packages/coding-agent/examples/extensions/preset.ts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packages/coding-agent/docs/security.md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TOOL-13 · Shell 环境定制 [可选] 设置 Shell 可执行文件和统一命令前缀，例如进入虚拟环境或添加初始化步骤。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SES-16 · 模型专属压缩参数 [可选] 按精确模型覆盖预留和近期保留 token，适配不同模型窗口大小。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MOD-05 · 按模型记忆推理设置 [可选] 配置全局、按模型默认推理级别及 token 预算，避免所有模型都套用同一预算。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CFG-01 · 用户／项目分层设置 [内置] 用户偏好保存在 agent 目录，项目 `.pi` 设置按规则覆盖；资源数组可组合加载。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CFG-02 · Agent 目录重定位 [可选] 改变认证、模型配置、资源和默认会话等用户数据的根目录，方便隔离运行配置。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CFG-03 · 项目信任决策 [内置] 在加载项目可执行扩展和受保护资源前征求或读取信任决定；支持目录继承、扩展决策与单次 CLI 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CFG-04 · 无界面信任策略 [内置] Print、JSON、RPC 没有内置询问界面时，按明确覆盖、已保存决定或全局策略决定是否加载项目资源。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CFG-28 · 编辑器 JSON Schema [开发／配置支持] models、settings、keybindings、theme 的生成 schema 已发布到 pi.dev，供编辑器验证和补全；仓库 schemas 产物由 TypeScript 定义生成。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CFG-29 · 严格主题属性检查 [内置] 启动和 reload 使用一致 schema 校验，拒绝未知顶层及 colors／export 字段，自定义复用颜色放 vars；建议 $schema 改为官方 pi.dev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OTH-21 · 命名配置预设 [示例] 一次选择模型、推理级别、工具和指令组合，便于切换审查、实现等工作方式。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OTH-88 · 安装遥测与保留分析设置 [可配置支持／保留字段] enableInstallTelemetry 控制匿名安装／更新报告及部分归因头；enableAnalytics 字段仍保留，但原实验首启入口已删除，不能据旧文档将其列作现有首启分析流程。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config-scope / 设置从哪里来，如何生效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场景：你修改了项目设置，但新会话没有按预期采用这些值。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确定目录与作用域</a:t>
            </a:r>
          </a:p>
          <a:p xmlns:a="http://schemas.openxmlformats.org/drawingml/2006/main">
            <a:r>
              <a:t>先确认 cwd 和 agentDir。对照 configuration.md，分别找到用户 settings.json 与项目 .pi/settings.json。</a:t>
            </a:r>
          </a:p>
          <a:p xmlns:a="http://schemas.openxmlformats.org/drawingml/2006/main">
            <a:r>
              <a:t>输入：cwd、agentDir</a:t>
            </a:r>
          </a:p>
          <a:p xmlns:a="http://schemas.openxmlformats.org/drawingml/2006/main">
            <a:r>
              <a:t>输出：两层配置来源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行为与边界：配置作用域和优先级以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源码：packages/coding-agent/src/cli/config-selector.ts:1</a:t>
            </a:r>
          </a:p>
          <a:p xmlns:a="http://schemas.openxmlformats.org/drawingml/2006/main">
            <a:r>
              <a:t>源码：packages/coding-agent/src/config.ts:1</a:t>
            </a:r>
          </a:p>
          <a:p xmlns:a="http://schemas.openxmlformats.org/drawingml/2006/main">
            <a:r>
              <a:t>源码：packages/coding-agent/src/core/resolve-config-value.ts:1</a:t>
            </a:r>
          </a:p>
          <a:p xmlns:a="http://schemas.openxmlformats.org/drawingml/2006/main">
            <a:r>
              <a:t>源码：packages/coding-agent/src/core/settings-diagnostics.ts:1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检查项目加载条件</a:t>
            </a:r>
          </a:p>
          <a:p xmlns:a="http://schemas.openxmlformats.org/drawingml/2006/main">
            <a:r>
              <a:t>跟踪项目是否已受信任，辨认项目资源加载和上下文文件发现的差别。sessionDir 有定位会话所需的特殊读取时机。</a:t>
            </a:r>
          </a:p>
          <a:p xmlns:a="http://schemas.openxmlformats.org/drawingml/2006/main">
            <a:r>
              <a:t>输入：项目路径与信任状态</a:t>
            </a:r>
          </a:p>
          <a:p xmlns:a="http://schemas.openxmlformats.org/drawingml/2006/main">
            <a:r>
              <a:t>输出：允许加载的项目资源</a:t>
            </a:r>
          </a:p>
          <a:p xmlns:a="http://schemas.openxmlformats.org/drawingml/2006/main">
            <a:r>
              <a:t>入口：/trust；--approve；--no-approve</a:t>
            </a:r>
          </a:p>
          <a:p xmlns:a="http://schemas.openxmlformats.org/drawingml/2006/main">
            <a:r>
              <a:t>行为与边界：项目资源信任不是文件系统、网络或进程级通用沙箱。</a:t>
            </a:r>
          </a:p>
          <a:p xmlns:a="http://schemas.openxmlformats.org/drawingml/2006/main">
            <a:r>
              <a:t>源码：packages/coding-agent/src/cli/project-trust.ts:1</a:t>
            </a:r>
          </a:p>
          <a:p xmlns:a="http://schemas.openxmlformats.org/drawingml/2006/main">
            <a:r>
              <a:t>源码：packages/coding-agent/src/core/project-trust.ts:1</a:t>
            </a:r>
          </a:p>
          <a:p xmlns:a="http://schemas.openxmlformats.org/drawingml/2006/main">
            <a:r>
              <a:t>源码：packages/coding-agent/src/core/trust-manager.ts:1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解析设置与配置值</a:t>
            </a:r>
          </a:p>
          <a:p xmlns:a="http://schemas.openxmlformats.org/drawingml/2006/main">
            <a:r>
              <a:t>进入 SettingsManager 和 resolve-config-value，区分结构合并、字面值、环境变量和命令值。不要只看最终 JSON 猜执行时机。</a:t>
            </a:r>
          </a:p>
          <a:p xmlns:a="http://schemas.openxmlformats.org/drawingml/2006/main">
            <a:r>
              <a:t>输入：配置文件与覆盖选项</a:t>
            </a:r>
          </a:p>
          <a:p xmlns:a="http://schemas.openxmlformats.org/drawingml/2006/main">
            <a:r>
              <a:t>输出：运行时设置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行为与边界：配置作用域和优先级以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源码：packages/coding-agent/src/cli/config-selector.ts:1</a:t>
            </a:r>
          </a:p>
          <a:p xmlns:a="http://schemas.openxmlformats.org/drawingml/2006/main">
            <a:r>
              <a:t>源码：packages/coding-agent/src/config.ts:1</a:t>
            </a:r>
          </a:p>
          <a:p xmlns:a="http://schemas.openxmlformats.org/drawingml/2006/main">
            <a:r>
              <a:t>源码：packages/coding-agent/src/core/resolve-config-value.ts:1</a:t>
            </a:r>
          </a:p>
          <a:p xmlns:a="http://schemas.openxmlformats.org/drawingml/2006/main">
            <a:r>
              <a:t>源码：packages/coding-agent/src/core/settings-diagnostics.ts:1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 Schema 和消费位置</a:t>
            </a:r>
          </a:p>
          <a:p xmlns:a="http://schemas.openxmlformats.org/drawingml/2006/main">
            <a:r>
              <a:t>查看 schema 中的字段、枚举与默认说明，再找到读取该字段的实现。保存设置后核对是否需要 /reload 或新建会话。</a:t>
            </a:r>
          </a:p>
          <a:p xmlns:a="http://schemas.openxmlformats.org/drawingml/2006/main">
            <a:r>
              <a:t>输入：一个具体配置字段</a:t>
            </a:r>
          </a:p>
          <a:p xmlns:a="http://schemas.openxmlformats.org/drawingml/2006/main">
            <a:r>
              <a:t>输出：字段校验、生效阶段和验证方法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行为与边界：旧主题的自定义颜色应放 vars，更新 $schema 路径并清理不支持的元数据。</a:t>
            </a:r>
          </a:p>
          <a:p xmlns:a="http://schemas.openxmlformats.org/drawingml/2006/main">
            <a:r>
              <a:t>源码：packages/coding-agent/src/core/keybindings-schema.ts:1</a:t>
            </a:r>
          </a:p>
          <a:p xmlns:a="http://schemas.openxmlformats.org/drawingml/2006/main">
            <a:r>
              <a:t>源码：packages/coding-agent/src/core/settings-schema.ts:1</a:t>
            </a:r>
          </a:p>
          <a:p xmlns:a="http://schemas.openxmlformats.org/drawingml/2006/main">
            <a:r>
              <a:t>源码：packages/coding-agent/src/modes/interactive/theme/theme-schema.ts:1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失败与恢复：项目没有受信任、目录选错、字段拼写错误或仅修改默认值而未改变当前会话，都可能造成“设置没生效”。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 defaultTools 或 tuiMode，记录它的用户配置、项目配置、CLI 覆盖及最后的消费位置。</a:t>
            </a:r>
          </a:p>
          <a:p xmlns:a="http://schemas.openxmlformats.org/drawingml/2006/main">
            <a:r>
              <a:t>参考判断：答案需要给出实际作用域和读取时机，不能简单断言所有配置都遵循同一种覆盖或重载规则。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项目资源信任决策</a:t>
            </a:r>
          </a:p>
          <a:p xmlns:a="http://schemas.openxmlformats.org/drawingml/2006/main">
            <a:r>
              <a:t>决定是否加载受信任控制的项目配置与可执行资源。</a:t>
            </a:r>
          </a:p>
          <a:p xmlns:a="http://schemas.openxmlformats.org/drawingml/2006/main">
            <a:r>
              <a:t>入口：/trust；--approve；--no-approve</a:t>
            </a:r>
          </a:p>
          <a:p xmlns:a="http://schemas.openxmlformats.org/drawingml/2006/main">
            <a:r>
              <a:t>边界：项目资源信任不是文件系统、网络或进程级通用沙箱。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配置与主题 Schema 校验</a:t>
            </a:r>
          </a:p>
          <a:p xmlns:a="http://schemas.openxmlformats.org/drawingml/2006/main">
            <a:r>
              <a:t>用显式 Schema 校验设置、快捷键与主题。主题拒绝顶层和 colors/export 内未知属性。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边界：旧主题的自定义颜色应放 vars，更新 $schema 路径并清理不支持的元数据。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extensions/preset · 示例</a:t>
            </a:r>
          </a:p>
          <a:p xmlns:a="http://schemas.openxmlformats.org/drawingml/2006/main">
            <a:r>
              <a:t>展示 extensions/preset.ts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入口：packages/coding-agent/examples/extensions/preset.ts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packages/coding-agent/docs/security.md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TOOL-13 · Shell 环境定制 [可选] 设置 Shell 可执行文件和统一命令前缀，例如进入虚拟环境或添加初始化步骤。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SES-16 · 模型专属压缩参数 [可选] 按精确模型覆盖预留和近期保留 token，适配不同模型窗口大小。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MOD-05 · 按模型记忆推理设置 [可选] 配置全局、按模型默认推理级别及 token 预算，避免所有模型都套用同一预算。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CFG-01 · 用户／项目分层设置 [内置] 用户偏好保存在 agent 目录，项目 `.pi` 设置按规则覆盖；资源数组可组合加载。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CFG-02 · Agent 目录重定位 [可选] 改变认证、模型配置、资源和默认会话等用户数据的根目录，方便隔离运行配置。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CFG-03 · 项目信任决策 [内置] 在加载项目可执行扩展和受保护资源前征求或读取信任决定；支持目录继承、扩展决策与单次 CLI 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CFG-04 · 无界面信任策略 [内置] Print、JSON、RPC 没有内置询问界面时，按明确覆盖、已保存决定或全局策略决定是否加载项目资源。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CFG-28 · 编辑器 JSON Schema [开发／配置支持] models、settings、keybindings、theme 的生成 schema 已发布到 pi.dev，供编辑器验证和补全；仓库 schemas 产物由 TypeScript 定义生成。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CFG-29 · 严格主题属性检查 [内置] 启动和 reload 使用一致 schema 校验，拒绝未知顶层及 colors／export 字段，自定义复用颜色放 vars；建议 $schema 改为官方 pi.dev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OTH-21 · 命名配置预设 [示例] 一次选择模型、推理级别、工具和指令组合，便于切换审查、实现等工作方式。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OTH-88 · 安装遥测与保留分析设置 [可配置支持／保留字段] enableInstallTelemetry 控制匿名安装／更新报告及部分归因头；enableAnalytics 字段仍保留，但原实验首启入口已删除，不能据旧文档将其列作现有首启分析流程。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config-scope / 设置从哪里来，如何生效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场景：你修改了项目设置，但新会话没有按预期采用这些值。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确定目录与作用域</a:t>
            </a:r>
          </a:p>
          <a:p xmlns:a="http://schemas.openxmlformats.org/drawingml/2006/main">
            <a:r>
              <a:t>先确认 cwd 和 agentDir。对照 configuration.md，分别找到用户 settings.json 与项目 .pi/settings.json。</a:t>
            </a:r>
          </a:p>
          <a:p xmlns:a="http://schemas.openxmlformats.org/drawingml/2006/main">
            <a:r>
              <a:t>输入：cwd、agentDir</a:t>
            </a:r>
          </a:p>
          <a:p xmlns:a="http://schemas.openxmlformats.org/drawingml/2006/main">
            <a:r>
              <a:t>输出：两层配置来源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行为与边界：配置作用域和优先级以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源码：packages/coding-agent/src/cli/config-selector.ts:1</a:t>
            </a:r>
          </a:p>
          <a:p xmlns:a="http://schemas.openxmlformats.org/drawingml/2006/main">
            <a:r>
              <a:t>源码：packages/coding-agent/src/config.ts:1</a:t>
            </a:r>
          </a:p>
          <a:p xmlns:a="http://schemas.openxmlformats.org/drawingml/2006/main">
            <a:r>
              <a:t>源码：packages/coding-agent/src/core/resolve-config-value.ts:1</a:t>
            </a:r>
          </a:p>
          <a:p xmlns:a="http://schemas.openxmlformats.org/drawingml/2006/main">
            <a:r>
              <a:t>源码：packages/coding-agent/src/core/settings-diagnostics.ts:1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检查项目加载条件</a:t>
            </a:r>
          </a:p>
          <a:p xmlns:a="http://schemas.openxmlformats.org/drawingml/2006/main">
            <a:r>
              <a:t>跟踪项目是否已受信任，辨认项目资源加载和上下文文件发现的差别。sessionDir 有定位会话所需的特殊读取时机。</a:t>
            </a:r>
          </a:p>
          <a:p xmlns:a="http://schemas.openxmlformats.org/drawingml/2006/main">
            <a:r>
              <a:t>输入：项目路径与信任状态</a:t>
            </a:r>
          </a:p>
          <a:p xmlns:a="http://schemas.openxmlformats.org/drawingml/2006/main">
            <a:r>
              <a:t>输出：允许加载的项目资源</a:t>
            </a:r>
          </a:p>
          <a:p xmlns:a="http://schemas.openxmlformats.org/drawingml/2006/main">
            <a:r>
              <a:t>入口：/trust；--approve；--no-approve</a:t>
            </a:r>
          </a:p>
          <a:p xmlns:a="http://schemas.openxmlformats.org/drawingml/2006/main">
            <a:r>
              <a:t>行为与边界：项目资源信任不是文件系统、网络或进程级通用沙箱。</a:t>
            </a:r>
          </a:p>
          <a:p xmlns:a="http://schemas.openxmlformats.org/drawingml/2006/main">
            <a:r>
              <a:t>源码：packages/coding-agent/src/cli/project-trust.ts:1</a:t>
            </a:r>
          </a:p>
          <a:p xmlns:a="http://schemas.openxmlformats.org/drawingml/2006/main">
            <a:r>
              <a:t>源码：packages/coding-agent/src/core/project-trust.ts:1</a:t>
            </a:r>
          </a:p>
          <a:p xmlns:a="http://schemas.openxmlformats.org/drawingml/2006/main">
            <a:r>
              <a:t>源码：packages/coding-agent/src/core/trust-manager.ts:1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解析设置与配置值</a:t>
            </a:r>
          </a:p>
          <a:p xmlns:a="http://schemas.openxmlformats.org/drawingml/2006/main">
            <a:r>
              <a:t>进入 SettingsManager 和 resolve-config-value，区分结构合并、字面值、环境变量和命令值。不要只看最终 JSON 猜执行时机。</a:t>
            </a:r>
          </a:p>
          <a:p xmlns:a="http://schemas.openxmlformats.org/drawingml/2006/main">
            <a:r>
              <a:t>输入：配置文件与覆盖选项</a:t>
            </a:r>
          </a:p>
          <a:p xmlns:a="http://schemas.openxmlformats.org/drawingml/2006/main">
            <a:r>
              <a:t>输出：运行时设置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行为与边界：配置作用域和优先级以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源码：packages/coding-agent/src/cli/config-selector.ts:1</a:t>
            </a:r>
          </a:p>
          <a:p xmlns:a="http://schemas.openxmlformats.org/drawingml/2006/main">
            <a:r>
              <a:t>源码：packages/coding-agent/src/config.ts:1</a:t>
            </a:r>
          </a:p>
          <a:p xmlns:a="http://schemas.openxmlformats.org/drawingml/2006/main">
            <a:r>
              <a:t>源码：packages/coding-agent/src/core/resolve-config-value.ts:1</a:t>
            </a:r>
          </a:p>
          <a:p xmlns:a="http://schemas.openxmlformats.org/drawingml/2006/main">
            <a:r>
              <a:t>源码：packages/coding-agent/src/core/settings-diagnostics.ts:1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 Schema 和消费位置</a:t>
            </a:r>
          </a:p>
          <a:p xmlns:a="http://schemas.openxmlformats.org/drawingml/2006/main">
            <a:r>
              <a:t>查看 schema 中的字段、枚举与默认说明，再找到读取该字段的实现。保存设置后核对是否需要 /reload 或新建会话。</a:t>
            </a:r>
          </a:p>
          <a:p xmlns:a="http://schemas.openxmlformats.org/drawingml/2006/main">
            <a:r>
              <a:t>输入：一个具体配置字段</a:t>
            </a:r>
          </a:p>
          <a:p xmlns:a="http://schemas.openxmlformats.org/drawingml/2006/main">
            <a:r>
              <a:t>输出：字段校验、生效阶段和验证方法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行为与边界：旧主题的自定义颜色应放 vars，更新 $schema 路径并清理不支持的元数据。</a:t>
            </a:r>
          </a:p>
          <a:p xmlns:a="http://schemas.openxmlformats.org/drawingml/2006/main">
            <a:r>
              <a:t>源码：packages/coding-agent/src/core/keybindings-schema.ts:1</a:t>
            </a:r>
          </a:p>
          <a:p xmlns:a="http://schemas.openxmlformats.org/drawingml/2006/main">
            <a:r>
              <a:t>源码：packages/coding-agent/src/core/settings-schema.ts:1</a:t>
            </a:r>
          </a:p>
          <a:p xmlns:a="http://schemas.openxmlformats.org/drawingml/2006/main">
            <a:r>
              <a:t>源码：packages/coding-agent/src/modes/interactive/theme/theme-schema.ts:1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失败与恢复：项目没有受信任、目录选错、字段拼写错误或仅修改默认值而未改变当前会话，都可能造成“设置没生效”。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 defaultTools 或 tuiMode，记录它的用户配置、项目配置、CLI 覆盖及最后的消费位置。</a:t>
            </a:r>
          </a:p>
          <a:p xmlns:a="http://schemas.openxmlformats.org/drawingml/2006/main">
            <a:r>
              <a:t>参考判断：答案需要给出实际作用域和读取时机，不能简单断言所有配置都遵循同一种覆盖或重载规则。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项目资源信任决策</a:t>
            </a:r>
          </a:p>
          <a:p xmlns:a="http://schemas.openxmlformats.org/drawingml/2006/main">
            <a:r>
              <a:t>决定是否加载受信任控制的项目配置与可执行资源。</a:t>
            </a:r>
          </a:p>
          <a:p xmlns:a="http://schemas.openxmlformats.org/drawingml/2006/main">
            <a:r>
              <a:t>入口：/trust；--approve；--no-approve</a:t>
            </a:r>
          </a:p>
          <a:p xmlns:a="http://schemas.openxmlformats.org/drawingml/2006/main">
            <a:r>
              <a:t>边界：项目资源信任不是文件系统、网络或进程级通用沙箱。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配置与主题 Schema 校验</a:t>
            </a:r>
          </a:p>
          <a:p xmlns:a="http://schemas.openxmlformats.org/drawingml/2006/main">
            <a:r>
              <a:t>用显式 Schema 校验设置、快捷键与主题。主题拒绝顶层和 colors/export 内未知属性。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边界：旧主题的自定义颜色应放 vars，更新 $schema 路径并清理不支持的元数据。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extensions/preset · 示例</a:t>
            </a:r>
          </a:p>
          <a:p xmlns:a="http://schemas.openxmlformats.org/drawingml/2006/main">
            <a:r>
              <a:t>展示 extensions/preset.ts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入口：packages/coding-agent/examples/extensions/preset.ts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packages/coding-agent/docs/security.md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TOOL-13 · Shell 环境定制 [可选] 设置 Shell 可执行文件和统一命令前缀，例如进入虚拟环境或添加初始化步骤。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SES-16 · 模型专属压缩参数 [可选] 按精确模型覆盖预留和近期保留 token，适配不同模型窗口大小。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MOD-05 · 按模型记忆推理设置 [可选] 配置全局、按模型默认推理级别及 token 预算，避免所有模型都套用同一预算。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CFG-01 · 用户／项目分层设置 [内置] 用户偏好保存在 agent 目录，项目 `.pi` 设置按规则覆盖；资源数组可组合加载。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CFG-02 · Agent 目录重定位 [可选] 改变认证、模型配置、资源和默认会话等用户数据的根目录，方便隔离运行配置。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CFG-03 · 项目信任决策 [内置] 在加载项目可执行扩展和受保护资源前征求或读取信任决定；支持目录继承、扩展决策与单次 CLI 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CFG-04 · 无界面信任策略 [内置] Print、JSON、RPC 没有内置询问界面时，按明确覆盖、已保存决定或全局策略决定是否加载项目资源。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CFG-28 · 编辑器 JSON Schema [开发／配置支持] models、settings、keybindings、theme 的生成 schema 已发布到 pi.dev，供编辑器验证和补全；仓库 schemas 产物由 TypeScript 定义生成。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CFG-29 · 严格主题属性检查 [内置] 启动和 reload 使用一致 schema 校验，拒绝未知顶层及 colors／export 字段，自定义复用颜色放 vars；建议 $schema 改为官方 pi.dev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OTH-21 · 命名配置预设 [示例] 一次选择模型、推理级别、工具和指令组合，便于切换审查、实现等工作方式。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OTH-88 · 安装遥测与保留分析设置 [可配置支持／保留字段] enableInstallTelemetry 控制匿名安装／更新报告及部分归因头；enableAnalytics 字段仍保留，但原实验首启入口已删除，不能据旧文档将其列作现有首启分析流程。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model-connect / 配置一个 AI 模型并完成选择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场景：你有订阅、API key 或本地兼容端点，希望 Pi 能选中并调用它。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选择连接方式</a:t>
            </a:r>
          </a:p>
          <a:p xmlns:a="http://schemas.openxmlformats.org/drawingml/2006/main">
            <a:r>
              <a:t>先在 models.md 对照内置提供商、订阅登录、本地 llama.cpp 和兼容端点。只有缺少所需端点时才添加 models.json。</a:t>
            </a:r>
          </a:p>
          <a:p xmlns:a="http://schemas.openxmlformats.org/drawingml/2006/main">
            <a:r>
              <a:t>输入：已有服务与认证方式</a:t>
            </a:r>
          </a:p>
          <a:p xmlns:a="http://schemas.openxmlformats.org/drawingml/2006/main">
            <a:r>
              <a:t>输出：内置、兼容或自定义提供商方案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行为与边界：目录元数据不等同于可调用性；认证与具体提供商能力仍需满足。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源码：packages/coding-agent/src/cli/list-models.ts:1</a:t>
            </a:r>
          </a:p>
          <a:p xmlns:a="http://schemas.openxmlformats.org/drawingml/2006/main">
            <a:r>
              <a:t>源码：packages/coding-agent/src/core/model-config.ts:1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源码：packages/coding-agent/src/core/model-resolver.ts:1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源码：packages/coding-agent/src/core/models-store.ts:1</a:t>
            </a:r>
          </a:p>
          <a:p xmlns:a="http://schemas.openxmlformats.org/drawingml/2006/main">
            <a:r>
              <a:t>源码：packages/coding-agent/src/core/provider-composer.ts:1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准备认证入口</a:t>
            </a:r>
          </a:p>
          <a:p xmlns:a="http://schemas.openxmlformats.org/drawingml/2006/main">
            <a:r>
              <a:t>阅读 /login 与 AuthStorage，辨认 runtime key、auth.json、models.json 和 provider 环境来源。凭据与模型元数据分开处理。</a:t>
            </a:r>
          </a:p>
          <a:p xmlns:a="http://schemas.openxmlformats.org/drawingml/2006/main">
            <a:r>
              <a:t>输入：提供商标识和凭据来源</a:t>
            </a:r>
          </a:p>
          <a:p xmlns:a="http://schemas.openxmlformats.org/drawingml/2006/main">
            <a:r>
              <a:t>输出：可用的认证上下文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行为与边界：打印凭据的命令会写秘密到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源码：packages/coding-agent/src/cli/auth-check.ts:1</a:t>
            </a:r>
          </a:p>
          <a:p xmlns:a="http://schemas.openxmlformats.org/drawingml/2006/main">
            <a:r>
              <a:t>源码：packages/coding-agent/src/cli/auth-command.ts:1</a:t>
            </a:r>
          </a:p>
          <a:p xmlns:a="http://schemas.openxmlformats.org/drawingml/2006/main">
            <a:r>
              <a:t>源码：packages/coding-agent/src/cli/credential-print.ts:1</a:t>
            </a:r>
          </a:p>
          <a:p xmlns:a="http://schemas.openxmlformats.org/drawingml/2006/main">
            <a:r>
              <a:t>源码：packages/coding-agent/src/core/auth-guidance.ts:1</a:t>
            </a:r>
          </a:p>
          <a:p xmlns:a="http://schemas.openxmlformats.org/drawingml/2006/main">
            <a:r>
              <a:t>源码：packages/coding-agent/src/core/auth-storage.ts:1</a:t>
            </a:r>
          </a:p>
          <a:p xmlns:a="http://schemas.openxmlformats.org/drawingml/2006/main">
            <a:r>
              <a:t>源码：packages/coding-agent/src/core/runtime-credentials.ts:1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注册模型元数据</a:t>
            </a:r>
          </a:p>
          <a:p xmlns:a="http://schemas.openxmlformats.org/drawingml/2006/main">
            <a:r>
              <a:t>在 ModelConfig 与 provider composer 中追踪 baseUrl、api、models 和 modelOverrides。用真实 schema 校验，不凭服务名称猜兼容参数。</a:t>
            </a:r>
          </a:p>
          <a:p xmlns:a="http://schemas.openxmlformats.org/drawingml/2006/main">
            <a:r>
              <a:t>输入：models.json 或内置目录</a:t>
            </a:r>
          </a:p>
          <a:p xmlns:a="http://schemas.openxmlformats.org/drawingml/2006/main">
            <a:r>
              <a:t>输出：provider 下的模型记录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行为与边界：目录元数据不等同于可调用性；认证与具体提供商能力仍需满足。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源码：packages/coding-agent/src/cli/list-models.ts:1</a:t>
            </a:r>
          </a:p>
          <a:p xmlns:a="http://schemas.openxmlformats.org/drawingml/2006/main">
            <a:r>
              <a:t>源码：packages/coding-agent/src/core/model-config.ts:1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源码：packages/coding-agent/src/core/model-resolver.ts:1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源码：packages/coding-agent/src/core/models-store.ts:1</a:t>
            </a:r>
          </a:p>
          <a:p xmlns:a="http://schemas.openxmlformats.org/drawingml/2006/main">
            <a:r>
              <a:t>源码：packages/coding-agent/src/core/provider-composer.ts:1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选择模型和推理级别</a:t>
            </a:r>
          </a:p>
          <a:p xmlns:a="http://schemas.openxmlformats.org/drawingml/2006/main">
            <a:r>
              <a:t>从 /model 的刷新和筛选进入运行时。区分聊天模型与分类、图像目录，核对可用认证与模型支持的 thinking 级别。</a:t>
            </a:r>
          </a:p>
          <a:p xmlns:a="http://schemas.openxmlformats.org/drawingml/2006/main">
            <a:r>
              <a:t>输入：模型目录和认证状态</a:t>
            </a:r>
          </a:p>
          <a:p xmlns:a="http://schemas.openxmlformats.org/drawingml/2006/main">
            <a:r>
              <a:t>输出：本轮使用的模型与推理选项</a:t>
            </a:r>
          </a:p>
          <a:p xmlns:a="http://schemas.openxmlformats.org/drawingml/2006/main">
            <a:r>
              <a:t>入口：/model；模型目录刷新</a:t>
            </a:r>
          </a:p>
          <a:p xmlns:a="http://schemas.openxmlformats.org/drawingml/2006/main">
            <a:r>
              <a:t>行为与边界：目录记录不保证认证有效；查找与刷新和实际发出模型请求分开。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>源码：packages/coding-agent/src/modes/interactive/model-catalog-refresh.ts:1</a:t>
            </a:r>
          </a:p>
          <a:p xmlns:a="http://schemas.openxmlformats.org/drawingml/2006/main">
            <a:r>
              <a:t>源码：packages/coding-agent/src/modes/interactive/model-search.ts:1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确认会话采用的值</a:t>
            </a:r>
          </a:p>
          <a:p xmlns:a="http://schemas.openxmlformats.org/drawingml/2006/main">
            <a:r>
              <a:t>回到 createAgentSession，核对显式 model、设置默认值以及恢复会话的选择。把最终 model.provider、id 和请求接口对应起来。</a:t>
            </a:r>
          </a:p>
          <a:p xmlns:a="http://schemas.openxmlformats.org/drawingml/2006/main">
            <a:r>
              <a:t>输入：显式参数、默认设置或恢复记录</a:t>
            </a:r>
          </a:p>
          <a:p xmlns:a="http://schemas.openxmlformats.org/drawingml/2006/main">
            <a:r>
              <a:t>输出：AgentSession 实际模型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失败与恢复：能在目录中找到模型不代表凭据有效。模型 ID、端点 API、能力和认证不匹配应分别定位，不能一律归结为网络失败。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练习：用文档中的本地兼容端点示例解释每个字段，并追到 ModelConfig 和最终会话模型。没有服务时只完成配置追踪，不宣称调用成功。</a:t>
            </a:r>
          </a:p>
          <a:p xmlns:a="http://schemas.openxmlformats.org/drawingml/2006/main">
            <a:r>
              <a:t>参考判断：baseUrl 是请求目的地，api 是协议适配器，id 是提供商模型标识。认证可用性、目录存在和真实请求成功是三个独立检查点。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认证存储、检查与凭据解析</a:t>
            </a:r>
          </a:p>
          <a:p xmlns:a="http://schemas.openxmlformats.org/drawingml/2006/main">
            <a:r>
              <a:t>存储/解析认证信息，并提供凭据有效性检查。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边界：打印凭据的命令会写秘密到 stdout；此导览只索引实现，不读取用户凭据。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模型目录刷新与搜索界面</a:t>
            </a:r>
          </a:p>
          <a:p xmlns:a="http://schemas.openxmlformats.org/drawingml/2006/main">
            <a:r>
              <a:t>读取更新目录并在模型选择界面中查找可用模型，维护本地目录与提供商声明的组合。</a:t>
            </a:r>
          </a:p>
          <a:p xmlns:a="http://schemas.openxmlformats.org/drawingml/2006/main">
            <a:r>
              <a:t>入口：/model；模型目录刷新</a:t>
            </a:r>
          </a:p>
          <a:p xmlns:a="http://schemas.openxmlformats.org/drawingml/2006/main">
            <a:r>
              <a:t>边界：目录记录不保证认证有效；查找与刷新和实际发出模型请求分开。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llama.cpp 路由器集成</a:t>
            </a:r>
          </a:p>
          <a:p xmlns:a="http://schemas.openxmlformats.org/drawingml/2006/main">
            <a:r>
              <a:t>发现并管理本地模型路由器中的模型。</a:t>
            </a:r>
          </a:p>
          <a:p xmlns:a="http://schemas.openxmlformats.org/drawingml/2006/main">
            <a:r>
              <a:t>入口：/llama；配置 llama.cpp router</a:t>
            </a:r>
          </a:p>
          <a:p xmlns:a="http://schemas.openxmlformats.org/drawingml/2006/main">
            <a:r>
              <a:t>边界：与兼容 API 的 models.json 配置路径区分。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配置与主题 Schema 校验</a:t>
            </a:r>
          </a:p>
          <a:p xmlns:a="http://schemas.openxmlformats.org/drawingml/2006/main">
            <a:r>
              <a:t>用显式 Schema 校验设置、快捷键与主题。主题拒绝顶层和 colors/export 内未知属性。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边界：旧主题的自定义颜色应放 vars，更新 $schema 路径并清理不支持的元数据。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凭据存储、解析与 OAuth</a:t>
            </a:r>
          </a:p>
          <a:p xmlns:a="http://schemas.openxmlformats.org/drawingml/2006/main">
            <a:r>
              <a:t>统一凭据来源、登录流程与刷新。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边界：认证策略随提供商而异；平台差异通过入口隔离。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按凭据个性化 OpenRouter 模型目录</a:t>
            </a:r>
          </a:p>
          <a:p xmlns:a="http://schemas.openxmlformats.org/drawingml/2006/main">
            <a:r>
              <a:t>读取 /models/user，按当前 key 可用模型过滤聊天目录并更新上下文、输出上限与定价。</a:t>
            </a:r>
          </a:p>
          <a:p xmlns:a="http://schemas.openxmlformats.org/drawingml/2006/main">
            <a:r>
              <a:t>入口：personalizeOpenRouterCatalog / RefreshModelsContext</a:t>
            </a:r>
          </a:p>
          <a:p xmlns:a="http://schemas.openxmlformats.org/drawingml/2006/main">
            <a:r>
              <a:t>边界：无凭据或 401/403/404 时保留输入目录；其他失败抛错。coding-agent 的 ModelRuntime.create 用 withPersonalizedCatalog 接入此函数。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统一消息、模型与工具契约</a:t>
            </a:r>
          </a:p>
          <a:p xmlns:a="http://schemas.openxmlformats.org/drawingml/2006/main">
            <a:r>
              <a:t>定义统一请求/响应、模型能力和工具调用数据。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边界：根入口保持核心能力；具体提供商通过子路径接入。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MOD-01 · 搜索并选择模型 [内置] 按模型名称、ID、提供商或模糊模式选择可用聊天模型，可在会话中更换。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MOD-02 · 默认模型保存 [内置] 将所选模型保存为新会话默认值；当前会话的模型变化单独记录并在恢复时还原。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MOD-03 · 模型循环范围 [内置] 定义常用模型集合和顺序，支持通配符、搜索筛选、整提供商开关及前后切换。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MOD-04 · 推理级别选择 [内置] 在所选模型支持的 off、minimal、low、medium、high、xhigh、max 中选择；不支持的级别会被限制或调整。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MOD-05 · 按模型记忆推理设置 [可选] 配置全局、按模型默认推理级别及 token 预算，避免所有模型都套用同一预算。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MOD-06 · API Key 登录与登出 [内置] 通过交互流程保存或删除提供商凭据，也可使用环境变量而不保存到文件。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MOD-07 · OAuth／订阅认证 [可选] 对支持的提供商走浏览器或设备认证流程，保存令牌并在需要时刷新；可用性受提供商和账户限制。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MOD-09 · 凭据检查与输出 [内置] 在自动化中检测 ready、not_ready、invalid，或解析 API key／bearer token；可控制刷新和剩余有效期要求。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MOD-10 · 多来源认证优先级 [内置] 区分进程覆盖、保存凭据、模型配置和环境凭据，避免配置同时存在时选错来源。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MOD-11 · 模型目录更新与缓存 [内置] 使用随包目录，并可叠加较新在线目录及缓存；手动刷新用于获得新模型能力信息。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MOD-13 · 兼容端点配置 [可选] 接入 Ollama、LM Studio、vLLM、SGLang 或兼容代理，自定义 baseUrl、API 协议和模型表。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MOD-14 · 模型元数据覆盖 [可选] 修改现有模型的上下文、输入或其他描述而不替换整个提供商目录；未知模型 ID 的覆盖被忽略。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MOD-15 · 动态密钥与请求头 [可选] 配置环境变量插值、字面量或命令生成值，以衔接外部密钥管理；模型配置中的命令在请求时执行。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MOD-16 · 按推理级别设置采样 [可选] 在支持的 OpenAI 兼容 API 中按推理级别覆盖 temperature 等采样参数，并与模型和请求级参数合并。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MOD-22 · llama.cpp 路由器连接 [可选] 保存本地 router URL 和可选密钥，并把可用模型接入正常模型选择流程。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MOD-23 · 本地模型加载／卸载 [可选] 观察路由器真实状态，主动加载、卸载模型，并处理睡眠或自动加载模型；不删除磁盘模型文件。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MOD-24 · Hugging Face 模型下载 [可选] 在界面搜索仓库、选择量化版本或输入精确仓库标识；由 llama.cpp 服务端实际下载。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MOD-26 · llama.cpp 原生决策模型 [可选] 识别 router 元数据中 decisions 输出类型，将 Julia-1、Laya、Kev、lev、OpenJev 等只列作分类模型，通过 /v1/systemone 原生调用；无需先加载即可识别睡眠模型。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MOD-29 · 按 OpenRouter 密钥更新目录 [内置／可选认证] 交互启动、打开 /model、登录及 update --models 时刷新并保存个性化聊天目录；离线、print、RPC 使用缓存，外部换 key 后需下次刷新才替换旧目录。代理无 /models/user 或拒绝 key 时退回全目录。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CFG-28 · 编辑器 JSON Schema [开发／配置支持] models、settings、keybindings、theme 的生成 schema 已发布到 pi.dev，供编辑器验证和补全；仓库 schemas 产物由 TypeScript 定义生成。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CFG-29 · 严格主题属性检查 [内置] 启动和 reload 使用一致 schema 校验，拒绝未知顶层及 colors／export 字段，自定义复用颜色放 vars；建议 $schema 改为官方 pi.dev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PROV-38 · llama.cpp 本地服务 [可选] CLI 内置扩展动态提供本地聊天和分类模型，可管理模型生命周期。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PROV-39 · 其他兼容端点 [可选] 自定义 Ollama、LM Studio、vLLM、SGLang 或企业代理，无需每种部署都新增一个内置 provider。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model-connect / 配置一个 AI 模型并完成选择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场景：你有订阅、API key 或本地兼容端点，希望 Pi 能选中并调用它。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选择连接方式</a:t>
            </a:r>
          </a:p>
          <a:p xmlns:a="http://schemas.openxmlformats.org/drawingml/2006/main">
            <a:r>
              <a:t>先在 models.md 对照内置提供商、订阅登录、本地 llama.cpp 和兼容端点。只有缺少所需端点时才添加 models.json。</a:t>
            </a:r>
          </a:p>
          <a:p xmlns:a="http://schemas.openxmlformats.org/drawingml/2006/main">
            <a:r>
              <a:t>输入：已有服务与认证方式</a:t>
            </a:r>
          </a:p>
          <a:p xmlns:a="http://schemas.openxmlformats.org/drawingml/2006/main">
            <a:r>
              <a:t>输出：内置、兼容或自定义提供商方案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行为与边界：目录元数据不等同于可调用性；认证与具体提供商能力仍需满足。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源码：packages/coding-agent/src/cli/list-models.ts:1</a:t>
            </a:r>
          </a:p>
          <a:p xmlns:a="http://schemas.openxmlformats.org/drawingml/2006/main">
            <a:r>
              <a:t>源码：packages/coding-agent/src/core/model-config.ts:1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源码：packages/coding-agent/src/core/model-resolver.ts:1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源码：packages/coding-agent/src/core/models-store.ts:1</a:t>
            </a:r>
          </a:p>
          <a:p xmlns:a="http://schemas.openxmlformats.org/drawingml/2006/main">
            <a:r>
              <a:t>源码：packages/coding-agent/src/core/provider-composer.ts:1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准备认证入口</a:t>
            </a:r>
          </a:p>
          <a:p xmlns:a="http://schemas.openxmlformats.org/drawingml/2006/main">
            <a:r>
              <a:t>阅读 /login 与 AuthStorage，辨认 runtime key、auth.json、models.json 和 provider 环境来源。凭据与模型元数据分开处理。</a:t>
            </a:r>
          </a:p>
          <a:p xmlns:a="http://schemas.openxmlformats.org/drawingml/2006/main">
            <a:r>
              <a:t>输入：提供商标识和凭据来源</a:t>
            </a:r>
          </a:p>
          <a:p xmlns:a="http://schemas.openxmlformats.org/drawingml/2006/main">
            <a:r>
              <a:t>输出：可用的认证上下文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行为与边界：打印凭据的命令会写秘密到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源码：packages/coding-agent/src/cli/auth-check.ts:1</a:t>
            </a:r>
          </a:p>
          <a:p xmlns:a="http://schemas.openxmlformats.org/drawingml/2006/main">
            <a:r>
              <a:t>源码：packages/coding-agent/src/cli/auth-command.ts:1</a:t>
            </a:r>
          </a:p>
          <a:p xmlns:a="http://schemas.openxmlformats.org/drawingml/2006/main">
            <a:r>
              <a:t>源码：packages/coding-agent/src/cli/credential-print.ts:1</a:t>
            </a:r>
          </a:p>
          <a:p xmlns:a="http://schemas.openxmlformats.org/drawingml/2006/main">
            <a:r>
              <a:t>源码：packages/coding-agent/src/core/auth-guidance.ts:1</a:t>
            </a:r>
          </a:p>
          <a:p xmlns:a="http://schemas.openxmlformats.org/drawingml/2006/main">
            <a:r>
              <a:t>源码：packages/coding-agent/src/core/auth-storage.ts:1</a:t>
            </a:r>
          </a:p>
          <a:p xmlns:a="http://schemas.openxmlformats.org/drawingml/2006/main">
            <a:r>
              <a:t>源码：packages/coding-agent/src/core/runtime-credentials.ts:1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注册模型元数据</a:t>
            </a:r>
          </a:p>
          <a:p xmlns:a="http://schemas.openxmlformats.org/drawingml/2006/main">
            <a:r>
              <a:t>在 ModelConfig 与 provider composer 中追踪 baseUrl、api、models 和 modelOverrides。用真实 schema 校验，不凭服务名称猜兼容参数。</a:t>
            </a:r>
          </a:p>
          <a:p xmlns:a="http://schemas.openxmlformats.org/drawingml/2006/main">
            <a:r>
              <a:t>输入：models.json 或内置目录</a:t>
            </a:r>
          </a:p>
          <a:p xmlns:a="http://schemas.openxmlformats.org/drawingml/2006/main">
            <a:r>
              <a:t>输出：provider 下的模型记录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行为与边界：目录元数据不等同于可调用性；认证与具体提供商能力仍需满足。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源码：packages/coding-agent/src/cli/list-models.ts:1</a:t>
            </a:r>
          </a:p>
          <a:p xmlns:a="http://schemas.openxmlformats.org/drawingml/2006/main">
            <a:r>
              <a:t>源码：packages/coding-agent/src/core/model-config.ts:1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源码：packages/coding-agent/src/core/model-resolver.ts:1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源码：packages/coding-agent/src/core/models-store.ts:1</a:t>
            </a:r>
          </a:p>
          <a:p xmlns:a="http://schemas.openxmlformats.org/drawingml/2006/main">
            <a:r>
              <a:t>源码：packages/coding-agent/src/core/provider-composer.ts:1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选择模型和推理级别</a:t>
            </a:r>
          </a:p>
          <a:p xmlns:a="http://schemas.openxmlformats.org/drawingml/2006/main">
            <a:r>
              <a:t>从 /model 的刷新和筛选进入运行时。区分聊天模型与分类、图像目录，核对可用认证与模型支持的 thinking 级别。</a:t>
            </a:r>
          </a:p>
          <a:p xmlns:a="http://schemas.openxmlformats.org/drawingml/2006/main">
            <a:r>
              <a:t>输入：模型目录和认证状态</a:t>
            </a:r>
          </a:p>
          <a:p xmlns:a="http://schemas.openxmlformats.org/drawingml/2006/main">
            <a:r>
              <a:t>输出：本轮使用的模型与推理选项</a:t>
            </a:r>
          </a:p>
          <a:p xmlns:a="http://schemas.openxmlformats.org/drawingml/2006/main">
            <a:r>
              <a:t>入口：/model；模型目录刷新</a:t>
            </a:r>
          </a:p>
          <a:p xmlns:a="http://schemas.openxmlformats.org/drawingml/2006/main">
            <a:r>
              <a:t>行为与边界：目录记录不保证认证有效；查找与刷新和实际发出模型请求分开。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>源码：packages/coding-agent/src/modes/interactive/model-catalog-refresh.ts:1</a:t>
            </a:r>
          </a:p>
          <a:p xmlns:a="http://schemas.openxmlformats.org/drawingml/2006/main">
            <a:r>
              <a:t>源码：packages/coding-agent/src/modes/interactive/model-search.ts:1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确认会话采用的值</a:t>
            </a:r>
          </a:p>
          <a:p xmlns:a="http://schemas.openxmlformats.org/drawingml/2006/main">
            <a:r>
              <a:t>回到 createAgentSession，核对显式 model、设置默认值以及恢复会话的选择。把最终 model.provider、id 和请求接口对应起来。</a:t>
            </a:r>
          </a:p>
          <a:p xmlns:a="http://schemas.openxmlformats.org/drawingml/2006/main">
            <a:r>
              <a:t>输入：显式参数、默认设置或恢复记录</a:t>
            </a:r>
          </a:p>
          <a:p xmlns:a="http://schemas.openxmlformats.org/drawingml/2006/main">
            <a:r>
              <a:t>输出：AgentSession 实际模型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失败与恢复：能在目录中找到模型不代表凭据有效。模型 ID、端点 API、能力和认证不匹配应分别定位，不能一律归结为网络失败。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练习：用文档中的本地兼容端点示例解释每个字段，并追到 ModelConfig 和最终会话模型。没有服务时只完成配置追踪，不宣称调用成功。</a:t>
            </a:r>
          </a:p>
          <a:p xmlns:a="http://schemas.openxmlformats.org/drawingml/2006/main">
            <a:r>
              <a:t>参考判断：baseUrl 是请求目的地，api 是协议适配器，id 是提供商模型标识。认证可用性、目录存在和真实请求成功是三个独立检查点。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认证存储、检查与凭据解析</a:t>
            </a:r>
          </a:p>
          <a:p xmlns:a="http://schemas.openxmlformats.org/drawingml/2006/main">
            <a:r>
              <a:t>存储/解析认证信息，并提供凭据有效性检查。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边界：打印凭据的命令会写秘密到 stdout；此导览只索引实现，不读取用户凭据。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模型目录刷新与搜索界面</a:t>
            </a:r>
          </a:p>
          <a:p xmlns:a="http://schemas.openxmlformats.org/drawingml/2006/main">
            <a:r>
              <a:t>读取更新目录并在模型选择界面中查找可用模型，维护本地目录与提供商声明的组合。</a:t>
            </a:r>
          </a:p>
          <a:p xmlns:a="http://schemas.openxmlformats.org/drawingml/2006/main">
            <a:r>
              <a:t>入口：/model；模型目录刷新</a:t>
            </a:r>
          </a:p>
          <a:p xmlns:a="http://schemas.openxmlformats.org/drawingml/2006/main">
            <a:r>
              <a:t>边界：目录记录不保证认证有效；查找与刷新和实际发出模型请求分开。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llama.cpp 路由器集成</a:t>
            </a:r>
          </a:p>
          <a:p xmlns:a="http://schemas.openxmlformats.org/drawingml/2006/main">
            <a:r>
              <a:t>发现并管理本地模型路由器中的模型。</a:t>
            </a:r>
          </a:p>
          <a:p xmlns:a="http://schemas.openxmlformats.org/drawingml/2006/main">
            <a:r>
              <a:t>入口：/llama；配置 llama.cpp router</a:t>
            </a:r>
          </a:p>
          <a:p xmlns:a="http://schemas.openxmlformats.org/drawingml/2006/main">
            <a:r>
              <a:t>边界：与兼容 API 的 models.json 配置路径区分。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配置与主题 Schema 校验</a:t>
            </a:r>
          </a:p>
          <a:p xmlns:a="http://schemas.openxmlformats.org/drawingml/2006/main">
            <a:r>
              <a:t>用显式 Schema 校验设置、快捷键与主题。主题拒绝顶层和 colors/export 内未知属性。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边界：旧主题的自定义颜色应放 vars，更新 $schema 路径并清理不支持的元数据。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凭据存储、解析与 OAuth</a:t>
            </a:r>
          </a:p>
          <a:p xmlns:a="http://schemas.openxmlformats.org/drawingml/2006/main">
            <a:r>
              <a:t>统一凭据来源、登录流程与刷新。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边界：认证策略随提供商而异；平台差异通过入口隔离。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按凭据个性化 OpenRouter 模型目录</a:t>
            </a:r>
          </a:p>
          <a:p xmlns:a="http://schemas.openxmlformats.org/drawingml/2006/main">
            <a:r>
              <a:t>读取 /models/user，按当前 key 可用模型过滤聊天目录并更新上下文、输出上限与定价。</a:t>
            </a:r>
          </a:p>
          <a:p xmlns:a="http://schemas.openxmlformats.org/drawingml/2006/main">
            <a:r>
              <a:t>入口：personalizeOpenRouterCatalog / RefreshModelsContext</a:t>
            </a:r>
          </a:p>
          <a:p xmlns:a="http://schemas.openxmlformats.org/drawingml/2006/main">
            <a:r>
              <a:t>边界：无凭据或 401/403/404 时保留输入目录；其他失败抛错。coding-agent 的 ModelRuntime.create 用 withPersonalizedCatalog 接入此函数。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统一消息、模型与工具契约</a:t>
            </a:r>
          </a:p>
          <a:p xmlns:a="http://schemas.openxmlformats.org/drawingml/2006/main">
            <a:r>
              <a:t>定义统一请求/响应、模型能力和工具调用数据。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边界：根入口保持核心能力；具体提供商通过子路径接入。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MOD-01 · 搜索并选择模型 [内置] 按模型名称、ID、提供商或模糊模式选择可用聊天模型，可在会话中更换。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MOD-02 · 默认模型保存 [内置] 将所选模型保存为新会话默认值；当前会话的模型变化单独记录并在恢复时还原。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MOD-03 · 模型循环范围 [内置] 定义常用模型集合和顺序，支持通配符、搜索筛选、整提供商开关及前后切换。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MOD-04 · 推理级别选择 [内置] 在所选模型支持的 off、minimal、low、medium、high、xhigh、max 中选择；不支持的级别会被限制或调整。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MOD-05 · 按模型记忆推理设置 [可选] 配置全局、按模型默认推理级别及 token 预算，避免所有模型都套用同一预算。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MOD-06 · API Key 登录与登出 [内置] 通过交互流程保存或删除提供商凭据，也可使用环境变量而不保存到文件。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MOD-07 · OAuth／订阅认证 [可选] 对支持的提供商走浏览器或设备认证流程，保存令牌并在需要时刷新；可用性受提供商和账户限制。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MOD-09 · 凭据检查与输出 [内置] 在自动化中检测 ready、not_ready、invalid，或解析 API key／bearer token；可控制刷新和剩余有效期要求。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MOD-10 · 多来源认证优先级 [内置] 区分进程覆盖、保存凭据、模型配置和环境凭据，避免配置同时存在时选错来源。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MOD-11 · 模型目录更新与缓存 [内置] 使用随包目录，并可叠加较新在线目录及缓存；手动刷新用于获得新模型能力信息。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MOD-13 · 兼容端点配置 [可选] 接入 Ollama、LM Studio、vLLM、SGLang 或兼容代理，自定义 baseUrl、API 协议和模型表。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MOD-14 · 模型元数据覆盖 [可选] 修改现有模型的上下文、输入或其他描述而不替换整个提供商目录；未知模型 ID 的覆盖被忽略。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MOD-15 · 动态密钥与请求头 [可选] 配置环境变量插值、字面量或命令生成值，以衔接外部密钥管理；模型配置中的命令在请求时执行。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MOD-16 · 按推理级别设置采样 [可选] 在支持的 OpenAI 兼容 API 中按推理级别覆盖 temperature 等采样参数，并与模型和请求级参数合并。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MOD-22 · llama.cpp 路由器连接 [可选] 保存本地 router URL 和可选密钥，并把可用模型接入正常模型选择流程。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MOD-23 · 本地模型加载／卸载 [可选] 观察路由器真实状态，主动加载、卸载模型，并处理睡眠或自动加载模型；不删除磁盘模型文件。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MOD-24 · Hugging Face 模型下载 [可选] 在界面搜索仓库、选择量化版本或输入精确仓库标识；由 llama.cpp 服务端实际下载。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MOD-26 · llama.cpp 原生决策模型 [可选] 识别 router 元数据中 decisions 输出类型，将 Julia-1、Laya、Kev、lev、OpenJev 等只列作分类模型，通过 /v1/systemone 原生调用；无需先加载即可识别睡眠模型。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MOD-29 · 按 OpenRouter 密钥更新目录 [内置／可选认证] 交互启动、打开 /model、登录及 update --models 时刷新并保存个性化聊天目录；离线、print、RPC 使用缓存，外部换 key 后需下次刷新才替换旧目录。代理无 /models/user 或拒绝 key 时退回全目录。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CFG-28 · 编辑器 JSON Schema [开发／配置支持] models、settings、keybindings、theme 的生成 schema 已发布到 pi.dev，供编辑器验证和补全；仓库 schemas 产物由 TypeScript 定义生成。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CFG-29 · 严格主题属性检查 [内置] 启动和 reload 使用一致 schema 校验，拒绝未知顶层及 colors／export 字段，自定义复用颜色放 vars；建议 $schema 改为官方 pi.dev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PROV-38 · llama.cpp 本地服务 [可选] CLI 内置扩展动态提供本地聊天和分类模型，可管理模型生命周期。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PROV-39 · 其他兼容端点 [可选] 自定义 Ollama、LM Studio、vLLM、SGLang 或企业代理，无需每种部署都新增一个内置 provider。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model-connect / 配置一个 AI 模型并完成选择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场景：你有订阅、API key 或本地兼容端点，希望 Pi 能选中并调用它。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选择连接方式</a:t>
            </a:r>
          </a:p>
          <a:p xmlns:a="http://schemas.openxmlformats.org/drawingml/2006/main">
            <a:r>
              <a:t>先在 models.md 对照内置提供商、订阅登录、本地 llama.cpp 和兼容端点。只有缺少所需端点时才添加 models.json。</a:t>
            </a:r>
          </a:p>
          <a:p xmlns:a="http://schemas.openxmlformats.org/drawingml/2006/main">
            <a:r>
              <a:t>输入：已有服务与认证方式</a:t>
            </a:r>
          </a:p>
          <a:p xmlns:a="http://schemas.openxmlformats.org/drawingml/2006/main">
            <a:r>
              <a:t>输出：内置、兼容或自定义提供商方案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行为与边界：目录元数据不等同于可调用性；认证与具体提供商能力仍需满足。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源码：packages/coding-agent/src/cli/list-models.ts:1</a:t>
            </a:r>
          </a:p>
          <a:p xmlns:a="http://schemas.openxmlformats.org/drawingml/2006/main">
            <a:r>
              <a:t>源码：packages/coding-agent/src/core/model-config.ts:1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源码：packages/coding-agent/src/core/model-resolver.ts:1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源码：packages/coding-agent/src/core/models-store.ts:1</a:t>
            </a:r>
          </a:p>
          <a:p xmlns:a="http://schemas.openxmlformats.org/drawingml/2006/main">
            <a:r>
              <a:t>源码：packages/coding-agent/src/core/provider-composer.ts:1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准备认证入口</a:t>
            </a:r>
          </a:p>
          <a:p xmlns:a="http://schemas.openxmlformats.org/drawingml/2006/main">
            <a:r>
              <a:t>阅读 /login 与 AuthStorage，辨认 runtime key、auth.json、models.json 和 provider 环境来源。凭据与模型元数据分开处理。</a:t>
            </a:r>
          </a:p>
          <a:p xmlns:a="http://schemas.openxmlformats.org/drawingml/2006/main">
            <a:r>
              <a:t>输入：提供商标识和凭据来源</a:t>
            </a:r>
          </a:p>
          <a:p xmlns:a="http://schemas.openxmlformats.org/drawingml/2006/main">
            <a:r>
              <a:t>输出：可用的认证上下文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行为与边界：打印凭据的命令会写秘密到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源码：packages/coding-agent/src/cli/auth-check.ts:1</a:t>
            </a:r>
          </a:p>
          <a:p xmlns:a="http://schemas.openxmlformats.org/drawingml/2006/main">
            <a:r>
              <a:t>源码：packages/coding-agent/src/cli/auth-command.ts:1</a:t>
            </a:r>
          </a:p>
          <a:p xmlns:a="http://schemas.openxmlformats.org/drawingml/2006/main">
            <a:r>
              <a:t>源码：packages/coding-agent/src/cli/credential-print.ts:1</a:t>
            </a:r>
          </a:p>
          <a:p xmlns:a="http://schemas.openxmlformats.org/drawingml/2006/main">
            <a:r>
              <a:t>源码：packages/coding-agent/src/core/auth-guidance.ts:1</a:t>
            </a:r>
          </a:p>
          <a:p xmlns:a="http://schemas.openxmlformats.org/drawingml/2006/main">
            <a:r>
              <a:t>源码：packages/coding-agent/src/core/auth-storage.ts:1</a:t>
            </a:r>
          </a:p>
          <a:p xmlns:a="http://schemas.openxmlformats.org/drawingml/2006/main">
            <a:r>
              <a:t>源码：packages/coding-agent/src/core/runtime-credentials.ts:1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注册模型元数据</a:t>
            </a:r>
          </a:p>
          <a:p xmlns:a="http://schemas.openxmlformats.org/drawingml/2006/main">
            <a:r>
              <a:t>在 ModelConfig 与 provider composer 中追踪 baseUrl、api、models 和 modelOverrides。用真实 schema 校验，不凭服务名称猜兼容参数。</a:t>
            </a:r>
          </a:p>
          <a:p xmlns:a="http://schemas.openxmlformats.org/drawingml/2006/main">
            <a:r>
              <a:t>输入：models.json 或内置目录</a:t>
            </a:r>
          </a:p>
          <a:p xmlns:a="http://schemas.openxmlformats.org/drawingml/2006/main">
            <a:r>
              <a:t>输出：provider 下的模型记录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行为与边界：目录元数据不等同于可调用性；认证与具体提供商能力仍需满足。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源码：packages/coding-agent/src/cli/list-models.ts:1</a:t>
            </a:r>
          </a:p>
          <a:p xmlns:a="http://schemas.openxmlformats.org/drawingml/2006/main">
            <a:r>
              <a:t>源码：packages/coding-agent/src/core/model-config.ts:1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源码：packages/coding-agent/src/core/model-resolver.ts:1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源码：packages/coding-agent/src/core/models-store.ts:1</a:t>
            </a:r>
          </a:p>
          <a:p xmlns:a="http://schemas.openxmlformats.org/drawingml/2006/main">
            <a:r>
              <a:t>源码：packages/coding-agent/src/core/provider-composer.ts:1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选择模型和推理级别</a:t>
            </a:r>
          </a:p>
          <a:p xmlns:a="http://schemas.openxmlformats.org/drawingml/2006/main">
            <a:r>
              <a:t>从 /model 的刷新和筛选进入运行时。区分聊天模型与分类、图像目录，核对可用认证与模型支持的 thinking 级别。</a:t>
            </a:r>
          </a:p>
          <a:p xmlns:a="http://schemas.openxmlformats.org/drawingml/2006/main">
            <a:r>
              <a:t>输入：模型目录和认证状态</a:t>
            </a:r>
          </a:p>
          <a:p xmlns:a="http://schemas.openxmlformats.org/drawingml/2006/main">
            <a:r>
              <a:t>输出：本轮使用的模型与推理选项</a:t>
            </a:r>
          </a:p>
          <a:p xmlns:a="http://schemas.openxmlformats.org/drawingml/2006/main">
            <a:r>
              <a:t>入口：/model；模型目录刷新</a:t>
            </a:r>
          </a:p>
          <a:p xmlns:a="http://schemas.openxmlformats.org/drawingml/2006/main">
            <a:r>
              <a:t>行为与边界：目录记录不保证认证有效；查找与刷新和实际发出模型请求分开。</a:t>
            </a:r>
          </a:p>
          <a:p xmlns:a="http://schemas.openxmlformats.org/drawingml/2006/main">
            <a:r>
              <a:t>源码：packages/coding-agent/src/core/remote-catalog-provider.ts:1</a:t>
            </a:r>
          </a:p>
          <a:p xmlns:a="http://schemas.openxmlformats.org/drawingml/2006/main">
            <a:r>
              <a:t>源码：packages/coding-agent/src/modes/interactive/model-catalog-refresh.ts:1</a:t>
            </a:r>
          </a:p>
          <a:p xmlns:a="http://schemas.openxmlformats.org/drawingml/2006/main">
            <a:r>
              <a:t>源码：packages/coding-agent/src/modes/interactive/model-search.ts:1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确认会话采用的值</a:t>
            </a:r>
          </a:p>
          <a:p xmlns:a="http://schemas.openxmlformats.org/drawingml/2006/main">
            <a:r>
              <a:t>回到 createAgentSession，核对显式 model、设置默认值以及恢复会话的选择。把最终 model.provider、id 和请求接口对应起来。</a:t>
            </a:r>
          </a:p>
          <a:p xmlns:a="http://schemas.openxmlformats.org/drawingml/2006/main">
            <a:r>
              <a:t>输入：显式参数、默认设置或恢复记录</a:t>
            </a:r>
          </a:p>
          <a:p xmlns:a="http://schemas.openxmlformats.org/drawingml/2006/main">
            <a:r>
              <a:t>输出：AgentSession 实际模型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失败与恢复：能在目录中找到模型不代表凭据有效。模型 ID、端点 API、能力和认证不匹配应分别定位，不能一律归结为网络失败。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练习：用文档中的本地兼容端点示例解释每个字段，并追到 ModelConfig 和最终会话模型。没有服务时只完成配置追踪，不宣称调用成功。</a:t>
            </a:r>
          </a:p>
          <a:p xmlns:a="http://schemas.openxmlformats.org/drawingml/2006/main">
            <a:r>
              <a:t>参考判断：baseUrl 是请求目的地，api 是协议适配器，id 是提供商模型标识。认证可用性、目录存在和真实请求成功是三个独立检查点。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认证存储、检查与凭据解析</a:t>
            </a:r>
          </a:p>
          <a:p xmlns:a="http://schemas.openxmlformats.org/drawingml/2006/main">
            <a:r>
              <a:t>存储/解析认证信息，并提供凭据有效性检查。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边界：打印凭据的命令会写秘密到 stdout；此导览只索引实现，不读取用户凭据。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模型目录刷新与搜索界面</a:t>
            </a:r>
          </a:p>
          <a:p xmlns:a="http://schemas.openxmlformats.org/drawingml/2006/main">
            <a:r>
              <a:t>读取更新目录并在模型选择界面中查找可用模型，维护本地目录与提供商声明的组合。</a:t>
            </a:r>
          </a:p>
          <a:p xmlns:a="http://schemas.openxmlformats.org/drawingml/2006/main">
            <a:r>
              <a:t>入口：/model；模型目录刷新</a:t>
            </a:r>
          </a:p>
          <a:p xmlns:a="http://schemas.openxmlformats.org/drawingml/2006/main">
            <a:r>
              <a:t>边界：目录记录不保证认证有效；查找与刷新和实际发出模型请求分开。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llama.cpp 路由器集成</a:t>
            </a:r>
          </a:p>
          <a:p xmlns:a="http://schemas.openxmlformats.org/drawingml/2006/main">
            <a:r>
              <a:t>发现并管理本地模型路由器中的模型。</a:t>
            </a:r>
          </a:p>
          <a:p xmlns:a="http://schemas.openxmlformats.org/drawingml/2006/main">
            <a:r>
              <a:t>入口：/llama；配置 llama.cpp router</a:t>
            </a:r>
          </a:p>
          <a:p xmlns:a="http://schemas.openxmlformats.org/drawingml/2006/main">
            <a:r>
              <a:t>边界：与兼容 API 的 models.json 配置路径区分。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配置与主题 Schema 校验</a:t>
            </a:r>
          </a:p>
          <a:p xmlns:a="http://schemas.openxmlformats.org/drawingml/2006/main">
            <a:r>
              <a:t>用显式 Schema 校验设置、快捷键与主题。主题拒绝顶层和 colors/export 内未知属性。</a:t>
            </a:r>
          </a:p>
          <a:p xmlns:a="http://schemas.openxmlformats.org/drawingml/2006/main">
            <a:r>
              <a:t>入口：schemas/theme.schema.json；vars</a:t>
            </a:r>
          </a:p>
          <a:p xmlns:a="http://schemas.openxmlformats.org/drawingml/2006/main">
            <a:r>
              <a:t>边界：旧主题的自定义颜色应放 vars，更新 $schema 路径并清理不支持的元数据。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凭据存储、解析与 OAuth</a:t>
            </a:r>
          </a:p>
          <a:p xmlns:a="http://schemas.openxmlformats.org/drawingml/2006/main">
            <a:r>
              <a:t>统一凭据来源、登录流程与刷新。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边界：认证策略随提供商而异；平台差异通过入口隔离。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按凭据个性化 OpenRouter 模型目录</a:t>
            </a:r>
          </a:p>
          <a:p xmlns:a="http://schemas.openxmlformats.org/drawingml/2006/main">
            <a:r>
              <a:t>读取 /models/user，按当前 key 可用模型过滤聊天目录并更新上下文、输出上限与定价。</a:t>
            </a:r>
          </a:p>
          <a:p xmlns:a="http://schemas.openxmlformats.org/drawingml/2006/main">
            <a:r>
              <a:t>入口：personalizeOpenRouterCatalog / RefreshModelsContext</a:t>
            </a:r>
          </a:p>
          <a:p xmlns:a="http://schemas.openxmlformats.org/drawingml/2006/main">
            <a:r>
              <a:t>边界：无凭据或 401/403/404 时保留输入目录；其他失败抛错。coding-agent 的 ModelRuntime.create 用 withPersonalizedCatalog 接入此函数。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统一消息、模型与工具契约</a:t>
            </a:r>
          </a:p>
          <a:p xmlns:a="http://schemas.openxmlformats.org/drawingml/2006/main">
            <a:r>
              <a:t>定义统一请求/响应、模型能力和工具调用数据。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边界：根入口保持核心能力；具体提供商通过子路径接入。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MOD-01 · 搜索并选择模型 [内置] 按模型名称、ID、提供商或模糊模式选择可用聊天模型，可在会话中更换。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MOD-02 · 默认模型保存 [内置] 将所选模型保存为新会话默认值；当前会话的模型变化单独记录并在恢复时还原。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MOD-03 · 模型循环范围 [内置] 定义常用模型集合和顺序，支持通配符、搜索筛选、整提供商开关及前后切换。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MOD-04 · 推理级别选择 [内置] 在所选模型支持的 off、minimal、low、medium、high、xhigh、max 中选择；不支持的级别会被限制或调整。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MOD-05 · 按模型记忆推理设置 [可选] 配置全局、按模型默认推理级别及 token 预算，避免所有模型都套用同一预算。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MOD-06 · API Key 登录与登出 [内置] 通过交互流程保存或删除提供商凭据，也可使用环境变量而不保存到文件。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MOD-07 · OAuth／订阅认证 [可选] 对支持的提供商走浏览器或设备认证流程，保存令牌并在需要时刷新；可用性受提供商和账户限制。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MOD-09 · 凭据检查与输出 [内置] 在自动化中检测 ready、not_ready、invalid，或解析 API key／bearer token；可控制刷新和剩余有效期要求。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MOD-10 · 多来源认证优先级 [内置] 区分进程覆盖、保存凭据、模型配置和环境凭据，避免配置同时存在时选错来源。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MOD-11 · 模型目录更新与缓存 [内置] 使用随包目录，并可叠加较新在线目录及缓存；手动刷新用于获得新模型能力信息。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MOD-13 · 兼容端点配置 [可选] 接入 Ollama、LM Studio、vLLM、SGLang 或兼容代理，自定义 baseUrl、API 协议和模型表。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MOD-14 · 模型元数据覆盖 [可选] 修改现有模型的上下文、输入或其他描述而不替换整个提供商目录；未知模型 ID 的覆盖被忽略。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MOD-15 · 动态密钥与请求头 [可选] 配置环境变量插值、字面量或命令生成值，以衔接外部密钥管理；模型配置中的命令在请求时执行。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MOD-16 · 按推理级别设置采样 [可选] 在支持的 OpenAI 兼容 API 中按推理级别覆盖 temperature 等采样参数，并与模型和请求级参数合并。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MOD-22 · llama.cpp 路由器连接 [可选] 保存本地 router URL 和可选密钥，并把可用模型接入正常模型选择流程。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MOD-23 · 本地模型加载／卸载 [可选] 观察路由器真实状态，主动加载、卸载模型，并处理睡眠或自动加载模型；不删除磁盘模型文件。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MOD-24 · Hugging Face 模型下载 [可选] 在界面搜索仓库、选择量化版本或输入精确仓库标识；由 llama.cpp 服务端实际下载。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MOD-26 · llama.cpp 原生决策模型 [可选] 识别 router 元数据中 decisions 输出类型，将 Julia-1、Laya、Kev、lev、OpenJev 等只列作分类模型，通过 /v1/systemone 原生调用；无需先加载即可识别睡眠模型。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MOD-29 · 按 OpenRouter 密钥更新目录 [内置／可选认证] 交互启动、打开 /model、登录及 update --models 时刷新并保存个性化聊天目录；离线、print、RPC 使用缓存，外部换 key 后需下次刷新才替换旧目录。代理无 /models/user 或拒绝 key 时退回全目录。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CFG-28 · 编辑器 JSON Schema [开发／配置支持] models、settings、keybindings、theme 的生成 schema 已发布到 pi.dev，供编辑器验证和补全；仓库 schemas 产物由 TypeScript 定义生成。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CFG-29 · 严格主题属性检查 [内置] 启动和 reload 使用一致 schema 校验，拒绝未知顶层及 colors／export 字段，自定义复用颜色放 vars；建议 $schema 改为官方 pi.dev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PROV-38 · llama.cpp 本地服务 [可选] CLI 内置扩展动态提供本地聊天和分类模型，可管理模型生命周期。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PROV-39 · 其他兼容端点 [可选] 自定义 Ollama、LM Studio、vLLM、SGLang 或企业代理，无需每种部署都新增一个内置 provider。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auth-lifecycle / 认证、OAuth 与凭据刷新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场景：第一次登录成功，但后续请求或远程环境中的登录失败。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区分凭据类型</a:t>
            </a:r>
          </a:p>
          <a:p xmlns:a="http://schemas.openxmlformats.org/drawingml/2006/main">
            <a:r>
              <a:t>从 credential 类型和存储接口开始，分辨固定 API key 与会过期的 OAuth 凭据。避免把 UI 显示的已登录当作永远可用。</a:t>
            </a:r>
          </a:p>
          <a:p xmlns:a="http://schemas.openxmlformats.org/drawingml/2006/main">
            <a:r>
              <a:t>输入：登录方式</a:t>
            </a:r>
          </a:p>
          <a:p xmlns:a="http://schemas.openxmlformats.org/drawingml/2006/main">
            <a:r>
              <a:t>输出：凭据类型和存储归属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行为与边界：认证策略随提供商而异；平台差异通过入口隔离。</a:t>
            </a:r>
          </a:p>
          <a:p xmlns:a="http://schemas.openxmlformats.org/drawingml/2006/main">
            <a:r>
              <a:t>源码：packages/ai/src/auth/context.ts:1</a:t>
            </a:r>
          </a:p>
          <a:p xmlns:a="http://schemas.openxmlformats.org/drawingml/2006/main">
            <a:r>
              <a:t>源码：packages/ai/src/auth/credential-store.ts:1</a:t>
            </a:r>
          </a:p>
          <a:p xmlns:a="http://schemas.openxmlformats.org/drawingml/2006/main">
            <a:r>
              <a:t>源码：packages/ai/src/auth/helpers.ts:1</a:t>
            </a:r>
          </a:p>
          <a:p xmlns:a="http://schemas.openxmlformats.org/drawingml/2006/main">
            <a:r>
              <a:t>源码：packages/ai/src/auth/oauth/anthropic.ts:1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源码：packages/ai/src/auth/oauth/device-code.ts:1</a:t>
            </a:r>
          </a:p>
          <a:p xmlns:a="http://schemas.openxmlformats.org/drawingml/2006/main">
            <a:r>
              <a:t>源码：packages/ai/src/auth/oauth/github-copilot.ts:1</a:t>
            </a:r>
          </a:p>
          <a:p xmlns:a="http://schemas.openxmlformats.org/drawingml/2006/main">
            <a:r>
              <a:t>源码：packages/ai/src/auth/oauth/kimi-coding.ts:1</a:t>
            </a:r>
          </a:p>
          <a:p xmlns:a="http://schemas.openxmlformats.org/drawingml/2006/main">
            <a:r>
              <a:t>源码：packages/ai/src/auth/oauth/load.ts:1</a:t>
            </a:r>
          </a:p>
          <a:p xmlns:a="http://schemas.openxmlformats.org/drawingml/2006/main">
            <a:r>
              <a:t>源码：packages/ai/src/auth/oauth/meta.ts:1</a:t>
            </a:r>
          </a:p>
          <a:p xmlns:a="http://schemas.openxmlformats.org/drawingml/2006/main">
            <a:r>
              <a:t>源码：packages/ai/src/auth/oauth/openai-chatgpt.ts:1</a:t>
            </a:r>
          </a:p>
          <a:p xmlns:a="http://schemas.openxmlformats.org/drawingml/2006/main">
            <a:r>
              <a:t>源码：packages/ai/src/auth/oauth/openai-codex.ts:1</a:t>
            </a:r>
          </a:p>
          <a:p xmlns:a="http://schemas.openxmlformats.org/drawingml/2006/main">
            <a:r>
              <a:t>源码：packages/ai/src/auth/oauth/openrouter.ts:1</a:t>
            </a:r>
          </a:p>
          <a:p xmlns:a="http://schemas.openxmlformats.org/drawingml/2006/main">
            <a:r>
              <a:t>源码：packages/ai/src/auth/oauth/pkce.ts:1</a:t>
            </a:r>
          </a:p>
          <a:p xmlns:a="http://schemas.openxmlformats.org/drawingml/2006/main">
            <a:r>
              <a:t>源码：packages/ai/src/auth/oauth/radius.ts:1</a:t>
            </a:r>
          </a:p>
          <a:p xmlns:a="http://schemas.openxmlformats.org/drawingml/2006/main">
            <a:r>
              <a:t>源码：packages/ai/src/auth/oauth/xai.ts:1</a:t>
            </a:r>
          </a:p>
          <a:p xmlns:a="http://schemas.openxmlformats.org/drawingml/2006/main">
            <a:r>
              <a:t>源码：packages/ai/src/auth/resolve.ts:1</a:t>
            </a:r>
          </a:p>
          <a:p xmlns:a="http://schemas.openxmlformats.org/drawingml/2006/main">
            <a:r>
              <a:t>源码：packages/ai/src/auth/types.ts:1</a:t>
            </a:r>
          </a:p>
          <a:p xmlns:a="http://schemas.openxmlformats.org/drawingml/2006/main">
            <a:r>
              <a:t>源码：packages/ai/src/bun-oauth.ts:1</a:t>
            </a:r>
          </a:p>
          <a:p xmlns:a="http://schemas.openxmlformats.org/drawingml/2006/main">
            <a:r>
              <a:t>源码：packages/ai/src/env-api-keys.ts:1</a:t>
            </a:r>
          </a:p>
          <a:p xmlns:a="http://schemas.openxmlformats.org/drawingml/2006/main">
            <a:r>
              <a:t>源码：packages/ai/src/oauth.ts:1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追踪授权交互</a:t>
            </a:r>
          </a:p>
          <a:p xmlns:a="http://schemas.openxmlformats.org/drawingml/2006/main">
            <a:r>
              <a:t>对照回调、state 和 token 获取的实现。授权地址、回调监听与凭据写入分属不同阶段。</a:t>
            </a:r>
          </a:p>
          <a:p xmlns:a="http://schemas.openxmlformats.org/drawingml/2006/main">
            <a:r>
              <a:t>输入：授权请求</a:t>
            </a:r>
          </a:p>
          <a:p xmlns:a="http://schemas.openxmlformats.org/drawingml/2006/main">
            <a:r>
              <a:t>输出：可保存的授权结果</a:t>
            </a:r>
          </a:p>
          <a:p xmlns:a="http://schemas.openxmlformats.org/drawingml/2006/main">
            <a:r>
              <a:t>入口：/login openai；OpenAI OAuth 子路径</a:t>
            </a:r>
          </a:p>
          <a:p xmlns:a="http://schemas.openxmlformats.org/drawingml/2006/main">
            <a:r>
              <a:t>行为与边界：认证方法选择与模型服务不同；deviceId 和凭据由产品层配置存储。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源码：packages/ai/src/auth/oauth/openai-chatgpt.ts:1</a:t>
            </a:r>
          </a:p>
          <a:p xmlns:a="http://schemas.openxmlformats.org/drawingml/2006/main">
            <a:r>
              <a:t>源码：packages/ai/src/providers/openai.ts:1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处理远程与复制代码场景</a:t>
            </a:r>
          </a:p>
          <a:p xmlns:a="http://schemas.openxmlformats.org/drawingml/2006/main">
            <a:r>
              <a:t>查看无法在当前主机接收浏览器回调时的交互分支，辨认用户输入与自动回调的验证要求。</a:t>
            </a:r>
          </a:p>
          <a:p xmlns:a="http://schemas.openxmlformats.org/drawingml/2006/main">
            <a:r>
              <a:t>输入：浏览器与 CLI 所在环境</a:t>
            </a:r>
          </a:p>
          <a:p xmlns:a="http://schemas.openxmlformats.org/drawingml/2006/main">
            <a:r>
              <a:t>输出：经过验证的授权完成信号</a:t>
            </a:r>
          </a:p>
          <a:p xmlns:a="http://schemas.openxmlformats.org/drawingml/2006/main">
            <a:r>
              <a:t>入口：Anthropic copy code；OAuth callback</a:t>
            </a:r>
          </a:p>
          <a:p xmlns:a="http://schemas.openxmlformats.org/drawingml/2006/main">
            <a:r>
              <a:t>行为与边界：这是认证交互路径，不改变模型消息与工具契约。</a:t>
            </a:r>
          </a:p>
          <a:p xmlns:a="http://schemas.openxmlformats.org/drawingml/2006/main">
            <a:r>
              <a:t>源码：packages/ai/src/auth/oauth/anthropic.ts:1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源码：packages/ai/src/auth/oauth/openrouter.ts:1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在请求时解析凭据</a:t>
            </a:r>
          </a:p>
          <a:p xmlns:a="http://schemas.openxmlformats.org/drawingml/2006/main">
            <a:r>
              <a:t>回到运行时的凭据解析，检查刷新、注销和替换如何影响下一次请求。读取失败与供应商拒绝应保留各自错误。</a:t>
            </a:r>
          </a:p>
          <a:p xmlns:a="http://schemas.openxmlformats.org/drawingml/2006/main">
            <a:r>
              <a:t>输入：保存的凭据与当前时间</a:t>
            </a:r>
          </a:p>
          <a:p xmlns:a="http://schemas.openxmlformats.org/drawingml/2006/main">
            <a:r>
              <a:t>输出：本次请求可用凭据或明确错误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行为与边界：打印凭据的命令会写秘密到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源码：packages/coding-agent/src/cli/auth-check.ts:1</a:t>
            </a:r>
          </a:p>
          <a:p xmlns:a="http://schemas.openxmlformats.org/drawingml/2006/main">
            <a:r>
              <a:t>源码：packages/coding-agent/src/cli/auth-command.ts:1</a:t>
            </a:r>
          </a:p>
          <a:p xmlns:a="http://schemas.openxmlformats.org/drawingml/2006/main">
            <a:r>
              <a:t>源码：packages/coding-agent/src/cli/credential-print.ts:1</a:t>
            </a:r>
          </a:p>
          <a:p xmlns:a="http://schemas.openxmlformats.org/drawingml/2006/main">
            <a:r>
              <a:t>源码：packages/coding-agent/src/core/auth-guidance.ts:1</a:t>
            </a:r>
          </a:p>
          <a:p xmlns:a="http://schemas.openxmlformats.org/drawingml/2006/main">
            <a:r>
              <a:t>源码：packages/coding-agent/src/core/auth-storage.ts:1</a:t>
            </a:r>
          </a:p>
          <a:p xmlns:a="http://schemas.openxmlformats.org/drawingml/2006/main">
            <a:r>
              <a:t>源码：packages/coding-agent/src/core/runtime-credentials.ts:1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失败与恢复：回调到达、token 获取、凭据保存与后续刷新都有独立失败点；不要在日志或练习笔记中输出真实密钥。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练习：在现有认证测试中找一个成功刷新和一个失败分支，画出旧凭据到新凭据的变化。</a:t>
            </a:r>
          </a:p>
          <a:p xmlns:a="http://schemas.openxmlformats.org/drawingml/2006/main">
            <a:r>
              <a:t>参考判断：应能说明谁负责保存、谁负责刷新，以及失败是否留下原凭据；答案必须对应所选提供商的实现。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凭据存储、解析与 OAuth</a:t>
            </a:r>
          </a:p>
          <a:p xmlns:a="http://schemas.openxmlformats.org/drawingml/2006/main">
            <a:r>
              <a:t>统一凭据来源、登录流程与刷新。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边界：认证策略随提供商而异；平台差异通过入口隔离。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ChatGPT 登录与 OAuth 回调</a:t>
            </a:r>
          </a:p>
          <a:p xmlns:a="http://schemas.openxmlformats.org/drawingml/2006/main">
            <a:r>
              <a:t>让 OpenAI 提供商使用 ChatGPT 登录凭据，并支持浏览器回调处理。</a:t>
            </a:r>
          </a:p>
          <a:p xmlns:a="http://schemas.openxmlformats.org/drawingml/2006/main">
            <a:r>
              <a:t>入口：/login openai；OpenAI OAuth 子路径</a:t>
            </a:r>
          </a:p>
          <a:p xmlns:a="http://schemas.openxmlformats.org/drawingml/2006/main">
            <a:r>
              <a:t>边界：认证方法选择与模型服务不同；deviceId 和凭据由产品层配置存储。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远端浏览器与复制代码登录</a:t>
            </a:r>
          </a:p>
          <a:p xmlns:a="http://schemas.openxmlformats.org/drawingml/2006/main">
            <a:r>
              <a:t>在浏览器不运行于 Pi 所在机器时处理复制代码/回调的授权流程。</a:t>
            </a:r>
          </a:p>
          <a:p xmlns:a="http://schemas.openxmlformats.org/drawingml/2006/main">
            <a:r>
              <a:t>入口：Anthropic copy code；OAuth callback</a:t>
            </a:r>
          </a:p>
          <a:p xmlns:a="http://schemas.openxmlformats.org/drawingml/2006/main">
            <a:r>
              <a:t>边界：这是认证交互路径，不改变模型消息与工具契约。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认证存储、检查与凭据解析</a:t>
            </a:r>
          </a:p>
          <a:p xmlns:a="http://schemas.openxmlformats.org/drawingml/2006/main">
            <a:r>
              <a:t>存储/解析认证信息，并提供凭据有效性检查。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边界：打印凭据的命令会写秘密到 stdout；此导览只索引实现，不读取用户凭据。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工作负载联合身份</a:t>
            </a:r>
          </a:p>
          <a:p xmlns:a="http://schemas.openxmlformats.org/drawingml/2006/main">
            <a:r>
              <a:t>从提供商支持的环境配置解析身份认证，可使用 API key、OAuth 或联合身份路径。</a:t>
            </a:r>
          </a:p>
          <a:p xmlns:a="http://schemas.openxmlformats.org/drawingml/2006/main">
            <a:r>
              <a:t>入口：ANTHROPIC_FEDERATION_RULE_ID / ORGANIZATION_ID / IDENTITY_TOKEN_FILE</a:t>
            </a:r>
          </a:p>
          <a:p xmlns:a="http://schemas.openxmlformats.org/drawingml/2006/main">
            <a:r>
              <a:t>边界：是否可用由所选提供商声明与实际凭据决定；文档快照不读取用户认证文件。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Radius 登录与 MCP 一步配置</a:t>
            </a:r>
          </a:p>
          <a:p xmlns:a="http://schemas.openxmlformats.org/drawingml/2006/main">
            <a:r>
              <a:t>在登录菜单中提供 Radius 认证，并在完成登录后引导配置其 MCP 服务。</a:t>
            </a:r>
          </a:p>
          <a:p xmlns:a="http://schemas.openxmlformats.org/drawingml/2006/main">
            <a:r>
              <a:t>入口：/login → Sign in with Radius</a:t>
            </a:r>
          </a:p>
          <a:p xmlns:a="http://schemas.openxmlformats.org/drawingml/2006/main">
            <a:r>
              <a:t>边界：模型凭据与 MCP 连接属于不同对象，服务采用提供商认证配置复用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MOD-06 · API Key 登录与登出 [内置] 通过交互流程保存或删除提供商凭据，也可使用环境变量而不保存到文件。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MOD-07 · OAuth／订阅认证 [可选] 对支持的提供商走浏览器或设备认证流程，保存令牌并在需要时刷新；可用性受提供商和账户限制。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MOD-08 · 云平台凭据 [可选] 接入 AWS 环境凭据、profile、角色或 Google ADC／服务账号等已有云认证机制。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MOD-09 · 凭据检查与输出 [内置] 在自动化中检测 ready、not_ready、invalid，或解析 API key／bearer token；可控制刷新和剩余有效期要求。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MOD-10 · 多来源认证优先级 [内置] 区分进程覆盖、保存凭据、模型配置和环境凭据，避免配置同时存在时选错来源。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MOD-15 · 动态密钥与请求头 [可选] 配置环境变量插值、字面量或命令生成值，以衔接外部密钥管理；模型配置中的命令在请求时执行。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MOD-28 · 订阅刷新与本地回调恢复 [内置认证行为] 已经开始的 OAuth 刷新会完成并保存轮换令牌，避免取消请求造成凭据失效；Anthropic 登录默认回调端口被占用时改用空闲 loopback 端口。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AI-09 · 认证解析与可用性检查 [库] 根据提供商规则解析保存凭据、OAuth、环境或云认证，可在不请求模型时检查认证。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AI-10 · 可注入凭据存储 [库] 默认内存存储，可注入持久存储；序列化 read-modify-write 用于避免并发刷新同一令牌。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AI-11 · 通用登录交互 [库] 提供商通过 prompt／notify 驱动密钥输入、选择、授权 URL、设备码或手动回调，宿主决定如何展示。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AI-37 · 宿主登录名称定制 [库] 宿主可替换 ChatGPT 登录的 agent name 提示及 Codex 浏览器 originator，供嵌入式产品展示自身身份。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auth-lifecycle / 认证、OAuth 与凭据刷新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场景：第一次登录成功，但后续请求或远程环境中的登录失败。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区分凭据类型</a:t>
            </a:r>
          </a:p>
          <a:p xmlns:a="http://schemas.openxmlformats.org/drawingml/2006/main">
            <a:r>
              <a:t>从 credential 类型和存储接口开始，分辨固定 API key 与会过期的 OAuth 凭据。避免把 UI 显示的已登录当作永远可用。</a:t>
            </a:r>
          </a:p>
          <a:p xmlns:a="http://schemas.openxmlformats.org/drawingml/2006/main">
            <a:r>
              <a:t>输入：登录方式</a:t>
            </a:r>
          </a:p>
          <a:p xmlns:a="http://schemas.openxmlformats.org/drawingml/2006/main">
            <a:r>
              <a:t>输出：凭据类型和存储归属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行为与边界：认证策略随提供商而异；平台差异通过入口隔离。</a:t>
            </a:r>
          </a:p>
          <a:p xmlns:a="http://schemas.openxmlformats.org/drawingml/2006/main">
            <a:r>
              <a:t>源码：packages/ai/src/auth/context.ts:1</a:t>
            </a:r>
          </a:p>
          <a:p xmlns:a="http://schemas.openxmlformats.org/drawingml/2006/main">
            <a:r>
              <a:t>源码：packages/ai/src/auth/credential-store.ts:1</a:t>
            </a:r>
          </a:p>
          <a:p xmlns:a="http://schemas.openxmlformats.org/drawingml/2006/main">
            <a:r>
              <a:t>源码：packages/ai/src/auth/helpers.ts:1</a:t>
            </a:r>
          </a:p>
          <a:p xmlns:a="http://schemas.openxmlformats.org/drawingml/2006/main">
            <a:r>
              <a:t>源码：packages/ai/src/auth/oauth/anthropic.ts:1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源码：packages/ai/src/auth/oauth/device-code.ts:1</a:t>
            </a:r>
          </a:p>
          <a:p xmlns:a="http://schemas.openxmlformats.org/drawingml/2006/main">
            <a:r>
              <a:t>源码：packages/ai/src/auth/oauth/github-copilot.ts:1</a:t>
            </a:r>
          </a:p>
          <a:p xmlns:a="http://schemas.openxmlformats.org/drawingml/2006/main">
            <a:r>
              <a:t>源码：packages/ai/src/auth/oauth/kimi-coding.ts:1</a:t>
            </a:r>
          </a:p>
          <a:p xmlns:a="http://schemas.openxmlformats.org/drawingml/2006/main">
            <a:r>
              <a:t>源码：packages/ai/src/auth/oauth/load.ts:1</a:t>
            </a:r>
          </a:p>
          <a:p xmlns:a="http://schemas.openxmlformats.org/drawingml/2006/main">
            <a:r>
              <a:t>源码：packages/ai/src/auth/oauth/meta.ts:1</a:t>
            </a:r>
          </a:p>
          <a:p xmlns:a="http://schemas.openxmlformats.org/drawingml/2006/main">
            <a:r>
              <a:t>源码：packages/ai/src/auth/oauth/openai-chatgpt.ts:1</a:t>
            </a:r>
          </a:p>
          <a:p xmlns:a="http://schemas.openxmlformats.org/drawingml/2006/main">
            <a:r>
              <a:t>源码：packages/ai/src/auth/oauth/openai-codex.ts:1</a:t>
            </a:r>
          </a:p>
          <a:p xmlns:a="http://schemas.openxmlformats.org/drawingml/2006/main">
            <a:r>
              <a:t>源码：packages/ai/src/auth/oauth/openrouter.ts:1</a:t>
            </a:r>
          </a:p>
          <a:p xmlns:a="http://schemas.openxmlformats.org/drawingml/2006/main">
            <a:r>
              <a:t>源码：packages/ai/src/auth/oauth/pkce.ts:1</a:t>
            </a:r>
          </a:p>
          <a:p xmlns:a="http://schemas.openxmlformats.org/drawingml/2006/main">
            <a:r>
              <a:t>源码：packages/ai/src/auth/oauth/radius.ts:1</a:t>
            </a:r>
          </a:p>
          <a:p xmlns:a="http://schemas.openxmlformats.org/drawingml/2006/main">
            <a:r>
              <a:t>源码：packages/ai/src/auth/oauth/xai.ts:1</a:t>
            </a:r>
          </a:p>
          <a:p xmlns:a="http://schemas.openxmlformats.org/drawingml/2006/main">
            <a:r>
              <a:t>源码：packages/ai/src/auth/resolve.ts:1</a:t>
            </a:r>
          </a:p>
          <a:p xmlns:a="http://schemas.openxmlformats.org/drawingml/2006/main">
            <a:r>
              <a:t>源码：packages/ai/src/auth/types.ts:1</a:t>
            </a:r>
          </a:p>
          <a:p xmlns:a="http://schemas.openxmlformats.org/drawingml/2006/main">
            <a:r>
              <a:t>源码：packages/ai/src/bun-oauth.ts:1</a:t>
            </a:r>
          </a:p>
          <a:p xmlns:a="http://schemas.openxmlformats.org/drawingml/2006/main">
            <a:r>
              <a:t>源码：packages/ai/src/env-api-keys.ts:1</a:t>
            </a:r>
          </a:p>
          <a:p xmlns:a="http://schemas.openxmlformats.org/drawingml/2006/main">
            <a:r>
              <a:t>源码：packages/ai/src/oauth.ts:1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追踪授权交互</a:t>
            </a:r>
          </a:p>
          <a:p xmlns:a="http://schemas.openxmlformats.org/drawingml/2006/main">
            <a:r>
              <a:t>对照回调、state 和 token 获取的实现。授权地址、回调监听与凭据写入分属不同阶段。</a:t>
            </a:r>
          </a:p>
          <a:p xmlns:a="http://schemas.openxmlformats.org/drawingml/2006/main">
            <a:r>
              <a:t>输入：授权请求</a:t>
            </a:r>
          </a:p>
          <a:p xmlns:a="http://schemas.openxmlformats.org/drawingml/2006/main">
            <a:r>
              <a:t>输出：可保存的授权结果</a:t>
            </a:r>
          </a:p>
          <a:p xmlns:a="http://schemas.openxmlformats.org/drawingml/2006/main">
            <a:r>
              <a:t>入口：/login openai；OpenAI OAuth 子路径</a:t>
            </a:r>
          </a:p>
          <a:p xmlns:a="http://schemas.openxmlformats.org/drawingml/2006/main">
            <a:r>
              <a:t>行为与边界：认证方法选择与模型服务不同；deviceId 和凭据由产品层配置存储。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源码：packages/ai/src/auth/oauth/openai-chatgpt.ts:1</a:t>
            </a:r>
          </a:p>
          <a:p xmlns:a="http://schemas.openxmlformats.org/drawingml/2006/main">
            <a:r>
              <a:t>源码：packages/ai/src/providers/openai.ts:1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处理远程与复制代码场景</a:t>
            </a:r>
          </a:p>
          <a:p xmlns:a="http://schemas.openxmlformats.org/drawingml/2006/main">
            <a:r>
              <a:t>查看无法在当前主机接收浏览器回调时的交互分支，辨认用户输入与自动回调的验证要求。</a:t>
            </a:r>
          </a:p>
          <a:p xmlns:a="http://schemas.openxmlformats.org/drawingml/2006/main">
            <a:r>
              <a:t>输入：浏览器与 CLI 所在环境</a:t>
            </a:r>
          </a:p>
          <a:p xmlns:a="http://schemas.openxmlformats.org/drawingml/2006/main">
            <a:r>
              <a:t>输出：经过验证的授权完成信号</a:t>
            </a:r>
          </a:p>
          <a:p xmlns:a="http://schemas.openxmlformats.org/drawingml/2006/main">
            <a:r>
              <a:t>入口：Anthropic copy code；OAuth callback</a:t>
            </a:r>
          </a:p>
          <a:p xmlns:a="http://schemas.openxmlformats.org/drawingml/2006/main">
            <a:r>
              <a:t>行为与边界：这是认证交互路径，不改变模型消息与工具契约。</a:t>
            </a:r>
          </a:p>
          <a:p xmlns:a="http://schemas.openxmlformats.org/drawingml/2006/main">
            <a:r>
              <a:t>源码：packages/ai/src/auth/oauth/anthropic.ts:1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源码：packages/ai/src/auth/oauth/openrouter.ts:1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在请求时解析凭据</a:t>
            </a:r>
          </a:p>
          <a:p xmlns:a="http://schemas.openxmlformats.org/drawingml/2006/main">
            <a:r>
              <a:t>回到运行时的凭据解析，检查刷新、注销和替换如何影响下一次请求。读取失败与供应商拒绝应保留各自错误。</a:t>
            </a:r>
          </a:p>
          <a:p xmlns:a="http://schemas.openxmlformats.org/drawingml/2006/main">
            <a:r>
              <a:t>输入：保存的凭据与当前时间</a:t>
            </a:r>
          </a:p>
          <a:p xmlns:a="http://schemas.openxmlformats.org/drawingml/2006/main">
            <a:r>
              <a:t>输出：本次请求可用凭据或明确错误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行为与边界：打印凭据的命令会写秘密到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源码：packages/coding-agent/src/cli/auth-check.ts:1</a:t>
            </a:r>
          </a:p>
          <a:p xmlns:a="http://schemas.openxmlformats.org/drawingml/2006/main">
            <a:r>
              <a:t>源码：packages/coding-agent/src/cli/auth-command.ts:1</a:t>
            </a:r>
          </a:p>
          <a:p xmlns:a="http://schemas.openxmlformats.org/drawingml/2006/main">
            <a:r>
              <a:t>源码：packages/coding-agent/src/cli/credential-print.ts:1</a:t>
            </a:r>
          </a:p>
          <a:p xmlns:a="http://schemas.openxmlformats.org/drawingml/2006/main">
            <a:r>
              <a:t>源码：packages/coding-agent/src/core/auth-guidance.ts:1</a:t>
            </a:r>
          </a:p>
          <a:p xmlns:a="http://schemas.openxmlformats.org/drawingml/2006/main">
            <a:r>
              <a:t>源码：packages/coding-agent/src/core/auth-storage.ts:1</a:t>
            </a:r>
          </a:p>
          <a:p xmlns:a="http://schemas.openxmlformats.org/drawingml/2006/main">
            <a:r>
              <a:t>源码：packages/coding-agent/src/core/runtime-credentials.ts:1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失败与恢复：回调到达、token 获取、凭据保存与后续刷新都有独立失败点；不要在日志或练习笔记中输出真实密钥。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练习：在现有认证测试中找一个成功刷新和一个失败分支，画出旧凭据到新凭据的变化。</a:t>
            </a:r>
          </a:p>
          <a:p xmlns:a="http://schemas.openxmlformats.org/drawingml/2006/main">
            <a:r>
              <a:t>参考判断：应能说明谁负责保存、谁负责刷新，以及失败是否留下原凭据；答案必须对应所选提供商的实现。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凭据存储、解析与 OAuth</a:t>
            </a:r>
          </a:p>
          <a:p xmlns:a="http://schemas.openxmlformats.org/drawingml/2006/main">
            <a:r>
              <a:t>统一凭据来源、登录流程与刷新。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边界：认证策略随提供商而异；平台差异通过入口隔离。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ChatGPT 登录与 OAuth 回调</a:t>
            </a:r>
          </a:p>
          <a:p xmlns:a="http://schemas.openxmlformats.org/drawingml/2006/main">
            <a:r>
              <a:t>让 OpenAI 提供商使用 ChatGPT 登录凭据，并支持浏览器回调处理。</a:t>
            </a:r>
          </a:p>
          <a:p xmlns:a="http://schemas.openxmlformats.org/drawingml/2006/main">
            <a:r>
              <a:t>入口：/login openai；OpenAI OAuth 子路径</a:t>
            </a:r>
          </a:p>
          <a:p xmlns:a="http://schemas.openxmlformats.org/drawingml/2006/main">
            <a:r>
              <a:t>边界：认证方法选择与模型服务不同；deviceId 和凭据由产品层配置存储。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远端浏览器与复制代码登录</a:t>
            </a:r>
          </a:p>
          <a:p xmlns:a="http://schemas.openxmlformats.org/drawingml/2006/main">
            <a:r>
              <a:t>在浏览器不运行于 Pi 所在机器时处理复制代码/回调的授权流程。</a:t>
            </a:r>
          </a:p>
          <a:p xmlns:a="http://schemas.openxmlformats.org/drawingml/2006/main">
            <a:r>
              <a:t>入口：Anthropic copy code；OAuth callback</a:t>
            </a:r>
          </a:p>
          <a:p xmlns:a="http://schemas.openxmlformats.org/drawingml/2006/main">
            <a:r>
              <a:t>边界：这是认证交互路径，不改变模型消息与工具契约。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认证存储、检查与凭据解析</a:t>
            </a:r>
          </a:p>
          <a:p xmlns:a="http://schemas.openxmlformats.org/drawingml/2006/main">
            <a:r>
              <a:t>存储/解析认证信息，并提供凭据有效性检查。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边界：打印凭据的命令会写秘密到 stdout；此导览只索引实现，不读取用户凭据。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工作负载联合身份</a:t>
            </a:r>
          </a:p>
          <a:p xmlns:a="http://schemas.openxmlformats.org/drawingml/2006/main">
            <a:r>
              <a:t>从提供商支持的环境配置解析身份认证，可使用 API key、OAuth 或联合身份路径。</a:t>
            </a:r>
          </a:p>
          <a:p xmlns:a="http://schemas.openxmlformats.org/drawingml/2006/main">
            <a:r>
              <a:t>入口：ANTHROPIC_FEDERATION_RULE_ID / ORGANIZATION_ID / IDENTITY_TOKEN_FILE</a:t>
            </a:r>
          </a:p>
          <a:p xmlns:a="http://schemas.openxmlformats.org/drawingml/2006/main">
            <a:r>
              <a:t>边界：是否可用由所选提供商声明与实际凭据决定；文档快照不读取用户认证文件。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Radius 登录与 MCP 一步配置</a:t>
            </a:r>
          </a:p>
          <a:p xmlns:a="http://schemas.openxmlformats.org/drawingml/2006/main">
            <a:r>
              <a:t>在登录菜单中提供 Radius 认证，并在完成登录后引导配置其 MCP 服务。</a:t>
            </a:r>
          </a:p>
          <a:p xmlns:a="http://schemas.openxmlformats.org/drawingml/2006/main">
            <a:r>
              <a:t>入口：/login → Sign in with Radius</a:t>
            </a:r>
          </a:p>
          <a:p xmlns:a="http://schemas.openxmlformats.org/drawingml/2006/main">
            <a:r>
              <a:t>边界：模型凭据与 MCP 连接属于不同对象，服务采用提供商认证配置复用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MOD-06 · API Key 登录与登出 [内置] 通过交互流程保存或删除提供商凭据，也可使用环境变量而不保存到文件。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MOD-07 · OAuth／订阅认证 [可选] 对支持的提供商走浏览器或设备认证流程，保存令牌并在需要时刷新；可用性受提供商和账户限制。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MOD-08 · 云平台凭据 [可选] 接入 AWS 环境凭据、profile、角色或 Google ADC／服务账号等已有云认证机制。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MOD-09 · 凭据检查与输出 [内置] 在自动化中检测 ready、not_ready、invalid，或解析 API key／bearer token；可控制刷新和剩余有效期要求。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MOD-10 · 多来源认证优先级 [内置] 区分进程覆盖、保存凭据、模型配置和环境凭据，避免配置同时存在时选错来源。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MOD-15 · 动态密钥与请求头 [可选] 配置环境变量插值、字面量或命令生成值，以衔接外部密钥管理；模型配置中的命令在请求时执行。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MOD-28 · 订阅刷新与本地回调恢复 [内置认证行为] 已经开始的 OAuth 刷新会完成并保存轮换令牌，避免取消请求造成凭据失效；Anthropic 登录默认回调端口被占用时改用空闲 loopback 端口。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AI-09 · 认证解析与可用性检查 [库] 根据提供商规则解析保存凭据、OAuth、环境或云认证，可在不请求模型时检查认证。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AI-10 · 可注入凭据存储 [库] 默认内存存储，可注入持久存储；序列化 read-modify-write 用于避免并发刷新同一令牌。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AI-11 · 通用登录交互 [库] 提供商通过 prompt／notify 驱动密钥输入、选择、授权 URL、设备码或手动回调，宿主决定如何展示。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AI-37 · 宿主登录名称定制 [库] 宿主可替换 ChatGPT 登录的 agent name 提示及 Codex 浏览器 originator，供嵌入式产品展示自身身份。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auth-lifecycle / 认证、OAuth 与凭据刷新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场景：第一次登录成功，但后续请求或远程环境中的登录失败。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区分凭据类型</a:t>
            </a:r>
          </a:p>
          <a:p xmlns:a="http://schemas.openxmlformats.org/drawingml/2006/main">
            <a:r>
              <a:t>从 credential 类型和存储接口开始，分辨固定 API key 与会过期的 OAuth 凭据。避免把 UI 显示的已登录当作永远可用。</a:t>
            </a:r>
          </a:p>
          <a:p xmlns:a="http://schemas.openxmlformats.org/drawingml/2006/main">
            <a:r>
              <a:t>输入：登录方式</a:t>
            </a:r>
          </a:p>
          <a:p xmlns:a="http://schemas.openxmlformats.org/drawingml/2006/main">
            <a:r>
              <a:t>输出：凭据类型和存储归属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行为与边界：认证策略随提供商而异；平台差异通过入口隔离。</a:t>
            </a:r>
          </a:p>
          <a:p xmlns:a="http://schemas.openxmlformats.org/drawingml/2006/main">
            <a:r>
              <a:t>源码：packages/ai/src/auth/context.ts:1</a:t>
            </a:r>
          </a:p>
          <a:p xmlns:a="http://schemas.openxmlformats.org/drawingml/2006/main">
            <a:r>
              <a:t>源码：packages/ai/src/auth/credential-store.ts:1</a:t>
            </a:r>
          </a:p>
          <a:p xmlns:a="http://schemas.openxmlformats.org/drawingml/2006/main">
            <a:r>
              <a:t>源码：packages/ai/src/auth/helpers.ts:1</a:t>
            </a:r>
          </a:p>
          <a:p xmlns:a="http://schemas.openxmlformats.org/drawingml/2006/main">
            <a:r>
              <a:t>源码：packages/ai/src/auth/oauth/anthropic.ts:1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源码：packages/ai/src/auth/oauth/device-code.ts:1</a:t>
            </a:r>
          </a:p>
          <a:p xmlns:a="http://schemas.openxmlformats.org/drawingml/2006/main">
            <a:r>
              <a:t>源码：packages/ai/src/auth/oauth/github-copilot.ts:1</a:t>
            </a:r>
          </a:p>
          <a:p xmlns:a="http://schemas.openxmlformats.org/drawingml/2006/main">
            <a:r>
              <a:t>源码：packages/ai/src/auth/oauth/kimi-coding.ts:1</a:t>
            </a:r>
          </a:p>
          <a:p xmlns:a="http://schemas.openxmlformats.org/drawingml/2006/main">
            <a:r>
              <a:t>源码：packages/ai/src/auth/oauth/load.ts:1</a:t>
            </a:r>
          </a:p>
          <a:p xmlns:a="http://schemas.openxmlformats.org/drawingml/2006/main">
            <a:r>
              <a:t>源码：packages/ai/src/auth/oauth/meta.ts:1</a:t>
            </a:r>
          </a:p>
          <a:p xmlns:a="http://schemas.openxmlformats.org/drawingml/2006/main">
            <a:r>
              <a:t>源码：packages/ai/src/auth/oauth/openai-chatgpt.ts:1</a:t>
            </a:r>
          </a:p>
          <a:p xmlns:a="http://schemas.openxmlformats.org/drawingml/2006/main">
            <a:r>
              <a:t>源码：packages/ai/src/auth/oauth/openai-codex.ts:1</a:t>
            </a:r>
          </a:p>
          <a:p xmlns:a="http://schemas.openxmlformats.org/drawingml/2006/main">
            <a:r>
              <a:t>源码：packages/ai/src/auth/oauth/openrouter.ts:1</a:t>
            </a:r>
          </a:p>
          <a:p xmlns:a="http://schemas.openxmlformats.org/drawingml/2006/main">
            <a:r>
              <a:t>源码：packages/ai/src/auth/oauth/pkce.ts:1</a:t>
            </a:r>
          </a:p>
          <a:p xmlns:a="http://schemas.openxmlformats.org/drawingml/2006/main">
            <a:r>
              <a:t>源码：packages/ai/src/auth/oauth/radius.ts:1</a:t>
            </a:r>
          </a:p>
          <a:p xmlns:a="http://schemas.openxmlformats.org/drawingml/2006/main">
            <a:r>
              <a:t>源码：packages/ai/src/auth/oauth/xai.ts:1</a:t>
            </a:r>
          </a:p>
          <a:p xmlns:a="http://schemas.openxmlformats.org/drawingml/2006/main">
            <a:r>
              <a:t>源码：packages/ai/src/auth/resolve.ts:1</a:t>
            </a:r>
          </a:p>
          <a:p xmlns:a="http://schemas.openxmlformats.org/drawingml/2006/main">
            <a:r>
              <a:t>源码：packages/ai/src/auth/types.ts:1</a:t>
            </a:r>
          </a:p>
          <a:p xmlns:a="http://schemas.openxmlformats.org/drawingml/2006/main">
            <a:r>
              <a:t>源码：packages/ai/src/bun-oauth.ts:1</a:t>
            </a:r>
          </a:p>
          <a:p xmlns:a="http://schemas.openxmlformats.org/drawingml/2006/main">
            <a:r>
              <a:t>源码：packages/ai/src/env-api-keys.ts:1</a:t>
            </a:r>
          </a:p>
          <a:p xmlns:a="http://schemas.openxmlformats.org/drawingml/2006/main">
            <a:r>
              <a:t>源码：packages/ai/src/oauth.ts:1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追踪授权交互</a:t>
            </a:r>
          </a:p>
          <a:p xmlns:a="http://schemas.openxmlformats.org/drawingml/2006/main">
            <a:r>
              <a:t>对照回调、state 和 token 获取的实现。授权地址、回调监听与凭据写入分属不同阶段。</a:t>
            </a:r>
          </a:p>
          <a:p xmlns:a="http://schemas.openxmlformats.org/drawingml/2006/main">
            <a:r>
              <a:t>输入：授权请求</a:t>
            </a:r>
          </a:p>
          <a:p xmlns:a="http://schemas.openxmlformats.org/drawingml/2006/main">
            <a:r>
              <a:t>输出：可保存的授权结果</a:t>
            </a:r>
          </a:p>
          <a:p xmlns:a="http://schemas.openxmlformats.org/drawingml/2006/main">
            <a:r>
              <a:t>入口：/login openai；OpenAI OAuth 子路径</a:t>
            </a:r>
          </a:p>
          <a:p xmlns:a="http://schemas.openxmlformats.org/drawingml/2006/main">
            <a:r>
              <a:t>行为与边界：认证方法选择与模型服务不同；deviceId 和凭据由产品层配置存储。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源码：packages/ai/src/auth/oauth/openai-chatgpt.ts:1</a:t>
            </a:r>
          </a:p>
          <a:p xmlns:a="http://schemas.openxmlformats.org/drawingml/2006/main">
            <a:r>
              <a:t>源码：packages/ai/src/providers/openai.ts:1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处理远程与复制代码场景</a:t>
            </a:r>
          </a:p>
          <a:p xmlns:a="http://schemas.openxmlformats.org/drawingml/2006/main">
            <a:r>
              <a:t>查看无法在当前主机接收浏览器回调时的交互分支，辨认用户输入与自动回调的验证要求。</a:t>
            </a:r>
          </a:p>
          <a:p xmlns:a="http://schemas.openxmlformats.org/drawingml/2006/main">
            <a:r>
              <a:t>输入：浏览器与 CLI 所在环境</a:t>
            </a:r>
          </a:p>
          <a:p xmlns:a="http://schemas.openxmlformats.org/drawingml/2006/main">
            <a:r>
              <a:t>输出：经过验证的授权完成信号</a:t>
            </a:r>
          </a:p>
          <a:p xmlns:a="http://schemas.openxmlformats.org/drawingml/2006/main">
            <a:r>
              <a:t>入口：Anthropic copy code；OAuth callback</a:t>
            </a:r>
          </a:p>
          <a:p xmlns:a="http://schemas.openxmlformats.org/drawingml/2006/main">
            <a:r>
              <a:t>行为与边界：这是认证交互路径，不改变模型消息与工具契约。</a:t>
            </a:r>
          </a:p>
          <a:p xmlns:a="http://schemas.openxmlformats.org/drawingml/2006/main">
            <a:r>
              <a:t>源码：packages/ai/src/auth/oauth/anthropic.ts:1</a:t>
            </a:r>
          </a:p>
          <a:p xmlns:a="http://schemas.openxmlformats.org/drawingml/2006/main">
            <a:r>
              <a:t>源码：packages/ai/src/auth/oauth/callback-server.ts:1</a:t>
            </a:r>
          </a:p>
          <a:p xmlns:a="http://schemas.openxmlformats.org/drawingml/2006/main">
            <a:r>
              <a:t>源码：packages/ai/src/auth/oauth/openrouter.ts:1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在请求时解析凭据</a:t>
            </a:r>
          </a:p>
          <a:p xmlns:a="http://schemas.openxmlformats.org/drawingml/2006/main">
            <a:r>
              <a:t>回到运行时的凭据解析，检查刷新、注销和替换如何影响下一次请求。读取失败与供应商拒绝应保留各自错误。</a:t>
            </a:r>
          </a:p>
          <a:p xmlns:a="http://schemas.openxmlformats.org/drawingml/2006/main">
            <a:r>
              <a:t>输入：保存的凭据与当前时间</a:t>
            </a:r>
          </a:p>
          <a:p xmlns:a="http://schemas.openxmlformats.org/drawingml/2006/main">
            <a:r>
              <a:t>输出：本次请求可用凭据或明确错误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行为与边界：打印凭据的命令会写秘密到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源码：packages/coding-agent/src/cli/auth-check.ts:1</a:t>
            </a:r>
          </a:p>
          <a:p xmlns:a="http://schemas.openxmlformats.org/drawingml/2006/main">
            <a:r>
              <a:t>源码：packages/coding-agent/src/cli/auth-command.ts:1</a:t>
            </a:r>
          </a:p>
          <a:p xmlns:a="http://schemas.openxmlformats.org/drawingml/2006/main">
            <a:r>
              <a:t>源码：packages/coding-agent/src/cli/credential-print.ts:1</a:t>
            </a:r>
          </a:p>
          <a:p xmlns:a="http://schemas.openxmlformats.org/drawingml/2006/main">
            <a:r>
              <a:t>源码：packages/coding-agent/src/core/auth-guidance.ts:1</a:t>
            </a:r>
          </a:p>
          <a:p xmlns:a="http://schemas.openxmlformats.org/drawingml/2006/main">
            <a:r>
              <a:t>源码：packages/coding-agent/src/core/auth-storage.ts:1</a:t>
            </a:r>
          </a:p>
          <a:p xmlns:a="http://schemas.openxmlformats.org/drawingml/2006/main">
            <a:r>
              <a:t>源码：packages/coding-agent/src/core/runtime-credentials.ts:1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失败与恢复：回调到达、token 获取、凭据保存与后续刷新都有独立失败点；不要在日志或练习笔记中输出真实密钥。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练习：在现有认证测试中找一个成功刷新和一个失败分支，画出旧凭据到新凭据的变化。</a:t>
            </a:r>
          </a:p>
          <a:p xmlns:a="http://schemas.openxmlformats.org/drawingml/2006/main">
            <a:r>
              <a:t>参考判断：应能说明谁负责保存、谁负责刷新，以及失败是否留下原凭据；答案必须对应所选提供商的实现。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凭据存储、解析与 OAuth</a:t>
            </a:r>
          </a:p>
          <a:p xmlns:a="http://schemas.openxmlformats.org/drawingml/2006/main">
            <a:r>
              <a:t>统一凭据来源、登录流程与刷新。</a:t>
            </a:r>
          </a:p>
          <a:p xmlns:a="http://schemas.openxmlformats.org/drawingml/2006/main">
            <a:r>
              <a:t>入口：认证上下文 / OAuth 子路径</a:t>
            </a:r>
          </a:p>
          <a:p xmlns:a="http://schemas.openxmlformats.org/drawingml/2006/main">
            <a:r>
              <a:t>边界：认证策略随提供商而异；平台差异通过入口隔离。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ChatGPT 登录与 OAuth 回调</a:t>
            </a:r>
          </a:p>
          <a:p xmlns:a="http://schemas.openxmlformats.org/drawingml/2006/main">
            <a:r>
              <a:t>让 OpenAI 提供商使用 ChatGPT 登录凭据，并支持浏览器回调处理。</a:t>
            </a:r>
          </a:p>
          <a:p xmlns:a="http://schemas.openxmlformats.org/drawingml/2006/main">
            <a:r>
              <a:t>入口：/login openai；OpenAI OAuth 子路径</a:t>
            </a:r>
          </a:p>
          <a:p xmlns:a="http://schemas.openxmlformats.org/drawingml/2006/main">
            <a:r>
              <a:t>边界：认证方法选择与模型服务不同；deviceId 和凭据由产品层配置存储。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远端浏览器与复制代码登录</a:t>
            </a:r>
          </a:p>
          <a:p xmlns:a="http://schemas.openxmlformats.org/drawingml/2006/main">
            <a:r>
              <a:t>在浏览器不运行于 Pi 所在机器时处理复制代码/回调的授权流程。</a:t>
            </a:r>
          </a:p>
          <a:p xmlns:a="http://schemas.openxmlformats.org/drawingml/2006/main">
            <a:r>
              <a:t>入口：Anthropic copy code；OAuth callback</a:t>
            </a:r>
          </a:p>
          <a:p xmlns:a="http://schemas.openxmlformats.org/drawingml/2006/main">
            <a:r>
              <a:t>边界：这是认证交互路径，不改变模型消息与工具契约。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认证存储、检查与凭据解析</a:t>
            </a:r>
          </a:p>
          <a:p xmlns:a="http://schemas.openxmlformats.org/drawingml/2006/main">
            <a:r>
              <a:t>存储/解析认证信息，并提供凭据有效性检查。</a:t>
            </a:r>
          </a:p>
          <a:p xmlns:a="http://schemas.openxmlformats.org/drawingml/2006/main">
            <a:r>
              <a:t>入口：/login；/logout；pi auth</a:t>
            </a:r>
          </a:p>
          <a:p xmlns:a="http://schemas.openxmlformats.org/drawingml/2006/main">
            <a:r>
              <a:t>边界：打印凭据的命令会写秘密到 stdout；此导览只索引实现，不读取用户凭据。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工作负载联合身份</a:t>
            </a:r>
          </a:p>
          <a:p xmlns:a="http://schemas.openxmlformats.org/drawingml/2006/main">
            <a:r>
              <a:t>从提供商支持的环境配置解析身份认证，可使用 API key、OAuth 或联合身份路径。</a:t>
            </a:r>
          </a:p>
          <a:p xmlns:a="http://schemas.openxmlformats.org/drawingml/2006/main">
            <a:r>
              <a:t>入口：ANTHROPIC_FEDERATION_RULE_ID / ORGANIZATION_ID / IDENTITY_TOKEN_FILE</a:t>
            </a:r>
          </a:p>
          <a:p xmlns:a="http://schemas.openxmlformats.org/drawingml/2006/main">
            <a:r>
              <a:t>边界：是否可用由所选提供商声明与实际凭据决定；文档快照不读取用户认证文件。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Radius 登录与 MCP 一步配置</a:t>
            </a:r>
          </a:p>
          <a:p xmlns:a="http://schemas.openxmlformats.org/drawingml/2006/main">
            <a:r>
              <a:t>在登录菜单中提供 Radius 认证，并在完成登录后引导配置其 MCP 服务。</a:t>
            </a:r>
          </a:p>
          <a:p xmlns:a="http://schemas.openxmlformats.org/drawingml/2006/main">
            <a:r>
              <a:t>入口：/login → Sign in with Radius</a:t>
            </a:r>
          </a:p>
          <a:p xmlns:a="http://schemas.openxmlformats.org/drawingml/2006/main">
            <a:r>
              <a:t>边界：模型凭据与 MCP 连接属于不同对象，服务采用提供商认证配置复用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MOD-06 · API Key 登录与登出 [内置] 通过交互流程保存或删除提供商凭据，也可使用环境变量而不保存到文件。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MOD-07 · OAuth／订阅认证 [可选] 对支持的提供商走浏览器或设备认证流程，保存令牌并在需要时刷新；可用性受提供商和账户限制。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MOD-08 · 云平台凭据 [可选] 接入 AWS 环境凭据、profile、角色或 Google ADC／服务账号等已有云认证机制。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MOD-09 · 凭据检查与输出 [内置] 在自动化中检测 ready、not_ready、invalid，或解析 API key／bearer token；可控制刷新和剩余有效期要求。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MOD-10 · 多来源认证优先级 [内置] 区分进程覆盖、保存凭据、模型配置和环境凭据，避免配置同时存在时选错来源。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MOD-15 · 动态密钥与请求头 [可选] 配置环境变量插值、字面量或命令生成值，以衔接外部密钥管理；模型配置中的命令在请求时执行。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MOD-28 · 订阅刷新与本地回调恢复 [内置认证行为] 已经开始的 OAuth 刷新会完成并保存轮换令牌，避免取消请求造成凭据失效；Anthropic 登录默认回调端口被占用时改用空闲 loopback 端口。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AI-09 · 认证解析与可用性检查 [库] 根据提供商规则解析保存凭据、OAuth、环境或云认证，可在不请求模型时检查认证。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AI-10 · 可注入凭据存储 [库] 默认内存存储，可注入持久存储；序列化 read-modify-write 用于避免并发刷新同一令牌。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AI-11 · 通用登录交互 [库] 提供商通过 prompt／notify 驱动密钥输入、选择、授权 URL、设备码或手动回调，宿主决定如何展示。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AI-37 · 宿主登录名称定制 [库] 宿主可替换 ChatGPT 登录的 agent name 提示及 Codex 浏览器 originator，供嵌入式产品展示自身身份。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provider-request / 模型目录到供应商请求与流事件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场景：同一个应用消息需要经过不同供应商 API，并保持统一的上层事件。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建立 provider 集合</a:t>
            </a:r>
          </a:p>
          <a:p xmlns:a="http://schemas.openxmlformats.org/drawingml/2006/main">
            <a:r>
              <a:t>阅读 Models 的目录注册、查找和刷新接口，区分静态目录与动态刷新。按凭据变化的目录需要重新检查可用项。</a:t>
            </a:r>
          </a:p>
          <a:p xmlns:a="http://schemas.openxmlformats.org/drawingml/2006/main">
            <a:r>
              <a:t>输入：provider 与模型定义</a:t>
            </a:r>
          </a:p>
          <a:p xmlns:a="http://schemas.openxmlformats.org/drawingml/2006/main">
            <a:r>
              <a:t>输出：可查询的 Models 集合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行为与边界：自动生成数据列为资源，不能把每个模型记录当成独立执行功能。</a:t>
            </a:r>
          </a:p>
          <a:p xmlns:a="http://schemas.openxmlformats.org/drawingml/2006/main">
            <a:r>
              <a:t>源码：packages/ai/src/model-catalog.ts:1</a:t>
            </a:r>
          </a:p>
          <a:p xmlns:a="http://schemas.openxmlformats.org/drawingml/2006/main">
            <a:r>
              <a:t>源码：packages/ai/src/models-store.ts:1</a:t>
            </a:r>
          </a:p>
          <a:p xmlns:a="http://schemas.openxmlformats.org/drawingml/2006/main">
            <a:r>
              <a:t>源码：packages/ai/src/models.generated.ts:1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整理统一消息</a:t>
            </a:r>
          </a:p>
          <a:p xmlns:a="http://schemas.openxmlformats.org/drawingml/2006/main">
            <a:r>
              <a:t>确认 system、user、assistant 和 toolResult 的形状以及工具声明。转换前保留角色、关联 ID 与内容块。</a:t>
            </a:r>
          </a:p>
          <a:p xmlns:a="http://schemas.openxmlformats.org/drawingml/2006/main">
            <a:r>
              <a:t>输入：应用消息和工具</a:t>
            </a:r>
          </a:p>
          <a:p xmlns:a="http://schemas.openxmlformats.org/drawingml/2006/main">
            <a:r>
              <a:t>输出：统一请求上下文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行为与边界：根入口保持核心能力；具体提供商通过子路径接入。</a:t>
            </a:r>
          </a:p>
          <a:p xmlns:a="http://schemas.openxmlformats.org/drawingml/2006/main">
            <a:r>
              <a:t>源码：packages/ai/src/models.ts:1</a:t>
            </a:r>
          </a:p>
          <a:p xmlns:a="http://schemas.openxmlformats.org/drawingml/2006/main">
            <a:r>
              <a:t>源码：packages/ai/src/session-resources.ts:1</a:t>
            </a:r>
          </a:p>
          <a:p xmlns:a="http://schemas.openxmlformats.org/drawingml/2006/main">
            <a:r>
              <a:t>源码：packages/ai/src/types.ts:1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转换具体协议</a:t>
            </a:r>
          </a:p>
          <a:p xmlns:a="http://schemas.openxmlformats.org/drawingml/2006/main">
            <a:r>
              <a:t>选一份 API 实现跟踪消息、采样与推理参数的转换，再比较另一份实现。统一选项不保证供应商接受完全相同的字段。</a:t>
            </a:r>
          </a:p>
          <a:p xmlns:a="http://schemas.openxmlformats.org/drawingml/2006/main">
            <a:r>
              <a:t>输入：模型和标准上下文</a:t>
            </a:r>
          </a:p>
          <a:p xmlns:a="http://schemas.openxmlformats.org/drawingml/2006/main">
            <a:r>
              <a:t>输出：供应商请求体</a:t>
            </a:r>
          </a:p>
          <a:p xmlns:a="http://schemas.openxmlformats.org/drawingml/2006/main">
            <a:r>
              <a:t>入口：api/* 子路径</a:t>
            </a:r>
          </a:p>
          <a:p xmlns:a="http://schemas.openxmlformats.org/drawingml/2006/main">
            <a:r>
              <a:t>行为与边界：包含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>源码：packages/ai/src/api/anthropic-messages.lazy.ts:1</a:t>
            </a:r>
          </a:p>
          <a:p xmlns:a="http://schemas.openxmlformats.org/drawingml/2006/main">
            <a:r>
              <a:t>源码：packages/ai/src/api/anthropic-messages.ts:1</a:t>
            </a:r>
          </a:p>
          <a:p xmlns:a="http://schemas.openxmlformats.org/drawingml/2006/main">
            <a:r>
              <a:t>源码：packages/ai/src/api/azure-openai-config.ts:1</a:t>
            </a:r>
          </a:p>
          <a:p xmlns:a="http://schemas.openxmlformats.org/drawingml/2006/main">
            <a:r>
              <a:t>源码：packages/ai/src/api/azure-openai-responses.lazy.ts:1</a:t>
            </a:r>
          </a:p>
          <a:p xmlns:a="http://schemas.openxmlformats.org/drawingml/2006/main">
            <a:r>
              <a:t>源码：packages/ai/src/api/azure-openai-responses.ts:1</a:t>
            </a:r>
          </a:p>
          <a:p xmlns:a="http://schemas.openxmlformats.org/drawingml/2006/main">
            <a:r>
              <a:t>源码：packages/ai/src/api/bedrock-converse-stream.lazy.ts:1</a:t>
            </a:r>
          </a:p>
          <a:p xmlns:a="http://schemas.openxmlformats.org/drawingml/2006/main">
            <a:r>
              <a:t>源码：packages/ai/src/api/bedrock-converse-stream.ts:1</a:t>
            </a:r>
          </a:p>
          <a:p xmlns:a="http://schemas.openxmlformats.org/drawingml/2006/main">
            <a:r>
              <a:t>源码：packages/ai/src/api/classifier-shared.ts:1</a:t>
            </a:r>
          </a:p>
          <a:p xmlns:a="http://schemas.openxmlformats.org/drawingml/2006/main">
            <a:r>
              <a:t>源码：packages/ai/src/api/cloudflare-ai-binding.ts:1</a:t>
            </a:r>
          </a:p>
          <a:p xmlns:a="http://schemas.openxmlformats.org/drawingml/2006/main">
            <a:r>
              <a:t>源码：packages/ai/src/api/cloudflare-workers-ai-system-one.lazy.ts:1</a:t>
            </a:r>
          </a:p>
          <a:p xmlns:a="http://schemas.openxmlformats.org/drawingml/2006/main">
            <a:r>
              <a:t>源码：packages/ai/src/api/cloudflare-workers-ai-system-one.ts:1</a:t>
            </a:r>
          </a:p>
          <a:p xmlns:a="http://schemas.openxmlformats.org/drawingml/2006/main">
            <a:r>
              <a:t>源码：packages/ai/src/api/cloudflare.ts:1</a:t>
            </a:r>
          </a:p>
          <a:p xmlns:a="http://schemas.openxmlformats.org/drawingml/2006/main">
            <a:r>
              <a:t>源码：packages/ai/src/api/constrained-sampling.ts:1</a:t>
            </a:r>
          </a:p>
          <a:p xmlns:a="http://schemas.openxmlformats.org/drawingml/2006/main">
            <a:r>
              <a:t>源码：packages/ai/src/api/github-copilot-headers.ts:1</a:t>
            </a:r>
          </a:p>
          <a:p xmlns:a="http://schemas.openxmlformats.org/drawingml/2006/main">
            <a:r>
              <a:t>源码：packages/ai/src/api/google-generative-ai.lazy.ts:1</a:t>
            </a:r>
          </a:p>
          <a:p xmlns:a="http://schemas.openxmlformats.org/drawingml/2006/main">
            <a:r>
              <a:t>源码：packages/ai/src/api/google-generative-ai.ts:1</a:t>
            </a:r>
          </a:p>
          <a:p xmlns:a="http://schemas.openxmlformats.org/drawingml/2006/main">
            <a:r>
              <a:t>源码：packages/ai/src/api/google-shared.ts:1</a:t>
            </a:r>
          </a:p>
          <a:p xmlns:a="http://schemas.openxmlformats.org/drawingml/2006/main">
            <a:r>
              <a:t>源码：packages/ai/src/api/google-vertex.lazy.ts:1</a:t>
            </a:r>
          </a:p>
          <a:p xmlns:a="http://schemas.openxmlformats.org/drawingml/2006/main">
            <a:r>
              <a:t>源码：packages/ai/src/api/google-vertex.ts:1</a:t>
            </a:r>
          </a:p>
          <a:p xmlns:a="http://schemas.openxmlformats.org/drawingml/2006/main">
            <a:r>
              <a:t>源码：packages/ai/src/api/lazy.ts:1</a:t>
            </a:r>
          </a:p>
          <a:p xmlns:a="http://schemas.openxmlformats.org/drawingml/2006/main">
            <a:r>
              <a:t>源码：packages/ai/src/api/llama-cpp-classify.lazy.ts:1</a:t>
            </a:r>
          </a:p>
          <a:p xmlns:a="http://schemas.openxmlformats.org/drawingml/2006/main">
            <a:r>
              <a:t>源码：packages/ai/src/api/llama-cpp-classify.ts:1</a:t>
            </a:r>
          </a:p>
          <a:p xmlns:a="http://schemas.openxmlformats.org/drawingml/2006/main">
            <a:r>
              <a:t>源码：packages/ai/src/api/mistral-conversations.lazy.ts:1</a:t>
            </a:r>
          </a:p>
          <a:p xmlns:a="http://schemas.openxmlformats.org/drawingml/2006/main">
            <a:r>
              <a:t>源码：packages/ai/src/api/mistral-conversations.ts:1</a:t>
            </a:r>
          </a:p>
          <a:p xmlns:a="http://schemas.openxmlformats.org/drawingml/2006/main">
            <a:r>
              <a:t>源码：packages/ai/src/api/openai-codex-responses.lazy.ts:1</a:t>
            </a:r>
          </a:p>
          <a:p xmlns:a="http://schemas.openxmlformats.org/drawingml/2006/main">
            <a:r>
              <a:t>源码：packages/ai/src/api/openai-codex-responses.ts:1</a:t>
            </a:r>
          </a:p>
          <a:p xmlns:a="http://schemas.openxmlformats.org/drawingml/2006/main">
            <a:r>
              <a:t>源码：packages/ai/src/api/openai-completions.lazy.ts:1</a:t>
            </a:r>
          </a:p>
          <a:p xmlns:a="http://schemas.openxmlformats.org/drawingml/2006/main">
            <a:r>
              <a:t>源码：packages/ai/src/api/openai-completions.ts:1</a:t>
            </a:r>
          </a:p>
          <a:p xmlns:a="http://schemas.openxmlformats.org/drawingml/2006/main">
            <a:r>
              <a:t>源码：packages/ai/src/api/openai-decisions.lazy.ts:1</a:t>
            </a:r>
          </a:p>
          <a:p xmlns:a="http://schemas.openxmlformats.org/drawingml/2006/main">
            <a:r>
              <a:t>源码：packages/ai/src/api/openai-decisions.ts:1</a:t>
            </a:r>
          </a:p>
          <a:p xmlns:a="http://schemas.openxmlformats.org/drawingml/2006/main">
            <a:r>
              <a:t>源码：packages/ai/src/api/openai-prompt-cache.ts:1</a:t>
            </a:r>
          </a:p>
          <a:p xmlns:a="http://schemas.openxmlformats.org/drawingml/2006/main">
            <a:r>
              <a:t>源码：packages/ai/src/api/openai-responses-shared.ts:1</a:t>
            </a:r>
          </a:p>
          <a:p xmlns:a="http://schemas.openxmlformats.org/drawingml/2006/main">
            <a:r>
              <a:t>源码：packages/ai/src/api/openai-responses.lazy.ts:1</a:t>
            </a:r>
          </a:p>
          <a:p xmlns:a="http://schemas.openxmlformats.org/drawingml/2006/main">
            <a:r>
              <a:t>源码：packages/ai/src/api/openai-responses.ts:1</a:t>
            </a:r>
          </a:p>
          <a:p xmlns:a="http://schemas.openxmlformats.org/drawingml/2006/main">
            <a:r>
              <a:t>源码：packages/ai/src/api/openrouter-images.lazy.ts:1</a:t>
            </a:r>
          </a:p>
          <a:p xmlns:a="http://schemas.openxmlformats.org/drawingml/2006/main">
            <a:r>
              <a:t>源码：packages/ai/src/api/openrouter-images.ts:1</a:t>
            </a:r>
          </a:p>
          <a:p xmlns:a="http://schemas.openxmlformats.org/drawingml/2006/main">
            <a:r>
              <a:t>源码：packages/ai/src/api/pi-messages.lazy.ts:1</a:t>
            </a:r>
          </a:p>
          <a:p xmlns:a="http://schemas.openxmlformats.org/drawingml/2006/main">
            <a:r>
              <a:t>源码：packages/ai/src/api/pi-messages.ts:1</a:t>
            </a:r>
          </a:p>
          <a:p xmlns:a="http://schemas.openxmlformats.org/drawingml/2006/main">
            <a:r>
              <a:t>源码：packages/ai/src/api/simple-options.ts:1</a:t>
            </a:r>
          </a:p>
          <a:p xmlns:a="http://schemas.openxmlformats.org/drawingml/2006/main">
            <a:r>
              <a:t>源码：packages/ai/src/api/system-one-shared.ts:1</a:t>
            </a:r>
          </a:p>
          <a:p xmlns:a="http://schemas.openxmlformats.org/drawingml/2006/main">
            <a:r>
              <a:t>源码：packages/ai/src/api/transform-messages.ts:1</a:t>
            </a:r>
          </a:p>
          <a:p xmlns:a="http://schemas.openxmlformats.org/drawingml/2006/main">
            <a:r>
              <a:t>源码：packages/ai/src/api/typesafe-system-one.lazy.ts:1</a:t>
            </a:r>
          </a:p>
          <a:p xmlns:a="http://schemas.openxmlformats.org/drawingml/2006/main">
            <a:r>
              <a:t>源码：packages/ai/src/api/typesafe-system-one.ts:1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消费增量并结束</a:t>
            </a:r>
          </a:p>
          <a:p xmlns:a="http://schemas.openxmlformats.org/drawingml/2006/main">
            <a:r>
              <a:t>观察文本、思考和工具参数的增量事件，等到完成后再消费完整结果，并读取 stopReason、usage 与错误。</a:t>
            </a:r>
          </a:p>
          <a:p xmlns:a="http://schemas.openxmlformats.org/drawingml/2006/main">
            <a:r>
              <a:t>输入：供应商流响应</a:t>
            </a:r>
          </a:p>
          <a:p xmlns:a="http://schemas.openxmlformats.org/drawingml/2006/main">
            <a:r>
              <a:t>输出：统一 AssistantMessage 与结束原因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行为与边界：具体函数、参数与注释由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源码：packages/ai/src/utils/abort-signals.ts:1</a:t>
            </a:r>
          </a:p>
          <a:p xmlns:a="http://schemas.openxmlformats.org/drawingml/2006/main">
            <a:r>
              <a:t>源码：packages/ai/src/utils/abort.ts:1</a:t>
            </a:r>
          </a:p>
          <a:p xmlns:a="http://schemas.openxmlformats.org/drawingml/2006/main">
            <a:r>
              <a:t>源码：packages/ai/src/utils/diagnostics.ts:1</a:t>
            </a:r>
          </a:p>
          <a:p xmlns:a="http://schemas.openxmlformats.org/drawingml/2006/main">
            <a:r>
              <a:t>源码：packages/ai/src/utils/error-body.ts:1</a:t>
            </a:r>
          </a:p>
          <a:p xmlns:a="http://schemas.openxmlformats.org/drawingml/2006/main">
            <a:r>
              <a:t>源码：packages/ai/src/utils/estimate.ts:1</a:t>
            </a:r>
          </a:p>
          <a:p xmlns:a="http://schemas.openxmlformats.org/drawingml/2006/main">
            <a:r>
              <a:t>源码：packages/ai/src/utils/event-stream.ts:1</a:t>
            </a:r>
          </a:p>
          <a:p xmlns:a="http://schemas.openxmlformats.org/drawingml/2006/main">
            <a:r>
              <a:t>源码：packages/ai/src/utils/hash.ts:1</a:t>
            </a:r>
          </a:p>
          <a:p xmlns:a="http://schemas.openxmlformats.org/drawingml/2006/main">
            <a:r>
              <a:t>源码：packages/ai/src/utils/headers.ts:1</a:t>
            </a:r>
          </a:p>
          <a:p xmlns:a="http://schemas.openxmlformats.org/drawingml/2006/main">
            <a:r>
              <a:t>源码：packages/ai/src/utils/identity.ts:1</a:t>
            </a:r>
          </a:p>
          <a:p xmlns:a="http://schemas.openxmlformats.org/drawingml/2006/main">
            <a:r>
              <a:t>源码：packages/ai/src/utils/json-parse.ts:1</a:t>
            </a:r>
          </a:p>
          <a:p xmlns:a="http://schemas.openxmlformats.org/drawingml/2006/main">
            <a:r>
              <a:t>源码：packages/ai/src/utils/model-operations.ts:1</a:t>
            </a:r>
          </a:p>
          <a:p xmlns:a="http://schemas.openxmlformats.org/drawingml/2006/main">
            <a:r>
              <a:t>源码：packages/ai/src/utils/models-error.ts:1</a:t>
            </a:r>
          </a:p>
          <a:p xmlns:a="http://schemas.openxmlformats.org/drawingml/2006/main">
            <a:r>
              <a:t>源码：packages/ai/src/utils/node-http-proxy.ts:1</a:t>
            </a:r>
          </a:p>
          <a:p xmlns:a="http://schemas.openxmlformats.org/drawingml/2006/main">
            <a:r>
              <a:t>源码：packages/ai/src/utils/oauth-page.ts:1</a:t>
            </a:r>
          </a:p>
          <a:p xmlns:a="http://schemas.openxmlformats.org/drawingml/2006/main">
            <a:r>
              <a:t>源码：packages/ai/src/utils/openrouter-cost.ts:1</a:t>
            </a:r>
          </a:p>
          <a:p xmlns:a="http://schemas.openxmlformats.org/drawingml/2006/main">
            <a:r>
              <a:t>源码：packages/ai/src/utils/overflow.ts:1</a:t>
            </a:r>
          </a:p>
          <a:p xmlns:a="http://schemas.openxmlformats.org/drawingml/2006/main">
            <a:r>
              <a:t>源码：packages/ai/src/utils/provider-env.ts:1</a:t>
            </a:r>
          </a:p>
          <a:p xmlns:a="http://schemas.openxmlformats.org/drawingml/2006/main">
            <a:r>
              <a:t>源码：packages/ai/src/utils/provider-retry.ts:1</a:t>
            </a:r>
          </a:p>
          <a:p xmlns:a="http://schemas.openxmlformats.org/drawingml/2006/main">
            <a:r>
              <a:t>源码：packages/ai/src/utils/retry.ts:1</a:t>
            </a:r>
          </a:p>
          <a:p xmlns:a="http://schemas.openxmlformats.org/drawingml/2006/main">
            <a:r>
              <a:t>源码：packages/ai/src/utils/sanitize-unicode.ts:1</a:t>
            </a:r>
          </a:p>
          <a:p xmlns:a="http://schemas.openxmlformats.org/drawingml/2006/main">
            <a:r>
              <a:t>源码：packages/ai/src/utils/sleep.ts:1</a:t>
            </a:r>
          </a:p>
          <a:p xmlns:a="http://schemas.openxmlformats.org/drawingml/2006/main">
            <a:r>
              <a:t>源码：packages/ai/src/utils/text.ts:1</a:t>
            </a:r>
          </a:p>
          <a:p xmlns:a="http://schemas.openxmlformats.org/drawingml/2006/main">
            <a:r>
              <a:t>源码：packages/ai/src/utils/transcript.ts:1</a:t>
            </a:r>
          </a:p>
          <a:p xmlns:a="http://schemas.openxmlformats.org/drawingml/2006/main">
            <a:r>
              <a:t>源码：packages/ai/src/utils/typebox-helpers.ts:1</a:t>
            </a:r>
          </a:p>
          <a:p xmlns:a="http://schemas.openxmlformats.org/drawingml/2006/main">
            <a:r>
              <a:t>源码：packages/ai/src/utils/uuid.ts:1</a:t>
            </a:r>
          </a:p>
          <a:p xmlns:a="http://schemas.openxmlformats.org/drawingml/2006/main">
            <a:r>
              <a:t>源码：packages/ai/src/utils/validation.ts:1</a:t>
            </a:r>
          </a:p>
          <a:p xmlns:a="http://schemas.openxmlformats.org/drawingml/2006/main">
            <a:r>
              <a:t>源码：packages/ai/src/utils/version.ts:1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失败与恢复：半截工具 JSON 不具备可执行保证。中止、网络失败、协议错误和正常停止的结果应区别处理。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练习：跟踪一次包含 toolCall 的响应，写出调用 ID、参数何时完整、何时可以验证执行。</a:t>
            </a:r>
          </a:p>
          <a:p xmlns:a="http://schemas.openxmlformats.org/drawingml/2006/main">
            <a:r>
              <a:t>参考判断：执行点必须位于参数完成并校验之后；文本增量和工具参数增量都不能当作最终消息直接持久消费。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模型目录、缓存与生成数据</a:t>
            </a:r>
          </a:p>
          <a:p xmlns:a="http://schemas.openxmlformats.org/drawingml/2006/main">
            <a:r>
              <a:t>组织模型元数据与目录存储。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边界：自动生成数据列为资源，不能把每个模型记录当成独立执行功能。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统一消息、模型与工具契约</a:t>
            </a:r>
          </a:p>
          <a:p xmlns:a="http://schemas.openxmlformats.org/drawingml/2006/main">
            <a:r>
              <a:t>定义统一请求/响应、模型能力和工具调用数据。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边界：根入口保持核心能力；具体提供商通过子路径接入。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模型协议适配与惰性加载</a:t>
            </a:r>
          </a:p>
          <a:p xmlns:a="http://schemas.openxmlformats.org/drawingml/2006/main">
            <a:r>
              <a:t>把统一请求映射到各模型协议，再规范化流式结果。</a:t>
            </a:r>
          </a:p>
          <a:p xmlns:a="http://schemas.openxmlformats.org/drawingml/2006/main">
            <a:r>
              <a:t>入口：api/* 子路径</a:t>
            </a:r>
          </a:p>
          <a:p xmlns:a="http://schemas.openxmlformats.org/drawingml/2006/main">
            <a:r>
              <a:t>边界：包含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按凭据个性化 OpenRouter 模型目录</a:t>
            </a:r>
          </a:p>
          <a:p xmlns:a="http://schemas.openxmlformats.org/drawingml/2006/main">
            <a:r>
              <a:t>读取 /models/user，按当前 key 可用模型过滤聊天目录并更新上下文、输出上限与定价。</a:t>
            </a:r>
          </a:p>
          <a:p xmlns:a="http://schemas.openxmlformats.org/drawingml/2006/main">
            <a:r>
              <a:t>入口：personalizeOpenRouterCatalog / RefreshModelsContext</a:t>
            </a:r>
          </a:p>
          <a:p xmlns:a="http://schemas.openxmlformats.org/drawingml/2006/main">
            <a:r>
              <a:t>边界：无凭据或 401/403/404 时保留输入目录；其他失败抛错。coding-agent 的 ModelRuntime.create 用 withPersonalizedCatalog 接入此函数。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严格工具 Schema 适配</a:t>
            </a:r>
          </a:p>
          <a:p xmlns:a="http://schemas.openxmlformats.org/drawingml/2006/main">
            <a:r>
              <a:t>转换统一消息与工具定义，区分支持 strict 的参数 schema，并处理提供商流式结果。</a:t>
            </a:r>
          </a:p>
          <a:p xmlns:a="http://schemas.openxmlformats.org/drawingml/2006/main">
            <a:r>
              <a:t>入口：Anthropic Messages adapter</a:t>
            </a:r>
          </a:p>
          <a:p xmlns:a="http://schemas.openxmlformats.org/drawingml/2006/main">
            <a:r>
              <a:t>边界：strict 能力取决于 schema 关键词及提供商契约；工具参数最终仍经执行层校验。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兼容入口与 API 别名</a:t>
            </a:r>
          </a:p>
          <a:p xmlns:a="http://schemas.openxmlformats.org/drawingml/2006/main">
            <a:r>
              <a:t>提供旧调用形态与兼容入口。</a:t>
            </a:r>
          </a:p>
          <a:p xmlns:a="http://schemas.openxmlformats.org/drawingml/2006/main">
            <a:r>
              <a:t>入口：pi-ai/compat</a:t>
            </a:r>
          </a:p>
          <a:p xmlns:a="http://schemas.openxmlformats.org/drawingml/2006/main">
            <a:r>
              <a:t>边界：兼容层是否使用取决于调用者；与无副作用根入口区分。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命令行入口</a:t>
            </a:r>
          </a:p>
          <a:p xmlns:a="http://schemas.openxmlformats.org/drawingml/2006/main">
            <a:r>
              <a:t>提供 AI 包的命令行入口。</a:t>
            </a:r>
          </a:p>
          <a:p xmlns:a="http://schemas.openxmlformats.org/drawingml/2006/main">
            <a:r>
              <a:t>入口：pi-ai</a:t>
            </a:r>
          </a:p>
          <a:p xmlns:a="http://schemas.openxmlformats.org/drawingml/2006/main">
            <a:r>
              <a:t>边界：与 coding-agent 的 pi 产品入口分开。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模型目录协议与生成维护</a:t>
            </a:r>
          </a:p>
          <a:p xmlns:a="http://schemas.openxmlformats.org/drawingml/2006/main">
            <a:r>
              <a:t>维护模型元数据协议、派生清单与锁定文件生成。</a:t>
            </a:r>
          </a:p>
          <a:p xmlns:a="http://schemas.openxmlformats.org/drawingml/2006/main">
            <a:r>
              <a:t>入口：模型生成/差异脚本</a:t>
            </a:r>
          </a:p>
          <a:p xmlns:a="http://schemas.openxmlformats.org/drawingml/2006/main">
            <a:r>
              <a:t>边界：生成代码应从其生成器维护。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· 提供商接入</a:t>
            </a:r>
          </a:p>
          <a:p xmlns:a="http://schemas.openxmlformats.org/drawingml/2006/main">
            <a:r>
              <a:t>通过 openai 工厂提供模型目录、请求派发或认证组合；具体导出与原始注释见下方。</a:t>
            </a:r>
          </a:p>
          <a:p xmlns:a="http://schemas.openxmlformats.org/drawingml/2006/main">
            <a:r>
              <a:t>入口：openaiProvider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openai-codex · 提供商接入</a:t>
            </a:r>
          </a:p>
          <a:p xmlns:a="http://schemas.openxmlformats.org/drawingml/2006/main">
            <a:r>
              <a:t>通过 openai-codex 工厂提供模型目录、请求派发或认证组合；具体导出与原始注释见下方。</a:t>
            </a:r>
          </a:p>
          <a:p xmlns:a="http://schemas.openxmlformats.org/drawingml/2006/main">
            <a:r>
              <a:t>入口：openaiCodexProvider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· 提供商接入</a:t>
            </a:r>
          </a:p>
          <a:p xmlns:a="http://schemas.openxmlformats.org/drawingml/2006/main">
            <a:r>
              <a:t>通过 anthropic 工厂提供模型目录、请求派发或认证组合；具体导出与原始注释见下方。</a:t>
            </a:r>
          </a:p>
          <a:p xmlns:a="http://schemas.openxmlformats.org/drawingml/2006/main">
            <a:r>
              <a:t>入口：anthropicProvider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· 提供商接入</a:t>
            </a:r>
          </a:p>
          <a:p xmlns:a="http://schemas.openxmlformats.org/drawingml/2006/main">
            <a:r>
              <a:t>通过 google 工厂提供模型目录、请求派发或认证组合；具体导出与原始注释见下方。</a:t>
            </a:r>
          </a:p>
          <a:p xmlns:a="http://schemas.openxmlformats.org/drawingml/2006/main">
            <a:r>
              <a:t>入口：googleProvider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google-vertex · 提供商接入</a:t>
            </a:r>
          </a:p>
          <a:p xmlns:a="http://schemas.openxmlformats.org/drawingml/2006/main">
            <a:r>
              <a:t>通过 google-vertex 工厂提供模型目录、请求派发或认证组合；具体导出与原始注释见下方。</a:t>
            </a:r>
          </a:p>
          <a:p xmlns:a="http://schemas.openxmlformats.org/drawingml/2006/main">
            <a:r>
              <a:t>入口：googleVertexProvider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azure · 提供商接入</a:t>
            </a:r>
          </a:p>
          <a:p xmlns:a="http://schemas.openxmlformats.org/drawingml/2006/main">
            <a:r>
              <a:t>通过 azure 工厂提供模型目录、请求派发或认证组合；具体导出与原始注释见下方。</a:t>
            </a:r>
          </a:p>
          <a:p xmlns:a="http://schemas.openxmlformats.org/drawingml/2006/main">
            <a:r>
              <a:t>入口：azureProvider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amazon-bedrock · 提供商接入</a:t>
            </a:r>
          </a:p>
          <a:p xmlns:a="http://schemas.openxmlformats.org/drawingml/2006/main">
            <a:r>
              <a:t>通过 amazon-bedrock 工厂提供模型目录、请求派发或认证组合；具体导出与原始注释见下方。</a:t>
            </a:r>
          </a:p>
          <a:p xmlns:a="http://schemas.openxmlformats.org/drawingml/2006/main">
            <a:r>
              <a:t>入口：amazonBedrockProvider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radius · 提供商接入</a:t>
            </a:r>
          </a:p>
          <a:p xmlns:a="http://schemas.openxmlformats.org/drawingml/2006/main">
            <a:r>
              <a:t>通过 radius 工厂提供模型目录、请求派发或认证组合；具体导出与原始注释见下方。</a:t>
            </a:r>
          </a:p>
          <a:p xmlns:a="http://schemas.openxmlformats.org/drawingml/2006/main">
            <a:r>
              <a:t>入口：RadiusProviderOptions、radiusProvider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openrouter · 提供商接入</a:t>
            </a:r>
          </a:p>
          <a:p xmlns:a="http://schemas.openxmlformats.org/drawingml/2006/main">
            <a:r>
              <a:t>通过 openrouter 工厂提供模型目录、请求派发或认证组合；具体导出与原始注释见下方。</a:t>
            </a:r>
          </a:p>
          <a:p xmlns:a="http://schemas.openxmlformats.org/drawingml/2006/main">
            <a:r>
              <a:t>入口：personalizeOpenRouterCatalog、openrouterProvider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vercel-ai-gateway · 提供商接入</a:t>
            </a:r>
          </a:p>
          <a:p xmlns:a="http://schemas.openxmlformats.org/drawingml/2006/main">
            <a:r>
              <a:t>通过 vercel-ai-gateway 工厂提供模型目录、请求派发或认证组合；具体导出与原始注释见下方。</a:t>
            </a:r>
          </a:p>
          <a:p xmlns:a="http://schemas.openxmlformats.org/drawingml/2006/main">
            <a:r>
              <a:t>入口：vercelAIGatewayProvider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github-copilot · 提供商接入</a:t>
            </a:r>
          </a:p>
          <a:p xmlns:a="http://schemas.openxmlformats.org/drawingml/2006/main">
            <a:r>
              <a:t>通过 github-copilot 工厂提供模型目录、请求派发或认证组合；具体导出与原始注释见下方。</a:t>
            </a:r>
          </a:p>
          <a:p xmlns:a="http://schemas.openxmlformats.org/drawingml/2006/main">
            <a:r>
              <a:t>入口：githubCopilotProvider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cloudflare-ai-gateway · 提供商接入</a:t>
            </a:r>
          </a:p>
          <a:p xmlns:a="http://schemas.openxmlformats.org/drawingml/2006/main">
            <a:r>
              <a:t>通过 cloudflare-ai-gateway 工厂提供模型目录、请求派发或认证组合；具体导出与原始注释见下方。</a:t>
            </a:r>
          </a:p>
          <a:p xmlns:a="http://schemas.openxmlformats.org/drawingml/2006/main">
            <a:r>
              <a:t>入口：cloudflareAIGatewayProvider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cloudflare-workers-ai · 提供商接入</a:t>
            </a:r>
          </a:p>
          <a:p xmlns:a="http://schemas.openxmlformats.org/drawingml/2006/main">
            <a:r>
              <a:t>通过 cloudflare-workers-ai 工厂提供模型目录、请求派发或认证组合；具体导出与原始注释见下方。</a:t>
            </a:r>
          </a:p>
          <a:p xmlns:a="http://schemas.openxmlformats.org/drawingml/2006/main">
            <a:r>
              <a:t>入口：cloudflareWorkersAIProvider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typesafe · 提供商接入</a:t>
            </a:r>
          </a:p>
          <a:p xmlns:a="http://schemas.openxmlformats.org/drawingml/2006/main">
            <a:r>
              <a:t>通过 typesafe 工厂提供模型目录、请求派发或认证组合；具体导出与原始注释见下方。</a:t>
            </a:r>
          </a:p>
          <a:p xmlns:a="http://schemas.openxmlformats.org/drawingml/2006/main">
            <a:r>
              <a:t>入口：typesafeProvider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· 提供商接入</a:t>
            </a:r>
          </a:p>
          <a:p xmlns:a="http://schemas.openxmlformats.org/drawingml/2006/main">
            <a:r>
              <a:t>通过 deepseek 工厂提供模型目录、请求派发或认证组合；具体导出与原始注释见下方。</a:t>
            </a:r>
          </a:p>
          <a:p xmlns:a="http://schemas.openxmlformats.org/drawingml/2006/main">
            <a:r>
              <a:t>入口：deepseekProvider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ant-ling · 提供商接入</a:t>
            </a:r>
          </a:p>
          <a:p xmlns:a="http://schemas.openxmlformats.org/drawingml/2006/main">
            <a:r>
              <a:t>通过 ant-ling 工厂提供模型目录、请求派发或认证组合；具体导出与原始注释见下方。</a:t>
            </a:r>
          </a:p>
          <a:p xmlns:a="http://schemas.openxmlformats.org/drawingml/2006/main">
            <a:r>
              <a:t>入口：antLingProvider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nvidia · 提供商接入</a:t>
            </a:r>
          </a:p>
          <a:p xmlns:a="http://schemas.openxmlformats.org/drawingml/2006/main">
            <a:r>
              <a:t>通过 nvidia 工厂提供模型目录、请求派发或认证组合；具体导出与原始注释见下方。</a:t>
            </a:r>
          </a:p>
          <a:p xmlns:a="http://schemas.openxmlformats.org/drawingml/2006/main">
            <a:r>
              <a:t>入口：nvidiaProvider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mistral · 提供商接入</a:t>
            </a:r>
          </a:p>
          <a:p xmlns:a="http://schemas.openxmlformats.org/drawingml/2006/main">
            <a:r>
              <a:t>通过 mistral 工厂提供模型目录、请求派发或认证组合；具体导出与原始注释见下方。</a:t>
            </a:r>
          </a:p>
          <a:p xmlns:a="http://schemas.openxmlformats.org/drawingml/2006/main">
            <a:r>
              <a:t>入口：mistralProvider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xai · 提供商接入</a:t>
            </a:r>
          </a:p>
          <a:p xmlns:a="http://schemas.openxmlformats.org/drawingml/2006/main">
            <a:r>
              <a:t>通过 xai 工厂提供模型目录、请求派发或认证组合；具体导出与原始注释见下方。</a:t>
            </a:r>
          </a:p>
          <a:p xmlns:a="http://schemas.openxmlformats.org/drawingml/2006/main">
            <a:r>
              <a:t>入口：xaiProvider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groq · 提供商接入</a:t>
            </a:r>
          </a:p>
          <a:p xmlns:a="http://schemas.openxmlformats.org/drawingml/2006/main">
            <a:r>
              <a:t>通过 groq 工厂提供模型目录、请求派发或认证组合；具体导出与原始注释见下方。</a:t>
            </a:r>
          </a:p>
          <a:p xmlns:a="http://schemas.openxmlformats.org/drawingml/2006/main">
            <a:r>
              <a:t>入口：groqProvider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cerebras · 提供商接入</a:t>
            </a:r>
          </a:p>
          <a:p xmlns:a="http://schemas.openxmlformats.org/drawingml/2006/main">
            <a:r>
              <a:t>通过 cerebras 工厂提供模型目录、请求派发或认证组合；具体导出与原始注释见下方。</a:t>
            </a:r>
          </a:p>
          <a:p xmlns:a="http://schemas.openxmlformats.org/drawingml/2006/main">
            <a:r>
              <a:t>入口：cerebrasProvider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together · 提供商接入</a:t>
            </a:r>
          </a:p>
          <a:p xmlns:a="http://schemas.openxmlformats.org/drawingml/2006/main">
            <a:r>
              <a:t>通过 together 工厂提供模型目录、请求派发或认证组合；具体导出与原始注释见下方。</a:t>
            </a:r>
          </a:p>
          <a:p xmlns:a="http://schemas.openxmlformats.org/drawingml/2006/main">
            <a:r>
              <a:t>入口：togetherProvider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baseten · 提供商接入</a:t>
            </a:r>
          </a:p>
          <a:p xmlns:a="http://schemas.openxmlformats.org/drawingml/2006/main">
            <a:r>
              <a:t>通过 baseten 工厂提供模型目录、请求派发或认证组合；具体导出与原始注释见下方。</a:t>
            </a:r>
          </a:p>
          <a:p xmlns:a="http://schemas.openxmlformats.org/drawingml/2006/main">
            <a:r>
              <a:t>入口：basetenProvider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fireworks · 提供商接入</a:t>
            </a:r>
          </a:p>
          <a:p xmlns:a="http://schemas.openxmlformats.org/drawingml/2006/main">
            <a:r>
              <a:t>通过 fireworks 工厂提供模型目录、请求派发或认证组合；具体导出与原始注释见下方。</a:t>
            </a:r>
          </a:p>
          <a:p xmlns:a="http://schemas.openxmlformats.org/drawingml/2006/main">
            <a:r>
              <a:t>入口：fireworksProvider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huggingface · 提供商接入</a:t>
            </a:r>
          </a:p>
          <a:p xmlns:a="http://schemas.openxmlformats.org/drawingml/2006/main">
            <a:r>
              <a:t>通过 huggingface 工厂提供模型目录、请求派发或认证组合；具体导出与原始注释见下方。</a:t>
            </a:r>
          </a:p>
          <a:p xmlns:a="http://schemas.openxmlformats.org/drawingml/2006/main">
            <a:r>
              <a:t>入口：huggingfaceProvider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 · 提供商接入</a:t>
            </a:r>
          </a:p>
          <a:p xmlns:a="http://schemas.openxmlformats.org/drawingml/2006/main">
            <a:r>
              <a:t>通过 meta 工厂提供模型目录、请求派发或认证组合；具体导出与原始注释见下方。</a:t>
            </a:r>
          </a:p>
          <a:p xmlns:a="http://schemas.openxmlformats.org/drawingml/2006/main">
            <a:r>
              <a:t>入口：metaProvider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 · 提供商接入</a:t>
            </a:r>
          </a:p>
          <a:p xmlns:a="http://schemas.openxmlformats.org/drawingml/2006/main">
            <a:r>
              <a:t>通过 opencode 工厂提供模型目录、请求派发或认证组合；具体导出与原始注释见下方。</a:t>
            </a:r>
          </a:p>
          <a:p xmlns:a="http://schemas.openxmlformats.org/drawingml/2006/main">
            <a:r>
              <a:t>入口：opencodeProvider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opencode-go · 提供商接入</a:t>
            </a:r>
          </a:p>
          <a:p xmlns:a="http://schemas.openxmlformats.org/drawingml/2006/main">
            <a:r>
              <a:t>通过 opencode-go 工厂提供模型目录、请求派发或认证组合；具体导出与原始注释见下方。</a:t>
            </a:r>
          </a:p>
          <a:p xmlns:a="http://schemas.openxmlformats.org/drawingml/2006/main">
            <a:r>
              <a:t>入口：opencodeGoProvider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moonshotai · 提供商接入</a:t>
            </a:r>
          </a:p>
          <a:p xmlns:a="http://schemas.openxmlformats.org/drawingml/2006/main">
            <a:r>
              <a:t>通过 moonshotai 工厂提供模型目录、请求派发或认证组合；具体导出与原始注释见下方。</a:t>
            </a:r>
          </a:p>
          <a:p xmlns:a="http://schemas.openxmlformats.org/drawingml/2006/main">
            <a:r>
              <a:t>入口：moonshotaiProvider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moonshotai-cn · 提供商接入</a:t>
            </a:r>
          </a:p>
          <a:p xmlns:a="http://schemas.openxmlformats.org/drawingml/2006/main">
            <a:r>
              <a:t>通过 moonshotai-cn 工厂提供模型目录、请求派发或认证组合；具体导出与原始注释见下方。</a:t>
            </a:r>
          </a:p>
          <a:p xmlns:a="http://schemas.openxmlformats.org/drawingml/2006/main">
            <a:r>
              <a:t>入口：moonshotaiCnProvider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kimi-coding · 提供商接入</a:t>
            </a:r>
          </a:p>
          <a:p xmlns:a="http://schemas.openxmlformats.org/drawingml/2006/main">
            <a:r>
              <a:t>通过 kimi-coding 工厂提供模型目录、请求派发或认证组合；具体导出与原始注释见下方。</a:t>
            </a:r>
          </a:p>
          <a:p xmlns:a="http://schemas.openxmlformats.org/drawingml/2006/main">
            <a:r>
              <a:t>入口：kimiCodingProvider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minimax · 提供商接入</a:t>
            </a:r>
          </a:p>
          <a:p xmlns:a="http://schemas.openxmlformats.org/drawingml/2006/main">
            <a:r>
              <a:t>通过 minimax 工厂提供模型目录、请求派发或认证组合；具体导出与原始注释见下方。</a:t>
            </a:r>
          </a:p>
          <a:p xmlns:a="http://schemas.openxmlformats.org/drawingml/2006/main">
            <a:r>
              <a:t>入口：minimaxProvider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minimax-cn · 提供商接入</a:t>
            </a:r>
          </a:p>
          <a:p xmlns:a="http://schemas.openxmlformats.org/drawingml/2006/main">
            <a:r>
              <a:t>通过 minimax-cn 工厂提供模型目录、请求派发或认证组合；具体导出与原始注释见下方。</a:t>
            </a:r>
          </a:p>
          <a:p xmlns:a="http://schemas.openxmlformats.org/drawingml/2006/main">
            <a:r>
              <a:t>入口：minimaxCnProvider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zai · 提供商接入</a:t>
            </a:r>
          </a:p>
          <a:p xmlns:a="http://schemas.openxmlformats.org/drawingml/2006/main">
            <a:r>
              <a:t>通过 zai 工厂提供模型目录、请求派发或认证组合；具体导出与原始注释见下方。</a:t>
            </a:r>
          </a:p>
          <a:p xmlns:a="http://schemas.openxmlformats.org/drawingml/2006/main">
            <a:r>
              <a:t>入口：zaiProvider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zai-coding-cn · 提供商接入</a:t>
            </a:r>
          </a:p>
          <a:p xmlns:a="http://schemas.openxmlformats.org/drawingml/2006/main">
            <a:r>
              <a:t>通过 zai-coding-cn 工厂提供模型目录、请求派发或认证组合；具体导出与原始注释见下方。</a:t>
            </a:r>
          </a:p>
          <a:p xmlns:a="http://schemas.openxmlformats.org/drawingml/2006/main">
            <a:r>
              <a:t>入口：zaiCodingCnProvider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 · 提供商接入</a:t>
            </a:r>
          </a:p>
          <a:p xmlns:a="http://schemas.openxmlformats.org/drawingml/2006/main">
            <a:r>
              <a:t>通过 qwen-token-plan 工厂提供模型目录、请求派发或认证组合；具体导出与原始注释见下方。</a:t>
            </a:r>
          </a:p>
          <a:p xmlns:a="http://schemas.openxmlformats.org/drawingml/2006/main">
            <a:r>
              <a:t>入口：qwenTokenPlanProvider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qwen-token-plan-individual · 提供商接入</a:t>
            </a:r>
          </a:p>
          <a:p xmlns:a="http://schemas.openxmlformats.org/drawingml/2006/main">
            <a:r>
              <a:t>通过 qwen-token-plan-individual 工厂提供模型目录、请求派发或认证组合；具体导出与原始注释见下方。</a:t>
            </a:r>
          </a:p>
          <a:p xmlns:a="http://schemas.openxmlformats.org/drawingml/2006/main">
            <a:r>
              <a:t>入口：qwenTokenPlanIndividualProvider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qwen-token-plan-cn · 提供商接入</a:t>
            </a:r>
          </a:p>
          <a:p xmlns:a="http://schemas.openxmlformats.org/drawingml/2006/main">
            <a:r>
              <a:t>通过 qwen-token-plan-cn 工厂提供模型目录、请求派发或认证组合；具体导出与原始注释见下方。</a:t>
            </a:r>
          </a:p>
          <a:p xmlns:a="http://schemas.openxmlformats.org/drawingml/2006/main">
            <a:r>
              <a:t>入口：qwenTokenPlanCnProvider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 · 提供商接入</a:t>
            </a:r>
          </a:p>
          <a:p xmlns:a="http://schemas.openxmlformats.org/drawingml/2006/main">
            <a:r>
              <a:t>通过 xiaomi 工厂提供模型目录、请求派发或认证组合；具体导出与原始注释见下方。</a:t>
            </a:r>
          </a:p>
          <a:p xmlns:a="http://schemas.openxmlformats.org/drawingml/2006/main">
            <a:r>
              <a:t>入口：xiaomiProvider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xiaomi-token-plan-cn · 提供商接入</a:t>
            </a:r>
          </a:p>
          <a:p xmlns:a="http://schemas.openxmlformats.org/drawingml/2006/main">
            <a:r>
              <a:t>通过 xiaomi-token-plan-cn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xiaomi-token-plan-ams · 提供商接入</a:t>
            </a:r>
          </a:p>
          <a:p xmlns:a="http://schemas.openxmlformats.org/drawingml/2006/main">
            <a:r>
              <a:t>通过 xiaomi-token-plan-ams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入口：xiaomiTokenPlanAmsProvider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xiaomi-token-plan-sgp · 提供商接入</a:t>
            </a:r>
          </a:p>
          <a:p xmlns:a="http://schemas.openxmlformats.org/drawingml/2006/main">
            <a:r>
              <a:t>通过 xiaomi-token-plan-sgp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入口：xiaomiTokenPlanSgpProvider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模型请求与轮询的显式遥测</a:t>
            </a:r>
          </a:p>
          <a:p xmlns:a="http://schemas.openxmlformats.org/drawingml/2006/main">
            <a:r>
              <a:t>提供 AI_TELEMETRY_SCHEMA 与 request/poll span、首事件、用量和指标。</a:t>
            </a:r>
          </a:p>
          <a:p xmlns:a="http://schemas.openxmlformats.org/drawingml/2006/main">
            <a:r>
              <a:t>入口：telemetry?: TelemetrySpan</a:t>
            </a:r>
          </a:p>
          <a:p xmlns:a="http://schemas.openxmlformats.org/drawingml/2006/main">
            <a:r>
              <a:t>边界：已替代 telemetryContext，无兼容别名；取消标记与 provider_error 分开，未知费用不推算。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extensions/custom-provider-anthropic · 示例</a:t>
            </a:r>
          </a:p>
          <a:p xmlns:a="http://schemas.openxmlformats.org/drawingml/2006/main">
            <a:r>
              <a:t>展示 extensions/custom-provider-anthropic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入口：packages/coding-agent/examples/extensions/custom-provider-anthropic/index.ts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extensions/custom-provider-gitlab-duo · 示例</a:t>
            </a:r>
          </a:p>
          <a:p xmlns:a="http://schemas.openxmlformats.org/drawingml/2006/main">
            <a:r>
              <a:t>展示 extensions/custom-provider-gitlab-duo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入口：packages/coding-agent/examples/extensions/custom-provider-gitlab-duo/index.ts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packages/ai/src/providers/all.ts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packages/ai/test/anthropic-cache-write-1h-cost.test.ts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packages/durable/test/system-order-cache-e2e.test.ts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packages/ai/test/bedrock-cache-write-1h-cost.test.ts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packages/ai/test/google-thinking-signature.test.ts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packages/durable/test/provider-session-cache-e2e.test.ts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packages/ai/test/openai-completions-empty-tools.test.ts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packages/ai/test/openrouter-cache-control-models.test.ts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packages/ai/test/openrouter-cache-write-repro.test.ts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packages/ai/test/supports-xhigh.test.ts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packages/coding-agent/test/branch-summary-extensions.test.ts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packages/coding-agent/test/suite/regressions/8964-extension-provider-streaming.test.ts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packages/coding-agent/test/usage-totals.test.ts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packages/coding-agent/test/references.test.ts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packages/ai/test/model-catalog-types.test.ts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MOD-27 · OpenAI Decisions 凭据边界 [可选] gpt-6-luna 用 API key 做分类及图像判断；若 openai 已通过 /login 保存 OAuth，即使有 OPENAI_API_KEY 也不列为可用，需退出该登录后使用 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MOD-29 · 按 OpenRouter 密钥更新目录 [内置／可选认证] 交互启动、打开 /model、登录及 update --models 时刷新并保存个性化聊天目录；离线、print、RPC 使用缓存，外部换 key 后需下次刷新才替换旧目录。代理无 /models/user 或拒绝 key 时退回全目录。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AI-01 · 提供商集合 [库] 用一个 Models 实例管理多个提供商，把认证、模型目录和协议实现组合起来，按模型所属提供商分发调用。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AI-02 · 统一流式／完整回答 [库] 使用相同 Context 调用各提供商，既可消费文本／推理／工具增量，也可等待完整 AssistantMessage。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AI-03 · 简化推理接口 [库] 用统一 reasoning 级别调用不同协议，降低宿主对提供商特定推理参数的依赖。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AI-04 · 提供商专属参数 [库] 需要细控时按 API 类型传递推理预算、采样、缓存和协议参数，保留类型检查。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AI-05 · 标准内容块与消息 [库] 统一用户、助手、工具结果、文本、图片、推理和工具调用结构，便于跨模型和宿主共享数据。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AI-06 · 模型目录查询 [库] 查询全部／单提供商模型、指定 ID、能力、窗口与成本；聊天、图像和分类按类型分别读取。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AI-07 · 静态类型化目录 [库] 不创建运行时也能读取随包目录，并获得提供商和模型 ID 的类型提示。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AI-08 · 动态目录与离线恢复 [库] 提供商可从服务端更新模型；目录存储允许缓存恢复、强制刷新、指定提供商及取消，读取始终返回最新已知值。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AI-12 · 请求头最终变换 [库] 在认证头、模型头和调用方头合并后统一变换，便于加入请求 ID、网关信息或移除指定头。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AI-13 · 请求级环境覆盖 [库] 在同一进程针对不同请求覆盖 provider 环境、云账号、代理等配置，减少进程级环境耦合。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AI-14 · 工具参数 schema [库] 使用 TypeBox 声明参数并在执行前验证／转换，使模型生成的参数符合工具契约。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AI-15 · 严格结构约束 [库／模型相关] 支持提供商端 JSON Schema 约束；prefer 允许退化，require 在不支持时失败。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AI-16 · 语法约束工具 [库／模型相关] 对支持的 OpenAI 工具格式使用 Lark／regex 限制原始文本输入，可用于补丁或脚本语法。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AI-17 · 工具参数增量解析 [库] 在参数尚未流完时解析部分 JSON，便于 UI 提前显示路径和内容进度；完整执行仍需最终校验。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AI-18 · 完整流事件规范 [库] 区分 start、块开始、delta、块结束、done 和 error，以 contentIndex 处理交错内容块。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AI-19 · 紧凑可持久化消息帧 [库] 将流事件编码成增量帧，并通过纯 reducer 重建部分消息，避免每个 token 都复制整个累积响应。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AI-20 · 视觉输入 [库／模型相关] 将用户或工具结果中的图片交给支持视觉的聊天模型；模型元数据表示是否具备图片输入能力。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AI-23 · Token、缓存和分档成本统计 [库] 统一输入、输出、缓存读写及费用；按模型目录的提示长度价格档计费，修正长提示成本低估。未报告数据不能视为实测零值；OpenRouter 时段价格尚未建模。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AI-24 · 停止原因与错误归一化 [库] 区分正常停止、长度限制、工具使用、错误和取消，失败结果可携带已收到的内容和用量。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AI-25 · 请求取消与续接 [库] AbortSignal 中断请求，保留部分响应供后续上下文使用；不会把“取消”误当成正常完成。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AI-26 · 提供商请求／事件调试 [库] 观察实际请求负载、响应及标准化前已解析事件，帮助分析网关兼容性和字段差异。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AI-27 · 自定义或混合协议提供商 [库] 组合模型、认证和 chat／image／classifier 实现；同一提供商可按模型 API 分派不同协议。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AI-28 · 兼容端点适配 [库] 对 role、token 字段、推理格式、会话亲和、严格工具等已验证差异设置兼容标志。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AI-29 · 跨提供商历史转接 [库] 切换模型时按目标接口转换历史；来自其他模型的 thinking 块丢弃，不再转成可见回答文本，避免把旧模型推理混入新模型对话。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AI-30 · 系统消息增量状态 [库] 首条系统消息提供提示和工具，后续系统消息追加／替换命名区块及工具；协议适配器按能力处理变化。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AI-31 · JSON 上下文序列化 [库] 消息和模型定义为可序列化数据，应用可自行存入数据库、文件或其他存储再恢复。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AI-32 · Faux 测试提供商 [库／测试] 使用预设响应、thinking、工具调用、流速和模拟用量构建确定性测试，无需真实模型凭据。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AI-33 · 浏览器与按需打包 [库] 可只导入所需提供商和轻量 models 入口，避免携带全部 SDK；浏览器不支持 Bedrock 调用和 Node OAuth 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AI-34 · 旧接口迁移入口 [兼容入口] compat 子路径暂存旧全局模型接口，供已有应用迁移；新接口以 Models 实例和 provider 工厂为主。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AI-35 · 统一响应耗时 [库] AssistantMessageEventStream 从请求开始到最终消息记录 durationMs，代理流也使用相同流类型；后续获取的 deferred 结果不补计时，自定义流函数须返回该具体流类型。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AI-38 · 按密钥个性化 OpenRouter 目录 [库] 独立函数用 /models/user 缩小聊天目录并覆盖该 key 的上下文、输出与价格；与通用静态模型目录分离，供非 CLI 宿主复用。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AI-39 · 动态目录跟随配置端点 [库] refresh 上下文传入注册提供商的最终 baseUrl，包括 wrappers 对 models.json 的覆盖，让动态目录使用同一地域／代理端点。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AI-40 · 模型请求与轮询的显式遥测 [库] 提供 AI_TELEMETRY_SCHEMA 与 request/poll span、首事件、用量和指标。 已替代 telemetryContext，无兼容别名；取消标记与 provider_error 分开，未知费用不推算。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PROV-01 · OpenAI [可选] 接入聊天／工具与 ChatGPT 登录路径，并支持 Decisions 分类 API 的 gpt-6-luna；分类需 API key，使用 ChatGPT OAuth 时该分类模型不列为可用。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PROV-02 · OpenAI Codex 旧接入 [可选／legacy] 保留旧 Codex Responses／订阅认证接入，文档标为 legacy，区别于 OpenAI provider 的新登录路径。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PROV-03 · Anthropic [可选] 接入 Claude Messages、工具、推理与认证；当前新增 Haiku 5.5，含长提示分档定价、adaptive thinking 的 xhigh／max、逐消息 effort 及会话中系统和工具变化。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PROV-04 · Google Gemini [可选] 接入 Google Generative AI 的聊天、图像输入与函数调用等模型能力。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PROV-05 · Google Vertex AI [可选] 在 Google Cloud 环境使用 Gemini，通过 API key 或 ADC 等方式解析身份和区域。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PROV-06 · Azure OpenAI／Foundry [可选] provider 已更名为 azure，同时支持 OpenAI Responses 和 Foundry Chat Completions，内置 DeepSeek V4 Pro；部署映射适用于两种 API，原 AZURE_OPENAI 环境变量保持不变。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PROV-07 · Amazon Bedrock [可选] 通过 AWS Converse Stream 接入模型并复用 AWS 凭据链；Node 环境调用，不是浏览器后端。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PROV-08 · Radius [可选] 接入 Pi 网关与 API key／OAuth；获取或缓存的组织模型目录替换随包默认目录，避免继续显示组织管理员已禁用的模型。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PROV-09 · OpenRouter [可选] 统一调用聊天、图像和分类模型；有 key 时聊天目录按该 key 的 guardrails、区域与权限缩小并覆盖窗口、输出上限和价格，图像及分类目录不筛选。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PROV-10 · Vercel AI Gateway [可选] 经 Vercel 网关接入模型，并提供目录中对应的分类模型能力。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PROV-11 · GitHub Copilot [可选] 使用 Copilot OAuth 或相应环境令牌访问账户可用模型，按模型选择底层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PROV-12 · Cloudflare AI Gateway [可选] 根据账号和网关配置解析端点，让请求通过 Cloudflare AI Gateway。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PROV-13 · Cloudflare Workers AI [可选] 使用账号下的 Workers AI 模型；目录还包括 Jev／Clef 等分类能力。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PROV-14 · TypeSafe [可选] 接入 System One 分类接口，针对结构化状态输出判断概率，而非普通聊天。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PROV-15 · DeepSeek [可选] 为 DeepSeek 模型提供认证、目录和兼容推理／工具消息转换。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PROV-16 · Ant Ling [可选] 接入蚂蚁 Ling 模型，并使用相应 API key 和推理格式。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PROV-17 · NVIDIA NIM [可选] 接入 NVIDIA 托管推理端点中的目录模型，用统一 API 处理其聊天与工具交互。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PROV-18 · Mistral [可选] 接入 Mistral Conversations 协议及模型能力。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PROV-19 · xAI [可选] 将 Grok 等目录模型接入统一模型与推理控制。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PROV-20 · Groq [可选] 接入 Groq 托管推理服务，复用统一工具、消息与流式消费方式。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PROV-21 · Cerebras [可选] 接入 Cerebras 推理服务及其 OpenAI 兼容差异处理。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PROV-22 · Together AI [可选] 使用 Together 的模型目录与 API key，通过兼容接口统一调用。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PROV-23 · Baseten [可选] 接入 Baseten 模型端点及其思考／chat template 参数兼容配置。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PROV-24 · Fireworks [可选] 在同一提供商下支持 OpenAI 与 Anthropic 兼容模型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PROV-25 · Hugging Face [可选] 使用 HF_TOKEN 接入仓库目录中支持的 Hugging Face 推理模型。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PROV-26 · Meta [可选] 接入 Meta Model API，使用 Responses 兼容协议。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PROV-27 · OpenCode Zen [可选] 接入 Zen 目录和凭据，按模型分派协议；也包含文档列出的分类模型。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PROV-28 · OpenCode Go [可选] 以独立 provider 和目录接入 OpenCode Go，避免与 Zen 的模型集合混淆。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PROV-29 · Moonshot 国际／中国 [可选] 分开接入两个区域端点，统一消息调用但保留独立 provider 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PROV-30 · Kimi For Coding [可选] Kimi Coding 当前通过 OpenAI Chat Completions 接入，默认 https://api.kimi.com/coding/v1；K3、K3-256K 与 Kimi For Coding 支持会话中新增工具的缓存路径，自定义 base URL 必须包含 /v1。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PROV-31 · MiniMax 国际／中国 [可选] 提供区域化模型与认证入口，用户选择匹配账号的服务。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PROV-32 · ZAI Coding 国际／中国 [可选] 接入不同区域 Coding Plan 的模型和凭据配置。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PROV-33 · Qwen 国际目录 [可选] 接入原有国际 Token Plan 模型集合。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PROV-34 · Qwen Individual [可选] 国际端点上提供 Individual 对应的较窄模型目录，凭据仍以该 provider 身份存储。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PROV-35 · Qwen 中国 [可选] 为中国 Token Plan 提供独立端点和认证变量。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PROV-36 · Xiaomi MiMo API 计费 [可选] 接入按 API 计费的 MiMo 服务，与区域 Token Plan 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PROV-37 · Xiaomi 区域 Token Plan [可选] 分别配置中国、阿姆斯特丹、新加坡服务，避免不同区域凭据和端点混用。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PROV-39 · 其他兼容端点 [可选] 自定义 Ollama、LM Studio、vLLM、SGLang 或企业代理，无需每种部署都新增一个内置 provider。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OTH-53 · 自定义 Anthropic／GitLab Duo [示例] 演示自定义认证、流处理或通过代理复用已有 Anthropic／OpenAI 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OTH-86 · 模型目录生成 [工程支持] 从生成脚本维护模型目录和各 provider 数据，避免直接手改生成文件，并提供固定目录更新流程。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provider-request / 模型目录到供应商请求与流事件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场景：同一个应用消息需要经过不同供应商 API，并保持统一的上层事件。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建立 provider 集合</a:t>
            </a:r>
          </a:p>
          <a:p xmlns:a="http://schemas.openxmlformats.org/drawingml/2006/main">
            <a:r>
              <a:t>阅读 Models 的目录注册、查找和刷新接口，区分静态目录与动态刷新。按凭据变化的目录需要重新检查可用项。</a:t>
            </a:r>
          </a:p>
          <a:p xmlns:a="http://schemas.openxmlformats.org/drawingml/2006/main">
            <a:r>
              <a:t>输入：provider 与模型定义</a:t>
            </a:r>
          </a:p>
          <a:p xmlns:a="http://schemas.openxmlformats.org/drawingml/2006/main">
            <a:r>
              <a:t>输出：可查询的 Models 集合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行为与边界：自动生成数据列为资源，不能把每个模型记录当成独立执行功能。</a:t>
            </a:r>
          </a:p>
          <a:p xmlns:a="http://schemas.openxmlformats.org/drawingml/2006/main">
            <a:r>
              <a:t>源码：packages/ai/src/model-catalog.ts:1</a:t>
            </a:r>
          </a:p>
          <a:p xmlns:a="http://schemas.openxmlformats.org/drawingml/2006/main">
            <a:r>
              <a:t>源码：packages/ai/src/models-store.ts:1</a:t>
            </a:r>
          </a:p>
          <a:p xmlns:a="http://schemas.openxmlformats.org/drawingml/2006/main">
            <a:r>
              <a:t>源码：packages/ai/src/models.generated.ts:1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整理统一消息</a:t>
            </a:r>
          </a:p>
          <a:p xmlns:a="http://schemas.openxmlformats.org/drawingml/2006/main">
            <a:r>
              <a:t>确认 system、user、assistant 和 toolResult 的形状以及工具声明。转换前保留角色、关联 ID 与内容块。</a:t>
            </a:r>
          </a:p>
          <a:p xmlns:a="http://schemas.openxmlformats.org/drawingml/2006/main">
            <a:r>
              <a:t>输入：应用消息和工具</a:t>
            </a:r>
          </a:p>
          <a:p xmlns:a="http://schemas.openxmlformats.org/drawingml/2006/main">
            <a:r>
              <a:t>输出：统一请求上下文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行为与边界：根入口保持核心能力；具体提供商通过子路径接入。</a:t>
            </a:r>
          </a:p>
          <a:p xmlns:a="http://schemas.openxmlformats.org/drawingml/2006/main">
            <a:r>
              <a:t>源码：packages/ai/src/models.ts:1</a:t>
            </a:r>
          </a:p>
          <a:p xmlns:a="http://schemas.openxmlformats.org/drawingml/2006/main">
            <a:r>
              <a:t>源码：packages/ai/src/session-resources.ts:1</a:t>
            </a:r>
          </a:p>
          <a:p xmlns:a="http://schemas.openxmlformats.org/drawingml/2006/main">
            <a:r>
              <a:t>源码：packages/ai/src/types.ts:1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转换具体协议</a:t>
            </a:r>
          </a:p>
          <a:p xmlns:a="http://schemas.openxmlformats.org/drawingml/2006/main">
            <a:r>
              <a:t>选一份 API 实现跟踪消息、采样与推理参数的转换，再比较另一份实现。统一选项不保证供应商接受完全相同的字段。</a:t>
            </a:r>
          </a:p>
          <a:p xmlns:a="http://schemas.openxmlformats.org/drawingml/2006/main">
            <a:r>
              <a:t>输入：模型和标准上下文</a:t>
            </a:r>
          </a:p>
          <a:p xmlns:a="http://schemas.openxmlformats.org/drawingml/2006/main">
            <a:r>
              <a:t>输出：供应商请求体</a:t>
            </a:r>
          </a:p>
          <a:p xmlns:a="http://schemas.openxmlformats.org/drawingml/2006/main">
            <a:r>
              <a:t>入口：api/* 子路径</a:t>
            </a:r>
          </a:p>
          <a:p xmlns:a="http://schemas.openxmlformats.org/drawingml/2006/main">
            <a:r>
              <a:t>行为与边界：包含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>源码：packages/ai/src/api/anthropic-messages.lazy.ts:1</a:t>
            </a:r>
          </a:p>
          <a:p xmlns:a="http://schemas.openxmlformats.org/drawingml/2006/main">
            <a:r>
              <a:t>源码：packages/ai/src/api/anthropic-messages.ts:1</a:t>
            </a:r>
          </a:p>
          <a:p xmlns:a="http://schemas.openxmlformats.org/drawingml/2006/main">
            <a:r>
              <a:t>源码：packages/ai/src/api/azure-openai-config.ts:1</a:t>
            </a:r>
          </a:p>
          <a:p xmlns:a="http://schemas.openxmlformats.org/drawingml/2006/main">
            <a:r>
              <a:t>源码：packages/ai/src/api/azure-openai-responses.lazy.ts:1</a:t>
            </a:r>
          </a:p>
          <a:p xmlns:a="http://schemas.openxmlformats.org/drawingml/2006/main">
            <a:r>
              <a:t>源码：packages/ai/src/api/azure-openai-responses.ts:1</a:t>
            </a:r>
          </a:p>
          <a:p xmlns:a="http://schemas.openxmlformats.org/drawingml/2006/main">
            <a:r>
              <a:t>源码：packages/ai/src/api/bedrock-converse-stream.lazy.ts:1</a:t>
            </a:r>
          </a:p>
          <a:p xmlns:a="http://schemas.openxmlformats.org/drawingml/2006/main">
            <a:r>
              <a:t>源码：packages/ai/src/api/bedrock-converse-stream.ts:1</a:t>
            </a:r>
          </a:p>
          <a:p xmlns:a="http://schemas.openxmlformats.org/drawingml/2006/main">
            <a:r>
              <a:t>源码：packages/ai/src/api/classifier-shared.ts:1</a:t>
            </a:r>
          </a:p>
          <a:p xmlns:a="http://schemas.openxmlformats.org/drawingml/2006/main">
            <a:r>
              <a:t>源码：packages/ai/src/api/cloudflare-ai-binding.ts:1</a:t>
            </a:r>
          </a:p>
          <a:p xmlns:a="http://schemas.openxmlformats.org/drawingml/2006/main">
            <a:r>
              <a:t>源码：packages/ai/src/api/cloudflare-workers-ai-system-one.lazy.ts:1</a:t>
            </a:r>
          </a:p>
          <a:p xmlns:a="http://schemas.openxmlformats.org/drawingml/2006/main">
            <a:r>
              <a:t>源码：packages/ai/src/api/cloudflare-workers-ai-system-one.ts:1</a:t>
            </a:r>
          </a:p>
          <a:p xmlns:a="http://schemas.openxmlformats.org/drawingml/2006/main">
            <a:r>
              <a:t>源码：packages/ai/src/api/cloudflare.ts:1</a:t>
            </a:r>
          </a:p>
          <a:p xmlns:a="http://schemas.openxmlformats.org/drawingml/2006/main">
            <a:r>
              <a:t>源码：packages/ai/src/api/constrained-sampling.ts:1</a:t>
            </a:r>
          </a:p>
          <a:p xmlns:a="http://schemas.openxmlformats.org/drawingml/2006/main">
            <a:r>
              <a:t>源码：packages/ai/src/api/github-copilot-headers.ts:1</a:t>
            </a:r>
          </a:p>
          <a:p xmlns:a="http://schemas.openxmlformats.org/drawingml/2006/main">
            <a:r>
              <a:t>源码：packages/ai/src/api/google-generative-ai.lazy.ts:1</a:t>
            </a:r>
          </a:p>
          <a:p xmlns:a="http://schemas.openxmlformats.org/drawingml/2006/main">
            <a:r>
              <a:t>源码：packages/ai/src/api/google-generative-ai.ts:1</a:t>
            </a:r>
          </a:p>
          <a:p xmlns:a="http://schemas.openxmlformats.org/drawingml/2006/main">
            <a:r>
              <a:t>源码：packages/ai/src/api/google-shared.ts:1</a:t>
            </a:r>
          </a:p>
          <a:p xmlns:a="http://schemas.openxmlformats.org/drawingml/2006/main">
            <a:r>
              <a:t>源码：packages/ai/src/api/google-vertex.lazy.ts:1</a:t>
            </a:r>
          </a:p>
          <a:p xmlns:a="http://schemas.openxmlformats.org/drawingml/2006/main">
            <a:r>
              <a:t>源码：packages/ai/src/api/google-vertex.ts:1</a:t>
            </a:r>
          </a:p>
          <a:p xmlns:a="http://schemas.openxmlformats.org/drawingml/2006/main">
            <a:r>
              <a:t>源码：packages/ai/src/api/lazy.ts:1</a:t>
            </a:r>
          </a:p>
          <a:p xmlns:a="http://schemas.openxmlformats.org/drawingml/2006/main">
            <a:r>
              <a:t>源码：packages/ai/src/api/llama-cpp-classify.lazy.ts:1</a:t>
            </a:r>
          </a:p>
          <a:p xmlns:a="http://schemas.openxmlformats.org/drawingml/2006/main">
            <a:r>
              <a:t>源码：packages/ai/src/api/llama-cpp-classify.ts:1</a:t>
            </a:r>
          </a:p>
          <a:p xmlns:a="http://schemas.openxmlformats.org/drawingml/2006/main">
            <a:r>
              <a:t>源码：packages/ai/src/api/mistral-conversations.lazy.ts:1</a:t>
            </a:r>
          </a:p>
          <a:p xmlns:a="http://schemas.openxmlformats.org/drawingml/2006/main">
            <a:r>
              <a:t>源码：packages/ai/src/api/mistral-conversations.ts:1</a:t>
            </a:r>
          </a:p>
          <a:p xmlns:a="http://schemas.openxmlformats.org/drawingml/2006/main">
            <a:r>
              <a:t>源码：packages/ai/src/api/openai-codex-responses.lazy.ts:1</a:t>
            </a:r>
          </a:p>
          <a:p xmlns:a="http://schemas.openxmlformats.org/drawingml/2006/main">
            <a:r>
              <a:t>源码：packages/ai/src/api/openai-codex-responses.ts:1</a:t>
            </a:r>
          </a:p>
          <a:p xmlns:a="http://schemas.openxmlformats.org/drawingml/2006/main">
            <a:r>
              <a:t>源码：packages/ai/src/api/openai-completions.lazy.ts:1</a:t>
            </a:r>
          </a:p>
          <a:p xmlns:a="http://schemas.openxmlformats.org/drawingml/2006/main">
            <a:r>
              <a:t>源码：packages/ai/src/api/openai-completions.ts:1</a:t>
            </a:r>
          </a:p>
          <a:p xmlns:a="http://schemas.openxmlformats.org/drawingml/2006/main">
            <a:r>
              <a:t>源码：packages/ai/src/api/openai-decisions.lazy.ts:1</a:t>
            </a:r>
          </a:p>
          <a:p xmlns:a="http://schemas.openxmlformats.org/drawingml/2006/main">
            <a:r>
              <a:t>源码：packages/ai/src/api/openai-decisions.ts:1</a:t>
            </a:r>
          </a:p>
          <a:p xmlns:a="http://schemas.openxmlformats.org/drawingml/2006/main">
            <a:r>
              <a:t>源码：packages/ai/src/api/openai-prompt-cache.ts:1</a:t>
            </a:r>
          </a:p>
          <a:p xmlns:a="http://schemas.openxmlformats.org/drawingml/2006/main">
            <a:r>
              <a:t>源码：packages/ai/src/api/openai-responses-shared.ts:1</a:t>
            </a:r>
          </a:p>
          <a:p xmlns:a="http://schemas.openxmlformats.org/drawingml/2006/main">
            <a:r>
              <a:t>源码：packages/ai/src/api/openai-responses.lazy.ts:1</a:t>
            </a:r>
          </a:p>
          <a:p xmlns:a="http://schemas.openxmlformats.org/drawingml/2006/main">
            <a:r>
              <a:t>源码：packages/ai/src/api/openai-responses.ts:1</a:t>
            </a:r>
          </a:p>
          <a:p xmlns:a="http://schemas.openxmlformats.org/drawingml/2006/main">
            <a:r>
              <a:t>源码：packages/ai/src/api/openrouter-images.lazy.ts:1</a:t>
            </a:r>
          </a:p>
          <a:p xmlns:a="http://schemas.openxmlformats.org/drawingml/2006/main">
            <a:r>
              <a:t>源码：packages/ai/src/api/openrouter-images.ts:1</a:t>
            </a:r>
          </a:p>
          <a:p xmlns:a="http://schemas.openxmlformats.org/drawingml/2006/main">
            <a:r>
              <a:t>源码：packages/ai/src/api/pi-messages.lazy.ts:1</a:t>
            </a:r>
          </a:p>
          <a:p xmlns:a="http://schemas.openxmlformats.org/drawingml/2006/main">
            <a:r>
              <a:t>源码：packages/ai/src/api/pi-messages.ts:1</a:t>
            </a:r>
          </a:p>
          <a:p xmlns:a="http://schemas.openxmlformats.org/drawingml/2006/main">
            <a:r>
              <a:t>源码：packages/ai/src/api/simple-options.ts:1</a:t>
            </a:r>
          </a:p>
          <a:p xmlns:a="http://schemas.openxmlformats.org/drawingml/2006/main">
            <a:r>
              <a:t>源码：packages/ai/src/api/system-one-shared.ts:1</a:t>
            </a:r>
          </a:p>
          <a:p xmlns:a="http://schemas.openxmlformats.org/drawingml/2006/main">
            <a:r>
              <a:t>源码：packages/ai/src/api/transform-messages.ts:1</a:t>
            </a:r>
          </a:p>
          <a:p xmlns:a="http://schemas.openxmlformats.org/drawingml/2006/main">
            <a:r>
              <a:t>源码：packages/ai/src/api/typesafe-system-one.lazy.ts:1</a:t>
            </a:r>
          </a:p>
          <a:p xmlns:a="http://schemas.openxmlformats.org/drawingml/2006/main">
            <a:r>
              <a:t>源码：packages/ai/src/api/typesafe-system-one.ts:1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消费增量并结束</a:t>
            </a:r>
          </a:p>
          <a:p xmlns:a="http://schemas.openxmlformats.org/drawingml/2006/main">
            <a:r>
              <a:t>观察文本、思考和工具参数的增量事件，等到完成后再消费完整结果，并读取 stopReason、usage 与错误。</a:t>
            </a:r>
          </a:p>
          <a:p xmlns:a="http://schemas.openxmlformats.org/drawingml/2006/main">
            <a:r>
              <a:t>输入：供应商流响应</a:t>
            </a:r>
          </a:p>
          <a:p xmlns:a="http://schemas.openxmlformats.org/drawingml/2006/main">
            <a:r>
              <a:t>输出：统一 AssistantMessage 与结束原因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行为与边界：具体函数、参数与注释由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源码：packages/ai/src/utils/abort-signals.ts:1</a:t>
            </a:r>
          </a:p>
          <a:p xmlns:a="http://schemas.openxmlformats.org/drawingml/2006/main">
            <a:r>
              <a:t>源码：packages/ai/src/utils/abort.ts:1</a:t>
            </a:r>
          </a:p>
          <a:p xmlns:a="http://schemas.openxmlformats.org/drawingml/2006/main">
            <a:r>
              <a:t>源码：packages/ai/src/utils/diagnostics.ts:1</a:t>
            </a:r>
          </a:p>
          <a:p xmlns:a="http://schemas.openxmlformats.org/drawingml/2006/main">
            <a:r>
              <a:t>源码：packages/ai/src/utils/error-body.ts:1</a:t>
            </a:r>
          </a:p>
          <a:p xmlns:a="http://schemas.openxmlformats.org/drawingml/2006/main">
            <a:r>
              <a:t>源码：packages/ai/src/utils/estimate.ts:1</a:t>
            </a:r>
          </a:p>
          <a:p xmlns:a="http://schemas.openxmlformats.org/drawingml/2006/main">
            <a:r>
              <a:t>源码：packages/ai/src/utils/event-stream.ts:1</a:t>
            </a:r>
          </a:p>
          <a:p xmlns:a="http://schemas.openxmlformats.org/drawingml/2006/main">
            <a:r>
              <a:t>源码：packages/ai/src/utils/hash.ts:1</a:t>
            </a:r>
          </a:p>
          <a:p xmlns:a="http://schemas.openxmlformats.org/drawingml/2006/main">
            <a:r>
              <a:t>源码：packages/ai/src/utils/headers.ts:1</a:t>
            </a:r>
          </a:p>
          <a:p xmlns:a="http://schemas.openxmlformats.org/drawingml/2006/main">
            <a:r>
              <a:t>源码：packages/ai/src/utils/identity.ts:1</a:t>
            </a:r>
          </a:p>
          <a:p xmlns:a="http://schemas.openxmlformats.org/drawingml/2006/main">
            <a:r>
              <a:t>源码：packages/ai/src/utils/json-parse.ts:1</a:t>
            </a:r>
          </a:p>
          <a:p xmlns:a="http://schemas.openxmlformats.org/drawingml/2006/main">
            <a:r>
              <a:t>源码：packages/ai/src/utils/model-operations.ts:1</a:t>
            </a:r>
          </a:p>
          <a:p xmlns:a="http://schemas.openxmlformats.org/drawingml/2006/main">
            <a:r>
              <a:t>源码：packages/ai/src/utils/models-error.ts:1</a:t>
            </a:r>
          </a:p>
          <a:p xmlns:a="http://schemas.openxmlformats.org/drawingml/2006/main">
            <a:r>
              <a:t>源码：packages/ai/src/utils/node-http-proxy.ts:1</a:t>
            </a:r>
          </a:p>
          <a:p xmlns:a="http://schemas.openxmlformats.org/drawingml/2006/main">
            <a:r>
              <a:t>源码：packages/ai/src/utils/oauth-page.ts:1</a:t>
            </a:r>
          </a:p>
          <a:p xmlns:a="http://schemas.openxmlformats.org/drawingml/2006/main">
            <a:r>
              <a:t>源码：packages/ai/src/utils/openrouter-cost.ts:1</a:t>
            </a:r>
          </a:p>
          <a:p xmlns:a="http://schemas.openxmlformats.org/drawingml/2006/main">
            <a:r>
              <a:t>源码：packages/ai/src/utils/overflow.ts:1</a:t>
            </a:r>
          </a:p>
          <a:p xmlns:a="http://schemas.openxmlformats.org/drawingml/2006/main">
            <a:r>
              <a:t>源码：packages/ai/src/utils/provider-env.ts:1</a:t>
            </a:r>
          </a:p>
          <a:p xmlns:a="http://schemas.openxmlformats.org/drawingml/2006/main">
            <a:r>
              <a:t>源码：packages/ai/src/utils/provider-retry.ts:1</a:t>
            </a:r>
          </a:p>
          <a:p xmlns:a="http://schemas.openxmlformats.org/drawingml/2006/main">
            <a:r>
              <a:t>源码：packages/ai/src/utils/retry.ts:1</a:t>
            </a:r>
          </a:p>
          <a:p xmlns:a="http://schemas.openxmlformats.org/drawingml/2006/main">
            <a:r>
              <a:t>源码：packages/ai/src/utils/sanitize-unicode.ts:1</a:t>
            </a:r>
          </a:p>
          <a:p xmlns:a="http://schemas.openxmlformats.org/drawingml/2006/main">
            <a:r>
              <a:t>源码：packages/ai/src/utils/sleep.ts:1</a:t>
            </a:r>
          </a:p>
          <a:p xmlns:a="http://schemas.openxmlformats.org/drawingml/2006/main">
            <a:r>
              <a:t>源码：packages/ai/src/utils/text.ts:1</a:t>
            </a:r>
          </a:p>
          <a:p xmlns:a="http://schemas.openxmlformats.org/drawingml/2006/main">
            <a:r>
              <a:t>源码：packages/ai/src/utils/transcript.ts:1</a:t>
            </a:r>
          </a:p>
          <a:p xmlns:a="http://schemas.openxmlformats.org/drawingml/2006/main">
            <a:r>
              <a:t>源码：packages/ai/src/utils/typebox-helpers.ts:1</a:t>
            </a:r>
          </a:p>
          <a:p xmlns:a="http://schemas.openxmlformats.org/drawingml/2006/main">
            <a:r>
              <a:t>源码：packages/ai/src/utils/uuid.ts:1</a:t>
            </a:r>
          </a:p>
          <a:p xmlns:a="http://schemas.openxmlformats.org/drawingml/2006/main">
            <a:r>
              <a:t>源码：packages/ai/src/utils/validation.ts:1</a:t>
            </a:r>
          </a:p>
          <a:p xmlns:a="http://schemas.openxmlformats.org/drawingml/2006/main">
            <a:r>
              <a:t>源码：packages/ai/src/utils/version.ts:1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失败与恢复：半截工具 JSON 不具备可执行保证。中止、网络失败、协议错误和正常停止的结果应区别处理。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练习：跟踪一次包含 toolCall 的响应，写出调用 ID、参数何时完整、何时可以验证执行。</a:t>
            </a:r>
          </a:p>
          <a:p xmlns:a="http://schemas.openxmlformats.org/drawingml/2006/main">
            <a:r>
              <a:t>参考判断：执行点必须位于参数完成并校验之后；文本增量和工具参数增量都不能当作最终消息直接持久消费。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模型目录、缓存与生成数据</a:t>
            </a:r>
          </a:p>
          <a:p xmlns:a="http://schemas.openxmlformats.org/drawingml/2006/main">
            <a:r>
              <a:t>组织模型元数据与目录存储。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边界：自动生成数据列为资源，不能把每个模型记录当成独立执行功能。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统一消息、模型与工具契约</a:t>
            </a:r>
          </a:p>
          <a:p xmlns:a="http://schemas.openxmlformats.org/drawingml/2006/main">
            <a:r>
              <a:t>定义统一请求/响应、模型能力和工具调用数据。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边界：根入口保持核心能力；具体提供商通过子路径接入。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模型协议适配与惰性加载</a:t>
            </a:r>
          </a:p>
          <a:p xmlns:a="http://schemas.openxmlformats.org/drawingml/2006/main">
            <a:r>
              <a:t>把统一请求映射到各模型协议，再规范化流式结果。</a:t>
            </a:r>
          </a:p>
          <a:p xmlns:a="http://schemas.openxmlformats.org/drawingml/2006/main">
            <a:r>
              <a:t>入口：api/* 子路径</a:t>
            </a:r>
          </a:p>
          <a:p xmlns:a="http://schemas.openxmlformats.org/drawingml/2006/main">
            <a:r>
              <a:t>边界：包含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按凭据个性化 OpenRouter 模型目录</a:t>
            </a:r>
          </a:p>
          <a:p xmlns:a="http://schemas.openxmlformats.org/drawingml/2006/main">
            <a:r>
              <a:t>读取 /models/user，按当前 key 可用模型过滤聊天目录并更新上下文、输出上限与定价。</a:t>
            </a:r>
          </a:p>
          <a:p xmlns:a="http://schemas.openxmlformats.org/drawingml/2006/main">
            <a:r>
              <a:t>入口：personalizeOpenRouterCatalog / RefreshModelsContext</a:t>
            </a:r>
          </a:p>
          <a:p xmlns:a="http://schemas.openxmlformats.org/drawingml/2006/main">
            <a:r>
              <a:t>边界：无凭据或 401/403/404 时保留输入目录；其他失败抛错。coding-agent 的 ModelRuntime.create 用 withPersonalizedCatalog 接入此函数。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严格工具 Schema 适配</a:t>
            </a:r>
          </a:p>
          <a:p xmlns:a="http://schemas.openxmlformats.org/drawingml/2006/main">
            <a:r>
              <a:t>转换统一消息与工具定义，区分支持 strict 的参数 schema，并处理提供商流式结果。</a:t>
            </a:r>
          </a:p>
          <a:p xmlns:a="http://schemas.openxmlformats.org/drawingml/2006/main">
            <a:r>
              <a:t>入口：Anthropic Messages adapter</a:t>
            </a:r>
          </a:p>
          <a:p xmlns:a="http://schemas.openxmlformats.org/drawingml/2006/main">
            <a:r>
              <a:t>边界：strict 能力取决于 schema 关键词及提供商契约；工具参数最终仍经执行层校验。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兼容入口与 API 别名</a:t>
            </a:r>
          </a:p>
          <a:p xmlns:a="http://schemas.openxmlformats.org/drawingml/2006/main">
            <a:r>
              <a:t>提供旧调用形态与兼容入口。</a:t>
            </a:r>
          </a:p>
          <a:p xmlns:a="http://schemas.openxmlformats.org/drawingml/2006/main">
            <a:r>
              <a:t>入口：pi-ai/compat</a:t>
            </a:r>
          </a:p>
          <a:p xmlns:a="http://schemas.openxmlformats.org/drawingml/2006/main">
            <a:r>
              <a:t>边界：兼容层是否使用取决于调用者；与无副作用根入口区分。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命令行入口</a:t>
            </a:r>
          </a:p>
          <a:p xmlns:a="http://schemas.openxmlformats.org/drawingml/2006/main">
            <a:r>
              <a:t>提供 AI 包的命令行入口。</a:t>
            </a:r>
          </a:p>
          <a:p xmlns:a="http://schemas.openxmlformats.org/drawingml/2006/main">
            <a:r>
              <a:t>入口：pi-ai</a:t>
            </a:r>
          </a:p>
          <a:p xmlns:a="http://schemas.openxmlformats.org/drawingml/2006/main">
            <a:r>
              <a:t>边界：与 coding-agent 的 pi 产品入口分开。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模型目录协议与生成维护</a:t>
            </a:r>
          </a:p>
          <a:p xmlns:a="http://schemas.openxmlformats.org/drawingml/2006/main">
            <a:r>
              <a:t>维护模型元数据协议、派生清单与锁定文件生成。</a:t>
            </a:r>
          </a:p>
          <a:p xmlns:a="http://schemas.openxmlformats.org/drawingml/2006/main">
            <a:r>
              <a:t>入口：模型生成/差异脚本</a:t>
            </a:r>
          </a:p>
          <a:p xmlns:a="http://schemas.openxmlformats.org/drawingml/2006/main">
            <a:r>
              <a:t>边界：生成代码应从其生成器维护。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· 提供商接入</a:t>
            </a:r>
          </a:p>
          <a:p xmlns:a="http://schemas.openxmlformats.org/drawingml/2006/main">
            <a:r>
              <a:t>通过 openai 工厂提供模型目录、请求派发或认证组合；具体导出与原始注释见下方。</a:t>
            </a:r>
          </a:p>
          <a:p xmlns:a="http://schemas.openxmlformats.org/drawingml/2006/main">
            <a:r>
              <a:t>入口：openaiProvider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openai-codex · 提供商接入</a:t>
            </a:r>
          </a:p>
          <a:p xmlns:a="http://schemas.openxmlformats.org/drawingml/2006/main">
            <a:r>
              <a:t>通过 openai-codex 工厂提供模型目录、请求派发或认证组合；具体导出与原始注释见下方。</a:t>
            </a:r>
          </a:p>
          <a:p xmlns:a="http://schemas.openxmlformats.org/drawingml/2006/main">
            <a:r>
              <a:t>入口：openaiCodexProvider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· 提供商接入</a:t>
            </a:r>
          </a:p>
          <a:p xmlns:a="http://schemas.openxmlformats.org/drawingml/2006/main">
            <a:r>
              <a:t>通过 anthropic 工厂提供模型目录、请求派发或认证组合；具体导出与原始注释见下方。</a:t>
            </a:r>
          </a:p>
          <a:p xmlns:a="http://schemas.openxmlformats.org/drawingml/2006/main">
            <a:r>
              <a:t>入口：anthropicProvider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· 提供商接入</a:t>
            </a:r>
          </a:p>
          <a:p xmlns:a="http://schemas.openxmlformats.org/drawingml/2006/main">
            <a:r>
              <a:t>通过 google 工厂提供模型目录、请求派发或认证组合；具体导出与原始注释见下方。</a:t>
            </a:r>
          </a:p>
          <a:p xmlns:a="http://schemas.openxmlformats.org/drawingml/2006/main">
            <a:r>
              <a:t>入口：googleProvider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google-vertex · 提供商接入</a:t>
            </a:r>
          </a:p>
          <a:p xmlns:a="http://schemas.openxmlformats.org/drawingml/2006/main">
            <a:r>
              <a:t>通过 google-vertex 工厂提供模型目录、请求派发或认证组合；具体导出与原始注释见下方。</a:t>
            </a:r>
          </a:p>
          <a:p xmlns:a="http://schemas.openxmlformats.org/drawingml/2006/main">
            <a:r>
              <a:t>入口：googleVertexProvider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azure · 提供商接入</a:t>
            </a:r>
          </a:p>
          <a:p xmlns:a="http://schemas.openxmlformats.org/drawingml/2006/main">
            <a:r>
              <a:t>通过 azure 工厂提供模型目录、请求派发或认证组合；具体导出与原始注释见下方。</a:t>
            </a:r>
          </a:p>
          <a:p xmlns:a="http://schemas.openxmlformats.org/drawingml/2006/main">
            <a:r>
              <a:t>入口：azureProvider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amazon-bedrock · 提供商接入</a:t>
            </a:r>
          </a:p>
          <a:p xmlns:a="http://schemas.openxmlformats.org/drawingml/2006/main">
            <a:r>
              <a:t>通过 amazon-bedrock 工厂提供模型目录、请求派发或认证组合；具体导出与原始注释见下方。</a:t>
            </a:r>
          </a:p>
          <a:p xmlns:a="http://schemas.openxmlformats.org/drawingml/2006/main">
            <a:r>
              <a:t>入口：amazonBedrockProvider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radius · 提供商接入</a:t>
            </a:r>
          </a:p>
          <a:p xmlns:a="http://schemas.openxmlformats.org/drawingml/2006/main">
            <a:r>
              <a:t>通过 radius 工厂提供模型目录、请求派发或认证组合；具体导出与原始注释见下方。</a:t>
            </a:r>
          </a:p>
          <a:p xmlns:a="http://schemas.openxmlformats.org/drawingml/2006/main">
            <a:r>
              <a:t>入口：RadiusProviderOptions、radiusProvider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openrouter · 提供商接入</a:t>
            </a:r>
          </a:p>
          <a:p xmlns:a="http://schemas.openxmlformats.org/drawingml/2006/main">
            <a:r>
              <a:t>通过 openrouter 工厂提供模型目录、请求派发或认证组合；具体导出与原始注释见下方。</a:t>
            </a:r>
          </a:p>
          <a:p xmlns:a="http://schemas.openxmlformats.org/drawingml/2006/main">
            <a:r>
              <a:t>入口：personalizeOpenRouterCatalog、openrouterProvider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vercel-ai-gateway · 提供商接入</a:t>
            </a:r>
          </a:p>
          <a:p xmlns:a="http://schemas.openxmlformats.org/drawingml/2006/main">
            <a:r>
              <a:t>通过 vercel-ai-gateway 工厂提供模型目录、请求派发或认证组合；具体导出与原始注释见下方。</a:t>
            </a:r>
          </a:p>
          <a:p xmlns:a="http://schemas.openxmlformats.org/drawingml/2006/main">
            <a:r>
              <a:t>入口：vercelAIGatewayProvider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github-copilot · 提供商接入</a:t>
            </a:r>
          </a:p>
          <a:p xmlns:a="http://schemas.openxmlformats.org/drawingml/2006/main">
            <a:r>
              <a:t>通过 github-copilot 工厂提供模型目录、请求派发或认证组合；具体导出与原始注释见下方。</a:t>
            </a:r>
          </a:p>
          <a:p xmlns:a="http://schemas.openxmlformats.org/drawingml/2006/main">
            <a:r>
              <a:t>入口：githubCopilotProvider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cloudflare-ai-gateway · 提供商接入</a:t>
            </a:r>
          </a:p>
          <a:p xmlns:a="http://schemas.openxmlformats.org/drawingml/2006/main">
            <a:r>
              <a:t>通过 cloudflare-ai-gateway 工厂提供模型目录、请求派发或认证组合；具体导出与原始注释见下方。</a:t>
            </a:r>
          </a:p>
          <a:p xmlns:a="http://schemas.openxmlformats.org/drawingml/2006/main">
            <a:r>
              <a:t>入口：cloudflareAIGatewayProvider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cloudflare-workers-ai · 提供商接入</a:t>
            </a:r>
          </a:p>
          <a:p xmlns:a="http://schemas.openxmlformats.org/drawingml/2006/main">
            <a:r>
              <a:t>通过 cloudflare-workers-ai 工厂提供模型目录、请求派发或认证组合；具体导出与原始注释见下方。</a:t>
            </a:r>
          </a:p>
          <a:p xmlns:a="http://schemas.openxmlformats.org/drawingml/2006/main">
            <a:r>
              <a:t>入口：cloudflareWorkersAIProvider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typesafe · 提供商接入</a:t>
            </a:r>
          </a:p>
          <a:p xmlns:a="http://schemas.openxmlformats.org/drawingml/2006/main">
            <a:r>
              <a:t>通过 typesafe 工厂提供模型目录、请求派发或认证组合；具体导出与原始注释见下方。</a:t>
            </a:r>
          </a:p>
          <a:p xmlns:a="http://schemas.openxmlformats.org/drawingml/2006/main">
            <a:r>
              <a:t>入口：typesafeProvider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· 提供商接入</a:t>
            </a:r>
          </a:p>
          <a:p xmlns:a="http://schemas.openxmlformats.org/drawingml/2006/main">
            <a:r>
              <a:t>通过 deepseek 工厂提供模型目录、请求派发或认证组合；具体导出与原始注释见下方。</a:t>
            </a:r>
          </a:p>
          <a:p xmlns:a="http://schemas.openxmlformats.org/drawingml/2006/main">
            <a:r>
              <a:t>入口：deepseekProvider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ant-ling · 提供商接入</a:t>
            </a:r>
          </a:p>
          <a:p xmlns:a="http://schemas.openxmlformats.org/drawingml/2006/main">
            <a:r>
              <a:t>通过 ant-ling 工厂提供模型目录、请求派发或认证组合；具体导出与原始注释见下方。</a:t>
            </a:r>
          </a:p>
          <a:p xmlns:a="http://schemas.openxmlformats.org/drawingml/2006/main">
            <a:r>
              <a:t>入口：antLingProvider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nvidia · 提供商接入</a:t>
            </a:r>
          </a:p>
          <a:p xmlns:a="http://schemas.openxmlformats.org/drawingml/2006/main">
            <a:r>
              <a:t>通过 nvidia 工厂提供模型目录、请求派发或认证组合；具体导出与原始注释见下方。</a:t>
            </a:r>
          </a:p>
          <a:p xmlns:a="http://schemas.openxmlformats.org/drawingml/2006/main">
            <a:r>
              <a:t>入口：nvidiaProvider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mistral · 提供商接入</a:t>
            </a:r>
          </a:p>
          <a:p xmlns:a="http://schemas.openxmlformats.org/drawingml/2006/main">
            <a:r>
              <a:t>通过 mistral 工厂提供模型目录、请求派发或认证组合；具体导出与原始注释见下方。</a:t>
            </a:r>
          </a:p>
          <a:p xmlns:a="http://schemas.openxmlformats.org/drawingml/2006/main">
            <a:r>
              <a:t>入口：mistralProvider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xai · 提供商接入</a:t>
            </a:r>
          </a:p>
          <a:p xmlns:a="http://schemas.openxmlformats.org/drawingml/2006/main">
            <a:r>
              <a:t>通过 xai 工厂提供模型目录、请求派发或认证组合；具体导出与原始注释见下方。</a:t>
            </a:r>
          </a:p>
          <a:p xmlns:a="http://schemas.openxmlformats.org/drawingml/2006/main">
            <a:r>
              <a:t>入口：xaiProvider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groq · 提供商接入</a:t>
            </a:r>
          </a:p>
          <a:p xmlns:a="http://schemas.openxmlformats.org/drawingml/2006/main">
            <a:r>
              <a:t>通过 groq 工厂提供模型目录、请求派发或认证组合；具体导出与原始注释见下方。</a:t>
            </a:r>
          </a:p>
          <a:p xmlns:a="http://schemas.openxmlformats.org/drawingml/2006/main">
            <a:r>
              <a:t>入口：groqProvider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cerebras · 提供商接入</a:t>
            </a:r>
          </a:p>
          <a:p xmlns:a="http://schemas.openxmlformats.org/drawingml/2006/main">
            <a:r>
              <a:t>通过 cerebras 工厂提供模型目录、请求派发或认证组合；具体导出与原始注释见下方。</a:t>
            </a:r>
          </a:p>
          <a:p xmlns:a="http://schemas.openxmlformats.org/drawingml/2006/main">
            <a:r>
              <a:t>入口：cerebrasProvider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together · 提供商接入</a:t>
            </a:r>
          </a:p>
          <a:p xmlns:a="http://schemas.openxmlformats.org/drawingml/2006/main">
            <a:r>
              <a:t>通过 together 工厂提供模型目录、请求派发或认证组合；具体导出与原始注释见下方。</a:t>
            </a:r>
          </a:p>
          <a:p xmlns:a="http://schemas.openxmlformats.org/drawingml/2006/main">
            <a:r>
              <a:t>入口：togetherProvider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baseten · 提供商接入</a:t>
            </a:r>
          </a:p>
          <a:p xmlns:a="http://schemas.openxmlformats.org/drawingml/2006/main">
            <a:r>
              <a:t>通过 baseten 工厂提供模型目录、请求派发或认证组合；具体导出与原始注释见下方。</a:t>
            </a:r>
          </a:p>
          <a:p xmlns:a="http://schemas.openxmlformats.org/drawingml/2006/main">
            <a:r>
              <a:t>入口：basetenProvider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fireworks · 提供商接入</a:t>
            </a:r>
          </a:p>
          <a:p xmlns:a="http://schemas.openxmlformats.org/drawingml/2006/main">
            <a:r>
              <a:t>通过 fireworks 工厂提供模型目录、请求派发或认证组合；具体导出与原始注释见下方。</a:t>
            </a:r>
          </a:p>
          <a:p xmlns:a="http://schemas.openxmlformats.org/drawingml/2006/main">
            <a:r>
              <a:t>入口：fireworksProvider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huggingface · 提供商接入</a:t>
            </a:r>
          </a:p>
          <a:p xmlns:a="http://schemas.openxmlformats.org/drawingml/2006/main">
            <a:r>
              <a:t>通过 huggingface 工厂提供模型目录、请求派发或认证组合；具体导出与原始注释见下方。</a:t>
            </a:r>
          </a:p>
          <a:p xmlns:a="http://schemas.openxmlformats.org/drawingml/2006/main">
            <a:r>
              <a:t>入口：huggingfaceProvider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 · 提供商接入</a:t>
            </a:r>
          </a:p>
          <a:p xmlns:a="http://schemas.openxmlformats.org/drawingml/2006/main">
            <a:r>
              <a:t>通过 meta 工厂提供模型目录、请求派发或认证组合；具体导出与原始注释见下方。</a:t>
            </a:r>
          </a:p>
          <a:p xmlns:a="http://schemas.openxmlformats.org/drawingml/2006/main">
            <a:r>
              <a:t>入口：metaProvider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 · 提供商接入</a:t>
            </a:r>
          </a:p>
          <a:p xmlns:a="http://schemas.openxmlformats.org/drawingml/2006/main">
            <a:r>
              <a:t>通过 opencode 工厂提供模型目录、请求派发或认证组合；具体导出与原始注释见下方。</a:t>
            </a:r>
          </a:p>
          <a:p xmlns:a="http://schemas.openxmlformats.org/drawingml/2006/main">
            <a:r>
              <a:t>入口：opencodeProvider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opencode-go · 提供商接入</a:t>
            </a:r>
          </a:p>
          <a:p xmlns:a="http://schemas.openxmlformats.org/drawingml/2006/main">
            <a:r>
              <a:t>通过 opencode-go 工厂提供模型目录、请求派发或认证组合；具体导出与原始注释见下方。</a:t>
            </a:r>
          </a:p>
          <a:p xmlns:a="http://schemas.openxmlformats.org/drawingml/2006/main">
            <a:r>
              <a:t>入口：opencodeGoProvider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moonshotai · 提供商接入</a:t>
            </a:r>
          </a:p>
          <a:p xmlns:a="http://schemas.openxmlformats.org/drawingml/2006/main">
            <a:r>
              <a:t>通过 moonshotai 工厂提供模型目录、请求派发或认证组合；具体导出与原始注释见下方。</a:t>
            </a:r>
          </a:p>
          <a:p xmlns:a="http://schemas.openxmlformats.org/drawingml/2006/main">
            <a:r>
              <a:t>入口：moonshotaiProvider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moonshotai-cn · 提供商接入</a:t>
            </a:r>
          </a:p>
          <a:p xmlns:a="http://schemas.openxmlformats.org/drawingml/2006/main">
            <a:r>
              <a:t>通过 moonshotai-cn 工厂提供模型目录、请求派发或认证组合；具体导出与原始注释见下方。</a:t>
            </a:r>
          </a:p>
          <a:p xmlns:a="http://schemas.openxmlformats.org/drawingml/2006/main">
            <a:r>
              <a:t>入口：moonshotaiCnProvider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kimi-coding · 提供商接入</a:t>
            </a:r>
          </a:p>
          <a:p xmlns:a="http://schemas.openxmlformats.org/drawingml/2006/main">
            <a:r>
              <a:t>通过 kimi-coding 工厂提供模型目录、请求派发或认证组合；具体导出与原始注释见下方。</a:t>
            </a:r>
          </a:p>
          <a:p xmlns:a="http://schemas.openxmlformats.org/drawingml/2006/main">
            <a:r>
              <a:t>入口：kimiCodingProvider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minimax · 提供商接入</a:t>
            </a:r>
          </a:p>
          <a:p xmlns:a="http://schemas.openxmlformats.org/drawingml/2006/main">
            <a:r>
              <a:t>通过 minimax 工厂提供模型目录、请求派发或认证组合；具体导出与原始注释见下方。</a:t>
            </a:r>
          </a:p>
          <a:p xmlns:a="http://schemas.openxmlformats.org/drawingml/2006/main">
            <a:r>
              <a:t>入口：minimaxProvider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minimax-cn · 提供商接入</a:t>
            </a:r>
          </a:p>
          <a:p xmlns:a="http://schemas.openxmlformats.org/drawingml/2006/main">
            <a:r>
              <a:t>通过 minimax-cn 工厂提供模型目录、请求派发或认证组合；具体导出与原始注释见下方。</a:t>
            </a:r>
          </a:p>
          <a:p xmlns:a="http://schemas.openxmlformats.org/drawingml/2006/main">
            <a:r>
              <a:t>入口：minimaxCnProvider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zai · 提供商接入</a:t>
            </a:r>
          </a:p>
          <a:p xmlns:a="http://schemas.openxmlformats.org/drawingml/2006/main">
            <a:r>
              <a:t>通过 zai 工厂提供模型目录、请求派发或认证组合；具体导出与原始注释见下方。</a:t>
            </a:r>
          </a:p>
          <a:p xmlns:a="http://schemas.openxmlformats.org/drawingml/2006/main">
            <a:r>
              <a:t>入口：zaiProvider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zai-coding-cn · 提供商接入</a:t>
            </a:r>
          </a:p>
          <a:p xmlns:a="http://schemas.openxmlformats.org/drawingml/2006/main">
            <a:r>
              <a:t>通过 zai-coding-cn 工厂提供模型目录、请求派发或认证组合；具体导出与原始注释见下方。</a:t>
            </a:r>
          </a:p>
          <a:p xmlns:a="http://schemas.openxmlformats.org/drawingml/2006/main">
            <a:r>
              <a:t>入口：zaiCodingCnProvider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 · 提供商接入</a:t>
            </a:r>
          </a:p>
          <a:p xmlns:a="http://schemas.openxmlformats.org/drawingml/2006/main">
            <a:r>
              <a:t>通过 qwen-token-plan 工厂提供模型目录、请求派发或认证组合；具体导出与原始注释见下方。</a:t>
            </a:r>
          </a:p>
          <a:p xmlns:a="http://schemas.openxmlformats.org/drawingml/2006/main">
            <a:r>
              <a:t>入口：qwenTokenPlanProvider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qwen-token-plan-individual · 提供商接入</a:t>
            </a:r>
          </a:p>
          <a:p xmlns:a="http://schemas.openxmlformats.org/drawingml/2006/main">
            <a:r>
              <a:t>通过 qwen-token-plan-individual 工厂提供模型目录、请求派发或认证组合；具体导出与原始注释见下方。</a:t>
            </a:r>
          </a:p>
          <a:p xmlns:a="http://schemas.openxmlformats.org/drawingml/2006/main">
            <a:r>
              <a:t>入口：qwenTokenPlanIndividualProvider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qwen-token-plan-cn · 提供商接入</a:t>
            </a:r>
          </a:p>
          <a:p xmlns:a="http://schemas.openxmlformats.org/drawingml/2006/main">
            <a:r>
              <a:t>通过 qwen-token-plan-cn 工厂提供模型目录、请求派发或认证组合；具体导出与原始注释见下方。</a:t>
            </a:r>
          </a:p>
          <a:p xmlns:a="http://schemas.openxmlformats.org/drawingml/2006/main">
            <a:r>
              <a:t>入口：qwenTokenPlanCnProvider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 · 提供商接入</a:t>
            </a:r>
          </a:p>
          <a:p xmlns:a="http://schemas.openxmlformats.org/drawingml/2006/main">
            <a:r>
              <a:t>通过 xiaomi 工厂提供模型目录、请求派发或认证组合；具体导出与原始注释见下方。</a:t>
            </a:r>
          </a:p>
          <a:p xmlns:a="http://schemas.openxmlformats.org/drawingml/2006/main">
            <a:r>
              <a:t>入口：xiaomiProvider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xiaomi-token-plan-cn · 提供商接入</a:t>
            </a:r>
          </a:p>
          <a:p xmlns:a="http://schemas.openxmlformats.org/drawingml/2006/main">
            <a:r>
              <a:t>通过 xiaomi-token-plan-cn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xiaomi-token-plan-ams · 提供商接入</a:t>
            </a:r>
          </a:p>
          <a:p xmlns:a="http://schemas.openxmlformats.org/drawingml/2006/main">
            <a:r>
              <a:t>通过 xiaomi-token-plan-ams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入口：xiaomiTokenPlanAmsProvider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xiaomi-token-plan-sgp · 提供商接入</a:t>
            </a:r>
          </a:p>
          <a:p xmlns:a="http://schemas.openxmlformats.org/drawingml/2006/main">
            <a:r>
              <a:t>通过 xiaomi-token-plan-sgp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入口：xiaomiTokenPlanSgpProvider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模型请求与轮询的显式遥测</a:t>
            </a:r>
          </a:p>
          <a:p xmlns:a="http://schemas.openxmlformats.org/drawingml/2006/main">
            <a:r>
              <a:t>提供 AI_TELEMETRY_SCHEMA 与 request/poll span、首事件、用量和指标。</a:t>
            </a:r>
          </a:p>
          <a:p xmlns:a="http://schemas.openxmlformats.org/drawingml/2006/main">
            <a:r>
              <a:t>入口：telemetry?: TelemetrySpan</a:t>
            </a:r>
          </a:p>
          <a:p xmlns:a="http://schemas.openxmlformats.org/drawingml/2006/main">
            <a:r>
              <a:t>边界：已替代 telemetryContext，无兼容别名；取消标记与 provider_error 分开，未知费用不推算。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extensions/custom-provider-anthropic · 示例</a:t>
            </a:r>
          </a:p>
          <a:p xmlns:a="http://schemas.openxmlformats.org/drawingml/2006/main">
            <a:r>
              <a:t>展示 extensions/custom-provider-anthropic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入口：packages/coding-agent/examples/extensions/custom-provider-anthropic/index.ts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extensions/custom-provider-gitlab-duo · 示例</a:t>
            </a:r>
          </a:p>
          <a:p xmlns:a="http://schemas.openxmlformats.org/drawingml/2006/main">
            <a:r>
              <a:t>展示 extensions/custom-provider-gitlab-duo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入口：packages/coding-agent/examples/extensions/custom-provider-gitlab-duo/index.ts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packages/ai/src/providers/all.ts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packages/ai/test/anthropic-cache-write-1h-cost.test.ts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packages/durable/test/system-order-cache-e2e.test.ts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packages/ai/test/bedrock-cache-write-1h-cost.test.ts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packages/ai/test/google-thinking-signature.test.ts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packages/durable/test/provider-session-cache-e2e.test.ts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packages/ai/test/openai-completions-empty-tools.test.ts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packages/ai/test/openrouter-cache-control-models.test.ts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packages/ai/test/openrouter-cache-write-repro.test.ts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packages/ai/test/supports-xhigh.test.ts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packages/coding-agent/test/branch-summary-extensions.test.ts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packages/coding-agent/test/suite/regressions/8964-extension-provider-streaming.test.ts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packages/coding-agent/test/usage-totals.test.ts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packages/coding-agent/test/references.test.ts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packages/ai/test/model-catalog-types.test.ts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MOD-27 · OpenAI Decisions 凭据边界 [可选] gpt-6-luna 用 API key 做分类及图像判断；若 openai 已通过 /login 保存 OAuth，即使有 OPENAI_API_KEY 也不列为可用，需退出该登录后使用 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MOD-29 · 按 OpenRouter 密钥更新目录 [内置／可选认证] 交互启动、打开 /model、登录及 update --models 时刷新并保存个性化聊天目录；离线、print、RPC 使用缓存，外部换 key 后需下次刷新才替换旧目录。代理无 /models/user 或拒绝 key 时退回全目录。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AI-01 · 提供商集合 [库] 用一个 Models 实例管理多个提供商，把认证、模型目录和协议实现组合起来，按模型所属提供商分发调用。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AI-02 · 统一流式／完整回答 [库] 使用相同 Context 调用各提供商，既可消费文本／推理／工具增量，也可等待完整 AssistantMessage。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AI-03 · 简化推理接口 [库] 用统一 reasoning 级别调用不同协议，降低宿主对提供商特定推理参数的依赖。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AI-04 · 提供商专属参数 [库] 需要细控时按 API 类型传递推理预算、采样、缓存和协议参数，保留类型检查。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AI-05 · 标准内容块与消息 [库] 统一用户、助手、工具结果、文本、图片、推理和工具调用结构，便于跨模型和宿主共享数据。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AI-06 · 模型目录查询 [库] 查询全部／单提供商模型、指定 ID、能力、窗口与成本；聊天、图像和分类按类型分别读取。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AI-07 · 静态类型化目录 [库] 不创建运行时也能读取随包目录，并获得提供商和模型 ID 的类型提示。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AI-08 · 动态目录与离线恢复 [库] 提供商可从服务端更新模型；目录存储允许缓存恢复、强制刷新、指定提供商及取消，读取始终返回最新已知值。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AI-12 · 请求头最终变换 [库] 在认证头、模型头和调用方头合并后统一变换，便于加入请求 ID、网关信息或移除指定头。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AI-13 · 请求级环境覆盖 [库] 在同一进程针对不同请求覆盖 provider 环境、云账号、代理等配置，减少进程级环境耦合。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AI-14 · 工具参数 schema [库] 使用 TypeBox 声明参数并在执行前验证／转换，使模型生成的参数符合工具契约。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AI-15 · 严格结构约束 [库／模型相关] 支持提供商端 JSON Schema 约束；prefer 允许退化，require 在不支持时失败。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AI-16 · 语法约束工具 [库／模型相关] 对支持的 OpenAI 工具格式使用 Lark／regex 限制原始文本输入，可用于补丁或脚本语法。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AI-17 · 工具参数增量解析 [库] 在参数尚未流完时解析部分 JSON，便于 UI 提前显示路径和内容进度；完整执行仍需最终校验。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AI-18 · 完整流事件规范 [库] 区分 start、块开始、delta、块结束、done 和 error，以 contentIndex 处理交错内容块。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AI-19 · 紧凑可持久化消息帧 [库] 将流事件编码成增量帧，并通过纯 reducer 重建部分消息，避免每个 token 都复制整个累积响应。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AI-20 · 视觉输入 [库／模型相关] 将用户或工具结果中的图片交给支持视觉的聊天模型；模型元数据表示是否具备图片输入能力。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AI-23 · Token、缓存和分档成本统计 [库] 统一输入、输出、缓存读写及费用；按模型目录的提示长度价格档计费，修正长提示成本低估。未报告数据不能视为实测零值；OpenRouter 时段价格尚未建模。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AI-24 · 停止原因与错误归一化 [库] 区分正常停止、长度限制、工具使用、错误和取消，失败结果可携带已收到的内容和用量。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AI-25 · 请求取消与续接 [库] AbortSignal 中断请求，保留部分响应供后续上下文使用；不会把“取消”误当成正常完成。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AI-26 · 提供商请求／事件调试 [库] 观察实际请求负载、响应及标准化前已解析事件，帮助分析网关兼容性和字段差异。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AI-27 · 自定义或混合协议提供商 [库] 组合模型、认证和 chat／image／classifier 实现；同一提供商可按模型 API 分派不同协议。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AI-28 · 兼容端点适配 [库] 对 role、token 字段、推理格式、会话亲和、严格工具等已验证差异设置兼容标志。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AI-29 · 跨提供商历史转接 [库] 切换模型时按目标接口转换历史；来自其他模型的 thinking 块丢弃，不再转成可见回答文本，避免把旧模型推理混入新模型对话。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AI-30 · 系统消息增量状态 [库] 首条系统消息提供提示和工具，后续系统消息追加／替换命名区块及工具；协议适配器按能力处理变化。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AI-31 · JSON 上下文序列化 [库] 消息和模型定义为可序列化数据，应用可自行存入数据库、文件或其他存储再恢复。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AI-32 · Faux 测试提供商 [库／测试] 使用预设响应、thinking、工具调用、流速和模拟用量构建确定性测试，无需真实模型凭据。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AI-33 · 浏览器与按需打包 [库] 可只导入所需提供商和轻量 models 入口，避免携带全部 SDK；浏览器不支持 Bedrock 调用和 Node OAuth 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AI-34 · 旧接口迁移入口 [兼容入口] compat 子路径暂存旧全局模型接口，供已有应用迁移；新接口以 Models 实例和 provider 工厂为主。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AI-35 · 统一响应耗时 [库] AssistantMessageEventStream 从请求开始到最终消息记录 durationMs，代理流也使用相同流类型；后续获取的 deferred 结果不补计时，自定义流函数须返回该具体流类型。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AI-38 · 按密钥个性化 OpenRouter 目录 [库] 独立函数用 /models/user 缩小聊天目录并覆盖该 key 的上下文、输出与价格；与通用静态模型目录分离，供非 CLI 宿主复用。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AI-39 · 动态目录跟随配置端点 [库] refresh 上下文传入注册提供商的最终 baseUrl，包括 wrappers 对 models.json 的覆盖，让动态目录使用同一地域／代理端点。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AI-40 · 模型请求与轮询的显式遥测 [库] 提供 AI_TELEMETRY_SCHEMA 与 request/poll span、首事件、用量和指标。 已替代 telemetryContext，无兼容别名；取消标记与 provider_error 分开，未知费用不推算。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PROV-01 · OpenAI [可选] 接入聊天／工具与 ChatGPT 登录路径，并支持 Decisions 分类 API 的 gpt-6-luna；分类需 API key，使用 ChatGPT OAuth 时该分类模型不列为可用。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PROV-02 · OpenAI Codex 旧接入 [可选／legacy] 保留旧 Codex Responses／订阅认证接入，文档标为 legacy，区别于 OpenAI provider 的新登录路径。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PROV-03 · Anthropic [可选] 接入 Claude Messages、工具、推理与认证；当前新增 Haiku 5.5，含长提示分档定价、adaptive thinking 的 xhigh／max、逐消息 effort 及会话中系统和工具变化。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PROV-04 · Google Gemini [可选] 接入 Google Generative AI 的聊天、图像输入与函数调用等模型能力。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PROV-05 · Google Vertex AI [可选] 在 Google Cloud 环境使用 Gemini，通过 API key 或 ADC 等方式解析身份和区域。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PROV-06 · Azure OpenAI／Foundry [可选] provider 已更名为 azure，同时支持 OpenAI Responses 和 Foundry Chat Completions，内置 DeepSeek V4 Pro；部署映射适用于两种 API，原 AZURE_OPENAI 环境变量保持不变。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PROV-07 · Amazon Bedrock [可选] 通过 AWS Converse Stream 接入模型并复用 AWS 凭据链；Node 环境调用，不是浏览器后端。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PROV-08 · Radius [可选] 接入 Pi 网关与 API key／OAuth；获取或缓存的组织模型目录替换随包默认目录，避免继续显示组织管理员已禁用的模型。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PROV-09 · OpenRouter [可选] 统一调用聊天、图像和分类模型；有 key 时聊天目录按该 key 的 guardrails、区域与权限缩小并覆盖窗口、输出上限和价格，图像及分类目录不筛选。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PROV-10 · Vercel AI Gateway [可选] 经 Vercel 网关接入模型，并提供目录中对应的分类模型能力。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PROV-11 · GitHub Copilot [可选] 使用 Copilot OAuth 或相应环境令牌访问账户可用模型，按模型选择底层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PROV-12 · Cloudflare AI Gateway [可选] 根据账号和网关配置解析端点，让请求通过 Cloudflare AI Gateway。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PROV-13 · Cloudflare Workers AI [可选] 使用账号下的 Workers AI 模型；目录还包括 Jev／Clef 等分类能力。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PROV-14 · TypeSafe [可选] 接入 System One 分类接口，针对结构化状态输出判断概率，而非普通聊天。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PROV-15 · DeepSeek [可选] 为 DeepSeek 模型提供认证、目录和兼容推理／工具消息转换。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PROV-16 · Ant Ling [可选] 接入蚂蚁 Ling 模型，并使用相应 API key 和推理格式。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PROV-17 · NVIDIA NIM [可选] 接入 NVIDIA 托管推理端点中的目录模型，用统一 API 处理其聊天与工具交互。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PROV-18 · Mistral [可选] 接入 Mistral Conversations 协议及模型能力。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PROV-19 · xAI [可选] 将 Grok 等目录模型接入统一模型与推理控制。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PROV-20 · Groq [可选] 接入 Groq 托管推理服务，复用统一工具、消息与流式消费方式。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PROV-21 · Cerebras [可选] 接入 Cerebras 推理服务及其 OpenAI 兼容差异处理。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PROV-22 · Together AI [可选] 使用 Together 的模型目录与 API key，通过兼容接口统一调用。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PROV-23 · Baseten [可选] 接入 Baseten 模型端点及其思考／chat template 参数兼容配置。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PROV-24 · Fireworks [可选] 在同一提供商下支持 OpenAI 与 Anthropic 兼容模型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PROV-25 · Hugging Face [可选] 使用 HF_TOKEN 接入仓库目录中支持的 Hugging Face 推理模型。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PROV-26 · Meta [可选] 接入 Meta Model API，使用 Responses 兼容协议。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PROV-27 · OpenCode Zen [可选] 接入 Zen 目录和凭据，按模型分派协议；也包含文档列出的分类模型。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PROV-28 · OpenCode Go [可选] 以独立 provider 和目录接入 OpenCode Go，避免与 Zen 的模型集合混淆。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PROV-29 · Moonshot 国际／中国 [可选] 分开接入两个区域端点，统一消息调用但保留独立 provider 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PROV-30 · Kimi For Coding [可选] Kimi Coding 当前通过 OpenAI Chat Completions 接入，默认 https://api.kimi.com/coding/v1；K3、K3-256K 与 Kimi For Coding 支持会话中新增工具的缓存路径，自定义 base URL 必须包含 /v1。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PROV-31 · MiniMax 国际／中国 [可选] 提供区域化模型与认证入口，用户选择匹配账号的服务。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PROV-32 · ZAI Coding 国际／中国 [可选] 接入不同区域 Coding Plan 的模型和凭据配置。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PROV-33 · Qwen 国际目录 [可选] 接入原有国际 Token Plan 模型集合。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PROV-34 · Qwen Individual [可选] 国际端点上提供 Individual 对应的较窄模型目录，凭据仍以该 provider 身份存储。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PROV-35 · Qwen 中国 [可选] 为中国 Token Plan 提供独立端点和认证变量。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PROV-36 · Xiaomi MiMo API 计费 [可选] 接入按 API 计费的 MiMo 服务，与区域 Token Plan 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PROV-37 · Xiaomi 区域 Token Plan [可选] 分别配置中国、阿姆斯特丹、新加坡服务，避免不同区域凭据和端点混用。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PROV-39 · 其他兼容端点 [可选] 自定义 Ollama、LM Studio、vLLM、SGLang 或企业代理，无需每种部署都新增一个内置 provider。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OTH-53 · 自定义 Anthropic／GitLab Duo [示例] 演示自定义认证、流处理或通过代理复用已有 Anthropic／OpenAI 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OTH-86 · 模型目录生成 [工程支持] 从生成脚本维护模型目录和各 provider 数据，避免直接手改生成文件，并提供固定目录更新流程。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provider-request / 模型目录到供应商请求与流事件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场景：同一个应用消息需要经过不同供应商 API，并保持统一的上层事件。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建立 provider 集合</a:t>
            </a:r>
          </a:p>
          <a:p xmlns:a="http://schemas.openxmlformats.org/drawingml/2006/main">
            <a:r>
              <a:t>阅读 Models 的目录注册、查找和刷新接口，区分静态目录与动态刷新。按凭据变化的目录需要重新检查可用项。</a:t>
            </a:r>
          </a:p>
          <a:p xmlns:a="http://schemas.openxmlformats.org/drawingml/2006/main">
            <a:r>
              <a:t>输入：provider 与模型定义</a:t>
            </a:r>
          </a:p>
          <a:p xmlns:a="http://schemas.openxmlformats.org/drawingml/2006/main">
            <a:r>
              <a:t>输出：可查询的 Models 集合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行为与边界：自动生成数据列为资源，不能把每个模型记录当成独立执行功能。</a:t>
            </a:r>
          </a:p>
          <a:p xmlns:a="http://schemas.openxmlformats.org/drawingml/2006/main">
            <a:r>
              <a:t>源码：packages/ai/src/model-catalog.ts:1</a:t>
            </a:r>
          </a:p>
          <a:p xmlns:a="http://schemas.openxmlformats.org/drawingml/2006/main">
            <a:r>
              <a:t>源码：packages/ai/src/models-store.ts:1</a:t>
            </a:r>
          </a:p>
          <a:p xmlns:a="http://schemas.openxmlformats.org/drawingml/2006/main">
            <a:r>
              <a:t>源码：packages/ai/src/models.generated.ts:1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整理统一消息</a:t>
            </a:r>
          </a:p>
          <a:p xmlns:a="http://schemas.openxmlformats.org/drawingml/2006/main">
            <a:r>
              <a:t>确认 system、user、assistant 和 toolResult 的形状以及工具声明。转换前保留角色、关联 ID 与内容块。</a:t>
            </a:r>
          </a:p>
          <a:p xmlns:a="http://schemas.openxmlformats.org/drawingml/2006/main">
            <a:r>
              <a:t>输入：应用消息和工具</a:t>
            </a:r>
          </a:p>
          <a:p xmlns:a="http://schemas.openxmlformats.org/drawingml/2006/main">
            <a:r>
              <a:t>输出：统一请求上下文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行为与边界：根入口保持核心能力；具体提供商通过子路径接入。</a:t>
            </a:r>
          </a:p>
          <a:p xmlns:a="http://schemas.openxmlformats.org/drawingml/2006/main">
            <a:r>
              <a:t>源码：packages/ai/src/models.ts:1</a:t>
            </a:r>
          </a:p>
          <a:p xmlns:a="http://schemas.openxmlformats.org/drawingml/2006/main">
            <a:r>
              <a:t>源码：packages/ai/src/session-resources.ts:1</a:t>
            </a:r>
          </a:p>
          <a:p xmlns:a="http://schemas.openxmlformats.org/drawingml/2006/main">
            <a:r>
              <a:t>源码：packages/ai/src/types.ts:1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转换具体协议</a:t>
            </a:r>
          </a:p>
          <a:p xmlns:a="http://schemas.openxmlformats.org/drawingml/2006/main">
            <a:r>
              <a:t>选一份 API 实现跟踪消息、采样与推理参数的转换，再比较另一份实现。统一选项不保证供应商接受完全相同的字段。</a:t>
            </a:r>
          </a:p>
          <a:p xmlns:a="http://schemas.openxmlformats.org/drawingml/2006/main">
            <a:r>
              <a:t>输入：模型和标准上下文</a:t>
            </a:r>
          </a:p>
          <a:p xmlns:a="http://schemas.openxmlformats.org/drawingml/2006/main">
            <a:r>
              <a:t>输出：供应商请求体</a:t>
            </a:r>
          </a:p>
          <a:p xmlns:a="http://schemas.openxmlformats.org/drawingml/2006/main">
            <a:r>
              <a:t>入口：api/* 子路径</a:t>
            </a:r>
          </a:p>
          <a:p xmlns:a="http://schemas.openxmlformats.org/drawingml/2006/main">
            <a:r>
              <a:t>行为与边界：包含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>源码：packages/ai/src/api/anthropic-messages.lazy.ts:1</a:t>
            </a:r>
          </a:p>
          <a:p xmlns:a="http://schemas.openxmlformats.org/drawingml/2006/main">
            <a:r>
              <a:t>源码：packages/ai/src/api/anthropic-messages.ts:1</a:t>
            </a:r>
          </a:p>
          <a:p xmlns:a="http://schemas.openxmlformats.org/drawingml/2006/main">
            <a:r>
              <a:t>源码：packages/ai/src/api/azure-openai-config.ts:1</a:t>
            </a:r>
          </a:p>
          <a:p xmlns:a="http://schemas.openxmlformats.org/drawingml/2006/main">
            <a:r>
              <a:t>源码：packages/ai/src/api/azure-openai-responses.lazy.ts:1</a:t>
            </a:r>
          </a:p>
          <a:p xmlns:a="http://schemas.openxmlformats.org/drawingml/2006/main">
            <a:r>
              <a:t>源码：packages/ai/src/api/azure-openai-responses.ts:1</a:t>
            </a:r>
          </a:p>
          <a:p xmlns:a="http://schemas.openxmlformats.org/drawingml/2006/main">
            <a:r>
              <a:t>源码：packages/ai/src/api/bedrock-converse-stream.lazy.ts:1</a:t>
            </a:r>
          </a:p>
          <a:p xmlns:a="http://schemas.openxmlformats.org/drawingml/2006/main">
            <a:r>
              <a:t>源码：packages/ai/src/api/bedrock-converse-stream.ts:1</a:t>
            </a:r>
          </a:p>
          <a:p xmlns:a="http://schemas.openxmlformats.org/drawingml/2006/main">
            <a:r>
              <a:t>源码：packages/ai/src/api/classifier-shared.ts:1</a:t>
            </a:r>
          </a:p>
          <a:p xmlns:a="http://schemas.openxmlformats.org/drawingml/2006/main">
            <a:r>
              <a:t>源码：packages/ai/src/api/cloudflare-ai-binding.ts:1</a:t>
            </a:r>
          </a:p>
          <a:p xmlns:a="http://schemas.openxmlformats.org/drawingml/2006/main">
            <a:r>
              <a:t>源码：packages/ai/src/api/cloudflare-workers-ai-system-one.lazy.ts:1</a:t>
            </a:r>
          </a:p>
          <a:p xmlns:a="http://schemas.openxmlformats.org/drawingml/2006/main">
            <a:r>
              <a:t>源码：packages/ai/src/api/cloudflare-workers-ai-system-one.ts:1</a:t>
            </a:r>
          </a:p>
          <a:p xmlns:a="http://schemas.openxmlformats.org/drawingml/2006/main">
            <a:r>
              <a:t>源码：packages/ai/src/api/cloudflare.ts:1</a:t>
            </a:r>
          </a:p>
          <a:p xmlns:a="http://schemas.openxmlformats.org/drawingml/2006/main">
            <a:r>
              <a:t>源码：packages/ai/src/api/constrained-sampling.ts:1</a:t>
            </a:r>
          </a:p>
          <a:p xmlns:a="http://schemas.openxmlformats.org/drawingml/2006/main">
            <a:r>
              <a:t>源码：packages/ai/src/api/github-copilot-headers.ts:1</a:t>
            </a:r>
          </a:p>
          <a:p xmlns:a="http://schemas.openxmlformats.org/drawingml/2006/main">
            <a:r>
              <a:t>源码：packages/ai/src/api/google-generative-ai.lazy.ts:1</a:t>
            </a:r>
          </a:p>
          <a:p xmlns:a="http://schemas.openxmlformats.org/drawingml/2006/main">
            <a:r>
              <a:t>源码：packages/ai/src/api/google-generative-ai.ts:1</a:t>
            </a:r>
          </a:p>
          <a:p xmlns:a="http://schemas.openxmlformats.org/drawingml/2006/main">
            <a:r>
              <a:t>源码：packages/ai/src/api/google-shared.ts:1</a:t>
            </a:r>
          </a:p>
          <a:p xmlns:a="http://schemas.openxmlformats.org/drawingml/2006/main">
            <a:r>
              <a:t>源码：packages/ai/src/api/google-vertex.lazy.ts:1</a:t>
            </a:r>
          </a:p>
          <a:p xmlns:a="http://schemas.openxmlformats.org/drawingml/2006/main">
            <a:r>
              <a:t>源码：packages/ai/src/api/google-vertex.ts:1</a:t>
            </a:r>
          </a:p>
          <a:p xmlns:a="http://schemas.openxmlformats.org/drawingml/2006/main">
            <a:r>
              <a:t>源码：packages/ai/src/api/lazy.ts:1</a:t>
            </a:r>
          </a:p>
          <a:p xmlns:a="http://schemas.openxmlformats.org/drawingml/2006/main">
            <a:r>
              <a:t>源码：packages/ai/src/api/llama-cpp-classify.lazy.ts:1</a:t>
            </a:r>
          </a:p>
          <a:p xmlns:a="http://schemas.openxmlformats.org/drawingml/2006/main">
            <a:r>
              <a:t>源码：packages/ai/src/api/llama-cpp-classify.ts:1</a:t>
            </a:r>
          </a:p>
          <a:p xmlns:a="http://schemas.openxmlformats.org/drawingml/2006/main">
            <a:r>
              <a:t>源码：packages/ai/src/api/mistral-conversations.lazy.ts:1</a:t>
            </a:r>
          </a:p>
          <a:p xmlns:a="http://schemas.openxmlformats.org/drawingml/2006/main">
            <a:r>
              <a:t>源码：packages/ai/src/api/mistral-conversations.ts:1</a:t>
            </a:r>
          </a:p>
          <a:p xmlns:a="http://schemas.openxmlformats.org/drawingml/2006/main">
            <a:r>
              <a:t>源码：packages/ai/src/api/openai-codex-responses.lazy.ts:1</a:t>
            </a:r>
          </a:p>
          <a:p xmlns:a="http://schemas.openxmlformats.org/drawingml/2006/main">
            <a:r>
              <a:t>源码：packages/ai/src/api/openai-codex-responses.ts:1</a:t>
            </a:r>
          </a:p>
          <a:p xmlns:a="http://schemas.openxmlformats.org/drawingml/2006/main">
            <a:r>
              <a:t>源码：packages/ai/src/api/openai-completions.lazy.ts:1</a:t>
            </a:r>
          </a:p>
          <a:p xmlns:a="http://schemas.openxmlformats.org/drawingml/2006/main">
            <a:r>
              <a:t>源码：packages/ai/src/api/openai-completions.ts:1</a:t>
            </a:r>
          </a:p>
          <a:p xmlns:a="http://schemas.openxmlformats.org/drawingml/2006/main">
            <a:r>
              <a:t>源码：packages/ai/src/api/openai-decisions.lazy.ts:1</a:t>
            </a:r>
          </a:p>
          <a:p xmlns:a="http://schemas.openxmlformats.org/drawingml/2006/main">
            <a:r>
              <a:t>源码：packages/ai/src/api/openai-decisions.ts:1</a:t>
            </a:r>
          </a:p>
          <a:p xmlns:a="http://schemas.openxmlformats.org/drawingml/2006/main">
            <a:r>
              <a:t>源码：packages/ai/src/api/openai-prompt-cache.ts:1</a:t>
            </a:r>
          </a:p>
          <a:p xmlns:a="http://schemas.openxmlformats.org/drawingml/2006/main">
            <a:r>
              <a:t>源码：packages/ai/src/api/openai-responses-shared.ts:1</a:t>
            </a:r>
          </a:p>
          <a:p xmlns:a="http://schemas.openxmlformats.org/drawingml/2006/main">
            <a:r>
              <a:t>源码：packages/ai/src/api/openai-responses.lazy.ts:1</a:t>
            </a:r>
          </a:p>
          <a:p xmlns:a="http://schemas.openxmlformats.org/drawingml/2006/main">
            <a:r>
              <a:t>源码：packages/ai/src/api/openai-responses.ts:1</a:t>
            </a:r>
          </a:p>
          <a:p xmlns:a="http://schemas.openxmlformats.org/drawingml/2006/main">
            <a:r>
              <a:t>源码：packages/ai/src/api/openrouter-images.lazy.ts:1</a:t>
            </a:r>
          </a:p>
          <a:p xmlns:a="http://schemas.openxmlformats.org/drawingml/2006/main">
            <a:r>
              <a:t>源码：packages/ai/src/api/openrouter-images.ts:1</a:t>
            </a:r>
          </a:p>
          <a:p xmlns:a="http://schemas.openxmlformats.org/drawingml/2006/main">
            <a:r>
              <a:t>源码：packages/ai/src/api/pi-messages.lazy.ts:1</a:t>
            </a:r>
          </a:p>
          <a:p xmlns:a="http://schemas.openxmlformats.org/drawingml/2006/main">
            <a:r>
              <a:t>源码：packages/ai/src/api/pi-messages.ts:1</a:t>
            </a:r>
          </a:p>
          <a:p xmlns:a="http://schemas.openxmlformats.org/drawingml/2006/main">
            <a:r>
              <a:t>源码：packages/ai/src/api/simple-options.ts:1</a:t>
            </a:r>
          </a:p>
          <a:p xmlns:a="http://schemas.openxmlformats.org/drawingml/2006/main">
            <a:r>
              <a:t>源码：packages/ai/src/api/system-one-shared.ts:1</a:t>
            </a:r>
          </a:p>
          <a:p xmlns:a="http://schemas.openxmlformats.org/drawingml/2006/main">
            <a:r>
              <a:t>源码：packages/ai/src/api/transform-messages.ts:1</a:t>
            </a:r>
          </a:p>
          <a:p xmlns:a="http://schemas.openxmlformats.org/drawingml/2006/main">
            <a:r>
              <a:t>源码：packages/ai/src/api/typesafe-system-one.lazy.ts:1</a:t>
            </a:r>
          </a:p>
          <a:p xmlns:a="http://schemas.openxmlformats.org/drawingml/2006/main">
            <a:r>
              <a:t>源码：packages/ai/src/api/typesafe-system-one.ts:1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消费增量并结束</a:t>
            </a:r>
          </a:p>
          <a:p xmlns:a="http://schemas.openxmlformats.org/drawingml/2006/main">
            <a:r>
              <a:t>观察文本、思考和工具参数的增量事件，等到完成后再消费完整结果，并读取 stopReason、usage 与错误。</a:t>
            </a:r>
          </a:p>
          <a:p xmlns:a="http://schemas.openxmlformats.org/drawingml/2006/main">
            <a:r>
              <a:t>输入：供应商流响应</a:t>
            </a:r>
          </a:p>
          <a:p xmlns:a="http://schemas.openxmlformats.org/drawingml/2006/main">
            <a:r>
              <a:t>输出：统一 AssistantMessage 与结束原因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行为与边界：具体函数、参数与注释由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源码：packages/ai/src/utils/abort-signals.ts:1</a:t>
            </a:r>
          </a:p>
          <a:p xmlns:a="http://schemas.openxmlformats.org/drawingml/2006/main">
            <a:r>
              <a:t>源码：packages/ai/src/utils/abort.ts:1</a:t>
            </a:r>
          </a:p>
          <a:p xmlns:a="http://schemas.openxmlformats.org/drawingml/2006/main">
            <a:r>
              <a:t>源码：packages/ai/src/utils/diagnostics.ts:1</a:t>
            </a:r>
          </a:p>
          <a:p xmlns:a="http://schemas.openxmlformats.org/drawingml/2006/main">
            <a:r>
              <a:t>源码：packages/ai/src/utils/error-body.ts:1</a:t>
            </a:r>
          </a:p>
          <a:p xmlns:a="http://schemas.openxmlformats.org/drawingml/2006/main">
            <a:r>
              <a:t>源码：packages/ai/src/utils/estimate.ts:1</a:t>
            </a:r>
          </a:p>
          <a:p xmlns:a="http://schemas.openxmlformats.org/drawingml/2006/main">
            <a:r>
              <a:t>源码：packages/ai/src/utils/event-stream.ts:1</a:t>
            </a:r>
          </a:p>
          <a:p xmlns:a="http://schemas.openxmlformats.org/drawingml/2006/main">
            <a:r>
              <a:t>源码：packages/ai/src/utils/hash.ts:1</a:t>
            </a:r>
          </a:p>
          <a:p xmlns:a="http://schemas.openxmlformats.org/drawingml/2006/main">
            <a:r>
              <a:t>源码：packages/ai/src/utils/headers.ts:1</a:t>
            </a:r>
          </a:p>
          <a:p xmlns:a="http://schemas.openxmlformats.org/drawingml/2006/main">
            <a:r>
              <a:t>源码：packages/ai/src/utils/identity.ts:1</a:t>
            </a:r>
          </a:p>
          <a:p xmlns:a="http://schemas.openxmlformats.org/drawingml/2006/main">
            <a:r>
              <a:t>源码：packages/ai/src/utils/json-parse.ts:1</a:t>
            </a:r>
          </a:p>
          <a:p xmlns:a="http://schemas.openxmlformats.org/drawingml/2006/main">
            <a:r>
              <a:t>源码：packages/ai/src/utils/model-operations.ts:1</a:t>
            </a:r>
          </a:p>
          <a:p xmlns:a="http://schemas.openxmlformats.org/drawingml/2006/main">
            <a:r>
              <a:t>源码：packages/ai/src/utils/models-error.ts:1</a:t>
            </a:r>
          </a:p>
          <a:p xmlns:a="http://schemas.openxmlformats.org/drawingml/2006/main">
            <a:r>
              <a:t>源码：packages/ai/src/utils/node-http-proxy.ts:1</a:t>
            </a:r>
          </a:p>
          <a:p xmlns:a="http://schemas.openxmlformats.org/drawingml/2006/main">
            <a:r>
              <a:t>源码：packages/ai/src/utils/oauth-page.ts:1</a:t>
            </a:r>
          </a:p>
          <a:p xmlns:a="http://schemas.openxmlformats.org/drawingml/2006/main">
            <a:r>
              <a:t>源码：packages/ai/src/utils/openrouter-cost.ts:1</a:t>
            </a:r>
          </a:p>
          <a:p xmlns:a="http://schemas.openxmlformats.org/drawingml/2006/main">
            <a:r>
              <a:t>源码：packages/ai/src/utils/overflow.ts:1</a:t>
            </a:r>
          </a:p>
          <a:p xmlns:a="http://schemas.openxmlformats.org/drawingml/2006/main">
            <a:r>
              <a:t>源码：packages/ai/src/utils/provider-env.ts:1</a:t>
            </a:r>
          </a:p>
          <a:p xmlns:a="http://schemas.openxmlformats.org/drawingml/2006/main">
            <a:r>
              <a:t>源码：packages/ai/src/utils/provider-retry.ts:1</a:t>
            </a:r>
          </a:p>
          <a:p xmlns:a="http://schemas.openxmlformats.org/drawingml/2006/main">
            <a:r>
              <a:t>源码：packages/ai/src/utils/retry.ts:1</a:t>
            </a:r>
          </a:p>
          <a:p xmlns:a="http://schemas.openxmlformats.org/drawingml/2006/main">
            <a:r>
              <a:t>源码：packages/ai/src/utils/sanitize-unicode.ts:1</a:t>
            </a:r>
          </a:p>
          <a:p xmlns:a="http://schemas.openxmlformats.org/drawingml/2006/main">
            <a:r>
              <a:t>源码：packages/ai/src/utils/sleep.ts:1</a:t>
            </a:r>
          </a:p>
          <a:p xmlns:a="http://schemas.openxmlformats.org/drawingml/2006/main">
            <a:r>
              <a:t>源码：packages/ai/src/utils/text.ts:1</a:t>
            </a:r>
          </a:p>
          <a:p xmlns:a="http://schemas.openxmlformats.org/drawingml/2006/main">
            <a:r>
              <a:t>源码：packages/ai/src/utils/transcript.ts:1</a:t>
            </a:r>
          </a:p>
          <a:p xmlns:a="http://schemas.openxmlformats.org/drawingml/2006/main">
            <a:r>
              <a:t>源码：packages/ai/src/utils/typebox-helpers.ts:1</a:t>
            </a:r>
          </a:p>
          <a:p xmlns:a="http://schemas.openxmlformats.org/drawingml/2006/main">
            <a:r>
              <a:t>源码：packages/ai/src/utils/uuid.ts:1</a:t>
            </a:r>
          </a:p>
          <a:p xmlns:a="http://schemas.openxmlformats.org/drawingml/2006/main">
            <a:r>
              <a:t>源码：packages/ai/src/utils/validation.ts:1</a:t>
            </a:r>
          </a:p>
          <a:p xmlns:a="http://schemas.openxmlformats.org/drawingml/2006/main">
            <a:r>
              <a:t>源码：packages/ai/src/utils/version.ts:1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失败与恢复：半截工具 JSON 不具备可执行保证。中止、网络失败、协议错误和正常停止的结果应区别处理。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练习：跟踪一次包含 toolCall 的响应，写出调用 ID、参数何时完整、何时可以验证执行。</a:t>
            </a:r>
          </a:p>
          <a:p xmlns:a="http://schemas.openxmlformats.org/drawingml/2006/main">
            <a:r>
              <a:t>参考判断：执行点必须位于参数完成并校验之后；文本增量和工具参数增量都不能当作最终消息直接持久消费。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模型目录、缓存与生成数据</a:t>
            </a:r>
          </a:p>
          <a:p xmlns:a="http://schemas.openxmlformats.org/drawingml/2006/main">
            <a:r>
              <a:t>组织模型元数据与目录存储。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边界：自动生成数据列为资源，不能把每个模型记录当成独立执行功能。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统一消息、模型与工具契约</a:t>
            </a:r>
          </a:p>
          <a:p xmlns:a="http://schemas.openxmlformats.org/drawingml/2006/main">
            <a:r>
              <a:t>定义统一请求/响应、模型能力和工具调用数据。</a:t>
            </a:r>
          </a:p>
          <a:p xmlns:a="http://schemas.openxmlformats.org/drawingml/2006/main">
            <a:r>
              <a:t>入口：pi-ai 根导出</a:t>
            </a:r>
          </a:p>
          <a:p xmlns:a="http://schemas.openxmlformats.org/drawingml/2006/main">
            <a:r>
              <a:t>边界：根入口保持核心能力；具体提供商通过子路径接入。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模型协议适配与惰性加载</a:t>
            </a:r>
          </a:p>
          <a:p xmlns:a="http://schemas.openxmlformats.org/drawingml/2006/main">
            <a:r>
              <a:t>把统一请求映射到各模型协议，再规范化流式结果。</a:t>
            </a:r>
          </a:p>
          <a:p xmlns:a="http://schemas.openxmlformats.org/drawingml/2006/main">
            <a:r>
              <a:t>入口：api/* 子路径</a:t>
            </a:r>
          </a:p>
          <a:p xmlns:a="http://schemas.openxmlformats.org/drawingml/2006/main">
            <a:r>
              <a:t>边界：包含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按凭据个性化 OpenRouter 模型目录</a:t>
            </a:r>
          </a:p>
          <a:p xmlns:a="http://schemas.openxmlformats.org/drawingml/2006/main">
            <a:r>
              <a:t>读取 /models/user，按当前 key 可用模型过滤聊天目录并更新上下文、输出上限与定价。</a:t>
            </a:r>
          </a:p>
          <a:p xmlns:a="http://schemas.openxmlformats.org/drawingml/2006/main">
            <a:r>
              <a:t>入口：personalizeOpenRouterCatalog / RefreshModelsContext</a:t>
            </a:r>
          </a:p>
          <a:p xmlns:a="http://schemas.openxmlformats.org/drawingml/2006/main">
            <a:r>
              <a:t>边界：无凭据或 401/403/404 时保留输入目录；其他失败抛错。coding-agent 的 ModelRuntime.create 用 withPersonalizedCatalog 接入此函数。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严格工具 Schema 适配</a:t>
            </a:r>
          </a:p>
          <a:p xmlns:a="http://schemas.openxmlformats.org/drawingml/2006/main">
            <a:r>
              <a:t>转换统一消息与工具定义，区分支持 strict 的参数 schema，并处理提供商流式结果。</a:t>
            </a:r>
          </a:p>
          <a:p xmlns:a="http://schemas.openxmlformats.org/drawingml/2006/main">
            <a:r>
              <a:t>入口：Anthropic Messages adapter</a:t>
            </a:r>
          </a:p>
          <a:p xmlns:a="http://schemas.openxmlformats.org/drawingml/2006/main">
            <a:r>
              <a:t>边界：strict 能力取决于 schema 关键词及提供商契约；工具参数最终仍经执行层校验。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兼容入口与 API 别名</a:t>
            </a:r>
          </a:p>
          <a:p xmlns:a="http://schemas.openxmlformats.org/drawingml/2006/main">
            <a:r>
              <a:t>提供旧调用形态与兼容入口。</a:t>
            </a:r>
          </a:p>
          <a:p xmlns:a="http://schemas.openxmlformats.org/drawingml/2006/main">
            <a:r>
              <a:t>入口：pi-ai/compat</a:t>
            </a:r>
          </a:p>
          <a:p xmlns:a="http://schemas.openxmlformats.org/drawingml/2006/main">
            <a:r>
              <a:t>边界：兼容层是否使用取决于调用者；与无副作用根入口区分。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命令行入口</a:t>
            </a:r>
          </a:p>
          <a:p xmlns:a="http://schemas.openxmlformats.org/drawingml/2006/main">
            <a:r>
              <a:t>提供 AI 包的命令行入口。</a:t>
            </a:r>
          </a:p>
          <a:p xmlns:a="http://schemas.openxmlformats.org/drawingml/2006/main">
            <a:r>
              <a:t>入口：pi-ai</a:t>
            </a:r>
          </a:p>
          <a:p xmlns:a="http://schemas.openxmlformats.org/drawingml/2006/main">
            <a:r>
              <a:t>边界：与 coding-agent 的 pi 产品入口分开。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模型目录协议与生成维护</a:t>
            </a:r>
          </a:p>
          <a:p xmlns:a="http://schemas.openxmlformats.org/drawingml/2006/main">
            <a:r>
              <a:t>维护模型元数据协议、派生清单与锁定文件生成。</a:t>
            </a:r>
          </a:p>
          <a:p xmlns:a="http://schemas.openxmlformats.org/drawingml/2006/main">
            <a:r>
              <a:t>入口：模型生成/差异脚本</a:t>
            </a:r>
          </a:p>
          <a:p xmlns:a="http://schemas.openxmlformats.org/drawingml/2006/main">
            <a:r>
              <a:t>边界：生成代码应从其生成器维护。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· 提供商接入</a:t>
            </a:r>
          </a:p>
          <a:p xmlns:a="http://schemas.openxmlformats.org/drawingml/2006/main">
            <a:r>
              <a:t>通过 openai 工厂提供模型目录、请求派发或认证组合；具体导出与原始注释见下方。</a:t>
            </a:r>
          </a:p>
          <a:p xmlns:a="http://schemas.openxmlformats.org/drawingml/2006/main">
            <a:r>
              <a:t>入口：openaiProvider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openai-codex · 提供商接入</a:t>
            </a:r>
          </a:p>
          <a:p xmlns:a="http://schemas.openxmlformats.org/drawingml/2006/main">
            <a:r>
              <a:t>通过 openai-codex 工厂提供模型目录、请求派发或认证组合；具体导出与原始注释见下方。</a:t>
            </a:r>
          </a:p>
          <a:p xmlns:a="http://schemas.openxmlformats.org/drawingml/2006/main">
            <a:r>
              <a:t>入口：openaiCodexProvider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· 提供商接入</a:t>
            </a:r>
          </a:p>
          <a:p xmlns:a="http://schemas.openxmlformats.org/drawingml/2006/main">
            <a:r>
              <a:t>通过 anthropic 工厂提供模型目录、请求派发或认证组合；具体导出与原始注释见下方。</a:t>
            </a:r>
          </a:p>
          <a:p xmlns:a="http://schemas.openxmlformats.org/drawingml/2006/main">
            <a:r>
              <a:t>入口：anthropicProvider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· 提供商接入</a:t>
            </a:r>
          </a:p>
          <a:p xmlns:a="http://schemas.openxmlformats.org/drawingml/2006/main">
            <a:r>
              <a:t>通过 google 工厂提供模型目录、请求派发或认证组合；具体导出与原始注释见下方。</a:t>
            </a:r>
          </a:p>
          <a:p xmlns:a="http://schemas.openxmlformats.org/drawingml/2006/main">
            <a:r>
              <a:t>入口：googleProvider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google-vertex · 提供商接入</a:t>
            </a:r>
          </a:p>
          <a:p xmlns:a="http://schemas.openxmlformats.org/drawingml/2006/main">
            <a:r>
              <a:t>通过 google-vertex 工厂提供模型目录、请求派发或认证组合；具体导出与原始注释见下方。</a:t>
            </a:r>
          </a:p>
          <a:p xmlns:a="http://schemas.openxmlformats.org/drawingml/2006/main">
            <a:r>
              <a:t>入口：googleVertexProvider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azure · 提供商接入</a:t>
            </a:r>
          </a:p>
          <a:p xmlns:a="http://schemas.openxmlformats.org/drawingml/2006/main">
            <a:r>
              <a:t>通过 azure 工厂提供模型目录、请求派发或认证组合；具体导出与原始注释见下方。</a:t>
            </a:r>
          </a:p>
          <a:p xmlns:a="http://schemas.openxmlformats.org/drawingml/2006/main">
            <a:r>
              <a:t>入口：azureProvider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amazon-bedrock · 提供商接入</a:t>
            </a:r>
          </a:p>
          <a:p xmlns:a="http://schemas.openxmlformats.org/drawingml/2006/main">
            <a:r>
              <a:t>通过 amazon-bedrock 工厂提供模型目录、请求派发或认证组合；具体导出与原始注释见下方。</a:t>
            </a:r>
          </a:p>
          <a:p xmlns:a="http://schemas.openxmlformats.org/drawingml/2006/main">
            <a:r>
              <a:t>入口：amazonBedrockProvider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radius · 提供商接入</a:t>
            </a:r>
          </a:p>
          <a:p xmlns:a="http://schemas.openxmlformats.org/drawingml/2006/main">
            <a:r>
              <a:t>通过 radius 工厂提供模型目录、请求派发或认证组合；具体导出与原始注释见下方。</a:t>
            </a:r>
          </a:p>
          <a:p xmlns:a="http://schemas.openxmlformats.org/drawingml/2006/main">
            <a:r>
              <a:t>入口：RadiusProviderOptions、radiusProvider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openrouter · 提供商接入</a:t>
            </a:r>
          </a:p>
          <a:p xmlns:a="http://schemas.openxmlformats.org/drawingml/2006/main">
            <a:r>
              <a:t>通过 openrouter 工厂提供模型目录、请求派发或认证组合；具体导出与原始注释见下方。</a:t>
            </a:r>
          </a:p>
          <a:p xmlns:a="http://schemas.openxmlformats.org/drawingml/2006/main">
            <a:r>
              <a:t>入口：personalizeOpenRouterCatalog、openrouterProvider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vercel-ai-gateway · 提供商接入</a:t>
            </a:r>
          </a:p>
          <a:p xmlns:a="http://schemas.openxmlformats.org/drawingml/2006/main">
            <a:r>
              <a:t>通过 vercel-ai-gateway 工厂提供模型目录、请求派发或认证组合；具体导出与原始注释见下方。</a:t>
            </a:r>
          </a:p>
          <a:p xmlns:a="http://schemas.openxmlformats.org/drawingml/2006/main">
            <a:r>
              <a:t>入口：vercelAIGatewayProvider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github-copilot · 提供商接入</a:t>
            </a:r>
          </a:p>
          <a:p xmlns:a="http://schemas.openxmlformats.org/drawingml/2006/main">
            <a:r>
              <a:t>通过 github-copilot 工厂提供模型目录、请求派发或认证组合；具体导出与原始注释见下方。</a:t>
            </a:r>
          </a:p>
          <a:p xmlns:a="http://schemas.openxmlformats.org/drawingml/2006/main">
            <a:r>
              <a:t>入口：githubCopilotProvider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cloudflare-ai-gateway · 提供商接入</a:t>
            </a:r>
          </a:p>
          <a:p xmlns:a="http://schemas.openxmlformats.org/drawingml/2006/main">
            <a:r>
              <a:t>通过 cloudflare-ai-gateway 工厂提供模型目录、请求派发或认证组合；具体导出与原始注释见下方。</a:t>
            </a:r>
          </a:p>
          <a:p xmlns:a="http://schemas.openxmlformats.org/drawingml/2006/main">
            <a:r>
              <a:t>入口：cloudflareAIGatewayProvider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cloudflare-workers-ai · 提供商接入</a:t>
            </a:r>
          </a:p>
          <a:p xmlns:a="http://schemas.openxmlformats.org/drawingml/2006/main">
            <a:r>
              <a:t>通过 cloudflare-workers-ai 工厂提供模型目录、请求派发或认证组合；具体导出与原始注释见下方。</a:t>
            </a:r>
          </a:p>
          <a:p xmlns:a="http://schemas.openxmlformats.org/drawingml/2006/main">
            <a:r>
              <a:t>入口：cloudflareWorkersAIProvider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typesafe · 提供商接入</a:t>
            </a:r>
          </a:p>
          <a:p xmlns:a="http://schemas.openxmlformats.org/drawingml/2006/main">
            <a:r>
              <a:t>通过 typesafe 工厂提供模型目录、请求派发或认证组合；具体导出与原始注释见下方。</a:t>
            </a:r>
          </a:p>
          <a:p xmlns:a="http://schemas.openxmlformats.org/drawingml/2006/main">
            <a:r>
              <a:t>入口：typesafeProvider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· 提供商接入</a:t>
            </a:r>
          </a:p>
          <a:p xmlns:a="http://schemas.openxmlformats.org/drawingml/2006/main">
            <a:r>
              <a:t>通过 deepseek 工厂提供模型目录、请求派发或认证组合；具体导出与原始注释见下方。</a:t>
            </a:r>
          </a:p>
          <a:p xmlns:a="http://schemas.openxmlformats.org/drawingml/2006/main">
            <a:r>
              <a:t>入口：deepseekProvider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ant-ling · 提供商接入</a:t>
            </a:r>
          </a:p>
          <a:p xmlns:a="http://schemas.openxmlformats.org/drawingml/2006/main">
            <a:r>
              <a:t>通过 ant-ling 工厂提供模型目录、请求派发或认证组合；具体导出与原始注释见下方。</a:t>
            </a:r>
          </a:p>
          <a:p xmlns:a="http://schemas.openxmlformats.org/drawingml/2006/main">
            <a:r>
              <a:t>入口：antLingProvider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nvidia · 提供商接入</a:t>
            </a:r>
          </a:p>
          <a:p xmlns:a="http://schemas.openxmlformats.org/drawingml/2006/main">
            <a:r>
              <a:t>通过 nvidia 工厂提供模型目录、请求派发或认证组合；具体导出与原始注释见下方。</a:t>
            </a:r>
          </a:p>
          <a:p xmlns:a="http://schemas.openxmlformats.org/drawingml/2006/main">
            <a:r>
              <a:t>入口：nvidiaProvider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mistral · 提供商接入</a:t>
            </a:r>
          </a:p>
          <a:p xmlns:a="http://schemas.openxmlformats.org/drawingml/2006/main">
            <a:r>
              <a:t>通过 mistral 工厂提供模型目录、请求派发或认证组合；具体导出与原始注释见下方。</a:t>
            </a:r>
          </a:p>
          <a:p xmlns:a="http://schemas.openxmlformats.org/drawingml/2006/main">
            <a:r>
              <a:t>入口：mistralProvider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xai · 提供商接入</a:t>
            </a:r>
          </a:p>
          <a:p xmlns:a="http://schemas.openxmlformats.org/drawingml/2006/main">
            <a:r>
              <a:t>通过 xai 工厂提供模型目录、请求派发或认证组合；具体导出与原始注释见下方。</a:t>
            </a:r>
          </a:p>
          <a:p xmlns:a="http://schemas.openxmlformats.org/drawingml/2006/main">
            <a:r>
              <a:t>入口：xaiProvider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groq · 提供商接入</a:t>
            </a:r>
          </a:p>
          <a:p xmlns:a="http://schemas.openxmlformats.org/drawingml/2006/main">
            <a:r>
              <a:t>通过 groq 工厂提供模型目录、请求派发或认证组合；具体导出与原始注释见下方。</a:t>
            </a:r>
          </a:p>
          <a:p xmlns:a="http://schemas.openxmlformats.org/drawingml/2006/main">
            <a:r>
              <a:t>入口：groqProvider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cerebras · 提供商接入</a:t>
            </a:r>
          </a:p>
          <a:p xmlns:a="http://schemas.openxmlformats.org/drawingml/2006/main">
            <a:r>
              <a:t>通过 cerebras 工厂提供模型目录、请求派发或认证组合；具体导出与原始注释见下方。</a:t>
            </a:r>
          </a:p>
          <a:p xmlns:a="http://schemas.openxmlformats.org/drawingml/2006/main">
            <a:r>
              <a:t>入口：cerebrasProvider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together · 提供商接入</a:t>
            </a:r>
          </a:p>
          <a:p xmlns:a="http://schemas.openxmlformats.org/drawingml/2006/main">
            <a:r>
              <a:t>通过 together 工厂提供模型目录、请求派发或认证组合；具体导出与原始注释见下方。</a:t>
            </a:r>
          </a:p>
          <a:p xmlns:a="http://schemas.openxmlformats.org/drawingml/2006/main">
            <a:r>
              <a:t>入口：togetherProvider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baseten · 提供商接入</a:t>
            </a:r>
          </a:p>
          <a:p xmlns:a="http://schemas.openxmlformats.org/drawingml/2006/main">
            <a:r>
              <a:t>通过 baseten 工厂提供模型目录、请求派发或认证组合；具体导出与原始注释见下方。</a:t>
            </a:r>
          </a:p>
          <a:p xmlns:a="http://schemas.openxmlformats.org/drawingml/2006/main">
            <a:r>
              <a:t>入口：basetenProvider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fireworks · 提供商接入</a:t>
            </a:r>
          </a:p>
          <a:p xmlns:a="http://schemas.openxmlformats.org/drawingml/2006/main">
            <a:r>
              <a:t>通过 fireworks 工厂提供模型目录、请求派发或认证组合；具体导出与原始注释见下方。</a:t>
            </a:r>
          </a:p>
          <a:p xmlns:a="http://schemas.openxmlformats.org/drawingml/2006/main">
            <a:r>
              <a:t>入口：fireworksProvider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huggingface · 提供商接入</a:t>
            </a:r>
          </a:p>
          <a:p xmlns:a="http://schemas.openxmlformats.org/drawingml/2006/main">
            <a:r>
              <a:t>通过 huggingface 工厂提供模型目录、请求派发或认证组合；具体导出与原始注释见下方。</a:t>
            </a:r>
          </a:p>
          <a:p xmlns:a="http://schemas.openxmlformats.org/drawingml/2006/main">
            <a:r>
              <a:t>入口：huggingfaceProvider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 · 提供商接入</a:t>
            </a:r>
          </a:p>
          <a:p xmlns:a="http://schemas.openxmlformats.org/drawingml/2006/main">
            <a:r>
              <a:t>通过 meta 工厂提供模型目录、请求派发或认证组合；具体导出与原始注释见下方。</a:t>
            </a:r>
          </a:p>
          <a:p xmlns:a="http://schemas.openxmlformats.org/drawingml/2006/main">
            <a:r>
              <a:t>入口：metaProvider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 · 提供商接入</a:t>
            </a:r>
          </a:p>
          <a:p xmlns:a="http://schemas.openxmlformats.org/drawingml/2006/main">
            <a:r>
              <a:t>通过 opencode 工厂提供模型目录、请求派发或认证组合；具体导出与原始注释见下方。</a:t>
            </a:r>
          </a:p>
          <a:p xmlns:a="http://schemas.openxmlformats.org/drawingml/2006/main">
            <a:r>
              <a:t>入口：opencodeProvider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opencode-go · 提供商接入</a:t>
            </a:r>
          </a:p>
          <a:p xmlns:a="http://schemas.openxmlformats.org/drawingml/2006/main">
            <a:r>
              <a:t>通过 opencode-go 工厂提供模型目录、请求派发或认证组合；具体导出与原始注释见下方。</a:t>
            </a:r>
          </a:p>
          <a:p xmlns:a="http://schemas.openxmlformats.org/drawingml/2006/main">
            <a:r>
              <a:t>入口：opencodeGoProvider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moonshotai · 提供商接入</a:t>
            </a:r>
          </a:p>
          <a:p xmlns:a="http://schemas.openxmlformats.org/drawingml/2006/main">
            <a:r>
              <a:t>通过 moonshotai 工厂提供模型目录、请求派发或认证组合；具体导出与原始注释见下方。</a:t>
            </a:r>
          </a:p>
          <a:p xmlns:a="http://schemas.openxmlformats.org/drawingml/2006/main">
            <a:r>
              <a:t>入口：moonshotaiProvider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moonshotai-cn · 提供商接入</a:t>
            </a:r>
          </a:p>
          <a:p xmlns:a="http://schemas.openxmlformats.org/drawingml/2006/main">
            <a:r>
              <a:t>通过 moonshotai-cn 工厂提供模型目录、请求派发或认证组合；具体导出与原始注释见下方。</a:t>
            </a:r>
          </a:p>
          <a:p xmlns:a="http://schemas.openxmlformats.org/drawingml/2006/main">
            <a:r>
              <a:t>入口：moonshotaiCnProvider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kimi-coding · 提供商接入</a:t>
            </a:r>
          </a:p>
          <a:p xmlns:a="http://schemas.openxmlformats.org/drawingml/2006/main">
            <a:r>
              <a:t>通过 kimi-coding 工厂提供模型目录、请求派发或认证组合；具体导出与原始注释见下方。</a:t>
            </a:r>
          </a:p>
          <a:p xmlns:a="http://schemas.openxmlformats.org/drawingml/2006/main">
            <a:r>
              <a:t>入口：kimiCodingProvider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minimax · 提供商接入</a:t>
            </a:r>
          </a:p>
          <a:p xmlns:a="http://schemas.openxmlformats.org/drawingml/2006/main">
            <a:r>
              <a:t>通过 minimax 工厂提供模型目录、请求派发或认证组合；具体导出与原始注释见下方。</a:t>
            </a:r>
          </a:p>
          <a:p xmlns:a="http://schemas.openxmlformats.org/drawingml/2006/main">
            <a:r>
              <a:t>入口：minimaxProvider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minimax-cn · 提供商接入</a:t>
            </a:r>
          </a:p>
          <a:p xmlns:a="http://schemas.openxmlformats.org/drawingml/2006/main">
            <a:r>
              <a:t>通过 minimax-cn 工厂提供模型目录、请求派发或认证组合；具体导出与原始注释见下方。</a:t>
            </a:r>
          </a:p>
          <a:p xmlns:a="http://schemas.openxmlformats.org/drawingml/2006/main">
            <a:r>
              <a:t>入口：minimaxCnProvider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zai · 提供商接入</a:t>
            </a:r>
          </a:p>
          <a:p xmlns:a="http://schemas.openxmlformats.org/drawingml/2006/main">
            <a:r>
              <a:t>通过 zai 工厂提供模型目录、请求派发或认证组合；具体导出与原始注释见下方。</a:t>
            </a:r>
          </a:p>
          <a:p xmlns:a="http://schemas.openxmlformats.org/drawingml/2006/main">
            <a:r>
              <a:t>入口：zaiProvider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zai-coding-cn · 提供商接入</a:t>
            </a:r>
          </a:p>
          <a:p xmlns:a="http://schemas.openxmlformats.org/drawingml/2006/main">
            <a:r>
              <a:t>通过 zai-coding-cn 工厂提供模型目录、请求派发或认证组合；具体导出与原始注释见下方。</a:t>
            </a:r>
          </a:p>
          <a:p xmlns:a="http://schemas.openxmlformats.org/drawingml/2006/main">
            <a:r>
              <a:t>入口：zaiCodingCnProvider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 · 提供商接入</a:t>
            </a:r>
          </a:p>
          <a:p xmlns:a="http://schemas.openxmlformats.org/drawingml/2006/main">
            <a:r>
              <a:t>通过 qwen-token-plan 工厂提供模型目录、请求派发或认证组合；具体导出与原始注释见下方。</a:t>
            </a:r>
          </a:p>
          <a:p xmlns:a="http://schemas.openxmlformats.org/drawingml/2006/main">
            <a:r>
              <a:t>入口：qwenTokenPlanProvider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qwen-token-plan-individual · 提供商接入</a:t>
            </a:r>
          </a:p>
          <a:p xmlns:a="http://schemas.openxmlformats.org/drawingml/2006/main">
            <a:r>
              <a:t>通过 qwen-token-plan-individual 工厂提供模型目录、请求派发或认证组合；具体导出与原始注释见下方。</a:t>
            </a:r>
          </a:p>
          <a:p xmlns:a="http://schemas.openxmlformats.org/drawingml/2006/main">
            <a:r>
              <a:t>入口：qwenTokenPlanIndividualProvider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qwen-token-plan-cn · 提供商接入</a:t>
            </a:r>
          </a:p>
          <a:p xmlns:a="http://schemas.openxmlformats.org/drawingml/2006/main">
            <a:r>
              <a:t>通过 qwen-token-plan-cn 工厂提供模型目录、请求派发或认证组合；具体导出与原始注释见下方。</a:t>
            </a:r>
          </a:p>
          <a:p xmlns:a="http://schemas.openxmlformats.org/drawingml/2006/main">
            <a:r>
              <a:t>入口：qwenTokenPlanCnProvider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 · 提供商接入</a:t>
            </a:r>
          </a:p>
          <a:p xmlns:a="http://schemas.openxmlformats.org/drawingml/2006/main">
            <a:r>
              <a:t>通过 xiaomi 工厂提供模型目录、请求派发或认证组合；具体导出与原始注释见下方。</a:t>
            </a:r>
          </a:p>
          <a:p xmlns:a="http://schemas.openxmlformats.org/drawingml/2006/main">
            <a:r>
              <a:t>入口：xiaomiProvider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xiaomi-token-plan-cn · 提供商接入</a:t>
            </a:r>
          </a:p>
          <a:p xmlns:a="http://schemas.openxmlformats.org/drawingml/2006/main">
            <a:r>
              <a:t>通过 xiaomi-token-plan-cn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入口：xiaomiTokenPlanCnProvider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xiaomi-token-plan-ams · 提供商接入</a:t>
            </a:r>
          </a:p>
          <a:p xmlns:a="http://schemas.openxmlformats.org/drawingml/2006/main">
            <a:r>
              <a:t>通过 xiaomi-token-plan-ams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入口：xiaomiTokenPlanAmsProvider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xiaomi-token-plan-sgp · 提供商接入</a:t>
            </a:r>
          </a:p>
          <a:p xmlns:a="http://schemas.openxmlformats.org/drawingml/2006/main">
            <a:r>
              <a:t>通过 xiaomi-token-plan-sgp 工厂提供模型目录、请求派发或认证组合；具体导出与原始注释见下方。</a:t>
            </a:r>
          </a:p>
          <a:p xmlns:a="http://schemas.openxmlformats.org/drawingml/2006/main">
            <a:r>
              <a:t>入口：xiaomiTokenPlanSgpProvider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模型选择、目录与提供商组合</a:t>
            </a:r>
          </a:p>
          <a:p xmlns:a="http://schemas.openxmlformats.org/drawingml/2006/main">
            <a:r>
              <a:t>汇总可用模型、解析选择模式，并通过运行时派发请求。</a:t>
            </a:r>
          </a:p>
          <a:p xmlns:a="http://schemas.openxmlformats.org/drawingml/2006/main">
            <a:r>
              <a:t>入口：/model；--model；--models；models.json</a:t>
            </a:r>
          </a:p>
          <a:p xmlns:a="http://schemas.openxmlformats.org/drawingml/2006/main">
            <a:r>
              <a:t>边界：目录元数据不等同于可调用性；认证与具体提供商能力仍需满足。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模型请求与轮询的显式遥测</a:t>
            </a:r>
          </a:p>
          <a:p xmlns:a="http://schemas.openxmlformats.org/drawingml/2006/main">
            <a:r>
              <a:t>提供 AI_TELEMETRY_SCHEMA 与 request/poll span、首事件、用量和指标。</a:t>
            </a:r>
          </a:p>
          <a:p xmlns:a="http://schemas.openxmlformats.org/drawingml/2006/main">
            <a:r>
              <a:t>入口：telemetry?: TelemetrySpan</a:t>
            </a:r>
          </a:p>
          <a:p xmlns:a="http://schemas.openxmlformats.org/drawingml/2006/main">
            <a:r>
              <a:t>边界：已替代 telemetryContext，无兼容别名；取消标记与 provider_error 分开，未知费用不推算。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extensions/custom-provider-anthropic · 示例</a:t>
            </a:r>
          </a:p>
          <a:p xmlns:a="http://schemas.openxmlformats.org/drawingml/2006/main">
            <a:r>
              <a:t>展示 extensions/custom-provider-anthropic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入口：packages/coding-agent/examples/extensions/custom-provider-anthropic/index.ts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extensions/custom-provider-gitlab-duo · 示例</a:t>
            </a:r>
          </a:p>
          <a:p xmlns:a="http://schemas.openxmlformats.org/drawingml/2006/main">
            <a:r>
              <a:t>展示 extensions/custom-provider-gitlab-duo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入口：packages/coding-agent/examples/extensions/custom-provider-gitlab-duo/index.ts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packages/ai/src/providers/all.ts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packages/ai/test/anthropic-cache-write-1h-cost.test.ts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packages/durable/test/system-order-cache-e2e.test.ts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packages/ai/test/bedrock-cache-write-1h-cost.test.ts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packages/ai/test/google-thinking-signature.test.ts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packages/durable/test/provider-session-cache-e2e.test.ts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packages/ai/test/openai-completions-empty-tools.test.ts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packages/ai/test/openrouter-cache-control-models.test.ts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packages/ai/test/openrouter-cache-write-repro.test.ts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packages/ai/test/supports-xhigh.test.ts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packages/coding-agent/test/branch-summary-extensions.test.ts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packages/coding-agent/test/suite/regressions/8964-extension-provider-streaming.test.ts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packages/coding-agent/test/usage-totals.test.ts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packages/coding-agent/test/references.test.ts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packages/ai/test/model-catalog-types.test.ts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MOD-27 · OpenAI Decisions 凭据边界 [可选] gpt-6-luna 用 API key 做分类及图像判断；若 openai 已通过 /login 保存 OAuth，即使有 OPENAI_API_KEY 也不列为可用，需退出该登录后使用 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MOD-29 · 按 OpenRouter 密钥更新目录 [内置／可选认证] 交互启动、打开 /model、登录及 update --models 时刷新并保存个性化聊天目录；离线、print、RPC 使用缓存，外部换 key 后需下次刷新才替换旧目录。代理无 /models/user 或拒绝 key 时退回全目录。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AI-01 · 提供商集合 [库] 用一个 Models 实例管理多个提供商，把认证、模型目录和协议实现组合起来，按模型所属提供商分发调用。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AI-02 · 统一流式／完整回答 [库] 使用相同 Context 调用各提供商，既可消费文本／推理／工具增量，也可等待完整 AssistantMessage。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AI-03 · 简化推理接口 [库] 用统一 reasoning 级别调用不同协议，降低宿主对提供商特定推理参数的依赖。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AI-04 · 提供商专属参数 [库] 需要细控时按 API 类型传递推理预算、采样、缓存和协议参数，保留类型检查。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AI-05 · 标准内容块与消息 [库] 统一用户、助手、工具结果、文本、图片、推理和工具调用结构，便于跨模型和宿主共享数据。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AI-06 · 模型目录查询 [库] 查询全部／单提供商模型、指定 ID、能力、窗口与成本；聊天、图像和分类按类型分别读取。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AI-07 · 静态类型化目录 [库] 不创建运行时也能读取随包目录，并获得提供商和模型 ID 的类型提示。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AI-08 · 动态目录与离线恢复 [库] 提供商可从服务端更新模型；目录存储允许缓存恢复、强制刷新、指定提供商及取消，读取始终返回最新已知值。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AI-12 · 请求头最终变换 [库] 在认证头、模型头和调用方头合并后统一变换，便于加入请求 ID、网关信息或移除指定头。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AI-13 · 请求级环境覆盖 [库] 在同一进程针对不同请求覆盖 provider 环境、云账号、代理等配置，减少进程级环境耦合。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AI-14 · 工具参数 schema [库] 使用 TypeBox 声明参数并在执行前验证／转换，使模型生成的参数符合工具契约。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AI-15 · 严格结构约束 [库／模型相关] 支持提供商端 JSON Schema 约束；prefer 允许退化，require 在不支持时失败。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AI-16 · 语法约束工具 [库／模型相关] 对支持的 OpenAI 工具格式使用 Lark／regex 限制原始文本输入，可用于补丁或脚本语法。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AI-17 · 工具参数增量解析 [库] 在参数尚未流完时解析部分 JSON，便于 UI 提前显示路径和内容进度；完整执行仍需最终校验。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AI-18 · 完整流事件规范 [库] 区分 start、块开始、delta、块结束、done 和 error，以 contentIndex 处理交错内容块。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AI-19 · 紧凑可持久化消息帧 [库] 将流事件编码成增量帧，并通过纯 reducer 重建部分消息，避免每个 token 都复制整个累积响应。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AI-20 · 视觉输入 [库／模型相关] 将用户或工具结果中的图片交给支持视觉的聊天模型；模型元数据表示是否具备图片输入能力。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AI-23 · Token、缓存和分档成本统计 [库] 统一输入、输出、缓存读写及费用；按模型目录的提示长度价格档计费，修正长提示成本低估。未报告数据不能视为实测零值；OpenRouter 时段价格尚未建模。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AI-24 · 停止原因与错误归一化 [库] 区分正常停止、长度限制、工具使用、错误和取消，失败结果可携带已收到的内容和用量。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AI-25 · 请求取消与续接 [库] AbortSignal 中断请求，保留部分响应供后续上下文使用；不会把“取消”误当成正常完成。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AI-26 · 提供商请求／事件调试 [库] 观察实际请求负载、响应及标准化前已解析事件，帮助分析网关兼容性和字段差异。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AI-27 · 自定义或混合协议提供商 [库] 组合模型、认证和 chat／image／classifier 实现；同一提供商可按模型 API 分派不同协议。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AI-28 · 兼容端点适配 [库] 对 role、token 字段、推理格式、会话亲和、严格工具等已验证差异设置兼容标志。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AI-29 · 跨提供商历史转接 [库] 切换模型时按目标接口转换历史；来自其他模型的 thinking 块丢弃，不再转成可见回答文本，避免把旧模型推理混入新模型对话。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AI-30 · 系统消息增量状态 [库] 首条系统消息提供提示和工具，后续系统消息追加／替换命名区块及工具；协议适配器按能力处理变化。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AI-31 · JSON 上下文序列化 [库] 消息和模型定义为可序列化数据，应用可自行存入数据库、文件或其他存储再恢复。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AI-32 · Faux 测试提供商 [库／测试] 使用预设响应、thinking、工具调用、流速和模拟用量构建确定性测试，无需真实模型凭据。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AI-33 · 浏览器与按需打包 [库] 可只导入所需提供商和轻量 models 入口，避免携带全部 SDK；浏览器不支持 Bedrock 调用和 Node OAuth 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AI-34 · 旧接口迁移入口 [兼容入口] compat 子路径暂存旧全局模型接口，供已有应用迁移；新接口以 Models 实例和 provider 工厂为主。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AI-35 · 统一响应耗时 [库] AssistantMessageEventStream 从请求开始到最终消息记录 durationMs，代理流也使用相同流类型；后续获取的 deferred 结果不补计时，自定义流函数须返回该具体流类型。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AI-38 · 按密钥个性化 OpenRouter 目录 [库] 独立函数用 /models/user 缩小聊天目录并覆盖该 key 的上下文、输出与价格；与通用静态模型目录分离，供非 CLI 宿主复用。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AI-39 · 动态目录跟随配置端点 [库] refresh 上下文传入注册提供商的最终 baseUrl，包括 wrappers 对 models.json 的覆盖，让动态目录使用同一地域／代理端点。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AI-40 · 模型请求与轮询的显式遥测 [库] 提供 AI_TELEMETRY_SCHEMA 与 request/poll span、首事件、用量和指标。 已替代 telemetryContext，无兼容别名；取消标记与 provider_error 分开，未知费用不推算。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PROV-01 · OpenAI [可选] 接入聊天／工具与 ChatGPT 登录路径，并支持 Decisions 分类 API 的 gpt-6-luna；分类需 API key，使用 ChatGPT OAuth 时该分类模型不列为可用。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PROV-02 · OpenAI Codex 旧接入 [可选／legacy] 保留旧 Codex Responses／订阅认证接入，文档标为 legacy，区别于 OpenAI provider 的新登录路径。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PROV-03 · Anthropic [可选] 接入 Claude Messages、工具、推理与认证；当前新增 Haiku 5.5，含长提示分档定价、adaptive thinking 的 xhigh／max、逐消息 effort 及会话中系统和工具变化。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PROV-04 · Google Gemini [可选] 接入 Google Generative AI 的聊天、图像输入与函数调用等模型能力。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PROV-05 · Google Vertex AI [可选] 在 Google Cloud 环境使用 Gemini，通过 API key 或 ADC 等方式解析身份和区域。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PROV-06 · Azure OpenAI／Foundry [可选] provider 已更名为 azure，同时支持 OpenAI Responses 和 Foundry Chat Completions，内置 DeepSeek V4 Pro；部署映射适用于两种 API，原 AZURE_OPENAI 环境变量保持不变。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PROV-07 · Amazon Bedrock [可选] 通过 AWS Converse Stream 接入模型并复用 AWS 凭据链；Node 环境调用，不是浏览器后端。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PROV-08 · Radius [可选] 接入 Pi 网关与 API key／OAuth；获取或缓存的组织模型目录替换随包默认目录，避免继续显示组织管理员已禁用的模型。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PROV-09 · OpenRouter [可选] 统一调用聊天、图像和分类模型；有 key 时聊天目录按该 key 的 guardrails、区域与权限缩小并覆盖窗口、输出上限和价格，图像及分类目录不筛选。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PROV-10 · Vercel AI Gateway [可选] 经 Vercel 网关接入模型，并提供目录中对应的分类模型能力。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PROV-11 · GitHub Copilot [可选] 使用 Copilot OAuth 或相应环境令牌访问账户可用模型，按模型选择底层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PROV-12 · Cloudflare AI Gateway [可选] 根据账号和网关配置解析端点，让请求通过 Cloudflare AI Gateway。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PROV-13 · Cloudflare Workers AI [可选] 使用账号下的 Workers AI 模型；目录还包括 Jev／Clef 等分类能力。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PROV-14 · TypeSafe [可选] 接入 System One 分类接口，针对结构化状态输出判断概率，而非普通聊天。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PROV-15 · DeepSeek [可选] 为 DeepSeek 模型提供认证、目录和兼容推理／工具消息转换。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PROV-16 · Ant Ling [可选] 接入蚂蚁 Ling 模型，并使用相应 API key 和推理格式。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PROV-17 · NVIDIA NIM [可选] 接入 NVIDIA 托管推理端点中的目录模型，用统一 API 处理其聊天与工具交互。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PROV-18 · Mistral [可选] 接入 Mistral Conversations 协议及模型能力。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PROV-19 · xAI [可选] 将 Grok 等目录模型接入统一模型与推理控制。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PROV-20 · Groq [可选] 接入 Groq 托管推理服务，复用统一工具、消息与流式消费方式。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PROV-21 · Cerebras [可选] 接入 Cerebras 推理服务及其 OpenAI 兼容差异处理。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PROV-22 · Together AI [可选] 使用 Together 的模型目录与 API key，通过兼容接口统一调用。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PROV-23 · Baseten [可选] 接入 Baseten 模型端点及其思考／chat template 参数兼容配置。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PROV-24 · Fireworks [可选] 在同一提供商下支持 OpenAI 与 Anthropic 兼容模型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PROV-25 · Hugging Face [可选] 使用 HF_TOKEN 接入仓库目录中支持的 Hugging Face 推理模型。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PROV-26 · Meta [可选] 接入 Meta Model API，使用 Responses 兼容协议。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PROV-27 · OpenCode Zen [可选] 接入 Zen 目录和凭据，按模型分派协议；也包含文档列出的分类模型。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PROV-28 · OpenCode Go [可选] 以独立 provider 和目录接入 OpenCode Go，避免与 Zen 的模型集合混淆。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PROV-29 · Moonshot 国际／中国 [可选] 分开接入两个区域端点，统一消息调用但保留独立 provider 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PROV-30 · Kimi For Coding [可选] Kimi Coding 当前通过 OpenAI Chat Completions 接入，默认 https://api.kimi.com/coding/v1；K3、K3-256K 与 Kimi For Coding 支持会话中新增工具的缓存路径，自定义 base URL 必须包含 /v1。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PROV-31 · MiniMax 国际／中国 [可选] 提供区域化模型与认证入口，用户选择匹配账号的服务。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PROV-32 · ZAI Coding 国际／中国 [可选] 接入不同区域 Coding Plan 的模型和凭据配置。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PROV-33 · Qwen 国际目录 [可选] 接入原有国际 Token Plan 模型集合。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PROV-34 · Qwen Individual [可选] 国际端点上提供 Individual 对应的较窄模型目录，凭据仍以该 provider 身份存储。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PROV-35 · Qwen 中国 [可选] 为中国 Token Plan 提供独立端点和认证变量。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PROV-36 · Xiaomi MiMo API 计费 [可选] 接入按 API 计费的 MiMo 服务，与区域 Token Plan 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PROV-37 · Xiaomi 区域 Token Plan [可选] 分别配置中国、阿姆斯特丹、新加坡服务，避免不同区域凭据和端点混用。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PROV-39 · 其他兼容端点 [可选] 自定义 Ollama、LM Studio、vLLM、SGLang 或企业代理，无需每种部署都新增一个内置 provider。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OTH-53 · 自定义 Anthropic／GitLab Duo [示例] 演示自定义认证、流处理或通过代理复用已有 Anthropic／OpenAI 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OTH-86 · 模型目录生成 [工程支持] 从生成脚本维护模型目录和各 provider 数据，避免直接手改生成文件，并提供固定目录更新流程。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special-models / 虚拟路由、分类模型与图像模型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场景：一次对话需要按内容选择模型，或在脚本中调用分类和图像生成。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选择操作类型</a:t>
            </a:r>
          </a:p>
          <a:p xmlns:a="http://schemas.openxmlformats.org/drawingml/2006/main">
            <a:r>
              <a:t>区分聊天、分类与图像操作，检查模型对应的目录和输入契约。分类回答结构化问题，不进入普通聊天模型选择器。</a:t>
            </a:r>
          </a:p>
          <a:p xmlns:a="http://schemas.openxmlformats.org/drawingml/2006/main">
            <a:r>
              <a:t>输入：任务目标</a:t>
            </a:r>
          </a:p>
          <a:p xmlns:a="http://schemas.openxmlformats.org/drawingml/2006/main">
            <a:r>
              <a:t>输出：聊天、分类或图像操作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行为与边界：具体可选 ID、支持协议与认证由模型目录和提供商决定。</a:t>
            </a:r>
          </a:p>
          <a:p xmlns:a="http://schemas.openxmlformats.org/drawingml/2006/main">
            <a:r>
              <a:t>源码：packages/ai/src/api/classifier-shared.ts:1</a:t>
            </a:r>
          </a:p>
          <a:p xmlns:a="http://schemas.openxmlformats.org/drawingml/2006/main">
            <a:r>
              <a:t>源码：packages/ai/src/api/constrained-sampling.ts:1</a:t>
            </a:r>
          </a:p>
          <a:p xmlns:a="http://schemas.openxmlformats.org/drawingml/2006/main">
            <a:r>
              <a:t>源码：packages/ai/src/api/llama-cpp-classify.ts:1</a:t>
            </a:r>
          </a:p>
          <a:p xmlns:a="http://schemas.openxmlformats.org/drawingml/2006/main">
            <a:r>
              <a:t>源码：packages/ai/src/api/system-one-shared.ts:1</a:t>
            </a:r>
          </a:p>
          <a:p xmlns:a="http://schemas.openxmlformats.org/drawingml/2006/main">
            <a:r>
              <a:t>源码：packages/ai/src/api/typesafe-system-one.ts:1</a:t>
            </a:r>
          </a:p>
          <a:p xmlns:a="http://schemas.openxmlformats.org/drawingml/2006/main">
            <a:r>
              <a:t>源码：packages/ai/src/models.ts:1</a:t>
            </a:r>
          </a:p>
          <a:p xmlns:a="http://schemas.openxmlformats.org/drawingml/2006/main">
            <a:r>
              <a:t>源码：packages/ai/src/types.ts:1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跟踪虚拟模型决策</a:t>
            </a:r>
          </a:p>
          <a:p xmlns:a="http://schemas.openxmlformats.org/drawingml/2006/main">
            <a:r>
              <a:t>阅读 route 决策怎样选出真实模型，并确认上一次响应和路由原因进入决策的位置。</a:t>
            </a:r>
          </a:p>
          <a:p xmlns:a="http://schemas.openxmlformats.org/drawingml/2006/main">
            <a:r>
              <a:t>输入：请求上下文与路由规则</a:t>
            </a:r>
          </a:p>
          <a:p xmlns:a="http://schemas.openxmlformats.org/drawingml/2006/main">
            <a:r>
              <a:t>输出：实际请求目标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行为与边界：虚拟模型不会直接到达提供商；路由状态可跟随会话分支保存。</a:t>
            </a:r>
          </a:p>
          <a:p xmlns:a="http://schemas.openxmlformats.org/drawingml/2006/main">
            <a:r>
              <a:t>源码：packages/coding-agent/src/core/virtual-models.ts:1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执行分类与图像调用</a:t>
            </a:r>
          </a:p>
          <a:p xmlns:a="http://schemas.openxmlformats.org/drawingml/2006/main">
            <a:r>
              <a:t>从脚本 models.classify / generateImages 跟到 model runtime，检查输入、结果、用量与失败分支。</a:t>
            </a:r>
          </a:p>
          <a:p xmlns:a="http://schemas.openxmlformats.org/drawingml/2006/main">
            <a:r>
              <a:t>输入：结构化问题或图像输入</a:t>
            </a:r>
          </a:p>
          <a:p xmlns:a="http://schemas.openxmlformats.org/drawingml/2006/main">
            <a:r>
              <a:t>输出：分类答案或图像块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行为与边界：脚本不能执行对话模型；每脚本最多同时运行四个此类模型调用，需检查返回的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处理返回与展示</a:t>
            </a:r>
          </a:p>
          <a:p xmlns:a="http://schemas.openxmlformats.org/drawingml/2006/main">
            <a:r>
              <a:t>区分传给模型的内容、工具 details、完整输出文件和显式图像落盘路径。不要假设生成图像自动写入磁盘。</a:t>
            </a:r>
          </a:p>
          <a:p xmlns:a="http://schemas.openxmlformats.org/drawingml/2006/main">
            <a:r>
              <a:t>输入：脚本结果与图像块</a:t>
            </a:r>
          </a:p>
          <a:p xmlns:a="http://schemas.openxmlformats.org/drawingml/2006/main">
            <a:r>
              <a:t>输出：模型可见输出和可追踪用量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行为与边界：图像只接受支持格式的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源码：packages/coding-agent/src/utils/output-files.ts:1</a:t>
            </a:r>
          </a:p>
          <a:p xmlns:a="http://schemas.openxmlformats.org/drawingml/2006/main">
            <a:r>
              <a:t>源码：packages/coding-agent/src/utils/tool-result-images.ts:1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失败与恢复：分类和图像模型的认证、输入能力与聊天模型不同。正确的模型 ID 也可能不支持当前操作或图片输入。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练习：对照一个虚拟模型示例与一个 codemode 分类示例，记录两个地方的模型选择对象和结果形状。</a:t>
            </a:r>
          </a:p>
          <a:p xmlns:a="http://schemas.openxmlformats.org/drawingml/2006/main">
            <a:r>
              <a:t>参考判断：路由决定聊天请求目的地；分类/图像调用返回各自类型的结果。用量需要经过集成层汇入会话统计。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脚本分类模型、图像模型与用量</a:t>
            </a:r>
          </a:p>
          <a:p xmlns:a="http://schemas.openxmlformats.org/drawingml/2006/main">
            <a:r>
              <a:t>向脚本暴露分类与图像模型目录及执行接口，沿会话凭据调用，并汇总用量。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脚本图像落盘与完整输出文件</a:t>
            </a:r>
          </a:p>
          <a:p xmlns:a="http://schemas.openxmlformats.org/drawingml/2006/main">
            <a:r>
              <a:t>保存 image() 的图像和被截断的完整文本，让后续工具能用真实文件路径处理结果。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图片模型与注册表</a:t>
            </a:r>
          </a:p>
          <a:p xmlns:a="http://schemas.openxmlformats.org/drawingml/2006/main">
            <a:r>
              <a:t>提供图像生成相关模型与 API 注册机制。</a:t>
            </a:r>
          </a:p>
          <a:p xmlns:a="http://schemas.openxmlformats.org/drawingml/2006/main">
            <a:r>
              <a:t>入口：图像 API</a:t>
            </a:r>
          </a:p>
          <a:p xmlns:a="http://schemas.openxmlformats.org/drawingml/2006/main">
            <a:r>
              <a:t>边界：不等同于对话中的图片输入；两条路径分别有契约。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客户端身份、User-Agent 与归因</a:t>
            </a:r>
          </a:p>
          <a:p xmlns:a="http://schemas.openxmlformats.org/drawingml/2006/main">
            <a:r>
              <a:t>为请求设置客户端身份，统一 User-Agent 与提供商归因头。</a:t>
            </a:r>
          </a:p>
          <a:p xmlns:a="http://schemas.openxmlformats.org/drawingml/2006/main">
            <a:r>
              <a:t>入口：createModels({ identity }) / withClientIdentity / formatUserAgent</a:t>
            </a:r>
          </a:p>
          <a:p xmlns:a="http://schemas.openxmlformats.org/drawingml/2006/main">
            <a:r>
              <a:t>边界：调用级身份覆盖默认值；认证凭据与客户端归因是不同机制。CLI 已通过 pi-ai 传递身份。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llama.cpp 路由器集成</a:t>
            </a:r>
          </a:p>
          <a:p xmlns:a="http://schemas.openxmlformats.org/drawingml/2006/main">
            <a:r>
              <a:t>发现并管理本地模型路由器中的模型。</a:t>
            </a:r>
          </a:p>
          <a:p xmlns:a="http://schemas.openxmlformats.org/drawingml/2006/main">
            <a:r>
              <a:t>入口：/llama；配置 llama.cpp router</a:t>
            </a:r>
          </a:p>
          <a:p xmlns:a="http://schemas.openxmlformats.org/drawingml/2006/main">
            <a:r>
              <a:t>边界：与兼容 API 的 models.json 配置路径区分。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· 提供商接入</a:t>
            </a:r>
          </a:p>
          <a:p xmlns:a="http://schemas.openxmlformats.org/drawingml/2006/main">
            <a:r>
              <a:t>通过 openai 工厂提供模型目录、请求派发或认证组合；具体导出与原始注释见下方。</a:t>
            </a:r>
          </a:p>
          <a:p xmlns:a="http://schemas.openxmlformats.org/drawingml/2006/main">
            <a:r>
              <a:t>入口：openaiProvider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extensions/jev-router · 示例</a:t>
            </a:r>
          </a:p>
          <a:p xmlns:a="http://schemas.openxmlformats.org/drawingml/2006/main">
            <a:r>
              <a:t>展示 extensions/jev-router.ts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入口：packages/coding-agent/examples/extensions/jev-router.ts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MOD-20 · 虚拟模型路由 [可选] 暴露一个可选择的逻辑模型，在每次请求时按任务、成本或上下文选择真实模型和推理级别。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MOD-21 · 路由状态与用量区分 [可选] 保存虚拟选择、每轮实际模型与分支路由状态，恢复后继续路由；状态跨压缩保留，费用按实际模型统计。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MOD-25 · 本地分类推理 [可选] 把 llama.cpp 聊天模型作为 choice、bool、score 分类器，读取候选标签的 token 概率而不是生成普通长回答。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MOD-26 · llama.cpp 原生决策模型 [可选] 识别 router 元数据中 decisions 输出类型，将 Julia-1、Laya、Kev、lev、OpenJev 等只列作分类模型，通过 /v1/systemone 原生调用；无需先加载即可识别睡眠模型。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MOD-27 · OpenAI Decisions 凭据边界 [可选] gpt-6-luna 用 API key 做分类及图像判断；若 openai 已通过 /login 保存 OAuth，即使有 OPENAI_API_KEY 也不列为可用，需退出该登录后使用 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CODE-10 · 图片输出与临时保存 [可选] image 接收 base64 data URL 或图片内容块，将图片交给模型并保存临时文件供后续操作；不接受远程图片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CODE-12 · 非聊天模型发现 [可选] 查看聊天、图像和分类模型目录与可用认证；脚本只执行分类和图像操作，不能通过该 models 对象调用聊天模型。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CODE-13 · 文本／图像类型化分类 [可选] 对 JSON 状态以及模型支持的 images 进行类别、布尔或评分判断；read 图片所得内容块可直接传入。图像支持须由分类模型声明，不支持时返回错误。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CODE-14 · 图像生成与参考图编辑 [可选] 用提示及可选图片调用图像模型，返回图片与可能的文本；具体输入能力由模型决定。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CODE-15 · 模型调用并发与费用 [内置于该集成] 每脚本的非聊天模型调用最多四路并发，其余排队；报告的用量归入外层工具和会话成本。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CODE-21 · 图片工具结果组合 [可选] tools.read 读取图片时返回含 type、data、mimeType、note 的图片块，可交给 image 输出或视觉分类，不再把图片丢成纯文本结果。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AI-21 · 图像生成接口 [库／可选] 用图像模型生成图片或处理参考图，返回图片及可能的文本；当前文档列出的内置图像提供商为 OpenRouter。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AI-22 · 结构化及视觉分类接口 [库／可选] 输入 JSON 状态、多项 choice／bool／score 问题及可选 images，获取概率、置信度或期望分值；图像能力由模型 input 和 API 共同限定，不支持时返回错误结果。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AI-36 · Decisions 协议适配 [库／API key] 把 JSON 状态、可选图片及 choice／score／bool 问题映射到 OpenAI Decisions；bool 转 predicate，拒答使整次结果失败，按输入 token 和目录价格统计费用。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OTH-54 · 分类器驱动模型路由 [示例] 用 Jev 判断规划阶段所需模型，并在首次修改后切换到更便宜模型，状态保存在当前分支。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special-models / 虚拟路由、分类模型与图像模型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场景：一次对话需要按内容选择模型，或在脚本中调用分类和图像生成。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选择操作类型</a:t>
            </a:r>
          </a:p>
          <a:p xmlns:a="http://schemas.openxmlformats.org/drawingml/2006/main">
            <a:r>
              <a:t>区分聊天、分类与图像操作，检查模型对应的目录和输入契约。分类回答结构化问题，不进入普通聊天模型选择器。</a:t>
            </a:r>
          </a:p>
          <a:p xmlns:a="http://schemas.openxmlformats.org/drawingml/2006/main">
            <a:r>
              <a:t>输入：任务目标</a:t>
            </a:r>
          </a:p>
          <a:p xmlns:a="http://schemas.openxmlformats.org/drawingml/2006/main">
            <a:r>
              <a:t>输出：聊天、分类或图像操作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行为与边界：具体可选 ID、支持协议与认证由模型目录和提供商决定。</a:t>
            </a:r>
          </a:p>
          <a:p xmlns:a="http://schemas.openxmlformats.org/drawingml/2006/main">
            <a:r>
              <a:t>源码：packages/ai/src/api/classifier-shared.ts:1</a:t>
            </a:r>
          </a:p>
          <a:p xmlns:a="http://schemas.openxmlformats.org/drawingml/2006/main">
            <a:r>
              <a:t>源码：packages/ai/src/api/constrained-sampling.ts:1</a:t>
            </a:r>
          </a:p>
          <a:p xmlns:a="http://schemas.openxmlformats.org/drawingml/2006/main">
            <a:r>
              <a:t>源码：packages/ai/src/api/llama-cpp-classify.ts:1</a:t>
            </a:r>
          </a:p>
          <a:p xmlns:a="http://schemas.openxmlformats.org/drawingml/2006/main">
            <a:r>
              <a:t>源码：packages/ai/src/api/system-one-shared.ts:1</a:t>
            </a:r>
          </a:p>
          <a:p xmlns:a="http://schemas.openxmlformats.org/drawingml/2006/main">
            <a:r>
              <a:t>源码：packages/ai/src/api/typesafe-system-one.ts:1</a:t>
            </a:r>
          </a:p>
          <a:p xmlns:a="http://schemas.openxmlformats.org/drawingml/2006/main">
            <a:r>
              <a:t>源码：packages/ai/src/models.ts:1</a:t>
            </a:r>
          </a:p>
          <a:p xmlns:a="http://schemas.openxmlformats.org/drawingml/2006/main">
            <a:r>
              <a:t>源码：packages/ai/src/types.ts:1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跟踪虚拟模型决策</a:t>
            </a:r>
          </a:p>
          <a:p xmlns:a="http://schemas.openxmlformats.org/drawingml/2006/main">
            <a:r>
              <a:t>阅读 route 决策怎样选出真实模型，并确认上一次响应和路由原因进入决策的位置。</a:t>
            </a:r>
          </a:p>
          <a:p xmlns:a="http://schemas.openxmlformats.org/drawingml/2006/main">
            <a:r>
              <a:t>输入：请求上下文与路由规则</a:t>
            </a:r>
          </a:p>
          <a:p xmlns:a="http://schemas.openxmlformats.org/drawingml/2006/main">
            <a:r>
              <a:t>输出：实际请求目标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行为与边界：虚拟模型不会直接到达提供商；路由状态可跟随会话分支保存。</a:t>
            </a:r>
          </a:p>
          <a:p xmlns:a="http://schemas.openxmlformats.org/drawingml/2006/main">
            <a:r>
              <a:t>源码：packages/coding-agent/src/core/virtual-models.ts:1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执行分类与图像调用</a:t>
            </a:r>
          </a:p>
          <a:p xmlns:a="http://schemas.openxmlformats.org/drawingml/2006/main">
            <a:r>
              <a:t>从脚本 models.classify / generateImages 跟到 model runtime，检查输入、结果、用量与失败分支。</a:t>
            </a:r>
          </a:p>
          <a:p xmlns:a="http://schemas.openxmlformats.org/drawingml/2006/main">
            <a:r>
              <a:t>输入：结构化问题或图像输入</a:t>
            </a:r>
          </a:p>
          <a:p xmlns:a="http://schemas.openxmlformats.org/drawingml/2006/main">
            <a:r>
              <a:t>输出：分类答案或图像块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行为与边界：脚本不能执行对话模型；每脚本最多同时运行四个此类模型调用，需检查返回的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处理返回与展示</a:t>
            </a:r>
          </a:p>
          <a:p xmlns:a="http://schemas.openxmlformats.org/drawingml/2006/main">
            <a:r>
              <a:t>区分传给模型的内容、工具 details、完整输出文件和显式图像落盘路径。不要假设生成图像自动写入磁盘。</a:t>
            </a:r>
          </a:p>
          <a:p xmlns:a="http://schemas.openxmlformats.org/drawingml/2006/main">
            <a:r>
              <a:t>输入：脚本结果与图像块</a:t>
            </a:r>
          </a:p>
          <a:p xmlns:a="http://schemas.openxmlformats.org/drawingml/2006/main">
            <a:r>
              <a:t>输出：模型可见输出和可追踪用量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行为与边界：图像只接受支持格式的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源码：packages/coding-agent/src/utils/output-files.ts:1</a:t>
            </a:r>
          </a:p>
          <a:p xmlns:a="http://schemas.openxmlformats.org/drawingml/2006/main">
            <a:r>
              <a:t>源码：packages/coding-agent/src/utils/tool-result-images.ts:1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失败与恢复：分类和图像模型的认证、输入能力与聊天模型不同。正确的模型 ID 也可能不支持当前操作或图片输入。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练习：对照一个虚拟模型示例与一个 codemode 分类示例，记录两个地方的模型选择对象和结果形状。</a:t>
            </a:r>
          </a:p>
          <a:p xmlns:a="http://schemas.openxmlformats.org/drawingml/2006/main">
            <a:r>
              <a:t>参考判断：路由决定聊天请求目的地；分类/图像调用返回各自类型的结果。用量需要经过集成层汇入会话统计。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脚本分类模型、图像模型与用量</a:t>
            </a:r>
          </a:p>
          <a:p xmlns:a="http://schemas.openxmlformats.org/drawingml/2006/main">
            <a:r>
              <a:t>向脚本暴露分类与图像模型目录及执行接口，沿会话凭据调用，并汇总用量。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脚本图像落盘与完整输出文件</a:t>
            </a:r>
          </a:p>
          <a:p xmlns:a="http://schemas.openxmlformats.org/drawingml/2006/main">
            <a:r>
              <a:t>保存 image() 的图像和被截断的完整文本，让后续工具能用真实文件路径处理结果。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图片模型与注册表</a:t>
            </a:r>
          </a:p>
          <a:p xmlns:a="http://schemas.openxmlformats.org/drawingml/2006/main">
            <a:r>
              <a:t>提供图像生成相关模型与 API 注册机制。</a:t>
            </a:r>
          </a:p>
          <a:p xmlns:a="http://schemas.openxmlformats.org/drawingml/2006/main">
            <a:r>
              <a:t>入口：图像 API</a:t>
            </a:r>
          </a:p>
          <a:p xmlns:a="http://schemas.openxmlformats.org/drawingml/2006/main">
            <a:r>
              <a:t>边界：不等同于对话中的图片输入；两条路径分别有契约。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客户端身份、User-Agent 与归因</a:t>
            </a:r>
          </a:p>
          <a:p xmlns:a="http://schemas.openxmlformats.org/drawingml/2006/main">
            <a:r>
              <a:t>为请求设置客户端身份，统一 User-Agent 与提供商归因头。</a:t>
            </a:r>
          </a:p>
          <a:p xmlns:a="http://schemas.openxmlformats.org/drawingml/2006/main">
            <a:r>
              <a:t>入口：createModels({ identity }) / withClientIdentity / formatUserAgent</a:t>
            </a:r>
          </a:p>
          <a:p xmlns:a="http://schemas.openxmlformats.org/drawingml/2006/main">
            <a:r>
              <a:t>边界：调用级身份覆盖默认值；认证凭据与客户端归因是不同机制。CLI 已通过 pi-ai 传递身份。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llama.cpp 路由器集成</a:t>
            </a:r>
          </a:p>
          <a:p xmlns:a="http://schemas.openxmlformats.org/drawingml/2006/main">
            <a:r>
              <a:t>发现并管理本地模型路由器中的模型。</a:t>
            </a:r>
          </a:p>
          <a:p xmlns:a="http://schemas.openxmlformats.org/drawingml/2006/main">
            <a:r>
              <a:t>入口：/llama；配置 llama.cpp router</a:t>
            </a:r>
          </a:p>
          <a:p xmlns:a="http://schemas.openxmlformats.org/drawingml/2006/main">
            <a:r>
              <a:t>边界：与兼容 API 的 models.json 配置路径区分。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· 提供商接入</a:t>
            </a:r>
          </a:p>
          <a:p xmlns:a="http://schemas.openxmlformats.org/drawingml/2006/main">
            <a:r>
              <a:t>通过 openai 工厂提供模型目录、请求派发或认证组合；具体导出与原始注释见下方。</a:t>
            </a:r>
          </a:p>
          <a:p xmlns:a="http://schemas.openxmlformats.org/drawingml/2006/main">
            <a:r>
              <a:t>入口：openaiProvider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extensions/jev-router · 示例</a:t>
            </a:r>
          </a:p>
          <a:p xmlns:a="http://schemas.openxmlformats.org/drawingml/2006/main">
            <a:r>
              <a:t>展示 extensions/jev-router.ts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入口：packages/coding-agent/examples/extensions/jev-router.ts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MOD-20 · 虚拟模型路由 [可选] 暴露一个可选择的逻辑模型，在每次请求时按任务、成本或上下文选择真实模型和推理级别。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MOD-21 · 路由状态与用量区分 [可选] 保存虚拟选择、每轮实际模型与分支路由状态，恢复后继续路由；状态跨压缩保留，费用按实际模型统计。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MOD-25 · 本地分类推理 [可选] 把 llama.cpp 聊天模型作为 choice、bool、score 分类器，读取候选标签的 token 概率而不是生成普通长回答。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MOD-26 · llama.cpp 原生决策模型 [可选] 识别 router 元数据中 decisions 输出类型，将 Julia-1、Laya、Kev、lev、OpenJev 等只列作分类模型，通过 /v1/systemone 原生调用；无需先加载即可识别睡眠模型。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MOD-27 · OpenAI Decisions 凭据边界 [可选] gpt-6-luna 用 API key 做分类及图像判断；若 openai 已通过 /login 保存 OAuth，即使有 OPENAI_API_KEY 也不列为可用，需退出该登录后使用 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CODE-10 · 图片输出与临时保存 [可选] image 接收 base64 data URL 或图片内容块，将图片交给模型并保存临时文件供后续操作；不接受远程图片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CODE-12 · 非聊天模型发现 [可选] 查看聊天、图像和分类模型目录与可用认证；脚本只执行分类和图像操作，不能通过该 models 对象调用聊天模型。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CODE-13 · 文本／图像类型化分类 [可选] 对 JSON 状态以及模型支持的 images 进行类别、布尔或评分判断；read 图片所得内容块可直接传入。图像支持须由分类模型声明，不支持时返回错误。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CODE-14 · 图像生成与参考图编辑 [可选] 用提示及可选图片调用图像模型，返回图片与可能的文本；具体输入能力由模型决定。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CODE-15 · 模型调用并发与费用 [内置于该集成] 每脚本的非聊天模型调用最多四路并发，其余排队；报告的用量归入外层工具和会话成本。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CODE-21 · 图片工具结果组合 [可选] tools.read 读取图片时返回含 type、data、mimeType、note 的图片块，可交给 image 输出或视觉分类，不再把图片丢成纯文本结果。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AI-21 · 图像生成接口 [库／可选] 用图像模型生成图片或处理参考图，返回图片及可能的文本；当前文档列出的内置图像提供商为 OpenRouter。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AI-22 · 结构化及视觉分类接口 [库／可选] 输入 JSON 状态、多项 choice／bool／score 问题及可选 images，获取概率、置信度或期望分值；图像能力由模型 input 和 API 共同限定，不支持时返回错误结果。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AI-36 · Decisions 协议适配 [库／API key] 把 JSON 状态、可选图片及 choice／score／bool 问题映射到 OpenAI Decisions；bool 转 predicate，拒答使整次结果失败，按输入 token 和目录价格统计费用。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OTH-54 · 分类器驱动模型路由 [示例] 用 Jev 判断规划阶段所需模型，并在首次修改后切换到更便宜模型，状态保存在当前分支。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special-models / 虚拟路由、分类模型与图像模型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场景：一次对话需要按内容选择模型，或在脚本中调用分类和图像生成。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选择操作类型</a:t>
            </a:r>
          </a:p>
          <a:p xmlns:a="http://schemas.openxmlformats.org/drawingml/2006/main">
            <a:r>
              <a:t>区分聊天、分类与图像操作，检查模型对应的目录和输入契约。分类回答结构化问题，不进入普通聊天模型选择器。</a:t>
            </a:r>
          </a:p>
          <a:p xmlns:a="http://schemas.openxmlformats.org/drawingml/2006/main">
            <a:r>
              <a:t>输入：任务目标</a:t>
            </a:r>
          </a:p>
          <a:p xmlns:a="http://schemas.openxmlformats.org/drawingml/2006/main">
            <a:r>
              <a:t>输出：聊天、分类或图像操作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行为与边界：具体可选 ID、支持协议与认证由模型目录和提供商决定。</a:t>
            </a:r>
          </a:p>
          <a:p xmlns:a="http://schemas.openxmlformats.org/drawingml/2006/main">
            <a:r>
              <a:t>源码：packages/ai/src/api/classifier-shared.ts:1</a:t>
            </a:r>
          </a:p>
          <a:p xmlns:a="http://schemas.openxmlformats.org/drawingml/2006/main">
            <a:r>
              <a:t>源码：packages/ai/src/api/constrained-sampling.ts:1</a:t>
            </a:r>
          </a:p>
          <a:p xmlns:a="http://schemas.openxmlformats.org/drawingml/2006/main">
            <a:r>
              <a:t>源码：packages/ai/src/api/llama-cpp-classify.ts:1</a:t>
            </a:r>
          </a:p>
          <a:p xmlns:a="http://schemas.openxmlformats.org/drawingml/2006/main">
            <a:r>
              <a:t>源码：packages/ai/src/api/system-one-shared.ts:1</a:t>
            </a:r>
          </a:p>
          <a:p xmlns:a="http://schemas.openxmlformats.org/drawingml/2006/main">
            <a:r>
              <a:t>源码：packages/ai/src/api/typesafe-system-one.ts:1</a:t>
            </a:r>
          </a:p>
          <a:p xmlns:a="http://schemas.openxmlformats.org/drawingml/2006/main">
            <a:r>
              <a:t>源码：packages/ai/src/models.ts:1</a:t>
            </a:r>
          </a:p>
          <a:p xmlns:a="http://schemas.openxmlformats.org/drawingml/2006/main">
            <a:r>
              <a:t>源码：packages/ai/src/types.ts:1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跟踪虚拟模型决策</a:t>
            </a:r>
          </a:p>
          <a:p xmlns:a="http://schemas.openxmlformats.org/drawingml/2006/main">
            <a:r>
              <a:t>阅读 route 决策怎样选出真实模型，并确认上一次响应和路由原因进入决策的位置。</a:t>
            </a:r>
          </a:p>
          <a:p xmlns:a="http://schemas.openxmlformats.org/drawingml/2006/main">
            <a:r>
              <a:t>输入：请求上下文与路由规则</a:t>
            </a:r>
          </a:p>
          <a:p xmlns:a="http://schemas.openxmlformats.org/drawingml/2006/main">
            <a:r>
              <a:t>输出：实际请求目标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行为与边界：虚拟模型不会直接到达提供商；路由状态可跟随会话分支保存。</a:t>
            </a:r>
          </a:p>
          <a:p xmlns:a="http://schemas.openxmlformats.org/drawingml/2006/main">
            <a:r>
              <a:t>源码：packages/coding-agent/src/core/virtual-models.ts:1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执行分类与图像调用</a:t>
            </a:r>
          </a:p>
          <a:p xmlns:a="http://schemas.openxmlformats.org/drawingml/2006/main">
            <a:r>
              <a:t>从脚本 models.classify / generateImages 跟到 model runtime，检查输入、结果、用量与失败分支。</a:t>
            </a:r>
          </a:p>
          <a:p xmlns:a="http://schemas.openxmlformats.org/drawingml/2006/main">
            <a:r>
              <a:t>输入：结构化问题或图像输入</a:t>
            </a:r>
          </a:p>
          <a:p xmlns:a="http://schemas.openxmlformats.org/drawingml/2006/main">
            <a:r>
              <a:t>输出：分类答案或图像块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行为与边界：脚本不能执行对话模型；每脚本最多同时运行四个此类模型调用，需检查返回的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>源码：packages/coding-agent/src/core/model-registry.ts:1</a:t>
            </a:r>
          </a:p>
          <a:p xmlns:a="http://schemas.openxmlformats.org/drawingml/2006/main">
            <a:r>
              <a:t>源码：packages/coding-agent/src/core/model-runtime.ts:1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处理返回与展示</a:t>
            </a:r>
          </a:p>
          <a:p xmlns:a="http://schemas.openxmlformats.org/drawingml/2006/main">
            <a:r>
              <a:t>区分传给模型的内容、工具 details、完整输出文件和显式图像落盘路径。不要假设生成图像自动写入磁盘。</a:t>
            </a:r>
          </a:p>
          <a:p xmlns:a="http://schemas.openxmlformats.org/drawingml/2006/main">
            <a:r>
              <a:t>输入：脚本结果与图像块</a:t>
            </a:r>
          </a:p>
          <a:p xmlns:a="http://schemas.openxmlformats.org/drawingml/2006/main">
            <a:r>
              <a:t>输出：模型可见输出和可追踪用量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行为与边界：图像只接受支持格式的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源码：packages/coding-agent/src/utils/output-files.ts:1</a:t>
            </a:r>
          </a:p>
          <a:p xmlns:a="http://schemas.openxmlformats.org/drawingml/2006/main">
            <a:r>
              <a:t>源码：packages/coding-agent/src/utils/tool-result-images.ts:1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失败与恢复：分类和图像模型的认证、输入能力与聊天模型不同。正确的模型 ID 也可能不支持当前操作或图片输入。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练习：对照一个虚拟模型示例与一个 codemode 分类示例，记录两个地方的模型选择对象和结果形状。</a:t>
            </a:r>
          </a:p>
          <a:p xmlns:a="http://schemas.openxmlformats.org/drawingml/2006/main">
            <a:r>
              <a:t>参考判断：路由决定聊天请求目的地；分类/图像调用返回各自类型的结果。用量需要经过集成层汇入会话统计。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类型化分类问题、评分与选择</a:t>
            </a:r>
          </a:p>
          <a:p xmlns:a="http://schemas.openxmlformats.org/drawingml/2006/main">
            <a:r>
              <a:t>对 JSON state 提 choice/score/bool 问题，返回答案、概率或评分，而非聊天文本。</a:t>
            </a:r>
          </a:p>
          <a:p xmlns:a="http://schemas.openxmlformats.org/drawingml/2006/main">
            <a:r>
              <a:t>入口：Models.classify；ClassifierContext</a:t>
            </a:r>
          </a:p>
          <a:p xmlns:a="http://schemas.openxmlformats.org/drawingml/2006/main">
            <a:r>
              <a:t>边界：具体可选 ID、支持协议与认证由模型目录和提供商决定。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脚本分类模型、图像模型与用量</a:t>
            </a:r>
          </a:p>
          <a:p xmlns:a="http://schemas.openxmlformats.org/drawingml/2006/main">
            <a:r>
              <a:t>向脚本暴露分类与图像模型目录及执行接口，沿会话凭据调用，并汇总用量。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脚本图像落盘与完整输出文件</a:t>
            </a:r>
          </a:p>
          <a:p xmlns:a="http://schemas.openxmlformats.org/drawingml/2006/main">
            <a:r>
              <a:t>保存 image() 的图像和被截断的完整文本，让后续工具能用真实文件路径处理结果。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图片模型与注册表</a:t>
            </a:r>
          </a:p>
          <a:p xmlns:a="http://schemas.openxmlformats.org/drawingml/2006/main">
            <a:r>
              <a:t>提供图像生成相关模型与 API 注册机制。</a:t>
            </a:r>
          </a:p>
          <a:p xmlns:a="http://schemas.openxmlformats.org/drawingml/2006/main">
            <a:r>
              <a:t>入口：图像 API</a:t>
            </a:r>
          </a:p>
          <a:p xmlns:a="http://schemas.openxmlformats.org/drawingml/2006/main">
            <a:r>
              <a:t>边界：不等同于对话中的图片输入；两条路径分别有契约。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客户端身份、User-Agent 与归因</a:t>
            </a:r>
          </a:p>
          <a:p xmlns:a="http://schemas.openxmlformats.org/drawingml/2006/main">
            <a:r>
              <a:t>为请求设置客户端身份，统一 User-Agent 与提供商归因头。</a:t>
            </a:r>
          </a:p>
          <a:p xmlns:a="http://schemas.openxmlformats.org/drawingml/2006/main">
            <a:r>
              <a:t>入口：createModels({ identity }) / withClientIdentity / formatUserAgent</a:t>
            </a:r>
          </a:p>
          <a:p xmlns:a="http://schemas.openxmlformats.org/drawingml/2006/main">
            <a:r>
              <a:t>边界：调用级身份覆盖默认值；认证凭据与客户端归因是不同机制。CLI 已通过 pi-ai 传递身份。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llama.cpp 路由器集成</a:t>
            </a:r>
          </a:p>
          <a:p xmlns:a="http://schemas.openxmlformats.org/drawingml/2006/main">
            <a:r>
              <a:t>发现并管理本地模型路由器中的模型。</a:t>
            </a:r>
          </a:p>
          <a:p xmlns:a="http://schemas.openxmlformats.org/drawingml/2006/main">
            <a:r>
              <a:t>入口：/llama；配置 llama.cpp router</a:t>
            </a:r>
          </a:p>
          <a:p xmlns:a="http://schemas.openxmlformats.org/drawingml/2006/main">
            <a:r>
              <a:t>边界：与兼容 API 的 models.json 配置路径区分。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· 提供商接入</a:t>
            </a:r>
          </a:p>
          <a:p xmlns:a="http://schemas.openxmlformats.org/drawingml/2006/main">
            <a:r>
              <a:t>通过 openai 工厂提供模型目录、请求派发或认证组合；具体导出与原始注释见下方。</a:t>
            </a:r>
          </a:p>
          <a:p xmlns:a="http://schemas.openxmlformats.org/drawingml/2006/main">
            <a:r>
              <a:t>入口：openaiProvider</a:t>
            </a:r>
          </a:p>
          <a:p xmlns:a="http://schemas.openxmlformats.org/drawingml/2006/main">
            <a:r>
              <a:t>边界：返回 Provider 的导出函数由语法树识别；不根据厂商名称推断支持全部模型或所有输入类型。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extensions/jev-router · 示例</a:t>
            </a:r>
          </a:p>
          <a:p xmlns:a="http://schemas.openxmlformats.org/drawingml/2006/main">
            <a:r>
              <a:t>展示 extensions/jev-router.ts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入口：packages/coding-agent/examples/extensions/jev-router.ts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packages/ai/test/classifier-images-live.test.ts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packages/ai/test/anthropic-error-tool-result-images.test.ts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packages/ai/test/transform-messages-cross-model-thinking.test.ts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MOD-20 · 虚拟模型路由 [可选] 暴露一个可选择的逻辑模型，在每次请求时按任务、成本或上下文选择真实模型和推理级别。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MOD-21 · 路由状态与用量区分 [可选] 保存虚拟选择、每轮实际模型与分支路由状态，恢复后继续路由；状态跨压缩保留，费用按实际模型统计。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MOD-25 · 本地分类推理 [可选] 把 llama.cpp 聊天模型作为 choice、bool、score 分类器，读取候选标签的 token 概率而不是生成普通长回答。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MOD-26 · llama.cpp 原生决策模型 [可选] 识别 router 元数据中 decisions 输出类型，将 Julia-1、Laya、Kev、lev、OpenJev 等只列作分类模型，通过 /v1/systemone 原生调用；无需先加载即可识别睡眠模型。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MOD-27 · OpenAI Decisions 凭据边界 [可选] gpt-6-luna 用 API key 做分类及图像判断；若 openai 已通过 /login 保存 OAuth，即使有 OPENAI_API_KEY 也不列为可用，需退出该登录后使用 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CODE-10 · 图片输出与临时保存 [可选] image 接收 base64 data URL 或图片内容块，将图片交给模型并保存临时文件供后续操作；不接受远程图片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CODE-12 · 非聊天模型发现 [可选] 查看聊天、图像和分类模型目录与可用认证；脚本只执行分类和图像操作，不能通过该 models 对象调用聊天模型。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CODE-13 · 文本／图像类型化分类 [可选] 对 JSON 状态以及模型支持的 images 进行类别、布尔或评分判断；read 图片所得内容块可直接传入。图像支持须由分类模型声明，不支持时返回错误。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CODE-14 · 图像生成与参考图编辑 [可选] 用提示及可选图片调用图像模型，返回图片与可能的文本；具体输入能力由模型决定。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CODE-15 · 模型调用并发与费用 [内置于该集成] 每脚本的非聊天模型调用最多四路并发，其余排队；报告的用量归入外层工具和会话成本。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CODE-21 · 图片工具结果组合 [可选] tools.read 读取图片时返回含 type、data、mimeType、note 的图片块，可交给 image 输出或视觉分类，不再把图片丢成纯文本结果。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AI-21 · 图像生成接口 [库／可选] 用图像模型生成图片或处理参考图，返回图片及可能的文本；当前文档列出的内置图像提供商为 OpenRouter。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AI-22 · 结构化及视觉分类接口 [库／可选] 输入 JSON 状态、多项 choice／bool／score 问题及可选 images，获取概率、置信度或期望分值；图像能力由模型 input 和 API 共同限定，不支持时返回错误结果。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AI-36 · Decisions 协议适配 [库／API key] 把 JSON 状态、可选图片及 choice／score／bool 问题映射到 OpenAI Decisions；bool 转 predicate，拒答使整次结果失败，按输入 token 和目录价格统计费用。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OTH-54 · 分类器驱动模型路由 [示例] 用 Jev 判断规划阶段所需模型，并在首次修改后切换到更便宜模型，状态保存在当前分支。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prompt-resources / 系统提示、上下文文件、技能与模板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场景：你希望给项目加入固定约定和可复用提示，同时知道哪些内容真的进入模型。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发现资源并核对来源</a:t>
            </a:r>
          </a:p>
          <a:p xmlns:a="http://schemas.openxmlformats.org/drawingml/2006/main">
            <a:r>
              <a:t>查看 DefaultResourceLoader 的资源发现与来源记录。先分清用户、项目、包和显式 CLI 路径。</a:t>
            </a:r>
          </a:p>
          <a:p xmlns:a="http://schemas.openxmlformats.org/drawingml/2006/main">
            <a:r>
              <a:t>输入：资源目录与配置</a:t>
            </a:r>
          </a:p>
          <a:p xmlns:a="http://schemas.openxmlformats.org/drawingml/2006/main">
            <a:r>
              <a:t>输出：已发现的资源及冲突诊断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行为与边界：记录来源并处理碰撞；项目资源需遵守信任加载顺序。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源码：packages/coding-agent/src/core/source-info.ts:1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组装系统提示</a:t>
            </a:r>
          </a:p>
          <a:p xmlns:a="http://schemas.openxmlformats.org/drawingml/2006/main">
            <a:r>
              <a:t>查看 SYSTEM.md、APPEND_SYSTEM.md、上下文文件与工具说明如何影响系统提示。对照信任和同名覆盖规则。</a:t>
            </a:r>
          </a:p>
          <a:p xmlns:a="http://schemas.openxmlformats.org/drawingml/2006/main">
            <a:r>
              <a:t>输入：指令文件与工具环境</a:t>
            </a:r>
          </a:p>
          <a:p xmlns:a="http://schemas.openxmlformats.org/drawingml/2006/main">
            <a:r>
              <a:t>输出：本轮系统提示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行为与边界：扩展可变换上下文；模型投影与持久化消息并非完全相同。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>源码：packages/coding-agent/src/core/system-prompt.ts:1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使用技能与提示模板</a:t>
            </a:r>
          </a:p>
          <a:p xmlns:a="http://schemas.openxmlformats.org/drawingml/2006/main">
            <a:r>
              <a:t>比较技能发现、按需正文与提示模板展开。阅读名称冲突、参数替换和手动调用的入口。</a:t>
            </a:r>
          </a:p>
          <a:p xmlns:a="http://schemas.openxmlformats.org/drawingml/2006/main">
            <a:r>
              <a:t>输入：技能名或模板命令</a:t>
            </a:r>
          </a:p>
          <a:p xmlns:a="http://schemas.openxmlformats.org/drawingml/2006/main">
            <a:r>
              <a:t>输出：展开后的用户输入或指导内容</a:t>
            </a:r>
          </a:p>
          <a:p xmlns:a="http://schemas.openxmlformats.org/drawingml/2006/main">
            <a:r>
              <a:t>入口：--skill；/skill:name</a:t>
            </a:r>
          </a:p>
          <a:p xmlns:a="http://schemas.openxmlformats.org/drawingml/2006/main">
            <a:r>
              <a:t>行为与边界：技能主要是说明和资源；可执行扩展是另一种机制。</a:t>
            </a:r>
          </a:p>
          <a:p xmlns:a="http://schemas.openxmlformats.org/drawingml/2006/main">
            <a:r>
              <a:t>源码：packages/coding-agent/src/core/skills.ts:1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刷新并核对实际消息</a:t>
            </a:r>
          </a:p>
          <a:p xmlns:a="http://schemas.openxmlformats.org/drawingml/2006/main">
            <a:r>
              <a:t>修改后沿 /reload 与下一次 prompt 检查展开结果。以最终上下文为证据，避免只看文件保存就认为生效。</a:t>
            </a:r>
          </a:p>
          <a:p xmlns:a="http://schemas.openxmlformats.org/drawingml/2006/main">
            <a:r>
              <a:t>输入：更新后的资源</a:t>
            </a:r>
          </a:p>
          <a:p xmlns:a="http://schemas.openxmlformats.org/drawingml/2006/main">
            <a:r>
              <a:t>输出：实际进入本轮的消息内容</a:t>
            </a:r>
          </a:p>
          <a:p xmlns:a="http://schemas.openxmlformats.org/drawingml/2006/main">
            <a:r>
              <a:t>入口：--prompt-template；/模板名</a:t>
            </a:r>
          </a:p>
          <a:p xmlns:a="http://schemas.openxmlformats.org/drawingml/2006/main">
            <a:r>
              <a:t>行为与边界：发生在模型请求组装之前；与系统提示配置分别管理。</a:t>
            </a:r>
          </a:p>
          <a:p xmlns:a="http://schemas.openxmlformats.org/drawingml/2006/main">
            <a:r>
              <a:t>源码：packages/coding-agent/src/core/prompt-templates.ts:1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失败与恢复：资源发现成功不等于所有正文每轮全部发送。名字冲突、路径、模板参数与项目信任会影响结果。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练习：制作一个不调用模型的模板展开例子，标出参数替换前后的文本，并说明技能与模板的区别。</a:t>
            </a:r>
          </a:p>
          <a:p xmlns:a="http://schemas.openxmlformats.org/drawingml/2006/main">
            <a:r>
              <a:t>参考判断：模板主要展开调用文本，技能有自己的发现和加载语义；是否进入当前请求应以资源加载和消息组装结果确认。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技能发现与按需说明</a:t>
            </a:r>
          </a:p>
          <a:p xmlns:a="http://schemas.openxmlformats.org/drawingml/2006/main">
            <a:r>
              <a:t>发现技能元数据，把需要的完整说明提供给模型。</a:t>
            </a:r>
          </a:p>
          <a:p xmlns:a="http://schemas.openxmlformats.org/drawingml/2006/main">
            <a:r>
              <a:t>入口：--skill；/skill:name</a:t>
            </a:r>
          </a:p>
          <a:p xmlns:a="http://schemas.openxmlformats.org/drawingml/2006/main">
            <a:r>
              <a:t>边界：技能主要是说明和资源；可执行扩展是另一种机制。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提示模板与参数展开</a:t>
            </a:r>
          </a:p>
          <a:p xmlns:a="http://schemas.openxmlformats.org/drawingml/2006/main">
            <a:r>
              <a:t>复用提示词文件并展开输入参数。</a:t>
            </a:r>
          </a:p>
          <a:p xmlns:a="http://schemas.openxmlformats.org/drawingml/2006/main">
            <a:r>
              <a:t>入口：--prompt-template；/模板名</a:t>
            </a:r>
          </a:p>
          <a:p xmlns:a="http://schemas.openxmlformats.org/drawingml/2006/main">
            <a:r>
              <a:t>边界：发生在模型请求组装之前；与系统提示配置分别管理。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extensions/pirate · 示例</a:t>
            </a:r>
          </a:p>
          <a:p xmlns:a="http://schemas.openxmlformats.org/drawingml/2006/main">
            <a:r>
              <a:t>展示 extensions/pirate.ts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入口：packages/coding-agent/examples/extensions/pirate.ts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extensions/claude-rules · 示例</a:t>
            </a:r>
          </a:p>
          <a:p xmlns:a="http://schemas.openxmlformats.org/drawingml/2006/main">
            <a:r>
              <a:t>展示 extensions/claude-rules.ts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入口：packages/coding-agent/examples/extensions/claude-rules.ts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extensions/dynamic-resources · 示例</a:t>
            </a:r>
          </a:p>
          <a:p xmlns:a="http://schemas.openxmlformats.org/drawingml/2006/main">
            <a:r>
              <a:t>展示 extensions/dynamic-resources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入口：packages/coding-agent/examples/extensions/dynamic-resources/index.ts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packages/coding-agent/docs/skills.md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packages/coding-agent/docs/prompt-templates.md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CFG-05 · 分层工程指令 [内置] 自动发现 agent 目录、当前目录和父目录的 AGENTS／CLAUDE 指令，形成工作约束。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CFG-06 · 同目录指令覆盖 [可选] `AGENTS.override.md` 替代同目录普通指令文件，不会消除其他目录的指令。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CFG-07 · 系统提示替换／追加 [可选] 通过文件或 CLI 替换默认提示，或添加补充要求；受信任项目同名系统文件优先于用户文件。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CFG-08 · 资源路径和过滤 [可选] 从目录、文件、glob 或包加载资源，支持排除与精确包含／排除；!pattern、+path、-path 内的 ~ 也展开为用户目录，避免带前缀路径无法匹配。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CFG-09 · 禁用资源类别 [内置] 单次启动可关闭扩展、技能、模板、主题或上下文文件发现，显式路径按各选项规则仍可加载。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CFG-11 · 技能渐进加载 [内置] 初始只将技能名称、描述和路径告知模型，真正需要时才读完整 SKILL.md，减少常驻上下文。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CFG-12 · 显式技能调用 [内置] 用 `/skill:name` 强制载入指定技能，可附带任务参数，避免依赖模型自行识别。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CFG-13 · 仅手动技能 [可选] 隐藏技能的自动模型选择入口，但保留显式命令调用；技能命令菜单开关不等于禁止手动输入。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CFG-14 · 技能目录兼容 [内置] 支持 `.pi/skills` 和 Agent Skills 的 `.agents/skills` 等位置，递归发现技能，并允许携带脚本、参考和资产。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CFG-15 · 技能校验与冲突诊断 [内置] 检查 frontmatter、描述与名称等格式，报告警告或拒绝不完整技能；同名冲突保留先发现项。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CFG-16 · Markdown 提示模板 [内置] 将 Markdown 文件变成可补全的 `/命令`，适合复用审查、总结等固定提示。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CFG-17 · 模板参数展开 [内置] 支持位置参数、全部参数、默认值和参数切片，并按类似 Shell 的引用规则解析带空格参数。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OTH-45 · 系统提示附加与规则扫描 [示例] 动态附加提示，或扫描 `.claude/rules` 并提供规则索引，展示外部约定接入。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OTH-48 · 动态资源发现 [示例] 在资源发现阶段提供额外技能、模板和主题，允许扩展按环境补充资源。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prompt-resources / 系统提示、上下文文件、技能与模板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场景：你希望给项目加入固定约定和可复用提示，同时知道哪些内容真的进入模型。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发现资源并核对来源</a:t>
            </a:r>
          </a:p>
          <a:p xmlns:a="http://schemas.openxmlformats.org/drawingml/2006/main">
            <a:r>
              <a:t>查看 DefaultResourceLoader 的资源发现与来源记录。先分清用户、项目、包和显式 CLI 路径。</a:t>
            </a:r>
          </a:p>
          <a:p xmlns:a="http://schemas.openxmlformats.org/drawingml/2006/main">
            <a:r>
              <a:t>输入：资源目录与配置</a:t>
            </a:r>
          </a:p>
          <a:p xmlns:a="http://schemas.openxmlformats.org/drawingml/2006/main">
            <a:r>
              <a:t>输出：已发现的资源及冲突诊断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行为与边界：记录来源并处理碰撞；项目资源需遵守信任加载顺序。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源码：packages/coding-agent/src/core/source-info.ts:1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组装系统提示</a:t>
            </a:r>
          </a:p>
          <a:p xmlns:a="http://schemas.openxmlformats.org/drawingml/2006/main">
            <a:r>
              <a:t>查看 SYSTEM.md、APPEND_SYSTEM.md、上下文文件与工具说明如何影响系统提示。对照信任和同名覆盖规则。</a:t>
            </a:r>
          </a:p>
          <a:p xmlns:a="http://schemas.openxmlformats.org/drawingml/2006/main">
            <a:r>
              <a:t>输入：指令文件与工具环境</a:t>
            </a:r>
          </a:p>
          <a:p xmlns:a="http://schemas.openxmlformats.org/drawingml/2006/main">
            <a:r>
              <a:t>输出：本轮系统提示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行为与边界：扩展可变换上下文；模型投影与持久化消息并非完全相同。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>源码：packages/coding-agent/src/core/system-prompt.ts:1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使用技能与提示模板</a:t>
            </a:r>
          </a:p>
          <a:p xmlns:a="http://schemas.openxmlformats.org/drawingml/2006/main">
            <a:r>
              <a:t>比较技能发现、按需正文与提示模板展开。阅读名称冲突、参数替换和手动调用的入口。</a:t>
            </a:r>
          </a:p>
          <a:p xmlns:a="http://schemas.openxmlformats.org/drawingml/2006/main">
            <a:r>
              <a:t>输入：技能名或模板命令</a:t>
            </a:r>
          </a:p>
          <a:p xmlns:a="http://schemas.openxmlformats.org/drawingml/2006/main">
            <a:r>
              <a:t>输出：展开后的用户输入或指导内容</a:t>
            </a:r>
          </a:p>
          <a:p xmlns:a="http://schemas.openxmlformats.org/drawingml/2006/main">
            <a:r>
              <a:t>入口：--skill；/skill:name</a:t>
            </a:r>
          </a:p>
          <a:p xmlns:a="http://schemas.openxmlformats.org/drawingml/2006/main">
            <a:r>
              <a:t>行为与边界：技能主要是说明和资源；可执行扩展是另一种机制。</a:t>
            </a:r>
          </a:p>
          <a:p xmlns:a="http://schemas.openxmlformats.org/drawingml/2006/main">
            <a:r>
              <a:t>源码：packages/coding-agent/src/core/skills.ts:1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刷新并核对实际消息</a:t>
            </a:r>
          </a:p>
          <a:p xmlns:a="http://schemas.openxmlformats.org/drawingml/2006/main">
            <a:r>
              <a:t>修改后沿 /reload 与下一次 prompt 检查展开结果。以最终上下文为证据，避免只看文件保存就认为生效。</a:t>
            </a:r>
          </a:p>
          <a:p xmlns:a="http://schemas.openxmlformats.org/drawingml/2006/main">
            <a:r>
              <a:t>输入：更新后的资源</a:t>
            </a:r>
          </a:p>
          <a:p xmlns:a="http://schemas.openxmlformats.org/drawingml/2006/main">
            <a:r>
              <a:t>输出：实际进入本轮的消息内容</a:t>
            </a:r>
          </a:p>
          <a:p xmlns:a="http://schemas.openxmlformats.org/drawingml/2006/main">
            <a:r>
              <a:t>入口：--prompt-template；/模板名</a:t>
            </a:r>
          </a:p>
          <a:p xmlns:a="http://schemas.openxmlformats.org/drawingml/2006/main">
            <a:r>
              <a:t>行为与边界：发生在模型请求组装之前；与系统提示配置分别管理。</a:t>
            </a:r>
          </a:p>
          <a:p xmlns:a="http://schemas.openxmlformats.org/drawingml/2006/main">
            <a:r>
              <a:t>源码：packages/coding-agent/src/core/prompt-templates.ts:1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失败与恢复：资源发现成功不等于所有正文每轮全部发送。名字冲突、路径、模板参数与项目信任会影响结果。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练习：制作一个不调用模型的模板展开例子，标出参数替换前后的文本，并说明技能与模板的区别。</a:t>
            </a:r>
          </a:p>
          <a:p xmlns:a="http://schemas.openxmlformats.org/drawingml/2006/main">
            <a:r>
              <a:t>参考判断：模板主要展开调用文本，技能有自己的发现和加载语义；是否进入当前请求应以资源加载和消息组装结果确认。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技能发现与按需说明</a:t>
            </a:r>
          </a:p>
          <a:p xmlns:a="http://schemas.openxmlformats.org/drawingml/2006/main">
            <a:r>
              <a:t>发现技能元数据，把需要的完整说明提供给模型。</a:t>
            </a:r>
          </a:p>
          <a:p xmlns:a="http://schemas.openxmlformats.org/drawingml/2006/main">
            <a:r>
              <a:t>入口：--skill；/skill:name</a:t>
            </a:r>
          </a:p>
          <a:p xmlns:a="http://schemas.openxmlformats.org/drawingml/2006/main">
            <a:r>
              <a:t>边界：技能主要是说明和资源；可执行扩展是另一种机制。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提示模板与参数展开</a:t>
            </a:r>
          </a:p>
          <a:p xmlns:a="http://schemas.openxmlformats.org/drawingml/2006/main">
            <a:r>
              <a:t>复用提示词文件并展开输入参数。</a:t>
            </a:r>
          </a:p>
          <a:p xmlns:a="http://schemas.openxmlformats.org/drawingml/2006/main">
            <a:r>
              <a:t>入口：--prompt-template；/模板名</a:t>
            </a:r>
          </a:p>
          <a:p xmlns:a="http://schemas.openxmlformats.org/drawingml/2006/main">
            <a:r>
              <a:t>边界：发生在模型请求组装之前；与系统提示配置分别管理。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extensions/pirate · 示例</a:t>
            </a:r>
          </a:p>
          <a:p xmlns:a="http://schemas.openxmlformats.org/drawingml/2006/main">
            <a:r>
              <a:t>展示 extensions/pirate.ts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入口：packages/coding-agent/examples/extensions/pirate.ts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extensions/claude-rules · 示例</a:t>
            </a:r>
          </a:p>
          <a:p xmlns:a="http://schemas.openxmlformats.org/drawingml/2006/main">
            <a:r>
              <a:t>展示 extensions/claude-rules.ts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入口：packages/coding-agent/examples/extensions/claude-rules.ts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extensions/dynamic-resources · 示例</a:t>
            </a:r>
          </a:p>
          <a:p xmlns:a="http://schemas.openxmlformats.org/drawingml/2006/main">
            <a:r>
              <a:t>展示 extensions/dynamic-resources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入口：packages/coding-agent/examples/extensions/dynamic-resources/index.ts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packages/coding-agent/docs/skills.md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packages/coding-agent/docs/prompt-templates.md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CFG-05 · 分层工程指令 [内置] 自动发现 agent 目录、当前目录和父目录的 AGENTS／CLAUDE 指令，形成工作约束。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CFG-06 · 同目录指令覆盖 [可选] `AGENTS.override.md` 替代同目录普通指令文件，不会消除其他目录的指令。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CFG-07 · 系统提示替换／追加 [可选] 通过文件或 CLI 替换默认提示，或添加补充要求；受信任项目同名系统文件优先于用户文件。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CFG-08 · 资源路径和过滤 [可选] 从目录、文件、glob 或包加载资源，支持排除与精确包含／排除；!pattern、+path、-path 内的 ~ 也展开为用户目录，避免带前缀路径无法匹配。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CFG-09 · 禁用资源类别 [内置] 单次启动可关闭扩展、技能、模板、主题或上下文文件发现，显式路径按各选项规则仍可加载。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CFG-11 · 技能渐进加载 [内置] 初始只将技能名称、描述和路径告知模型，真正需要时才读完整 SKILL.md，减少常驻上下文。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CFG-12 · 显式技能调用 [内置] 用 `/skill:name` 强制载入指定技能，可附带任务参数，避免依赖模型自行识别。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CFG-13 · 仅手动技能 [可选] 隐藏技能的自动模型选择入口，但保留显式命令调用；技能命令菜单开关不等于禁止手动输入。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CFG-14 · 技能目录兼容 [内置] 支持 `.pi/skills` 和 Agent Skills 的 `.agents/skills` 等位置，递归发现技能，并允许携带脚本、参考和资产。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CFG-15 · 技能校验与冲突诊断 [内置] 检查 frontmatter、描述与名称等格式，报告警告或拒绝不完整技能；同名冲突保留先发现项。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CFG-16 · Markdown 提示模板 [内置] 将 Markdown 文件变成可补全的 `/命令`，适合复用审查、总结等固定提示。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CFG-17 · 模板参数展开 [内置] 支持位置参数、全部参数、默认值和参数切片，并按类似 Shell 的引用规则解析带空格参数。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OTH-45 · 系统提示附加与规则扫描 [示例] 动态附加提示，或扫描 `.claude/rules` 并提供规则索引，展示外部约定接入。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OTH-48 · 动态资源发现 [示例] 在资源发现阶段提供额外技能、模板和主题，允许扩展按环境补充资源。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prompt-resources / 系统提示、上下文文件、技能与模板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场景：你希望给项目加入固定约定和可复用提示，同时知道哪些内容真的进入模型。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发现资源并核对来源</a:t>
            </a:r>
          </a:p>
          <a:p xmlns:a="http://schemas.openxmlformats.org/drawingml/2006/main">
            <a:r>
              <a:t>查看 DefaultResourceLoader 的资源发现与来源记录。先分清用户、项目、包和显式 CLI 路径。</a:t>
            </a:r>
          </a:p>
          <a:p xmlns:a="http://schemas.openxmlformats.org/drawingml/2006/main">
            <a:r>
              <a:t>输入：资源目录与配置</a:t>
            </a:r>
          </a:p>
          <a:p xmlns:a="http://schemas.openxmlformats.org/drawingml/2006/main">
            <a:r>
              <a:t>输出：已发现的资源及冲突诊断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行为与边界：记录来源并处理碰撞；项目资源需遵守信任加载顺序。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源码：packages/coding-agent/src/core/source-info.ts:1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组装系统提示</a:t>
            </a:r>
          </a:p>
          <a:p xmlns:a="http://schemas.openxmlformats.org/drawingml/2006/main">
            <a:r>
              <a:t>查看 SYSTEM.md、APPEND_SYSTEM.md、上下文文件与工具说明如何影响系统提示。对照信任和同名覆盖规则。</a:t>
            </a:r>
          </a:p>
          <a:p xmlns:a="http://schemas.openxmlformats.org/drawingml/2006/main">
            <a:r>
              <a:t>输入：指令文件与工具环境</a:t>
            </a:r>
          </a:p>
          <a:p xmlns:a="http://schemas.openxmlformats.org/drawingml/2006/main">
            <a:r>
              <a:t>输出：本轮系统提示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行为与边界：扩展可变换上下文；模型投影与持久化消息并非完全相同。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>源码：packages/coding-agent/src/core/system-prompt.ts:1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使用技能与提示模板</a:t>
            </a:r>
          </a:p>
          <a:p xmlns:a="http://schemas.openxmlformats.org/drawingml/2006/main">
            <a:r>
              <a:t>比较技能发现、按需正文与提示模板展开。阅读名称冲突、参数替换和手动调用的入口。</a:t>
            </a:r>
          </a:p>
          <a:p xmlns:a="http://schemas.openxmlformats.org/drawingml/2006/main">
            <a:r>
              <a:t>输入：技能名或模板命令</a:t>
            </a:r>
          </a:p>
          <a:p xmlns:a="http://schemas.openxmlformats.org/drawingml/2006/main">
            <a:r>
              <a:t>输出：展开后的用户输入或指导内容</a:t>
            </a:r>
          </a:p>
          <a:p xmlns:a="http://schemas.openxmlformats.org/drawingml/2006/main">
            <a:r>
              <a:t>入口：--skill；/skill:name</a:t>
            </a:r>
          </a:p>
          <a:p xmlns:a="http://schemas.openxmlformats.org/drawingml/2006/main">
            <a:r>
              <a:t>行为与边界：技能主要是说明和资源；可执行扩展是另一种机制。</a:t>
            </a:r>
          </a:p>
          <a:p xmlns:a="http://schemas.openxmlformats.org/drawingml/2006/main">
            <a:r>
              <a:t>源码：packages/coding-agent/src/core/skills.ts:1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刷新并核对实际消息</a:t>
            </a:r>
          </a:p>
          <a:p xmlns:a="http://schemas.openxmlformats.org/drawingml/2006/main">
            <a:r>
              <a:t>修改后沿 /reload 与下一次 prompt 检查展开结果。以最终上下文为证据，避免只看文件保存就认为生效。</a:t>
            </a:r>
          </a:p>
          <a:p xmlns:a="http://schemas.openxmlformats.org/drawingml/2006/main">
            <a:r>
              <a:t>输入：更新后的资源</a:t>
            </a:r>
          </a:p>
          <a:p xmlns:a="http://schemas.openxmlformats.org/drawingml/2006/main">
            <a:r>
              <a:t>输出：实际进入本轮的消息内容</a:t>
            </a:r>
          </a:p>
          <a:p xmlns:a="http://schemas.openxmlformats.org/drawingml/2006/main">
            <a:r>
              <a:t>入口：--prompt-template；/模板名</a:t>
            </a:r>
          </a:p>
          <a:p xmlns:a="http://schemas.openxmlformats.org/drawingml/2006/main">
            <a:r>
              <a:t>行为与边界：发生在模型请求组装之前；与系统提示配置分别管理。</a:t>
            </a:r>
          </a:p>
          <a:p xmlns:a="http://schemas.openxmlformats.org/drawingml/2006/main">
            <a:r>
              <a:t>源码：packages/coding-agent/src/core/prompt-templates.ts:1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失败与恢复：资源发现成功不等于所有正文每轮全部发送。名字冲突、路径、模板参数与项目信任会影响结果。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练习：制作一个不调用模型的模板展开例子，标出参数替换前后的文本，并说明技能与模板的区别。</a:t>
            </a:r>
          </a:p>
          <a:p xmlns:a="http://schemas.openxmlformats.org/drawingml/2006/main">
            <a:r>
              <a:t>参考判断：模板主要展开调用文本，技能有自己的发现和加载语义；是否进入当前请求应以资源加载和消息组装结果确认。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技能发现与按需说明</a:t>
            </a:r>
          </a:p>
          <a:p xmlns:a="http://schemas.openxmlformats.org/drawingml/2006/main">
            <a:r>
              <a:t>发现技能元数据，把需要的完整说明提供给模型。</a:t>
            </a:r>
          </a:p>
          <a:p xmlns:a="http://schemas.openxmlformats.org/drawingml/2006/main">
            <a:r>
              <a:t>入口：--skill；/skill:name</a:t>
            </a:r>
          </a:p>
          <a:p xmlns:a="http://schemas.openxmlformats.org/drawingml/2006/main">
            <a:r>
              <a:t>边界：技能主要是说明和资源；可执行扩展是另一种机制。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提示模板与参数展开</a:t>
            </a:r>
          </a:p>
          <a:p xmlns:a="http://schemas.openxmlformats.org/drawingml/2006/main">
            <a:r>
              <a:t>复用提示词文件并展开输入参数。</a:t>
            </a:r>
          </a:p>
          <a:p xmlns:a="http://schemas.openxmlformats.org/drawingml/2006/main">
            <a:r>
              <a:t>入口：--prompt-template；/模板名</a:t>
            </a:r>
          </a:p>
          <a:p xmlns:a="http://schemas.openxmlformats.org/drawingml/2006/main">
            <a:r>
              <a:t>边界：发生在模型请求组装之前；与系统提示配置分别管理。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extensions/pirate · 示例</a:t>
            </a:r>
          </a:p>
          <a:p xmlns:a="http://schemas.openxmlformats.org/drawingml/2006/main">
            <a:r>
              <a:t>展示 extensions/pirate.ts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入口：packages/coding-agent/examples/extensions/pirate.ts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extensions/claude-rules · 示例</a:t>
            </a:r>
          </a:p>
          <a:p xmlns:a="http://schemas.openxmlformats.org/drawingml/2006/main">
            <a:r>
              <a:t>展示 extensions/claude-rules.ts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入口：packages/coding-agent/examples/extensions/claude-rules.ts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extensions/dynamic-resources · 示例</a:t>
            </a:r>
          </a:p>
          <a:p xmlns:a="http://schemas.openxmlformats.org/drawingml/2006/main">
            <a:r>
              <a:t>展示 extensions/dynamic-resources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入口：packages/coding-agent/examples/extensions/dynamic-resources/index.ts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packages/coding-agent/docs/skills.md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packages/coding-agent/docs/prompt-templates.md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CFG-05 · 分层工程指令 [内置] 自动发现 agent 目录、当前目录和父目录的 AGENTS／CLAUDE 指令，形成工作约束。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CFG-06 · 同目录指令覆盖 [可选] `AGENTS.override.md` 替代同目录普通指令文件，不会消除其他目录的指令。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CFG-07 · 系统提示替换／追加 [可选] 通过文件或 CLI 替换默认提示，或添加补充要求；受信任项目同名系统文件优先于用户文件。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CFG-08 · 资源路径和过滤 [可选] 从目录、文件、glob 或包加载资源，支持排除与精确包含／排除；!pattern、+path、-path 内的 ~ 也展开为用户目录，避免带前缀路径无法匹配。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CFG-09 · 禁用资源类别 [内置] 单次启动可关闭扩展、技能、模板、主题或上下文文件发现，显式路径按各选项规则仍可加载。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CFG-11 · 技能渐进加载 [内置] 初始只将技能名称、描述和路径告知模型，真正需要时才读完整 SKILL.md，减少常驻上下文。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CFG-12 · 显式技能调用 [内置] 用 `/skill:name` 强制载入指定技能，可附带任务参数，避免依赖模型自行识别。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CFG-13 · 仅手动技能 [可选] 隐藏技能的自动模型选择入口，但保留显式命令调用；技能命令菜单开关不等于禁止手动输入。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CFG-14 · 技能目录兼容 [内置] 支持 `.pi/skills` 和 Agent Skills 的 `.agents/skills` 等位置，递归发现技能，并允许携带脚本、参考和资产。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CFG-15 · 技能校验与冲突诊断 [内置] 检查 frontmatter、描述与名称等格式，报告警告或拒绝不完整技能；同名冲突保留先发现项。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CFG-16 · Markdown 提示模板 [内置] 将 Markdown 文件变成可补全的 `/命令`，适合复用审查、总结等固定提示。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CFG-17 · 模板参数展开 [内置] 支持位置参数、全部参数、默认值和参数切片，并按类似 Shell 的引用规则解析带空格参数。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OTH-45 · 系统提示附加与规则扫描 [示例] 动态附加提示，或扫描 `.claude/rules` 并提供规则索引，展示外部约定接入。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OTH-48 · 动态资源发现 [示例] 在资源发现阶段提供额外技能、模板和主题，允许扩展按环境补充资源。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package-resources / 安装资源包到加载与重载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场景：你安装了一个 Pi 包，希望知道资源何时被发现、启用和替换。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解析包来源</a:t>
            </a:r>
          </a:p>
          <a:p xmlns:a="http://schemas.openxmlformats.org/drawingml/2006/main">
            <a:r>
              <a:t>从 install/update/list 的命令入口追踪包声明与来源，区分安装位置和配置中选择的资源。</a:t>
            </a:r>
          </a:p>
          <a:p xmlns:a="http://schemas.openxmlformats.org/drawingml/2006/main">
            <a:r>
              <a:t>输入：包声明</a:t>
            </a:r>
          </a:p>
          <a:p xmlns:a="http://schemas.openxmlformats.org/drawingml/2006/main">
            <a:r>
              <a:t>输出：可定位的包来源和安装结果</a:t>
            </a:r>
          </a:p>
          <a:p xmlns:a="http://schemas.openxmlformats.org/drawingml/2006/main">
            <a:r>
              <a:t>入口：pi install/remove/update/list/config</a:t>
            </a:r>
          </a:p>
          <a:p xmlns:a="http://schemas.openxmlformats.org/drawingml/2006/main">
            <a:r>
              <a:t>行为与边界：区分 Pi 自身更新、扩展包更新与模型目录更新。</a:t>
            </a:r>
          </a:p>
          <a:p xmlns:a="http://schemas.openxmlformats.org/drawingml/2006/main">
            <a:r>
              <a:t>源码：packages/coding-agent/src/core/package-manager.ts:1</a:t>
            </a:r>
          </a:p>
          <a:p xmlns:a="http://schemas.openxmlformats.org/drawingml/2006/main">
            <a:r>
              <a:t>源码：packages/coding-agent/src/package-manager-cli.ts:1</a:t>
            </a:r>
          </a:p>
          <a:p xmlns:a="http://schemas.openxmlformats.org/drawingml/2006/main">
            <a:r>
              <a:t>源码：packages/coding-agent/src/utils/windows-self-update.ts:1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筛选包内资源</a:t>
            </a:r>
          </a:p>
          <a:p xmlns:a="http://schemas.openxmlformats.org/drawingml/2006/main">
            <a:r>
              <a:t>查看扩展、技能、模板和主题如何从包中发现，核对用户配置中的启用、屏蔽与路径。</a:t>
            </a:r>
          </a:p>
          <a:p xmlns:a="http://schemas.openxmlformats.org/drawingml/2006/main">
            <a:r>
              <a:t>输入：安装内容与资源配置</a:t>
            </a:r>
          </a:p>
          <a:p xmlns:a="http://schemas.openxmlformats.org/drawingml/2006/main">
            <a:r>
              <a:t>输出：本次加载资源集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行为与边界：记录来源并处理碰撞；项目资源需遵守信任加载顺序。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源码：packages/coding-agent/src/core/source-info.ts:1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合并内置与用户扩展</a:t>
            </a:r>
          </a:p>
          <a:p xmlns:a="http://schemas.openxmlformats.org/drawingml/2006/main">
            <a:r>
              <a:t>理解 builtin 资源标识与内置扩展装配，确定替换或禁用的规则。</a:t>
            </a:r>
          </a:p>
          <a:p xmlns:a="http://schemas.openxmlformats.org/drawingml/2006/main">
            <a:r>
              <a:t>输入：内置扩展和用户资源</a:t>
            </a:r>
          </a:p>
          <a:p xmlns:a="http://schemas.openxmlformats.org/drawingml/2006/main">
            <a:r>
              <a:t>输出：实际注册的扩展</a:t>
            </a:r>
          </a:p>
          <a:p xmlns:a="http://schemas.openxmlformats.org/drawingml/2006/main">
            <a:r>
              <a:t>入口：builtInExtensions；pi config；builtin: 资源设置</a:t>
            </a:r>
          </a:p>
          <a:p xmlns:a="http://schemas.openxmlformats.org/drawingml/2006/main">
            <a:r>
              <a:t>行为与边界：SDK 默认不加载内置扩展；宿主需要显式加入对应工厂。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源码：packages/coding-agent/src/extensions/index.ts:1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触发重载并验证</a:t>
            </a:r>
          </a:p>
          <a:p xmlns:a="http://schemas.openxmlformats.org/drawingml/2006/main">
            <a:r>
              <a:t>沿 reload 检查旧资源清理、新资源注册和诊断。用可观察注册结果确认新版本确实生效。</a:t>
            </a:r>
          </a:p>
          <a:p xmlns:a="http://schemas.openxmlformats.org/drawingml/2006/main">
            <a:r>
              <a:t>输入：资源版本变化</a:t>
            </a:r>
          </a:p>
          <a:p xmlns:a="http://schemas.openxmlformats.org/drawingml/2006/main">
            <a:r>
              <a:t>输出：新的扩展运行时与诊断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失败与恢复：安装命令成功不能证明资源已启用。更新包、修改选择和重新加载是需要分别验证的阶段。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练习：选一个现有扩展示例，记录发现路径、注册入口、启用条件及重载后的验证方式。</a:t>
            </a:r>
          </a:p>
          <a:p xmlns:a="http://schemas.openxmlformats.org/drawingml/2006/main">
            <a:r>
              <a:t>参考判断：答案应指出实际资源来源和注册结果，不能仅以 node_modules 中存在文件作为加载成功证据。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 包安装、移除与资源配置</a:t>
            </a:r>
          </a:p>
          <a:p xmlns:a="http://schemas.openxmlformats.org/drawingml/2006/main">
            <a:r>
              <a:t>组织 npm、git 和本地资源包的安装、更新与发现。</a:t>
            </a:r>
          </a:p>
          <a:p xmlns:a="http://schemas.openxmlformats.org/drawingml/2006/main">
            <a:r>
              <a:t>入口：pi install/remove/update/list/config</a:t>
            </a:r>
          </a:p>
          <a:p xmlns:a="http://schemas.openxmlformats.org/drawingml/2006/main">
            <a:r>
              <a:t>边界：区分 Pi 自身更新、扩展包更新与模型目录更新。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内置扩展装配与替换</a:t>
            </a:r>
          </a:p>
          <a:p xmlns:a="http://schemas.openxmlformats.org/drawingml/2006/main">
            <a:r>
              <a:t>CLI 把 llama.cpp、codemode、tool-search、MCP 作为内置扩展装配；同名用户扩展可替换可替换项。</a:t>
            </a:r>
          </a:p>
          <a:p xmlns:a="http://schemas.openxmlformats.org/drawingml/2006/main">
            <a:r>
              <a:t>入口：builtInExtensions；pi config；builtin: 资源设置</a:t>
            </a:r>
          </a:p>
          <a:p xmlns:a="http://schemas.openxmlformats.org/drawingml/2006/main">
            <a:r>
              <a:t>边界：SDK 默认不加载内置扩展；宿主需要显式加入对应工厂。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packages/coding-agent/docs/packages.md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CFG-05 · 分层工程指令 [内置] 自动发现 agent 目录、当前目录和父目录的 AGENTS／CLAUDE 指令，形成工作约束。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CFG-06 · 同目录指令覆盖 [可选] `AGENTS.override.md` 替代同目录普通指令文件，不会消除其他目录的指令。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CFG-08 · 资源路径和过滤 [可选] 从目录、文件、glob 或包加载资源，支持排除与精确包含／排除；!pattern、+path、-path 内的 ~ 也展开为用户目录，避免带前缀路径无法匹配。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CFG-09 · 禁用资源类别 [内置] 单次启动可关闭扩展、技能、模板、主题或上下文文件发现，显式路径按各选项规则仍可加载。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CFG-22 · Pi 资源包安装 [内置] 从 npm、Git、仓库 URL 或本地路径安装／引用扩展、技能、模板和主题组合。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CFG-23 · 资源包列举、移除与更新 [内置] 管理已配置包和设置条目，支持全体或指定包更新，以及全局／项目范围。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CFG-24 · 包资源交互筛选 [内置] 选择一个包中哪些扩展、技能、模板、主题加载，同时管理内置扩展开关。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CFG-25 · 包清单与依赖集成 [可选] `package.json` 的 `pi` 字段声明资源路径；扩展可携带自身依赖，并按宿主包 peer 约定复用 Pi 运行时。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CFG-26 · 包版本固定与去重 [内置] 固定 npm 版本、Git tag／commit，按包名、仓库 URL 或绝对路径识别同一包，避免等价来源重复加载。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CFG-27 · 临时试用扩展包 [可选] 只在当前进程加载指定资源包，便于试验而不写入长期设置。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MCP-26 · 替换或单次禁用内置适配器 [可选] 同名 /mcp 扩展可接管会话集成；配置可长期禁用 builtin:mcp，--no-mcp 可单次禁止内置连接、工具及命令，但不影响替代扩展；Shell 级 mcp 命令仍用内置实现。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INT-08 · SDK 接入 MCP／Codemode [库] 显式把 MCP、Codemode、tool_search 工厂加入资源加载器并绑定扩展；SDK 不自动照搬 CLI 内置扩展。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OTH-81 · 安装与自更新 [工程／产品支持] 提供多平台安装入口和 npm 安装；managed 安装的 pi update 仅保留新版本和升级前版本，避免长期堆积；包管理器安装走其对应升级路径。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package-resources / 安装资源包到加载与重载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场景：你安装了一个 Pi 包，希望知道资源何时被发现、启用和替换。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解析包来源</a:t>
            </a:r>
          </a:p>
          <a:p xmlns:a="http://schemas.openxmlformats.org/drawingml/2006/main">
            <a:r>
              <a:t>从 install/update/list 的命令入口追踪包声明与来源，区分安装位置和配置中选择的资源。</a:t>
            </a:r>
          </a:p>
          <a:p xmlns:a="http://schemas.openxmlformats.org/drawingml/2006/main">
            <a:r>
              <a:t>输入：包声明</a:t>
            </a:r>
          </a:p>
          <a:p xmlns:a="http://schemas.openxmlformats.org/drawingml/2006/main">
            <a:r>
              <a:t>输出：可定位的包来源和安装结果</a:t>
            </a:r>
          </a:p>
          <a:p xmlns:a="http://schemas.openxmlformats.org/drawingml/2006/main">
            <a:r>
              <a:t>入口：pi install/remove/update/list/config</a:t>
            </a:r>
          </a:p>
          <a:p xmlns:a="http://schemas.openxmlformats.org/drawingml/2006/main">
            <a:r>
              <a:t>行为与边界：区分 Pi 自身更新、扩展包更新与模型目录更新。</a:t>
            </a:r>
          </a:p>
          <a:p xmlns:a="http://schemas.openxmlformats.org/drawingml/2006/main">
            <a:r>
              <a:t>源码：packages/coding-agent/src/core/package-manager.ts:1</a:t>
            </a:r>
          </a:p>
          <a:p xmlns:a="http://schemas.openxmlformats.org/drawingml/2006/main">
            <a:r>
              <a:t>源码：packages/coding-agent/src/package-manager-cli.ts:1</a:t>
            </a:r>
          </a:p>
          <a:p xmlns:a="http://schemas.openxmlformats.org/drawingml/2006/main">
            <a:r>
              <a:t>源码：packages/coding-agent/src/utils/windows-self-update.ts:1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筛选包内资源</a:t>
            </a:r>
          </a:p>
          <a:p xmlns:a="http://schemas.openxmlformats.org/drawingml/2006/main">
            <a:r>
              <a:t>查看扩展、技能、模板和主题如何从包中发现，核对用户配置中的启用、屏蔽与路径。</a:t>
            </a:r>
          </a:p>
          <a:p xmlns:a="http://schemas.openxmlformats.org/drawingml/2006/main">
            <a:r>
              <a:t>输入：安装内容与资源配置</a:t>
            </a:r>
          </a:p>
          <a:p xmlns:a="http://schemas.openxmlformats.org/drawingml/2006/main">
            <a:r>
              <a:t>输出：本次加载资源集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行为与边界：记录来源并处理碰撞；项目资源需遵守信任加载顺序。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源码：packages/coding-agent/src/core/source-info.ts:1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合并内置与用户扩展</a:t>
            </a:r>
          </a:p>
          <a:p xmlns:a="http://schemas.openxmlformats.org/drawingml/2006/main">
            <a:r>
              <a:t>理解 builtin 资源标识与内置扩展装配，确定替换或禁用的规则。</a:t>
            </a:r>
          </a:p>
          <a:p xmlns:a="http://schemas.openxmlformats.org/drawingml/2006/main">
            <a:r>
              <a:t>输入：内置扩展和用户资源</a:t>
            </a:r>
          </a:p>
          <a:p xmlns:a="http://schemas.openxmlformats.org/drawingml/2006/main">
            <a:r>
              <a:t>输出：实际注册的扩展</a:t>
            </a:r>
          </a:p>
          <a:p xmlns:a="http://schemas.openxmlformats.org/drawingml/2006/main">
            <a:r>
              <a:t>入口：builtInExtensions；pi config；builtin: 资源设置</a:t>
            </a:r>
          </a:p>
          <a:p xmlns:a="http://schemas.openxmlformats.org/drawingml/2006/main">
            <a:r>
              <a:t>行为与边界：SDK 默认不加载内置扩展；宿主需要显式加入对应工厂。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源码：packages/coding-agent/src/extensions/index.ts:1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触发重载并验证</a:t>
            </a:r>
          </a:p>
          <a:p xmlns:a="http://schemas.openxmlformats.org/drawingml/2006/main">
            <a:r>
              <a:t>沿 reload 检查旧资源清理、新资源注册和诊断。用可观察注册结果确认新版本确实生效。</a:t>
            </a:r>
          </a:p>
          <a:p xmlns:a="http://schemas.openxmlformats.org/drawingml/2006/main">
            <a:r>
              <a:t>输入：资源版本变化</a:t>
            </a:r>
          </a:p>
          <a:p xmlns:a="http://schemas.openxmlformats.org/drawingml/2006/main">
            <a:r>
              <a:t>输出：新的扩展运行时与诊断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失败与恢复：安装命令成功不能证明资源已启用。更新包、修改选择和重新加载是需要分别验证的阶段。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练习：选一个现有扩展示例，记录发现路径、注册入口、启用条件及重载后的验证方式。</a:t>
            </a:r>
          </a:p>
          <a:p xmlns:a="http://schemas.openxmlformats.org/drawingml/2006/main">
            <a:r>
              <a:t>参考判断：答案应指出实际资源来源和注册结果，不能仅以 node_modules 中存在文件作为加载成功证据。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 包安装、移除与资源配置</a:t>
            </a:r>
          </a:p>
          <a:p xmlns:a="http://schemas.openxmlformats.org/drawingml/2006/main">
            <a:r>
              <a:t>组织 npm、git 和本地资源包的安装、更新与发现。</a:t>
            </a:r>
          </a:p>
          <a:p xmlns:a="http://schemas.openxmlformats.org/drawingml/2006/main">
            <a:r>
              <a:t>入口：pi install/remove/update/list/config</a:t>
            </a:r>
          </a:p>
          <a:p xmlns:a="http://schemas.openxmlformats.org/drawingml/2006/main">
            <a:r>
              <a:t>边界：区分 Pi 自身更新、扩展包更新与模型目录更新。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内置扩展装配与替换</a:t>
            </a:r>
          </a:p>
          <a:p xmlns:a="http://schemas.openxmlformats.org/drawingml/2006/main">
            <a:r>
              <a:t>CLI 把 llama.cpp、codemode、tool-search、MCP 作为内置扩展装配；同名用户扩展可替换可替换项。</a:t>
            </a:r>
          </a:p>
          <a:p xmlns:a="http://schemas.openxmlformats.org/drawingml/2006/main">
            <a:r>
              <a:t>入口：builtInExtensions；pi config；builtin: 资源设置</a:t>
            </a:r>
          </a:p>
          <a:p xmlns:a="http://schemas.openxmlformats.org/drawingml/2006/main">
            <a:r>
              <a:t>边界：SDK 默认不加载内置扩展；宿主需要显式加入对应工厂。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packages/coding-agent/docs/packages.md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CFG-05 · 分层工程指令 [内置] 自动发现 agent 目录、当前目录和父目录的 AGENTS／CLAUDE 指令，形成工作约束。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CFG-06 · 同目录指令覆盖 [可选] `AGENTS.override.md` 替代同目录普通指令文件，不会消除其他目录的指令。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CFG-08 · 资源路径和过滤 [可选] 从目录、文件、glob 或包加载资源，支持排除与精确包含／排除；!pattern、+path、-path 内的 ~ 也展开为用户目录，避免带前缀路径无法匹配。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CFG-09 · 禁用资源类别 [内置] 单次启动可关闭扩展、技能、模板、主题或上下文文件发现，显式路径按各选项规则仍可加载。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CFG-22 · Pi 资源包安装 [内置] 从 npm、Git、仓库 URL 或本地路径安装／引用扩展、技能、模板和主题组合。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CFG-23 · 资源包列举、移除与更新 [内置] 管理已配置包和设置条目，支持全体或指定包更新，以及全局／项目范围。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CFG-24 · 包资源交互筛选 [内置] 选择一个包中哪些扩展、技能、模板、主题加载，同时管理内置扩展开关。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CFG-25 · 包清单与依赖集成 [可选] `package.json` 的 `pi` 字段声明资源路径；扩展可携带自身依赖，并按宿主包 peer 约定复用 Pi 运行时。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CFG-26 · 包版本固定与去重 [内置] 固定 npm 版本、Git tag／commit，按包名、仓库 URL 或绝对路径识别同一包，避免等价来源重复加载。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CFG-27 · 临时试用扩展包 [可选] 只在当前进程加载指定资源包，便于试验而不写入长期设置。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MCP-26 · 替换或单次禁用内置适配器 [可选] 同名 /mcp 扩展可接管会话集成；配置可长期禁用 builtin:mcp，--no-mcp 可单次禁止内置连接、工具及命令，但不影响替代扩展；Shell 级 mcp 命令仍用内置实现。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INT-08 · SDK 接入 MCP／Codemode [库] 显式把 MCP、Codemode、tool_search 工厂加入资源加载器并绑定扩展；SDK 不自动照搬 CLI 内置扩展。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OTH-81 · 安装与自更新 [工程／产品支持] 提供多平台安装入口和 npm 安装；managed 安装的 pi update 仅保留新版本和升级前版本，避免长期堆积；包管理器安装走其对应升级路径。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课程：02 模型与配置 / package-resources / 安装资源包到加载与重载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场景：你安装了一个 Pi 包，希望知道资源何时被发现、启用和替换。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解析包来源</a:t>
            </a:r>
          </a:p>
          <a:p xmlns:a="http://schemas.openxmlformats.org/drawingml/2006/main">
            <a:r>
              <a:t>从 install/update/list 的命令入口追踪包声明与来源，区分安装位置和配置中选择的资源。</a:t>
            </a:r>
          </a:p>
          <a:p xmlns:a="http://schemas.openxmlformats.org/drawingml/2006/main">
            <a:r>
              <a:t>输入：包声明</a:t>
            </a:r>
          </a:p>
          <a:p xmlns:a="http://schemas.openxmlformats.org/drawingml/2006/main">
            <a:r>
              <a:t>输出：可定位的包来源和安装结果</a:t>
            </a:r>
          </a:p>
          <a:p xmlns:a="http://schemas.openxmlformats.org/drawingml/2006/main">
            <a:r>
              <a:t>入口：pi install/remove/update/list/config</a:t>
            </a:r>
          </a:p>
          <a:p xmlns:a="http://schemas.openxmlformats.org/drawingml/2006/main">
            <a:r>
              <a:t>行为与边界：区分 Pi 自身更新、扩展包更新与模型目录更新。</a:t>
            </a:r>
          </a:p>
          <a:p xmlns:a="http://schemas.openxmlformats.org/drawingml/2006/main">
            <a:r>
              <a:t>源码：packages/coding-agent/src/core/package-manager.ts:1</a:t>
            </a:r>
          </a:p>
          <a:p xmlns:a="http://schemas.openxmlformats.org/drawingml/2006/main">
            <a:r>
              <a:t>源码：packages/coding-agent/src/package-manager-cli.ts:1</a:t>
            </a:r>
          </a:p>
          <a:p xmlns:a="http://schemas.openxmlformats.org/drawingml/2006/main">
            <a:r>
              <a:t>源码：packages/coding-agent/src/utils/windows-self-update.ts:1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筛选包内资源</a:t>
            </a:r>
          </a:p>
          <a:p xmlns:a="http://schemas.openxmlformats.org/drawingml/2006/main">
            <a:r>
              <a:t>查看扩展、技能、模板和主题如何从包中发现，核对用户配置中的启用、屏蔽与路径。</a:t>
            </a:r>
          </a:p>
          <a:p xmlns:a="http://schemas.openxmlformats.org/drawingml/2006/main">
            <a:r>
              <a:t>输入：安装内容与资源配置</a:t>
            </a:r>
          </a:p>
          <a:p xmlns:a="http://schemas.openxmlformats.org/drawingml/2006/main">
            <a:r>
              <a:t>输出：本次加载资源集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行为与边界：记录来源并处理碰撞；项目资源需遵守信任加载顺序。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源码：packages/coding-agent/src/core/source-info.ts:1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合并内置与用户扩展</a:t>
            </a:r>
          </a:p>
          <a:p xmlns:a="http://schemas.openxmlformats.org/drawingml/2006/main">
            <a:r>
              <a:t>理解 builtin 资源标识与内置扩展装配，确定替换或禁用的规则。</a:t>
            </a:r>
          </a:p>
          <a:p xmlns:a="http://schemas.openxmlformats.org/drawingml/2006/main">
            <a:r>
              <a:t>输入：内置扩展和用户资源</a:t>
            </a:r>
          </a:p>
          <a:p xmlns:a="http://schemas.openxmlformats.org/drawingml/2006/main">
            <a:r>
              <a:t>输出：实际注册的扩展</a:t>
            </a:r>
          </a:p>
          <a:p xmlns:a="http://schemas.openxmlformats.org/drawingml/2006/main">
            <a:r>
              <a:t>入口：builtInExtensions；pi config；builtin: 资源设置</a:t>
            </a:r>
          </a:p>
          <a:p xmlns:a="http://schemas.openxmlformats.org/drawingml/2006/main">
            <a:r>
              <a:t>行为与边界：SDK 默认不加载内置扩展；宿主需要显式加入对应工厂。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源码：packages/coding-agent/src/core/resource-loader.ts:1</a:t>
            </a:r>
          </a:p>
          <a:p xmlns:a="http://schemas.openxmlformats.org/drawingml/2006/main">
            <a:r>
              <a:t>源码：packages/coding-agent/src/extensions/index.ts:1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触发重载并验证</a:t>
            </a:r>
          </a:p>
          <a:p xmlns:a="http://schemas.openxmlformats.org/drawingml/2006/main">
            <a:r>
              <a:t>沿 reload 检查旧资源清理、新资源注册和诊断。用可观察注册结果确认新版本确实生效。</a:t>
            </a:r>
          </a:p>
          <a:p xmlns:a="http://schemas.openxmlformats.org/drawingml/2006/main">
            <a:r>
              <a:t>输入：资源版本变化</a:t>
            </a:r>
          </a:p>
          <a:p xmlns:a="http://schemas.openxmlformats.org/drawingml/2006/main">
            <a:r>
              <a:t>输出：新的扩展运行时与诊断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失败与恢复：安装命令成功不能证明资源已启用。更新包、修改选择和重新加载是需要分别验证的阶段。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练习：选一个现有扩展示例，记录发现路径、注册入口、启用条件及重载后的验证方式。</a:t>
            </a:r>
          </a:p>
          <a:p xmlns:a="http://schemas.openxmlformats.org/drawingml/2006/main">
            <a:r>
              <a:t>参考判断：答案应指出实际资源来源和注册结果，不能仅以 node_modules 中存在文件作为加载成功证据。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 包安装、移除与资源配置</a:t>
            </a:r>
          </a:p>
          <a:p xmlns:a="http://schemas.openxmlformats.org/drawingml/2006/main">
            <a:r>
              <a:t>组织 npm、git 和本地资源包的安装、更新与发现。</a:t>
            </a:r>
          </a:p>
          <a:p xmlns:a="http://schemas.openxmlformats.org/drawingml/2006/main">
            <a:r>
              <a:t>入口：pi install/remove/update/list/config</a:t>
            </a:r>
          </a:p>
          <a:p xmlns:a="http://schemas.openxmlformats.org/drawingml/2006/main">
            <a:r>
              <a:t>边界：区分 Pi 自身更新、扩展包更新与模型目录更新。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内置扩展装配与替换</a:t>
            </a:r>
          </a:p>
          <a:p xmlns:a="http://schemas.openxmlformats.org/drawingml/2006/main">
            <a:r>
              <a:t>CLI 把 llama.cpp、codemode、tool-search、MCP 作为内置扩展装配；同名用户扩展可替换可替换项。</a:t>
            </a:r>
          </a:p>
          <a:p xmlns:a="http://schemas.openxmlformats.org/drawingml/2006/main">
            <a:r>
              <a:t>入口：builtInExtensions；pi config；builtin: 资源设置</a:t>
            </a:r>
          </a:p>
          <a:p xmlns:a="http://schemas.openxmlformats.org/drawingml/2006/main">
            <a:r>
              <a:t>边界：SDK 默认不加载内置扩展；宿主需要显式加入对应工厂。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packages/coding-agent/docs/packages.md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CFG-05 · 分层工程指令 [内置] 自动发现 agent 目录、当前目录和父目录的 AGENTS／CLAUDE 指令，形成工作约束。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CFG-06 · 同目录指令覆盖 [可选] `AGENTS.override.md` 替代同目录普通指令文件，不会消除其他目录的指令。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CFG-08 · 资源路径和过滤 [可选] 从目录、文件、glob 或包加载资源，支持排除与精确包含／排除；!pattern、+path、-path 内的 ~ 也展开为用户目录，避免带前缀路径无法匹配。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CFG-09 · 禁用资源类别 [内置] 单次启动可关闭扩展、技能、模板、主题或上下文文件发现，显式路径按各选项规则仍可加载。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CFG-22 · Pi 资源包安装 [内置] 从 npm、Git、仓库 URL 或本地路径安装／引用扩展、技能、模板和主题组合。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CFG-23 · 资源包列举、移除与更新 [内置] 管理已配置包和设置条目，支持全体或指定包更新，以及全局／项目范围。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CFG-24 · 包资源交互筛选 [内置] 选择一个包中哪些扩展、技能、模板、主题加载，同时管理内置扩展开关。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CFG-25 · 包清单与依赖集成 [可选] `package.json` 的 `pi` 字段声明资源路径；扩展可携带自身依赖，并按宿主包 peer 约定复用 Pi 运行时。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CFG-26 · 包版本固定与去重 [内置] 固定 npm 版本、Git tag／commit，按包名、仓库 URL 或绝对路径识别同一包，避免等价来源重复加载。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CFG-27 · 临时试用扩展包 [可选] 只在当前进程加载指定资源包，便于试验而不写入长期设置。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MCP-26 · 替换或单次禁用内置适配器 [可选] 同名 /mcp 扩展可接管会话集成；配置可长期禁用 builtin:mcp，--no-mcp 可单次禁止内置连接、工具及命令，但不影响替代扩展；Shell 级 mcp 命令仍用内置实现。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INT-08 · SDK 接入 MCP／Codemode [库] 显式把 MCP、Codemode、tool_search 工厂加入资源加载器并绑定扩展；SDK 不自动照搬 CLI 内置扩展。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OTH-81 · 安装与自更新 [工程／产品支持] 提供多平台安装入口和 npm 安装；managed 安装的 pi update 仅保留新版本和升级前版本，避免长期堆积；包管理器安装走其对应升级路径。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ef1eb72044a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19432c5024b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a9f56e49c42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5157b0fff48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02a389c3f41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f83f4414a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BC6A65-7B85-41A8-A23E-3F02EF750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A8B238-605D-4A52-B8CE-2D7E50FC63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73A2CA-1449-46FF-B45C-172A2AACD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3FB129-1A5C-4D75-ADAF-2FD474F31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D9318A-7F97-49B9-86A0-F5748783B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3D2273-6DB7-4758-9324-83A8E94D2A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11BCF3-D170-457F-9F12-584EB89527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D8AF74-2B18-485D-9ADB-A177FC75AE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B695B1-B57A-4326-B36C-4219107C0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1C558F-0C1B-4154-9217-20FD30A85F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672fed995e45f9" /><Relationship Type="http://schemas.openxmlformats.org/officeDocument/2006/relationships/slideLayout" Target="/ppt/slideLayouts/slideLayout1.xml" Id="Rd2bf0272beb849ac" /><Relationship Type="http://schemas.openxmlformats.org/officeDocument/2006/relationships/slideLayout" Target="/ppt/slideLayouts/slideLayout2.xml" Id="R19600d0b73d0481b" /><Relationship Type="http://schemas.openxmlformats.org/officeDocument/2006/relationships/slideLayout" Target="/ppt/slideLayouts/slideLayout3.xml" Id="Rb3afe6915d7945f0" /><Relationship Type="http://schemas.openxmlformats.org/officeDocument/2006/relationships/slideLayout" Target="/ppt/slideLayouts/slideLayout4.xml" Id="R342fd12a2e434a84" /><Relationship Type="http://schemas.openxmlformats.org/officeDocument/2006/relationships/slideLayout" Target="/ppt/slideLayouts/slideLayout5.xml" Id="R6ee49b37ae364618" /><Relationship Type="http://schemas.openxmlformats.org/officeDocument/2006/relationships/slideLayout" Target="/ppt/slideLayouts/slideLayout6.xml" Id="Rd51d1ffae28c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f0272beb849ac"/>
    <p:sldLayoutId xmlns:r="http://schemas.openxmlformats.org/officeDocument/2006/relationships" id="2147483650" r:id="R19600d0b73d0481b"/>
    <p:sldLayoutId xmlns:r="http://schemas.openxmlformats.org/officeDocument/2006/relationships" id="2147483651" r:id="Rb3afe6915d7945f0"/>
    <p:sldLayoutId xmlns:r="http://schemas.openxmlformats.org/officeDocument/2006/relationships" id="2147483652" r:id="R342fd12a2e434a84"/>
    <p:sldLayoutId xmlns:r="http://schemas.openxmlformats.org/officeDocument/2006/relationships" id="2147483653" r:id="R6ee49b37ae364618"/>
    <p:sldLayoutId xmlns:r="http://schemas.openxmlformats.org/officeDocument/2006/relationships" id="2147483654" r:id="Rd51d1ffae28c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43698ad0242e5" /><Relationship Type="http://schemas.openxmlformats.org/officeDocument/2006/relationships/notesSlide" Target="/ppt/notesSlides/notesSlide1.xml" Id="R5c15370a9dbf45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b95bb88f2473c" /><Relationship Type="http://schemas.openxmlformats.org/officeDocument/2006/relationships/notesSlide" Target="/ppt/notesSlides/notesSlide2.xml" Id="Rd37b4378a53f44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710de8e294ca1" /><Relationship Type="http://schemas.openxmlformats.org/officeDocument/2006/relationships/notesSlide" Target="/ppt/notesSlides/notesSlide3.xml" Id="R8a5b5ac173124c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10504f1eb4890" /><Relationship Type="http://schemas.openxmlformats.org/officeDocument/2006/relationships/notesSlide" Target="/ppt/notesSlides/notesSlide4.xml" Id="R7a60614905164b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6068d79e9475c" /><Relationship Type="http://schemas.openxmlformats.org/officeDocument/2006/relationships/notesSlide" Target="/ppt/notesSlides/notesSlide5.xml" Id="R7e8089fd3c6147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bfc27fa404bdd" /><Relationship Type="http://schemas.openxmlformats.org/officeDocument/2006/relationships/notesSlide" Target="/ppt/notesSlides/notesSlide6.xml" Id="Rc3cbc8549f6749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beec1d18c49cd" /><Relationship Type="http://schemas.openxmlformats.org/officeDocument/2006/relationships/notesSlide" Target="/ppt/notesSlides/notesSlide7.xml" Id="R42e66d47946045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41459b3784c19" /><Relationship Type="http://schemas.openxmlformats.org/officeDocument/2006/relationships/notesSlide" Target="/ppt/notesSlides/notesSlide8.xml" Id="R0656c6a38ebb47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0e196a92743ab" /><Relationship Type="http://schemas.openxmlformats.org/officeDocument/2006/relationships/notesSlide" Target="/ppt/notesSlides/notesSlide9.xml" Id="Ref3d8d63f0d648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84d6afe764fc3" /><Relationship Type="http://schemas.openxmlformats.org/officeDocument/2006/relationships/notesSlide" Target="/ppt/notesSlides/notesSlide10.xml" Id="R5ee115c0c55142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ebc0bce4549f8" /><Relationship Type="http://schemas.openxmlformats.org/officeDocument/2006/relationships/notesSlide" Target="/ppt/notesSlides/notesSlide11.xml" Id="R9acb957b627d4b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f4d368a8e4d18" /><Relationship Type="http://schemas.openxmlformats.org/officeDocument/2006/relationships/notesSlide" Target="/ppt/notesSlides/notesSlide12.xml" Id="R8598fe44b49b4a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bbb45d82e94e01" /><Relationship Type="http://schemas.openxmlformats.org/officeDocument/2006/relationships/notesSlide" Target="/ppt/notesSlides/notesSlide13.xml" Id="R44ca5d9c80174c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f83e275a1405c" /><Relationship Type="http://schemas.openxmlformats.org/officeDocument/2006/relationships/notesSlide" Target="/ppt/notesSlides/notesSlide14.xml" Id="R392107bd3c3442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b9340beba4c57" /><Relationship Type="http://schemas.openxmlformats.org/officeDocument/2006/relationships/notesSlide" Target="/ppt/notesSlides/notesSlide15.xml" Id="Rbda50ed3e78c49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f25fbade54bbd" /><Relationship Type="http://schemas.openxmlformats.org/officeDocument/2006/relationships/notesSlide" Target="/ppt/notesSlides/notesSlide16.xml" Id="R1d69521a4eba44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5fa1a51d94a1b" /><Relationship Type="http://schemas.openxmlformats.org/officeDocument/2006/relationships/notesSlide" Target="/ppt/notesSlides/notesSlide17.xml" Id="R63349bd0758749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c3c2a699a44ed" /><Relationship Type="http://schemas.openxmlformats.org/officeDocument/2006/relationships/notesSlide" Target="/ppt/notesSlides/notesSlide18.xml" Id="R7a0f18ad708f4f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12f41e5b14354" /><Relationship Type="http://schemas.openxmlformats.org/officeDocument/2006/relationships/notesSlide" Target="/ppt/notesSlides/notesSlide19.xml" Id="Rc2d3f250b25646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9f634f6044e6d" /><Relationship Type="http://schemas.openxmlformats.org/officeDocument/2006/relationships/notesSlide" Target="/ppt/notesSlides/notesSlide20.xml" Id="R76d3d357b71d47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70c7756c0e4612" /><Relationship Type="http://schemas.openxmlformats.org/officeDocument/2006/relationships/notesSlide" Target="/ppt/notesSlides/notesSlide21.xml" Id="Rb07efe4478f84b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A469174-23D9-43CB-81AE-A646B0FA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0C32AA-95B2-43A6-8BF4-CB53F3E0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设置从哪里来，如何生效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DFF1FAB5-3298-4ED2-A6D3-E7ADF8AC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你修改了项目设置，但新会话没有按预期采用这些值。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178E5F2-F21E-488A-81E2-786957D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08B4FE9-6D4E-4958-8A45-ADEFA06C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分层设置与配置值解析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8CBF0794-C55F-43BB-9212-E81F9BE3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项目资源信任决策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B8AB8420-A08F-4C40-ABF8-E785C26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分层设置与配置值解析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A6283A0-C60F-4305-88EE-99FE2913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config-scope   /   1     基线 136b87e8a · 源码与参考答案见讲者备注</a:t>
            </a:r>
          </a:p>
        </p:txBody>
      </p:sp>
      <p:sp>
        <p:nvSpPr>
          <p:cNvPr id="10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092F6D0-0AE9-42BC-BD84-8CDA4311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配置与主题 Schema 校验</a:t>
            </a:r>
          </a:p>
        </p:txBody>
      </p:sp>
    </p:spTree>
    <p:extLst>
      <p:ext uri="{BB962C8B-B14F-4D97-AF65-F5344CB8AC3E}">
        <p14:creationId xmlns:p14="http://schemas.microsoft.com/office/powerpoint/2010/main" val="1976424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8652512-8565-4C87-8EC2-166F594B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134EB6-E2B9-411C-9F4F-02F50874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设置从哪里来，如何生效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F6C8515-956D-495E-9020-F98DD460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确定目录与作用域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B1E3A1D-9F1D-48A7-ACB1-32014E99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输入：cwd、agentDir    输出：两层配置来源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6ABC497B-6D7B-4A19-9D1F-0C2FE3D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检查项目加载条件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510B236D-E4AB-4A14-B5F7-F326654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输入：项目路径与信任状态    输出：允许加载的项目资源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AB1B2553-B50E-442C-B957-ED07876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解析设置与配置值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C37165D-E2E2-4FBB-95D8-5295668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输入：配置文件与覆盖选项    输出：运行时设置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4A08722C-B1EE-41E9-9E30-3A6C09F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核对 Schema 和消费位置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F524F7A-317F-4268-ADB6-D86D7425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输入：一个具体配置字段    输出：字段校验、生效阶段和验证方法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EC638DE-944E-4BDF-B993-9DBA120E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config-scope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709905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50AAA70-8188-444F-9C27-6DBADDE4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62C016-6CD7-4739-B904-143A88FF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设置从哪里来，如何生效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ED529AF0-83DC-4F27-89B5-E851B43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A2AA2FA-3CD5-444D-A4AF-4A14B29B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项目没有受信任、目录选错、字段拼写错误或仅修改默认值而未改变当前会话，都可能造成“设置没生效”。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4A1D435-00C8-423A-B2EA-2421DDF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27E6DD2C-C781-42EE-A215-C80C1E9C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选择 defaultTools 或 tuiMode，记录它的用户配置、项目配置、CLI 覆盖及最后的消费位置。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F587239-6CED-4C33-A90F-CBC1A70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config-scope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399221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E2A55E1-DC92-41FA-B91C-7CA66E8B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2B1299-10C8-4AA6-BFA3-4AE2AAD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配置一个 AI 模型并完成选择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6BF81426-524B-4AB1-A579-1248B0C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你有订阅、API key 或本地兼容端点，希望 Pi 能选中并调用它。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98DD309-0A32-4CFA-9BF4-E4E56B09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21F7AE8E-C248-43B6-9AAD-135815B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模型选择、目录与提供商组合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692A0142-9890-4B3E-BEF9-4B6D6F7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认证存储、检查与凭据解析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F3C3D15-CB20-416D-9354-8311F38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模型选择、目录与提供商组合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2C8B6135-2AA7-41BE-A0BA-A14DACB6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模型目录刷新与搜索界面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753B0D7-62A3-4306-A7D7-9FD0B183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model-connect   /   1     基线 136b87e8a · 源码与参考答案见讲者备注</a:t>
            </a:r>
          </a:p>
        </p:txBody>
      </p:sp>
      <p:sp>
        <p:nvSpPr>
          <p:cNvPr id="11" name="responsibility-4">
            <a:extLst xmlns:a="http://schemas.openxmlformats.org/drawingml/2006/main">
              <a:ext uri="{FF2B5EF4-FFF2-40B4-BE49-F238E27FC236}">
                <a16:creationId xmlns:a16="http://schemas.microsoft.com/office/drawing/2014/main" id="{51AD3B59-EA93-4FEE-A99B-AD10A32B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5. SDK 创建与替换运行时</a:t>
            </a:r>
          </a:p>
        </p:txBody>
      </p:sp>
    </p:spTree>
    <p:extLst>
      <p:ext uri="{BB962C8B-B14F-4D97-AF65-F5344CB8AC3E}">
        <p14:creationId xmlns:p14="http://schemas.microsoft.com/office/powerpoint/2010/main" val="152689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3848663-EF0E-46DA-8F7E-1A65DB70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72A917-97B7-440A-A5AC-C965D48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配置一个 AI 模型并完成选择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5BE7E4A5-1ADD-4CBD-AB91-DC09D413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选择连接方式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037AE28-72F8-40AF-9A3A-53D9922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输入：已有服务与认证方式    输出：内置、兼容或自定义提供商方案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5C0556C-EE9C-42CF-8139-6A3625D9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准备认证入口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0017EFF-6E41-43E3-9065-5E221100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输入：提供商标识和凭据来源    输出：可用的认证上下文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1573E026-90CD-46B0-998E-7A6C9372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注册模型元数据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7AB983E7-92CC-4AFD-A660-D169146C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输入：models.json 或内置目录    输出：provider 下的模型记录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7B60BF63-B1A8-40DA-9284-F8DBD041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选择模型和推理级别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39BCB66-B60D-4721-9A82-CA63F3D6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输入：模型目录和认证状态    输出：本轮使用的模型与推理选项</a:t>
            </a:r>
          </a:p>
        </p:txBody>
      </p:sp>
      <p:sp>
        <p:nvSpPr>
          <p:cNvPr id="11" name="step-4">
            <a:extLst xmlns:a="http://schemas.openxmlformats.org/drawingml/2006/main">
              <a:ext uri="{FF2B5EF4-FFF2-40B4-BE49-F238E27FC236}">
                <a16:creationId xmlns:a16="http://schemas.microsoft.com/office/drawing/2014/main" id="{7CE5EEF3-258F-48E5-84B0-138D12A1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5. 确认会话采用的值</a:t>
            </a:r>
          </a:p>
        </p:txBody>
      </p:sp>
      <p:sp>
        <p:nvSpPr>
          <p:cNvPr id="12" name="data-4">
            <a:extLst xmlns:a="http://schemas.openxmlformats.org/drawingml/2006/main">
              <a:ext uri="{FF2B5EF4-FFF2-40B4-BE49-F238E27FC236}">
                <a16:creationId xmlns:a16="http://schemas.microsoft.com/office/drawing/2014/main" id="{AC2004AC-FFA1-4F76-B028-D436283B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输入：显式参数、默认设置或恢复记录    输出：AgentSession 实际模型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B036597-EA2F-488E-BC5E-7DADDBDC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model-connect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117546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E78ADF1E-0D2E-4CFD-B909-97C13539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7B3364-A937-426A-955B-87F1B9BE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配置一个 AI 模型并完成选择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04BA066A-590F-49D9-AB71-E56912E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DF086F86-40E2-4156-95ED-9596A218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能在目录中找到模型不代表凭据有效。模型 ID、端点 API、能力和认证不匹配应分别定位，不能一律归结为网络失败。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4D4C511E-CC42-4DE5-87C5-5A6100A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2AEDF72B-4F3A-44A2-A02A-AF0A928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用文档中的本地兼容端点示例解释每个字段，并追到 ModelConfig 和最终会话模型。没有服务时只完成配置追踪，不宣称调用成功。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25F87A1-AB17-4C7D-87E9-AD6899E0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model-connect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764337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E542C4B-0AD1-4D97-9E75-19A6B4C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4FBBA8-AB6B-405D-BE2E-1E60C5C4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认证、OAuth 与凭据刷新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F67659B-BD84-4DD6-8DE1-1A88CB9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第一次登录成功，但后续请求或远程环境中的登录失败。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927F2BD-BCCE-4209-8218-ECAD25D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2206F952-6741-47BA-B777-0E7D9B91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凭据存储、解析与 OAuth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8ED2B846-F15D-426E-AA47-A383B5F8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OpenAI ChatGPT 登录与 OAuth 回调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4672BBA6-6D46-4C4E-B0E6-78ED06C1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远端浏览器与复制代码登录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87AA9E49-0DED-46B6-9EF9-937B2BF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认证存储、检查与凭据解析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A32232B-9B79-4268-B97D-093DAC5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auth-lifecycle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53466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4D8AF41-51F8-4743-AA90-7928F4EF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FAB758-C439-4AC3-871A-4296468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认证、OAuth 与凭据刷新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FF9EFEC8-84D3-4DF2-900F-234819E2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区分凭据类型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D590100-D014-4D55-90B5-D0C611A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输入：登录方式    输出：凭据类型和存储归属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F27440E-4D88-412A-B5E8-B96773E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追踪授权交互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04B0231-EFD0-42F5-8021-D5799E5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输入：授权请求    输出：可保存的授权结果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581B2711-E0B5-497C-A9EF-9A8F9839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处理远程与复制代码场景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95C3D70-3F88-4DA4-90BB-930F2B3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输入：浏览器与 CLI 所在环境    输出：经过验证的授权完成信号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95AE69C-4EDC-4500-A3BA-24C3409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在请求时解析凭据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E50D7ED8-2360-4D43-B0D5-67E84FAE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输入：保存的凭据与当前时间    输出：本次请求可用凭据或明确错误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A260F22-6881-453F-88C2-280743D0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auth-lifecycle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099923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D492437-70E8-4543-B559-4EEA2ED9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06B3D2-FBD8-46AF-809A-A44CCC0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认证、OAuth 与凭据刷新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B05585DF-046E-41DF-8467-498F841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CBBB066-8BB9-4A6F-9897-0A0DCA0C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回调到达、token 获取、凭据保存与后续刷新都有独立失败点；不要在日志或练习笔记中输出真实密钥。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09FF4FB-CBB9-4B71-BCE7-123AE14B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DD33A161-8ABB-40C3-80C7-B1B06253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在现有认证测试中找一个成功刷新和一个失败分支，画出旧凭据到新凭据的变化。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284D94F-49A7-4D3E-85BC-8F827A98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auth-lifecycle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11885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74D815A-E052-4D82-874D-81116EAB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06FBB3-C251-4804-B69F-C2DF835C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模型目录到供应商请求与流事件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95D536B-97A8-4ACF-8A7A-2EEA817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同一个应用消息需要经过不同供应商 API，并保持统一的上层事件。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DD38FA9-1125-416A-B76E-A21190A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CA483760-4385-4829-B3FF-DCE6743B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模型目录、缓存与生成数据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E0319B7A-13E8-4887-A26F-9058FEC3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统一消息、模型与工具契约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88660FC-35AA-447A-911E-96649B35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模型协议适配与惰性加载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057D251-B6F7-4F08-8370-3A6D27B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流事件、校验、重试与转录工具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F0709DC-0CFD-4B82-8263-9DA72B9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provider-request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759280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2C33FAA-8030-4381-A0CD-AD90349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C217B4-4AB8-4ABB-ACF0-FDD61686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模型目录到供应商请求与流事件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A233523-91BD-4C61-B0CD-472CAAB5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建立 provider 集合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7178C71F-7648-497B-84FA-EB5BF043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输入：provider 与模型定义    输出：可查询的 Models 集合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4F89416-BC29-4B8A-B377-FCCBA192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整理统一消息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49B8E173-45CF-49D1-BD45-DC5FD733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输入：应用消息和工具    输出：统一请求上下文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6CECFDA-0B77-4C00-9295-F07D331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转换具体协议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571426A-5F7A-44EF-BFB5-A64AD8A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输入：模型和标准上下文    输出：供应商请求体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102651FA-9D00-4123-A763-F1B268C8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消费增量并结束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DCEFFDC5-601B-4E06-900F-EE509F01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输入：供应商流响应    输出：统一 AssistantMessage 与结束原因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BB9D097-E626-46F2-8B85-21FEB9F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provider-request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2550416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A9356B3-81BA-4317-B658-A3E5EB0D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E8DC43-3BB8-4317-A90D-29266DA2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模型目录到供应商请求与流事件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B9812B3-077B-4227-9A1C-D0DDC859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A3919F7C-1428-422A-86CE-8039E50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半截工具 JSON 不具备可执行保证。中止、网络失败、协议错误和正常停止的结果应区别处理。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9797E6D-BAA3-483F-8F4C-33D1CC7E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0FA7588-D287-4354-8609-AC4E7BFB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跟踪一次包含 toolCall 的响应，写出调用 ID、参数何时完整、何时可以验证执行。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A7D3C3A-F643-4281-B14C-BCEAEE2C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provider-request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032386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EEDE52C-2825-432B-8BF1-970E8F7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EC1C6C-5F35-471D-93A3-5BAE3BAD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虚拟路由、分类模型与图像模型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B7E335B-F203-45B4-A6BD-244557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一次对话需要按内容选择模型，或在脚本中调用分类和图像生成。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052C460-19A5-4818-A126-35BA9FC3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A074EEAF-28DC-43E2-B520-2B06A840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类型化分类问题、评分与选择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8722710-DA71-46F3-9194-9DC9CFF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虚拟模型与请求路由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10A09455-91A9-4CC1-B64A-81C3E9E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脚本分类模型、图像模型与用量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C6708FE3-F953-4C24-83D6-3AFBA47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脚本图像落盘与完整输出文件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296F5CB-55B0-4B5D-A4F1-BEE6A6EF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special-models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4630887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2D32309-AFA8-48C4-9A9C-9DF6E293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EEBBC9-398A-4E3F-A390-5BE455B3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虚拟路由、分类模型与图像模型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FD538377-A480-464E-9C8A-DBDCD698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选择操作类型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EC9FECBE-BC7F-4A56-8279-9633E9DB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输入：任务目标    输出：聊天、分类或图像操作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0CF813F-3EDD-48CD-B59D-33F2072B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跟踪虚拟模型决策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401F6BB-301E-44BB-8197-A73838A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输入：请求上下文与路由规则    输出：实际请求目标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0696C86-9814-40B7-92EC-59196B3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执行分类与图像调用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ACF0C1D3-4704-4F30-BFF1-956DB507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输入：结构化问题或图像输入    输出：分类答案或图像块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E03A4AC5-FC4D-4995-ADF3-FCF6842F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处理返回与展示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48C8017F-4479-4BA8-870E-0ED0DACF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输入：脚本结果与图像块    输出：模型可见输出和可追踪用量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CEBC907-EC7E-4790-B1D4-B719E12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special-models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4557460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C1E39AF-8F2B-4724-BAB2-BDA76529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53D3B3-B723-49E5-9712-EF1B100B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虚拟路由、分类模型与图像模型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D0020E7-625E-4300-9B33-8EB398A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3CDC3E29-5E93-4AA1-AEC7-86391FA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分类和图像模型的认证、输入能力与聊天模型不同。正确的模型 ID 也可能不支持当前操作或图片输入。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79937F19-1FC1-49EB-A810-EB399057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FDB13A4-DDC7-43BE-A062-1144335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对照一个虚拟模型示例与一个 codemode 分类示例，记录两个地方的模型选择对象和结果形状。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C487D3B-7A29-4A75-8072-57A82B4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special-models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8155846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0BBE072-7970-4EC0-8769-5B5D233D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BBA86D-E668-43A6-87D0-AACD91DC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系统提示、上下文文件、技能与模板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29A89A7-BC8F-409A-865E-B871290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你希望给项目加入固定约定和可复用提示，同时知道哪些内容真的进入模型。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A7F5140-6043-41C0-B632-127AD79D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0B2AAA4C-FC90-4A23-8B6E-831DD7DA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资源发现、来源与冲突诊断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0E54260-DE47-4BD8-A264-9FB70EF2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系统提示与上下文组装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2713552A-8D86-44AF-9416-84663F68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技能发现与按需说明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23F64125-9996-4F05-B5D4-8916454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提示模板与参数展开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840EB18-A004-4A85-B323-D61D65D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prompt-resources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8552128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68C4167-67EE-4953-BBAB-87C86DA6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1E1087-CC76-4C24-BCF2-E9498727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系统提示、上下文文件、技能与模板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1D17BA89-96BB-4EBF-8A31-5598FD89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发现资源并核对来源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1109E05A-9510-4E69-9676-1816C47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输入：资源目录与配置    输出：已发现的资源及冲突诊断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72D74A88-7D81-4628-9D87-E9B822E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组装系统提示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46B22E01-0CB4-4D60-8C97-2CFBF15F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输入：指令文件与工具环境    输出：本轮系统提示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3B180660-C2E0-4731-8716-F717338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使用技能与提示模板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521E8EAE-330D-4D79-94A1-0E38C98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输入：技能名或模板命令    输出：展开后的用户输入或指导内容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004E123-26BC-40EE-8B84-550F9BE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刷新并核对实际消息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4DB9425D-7ACC-49D8-925C-9F2EB202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输入：更新后的资源    输出：实际进入本轮的消息内容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5E9791F-04A8-4540-958E-C8F5607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prompt-resources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9836279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34E7BB7-81B2-491B-ACB0-866C7144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AFE917-DF60-4B5E-88F5-9A611E0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系统提示、上下文文件、技能与模板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B53D5AEF-E6DB-4F1E-959B-99907A90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11088CA-EDB0-48A0-877D-F7A7C119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资源发现成功不等于所有正文每轮全部发送。</a:t>
            </a:r>
          </a:p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名字冲突、路径、模板参数与项目信任会影响结果。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16E9BCF6-248A-4F55-9834-203073C5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B1B6C818-479D-48C1-82A2-AB471B5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制作一个不调用模型的模板展开例子，标出参数替换前后的文本，并说明技能与模板的区别。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0F08F9C-F573-4079-A4EA-8C74E81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prompt-resources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9370709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D092D38-7528-4474-A771-3D7D66E2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DF4934-44D2-43F8-A173-9FDB996D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安装资源包到加载与重载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134AE2C-4803-4E0F-9D82-00AEAD4F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你安装了一个 Pi 包，希望知道资源何时被发现、启用和替换。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B9E26FE-C7FB-449E-916A-32B07D1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CCA24F2-0674-49BC-BC01-D69B729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Pi 包安装、移除与资源配置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353579FC-ECD2-48A3-A20F-8651579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资源发现、来源与冲突诊断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3E269C65-F028-4D86-B989-C4D7F7CB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内置扩展装配与替换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6BAB828B-11AE-4145-A43D-EF056EE3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扩展发现、注册与事件分发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1D13EBF-A703-41A7-A797-E9F9BEC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package-resources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1759289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FA54B81-CD9C-43F8-8F3E-630C59EE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190315-AEA2-4AF8-B333-EB95944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安装资源包到加载与重载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9B2E51F-C870-43E5-BEC6-B3649954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解析包来源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3A5758A2-2507-48A0-8318-BB3AF42F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输入：包声明    输出：可定位的包来源和安装结果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4B10CC3-3C4A-48FF-AE96-86BEF54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筛选包内资源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B05C77EA-0591-4600-B0AF-A314841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输入：安装内容与资源配置    输出：本次加载资源集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C09254B-CA9B-42AE-8AA3-1E937B0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合并内置与用户扩展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2AD16341-4A8B-41EA-914D-10259A0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输入：内置扩展和用户资源    输出：实际注册的扩展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4CD843C1-9092-49D2-BF3F-A6F88DDE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触发重载并验证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1225BB0-DE9D-47DE-B092-643E544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输入：资源版本变化    输出：新的扩展运行时与诊断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8190ACD-02ED-49CA-8713-2FBF82D0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package-resources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0117591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8DCABB7-B3F1-494B-9C33-D470F29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83461E-B288-4D6F-9126-36D5AB0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安装资源包到加载与重载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BA417BC-E44B-4D06-95A7-762BE309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E4AE71F4-2047-4ED5-B875-A009306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安装命令成功不能证明资源已启用。更新包、修改选择和重新加载是需要分别验证的阶段。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52472E63-1019-4DEB-85C8-7C3BAD57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C8CC563-FA31-4CC7-ADE5-1B950587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选一个现有扩展示例，记录发现路径、注册入口、启用条件及重载后的验证方式。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2051606-885E-480D-9FAC-54666F2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package-resources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657862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2026-10-24T08:19:52.7170000Z</dcterms:created>
  <dcterms:modified xsi:type="dcterms:W3CDTF">2026-10-24T08:19:52.7170000Z</dcterms:modified>
</coreProperties>
</file>