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01a019f5e741db" /><Relationship Type="http://schemas.openxmlformats.org/officeDocument/2006/relationships/extended-properties" Target="/docProps/app.xml" Id="Rbe7bd478c2664ff4" /><Relationship Type="http://schemas.openxmlformats.org/officeDocument/2006/relationships/officeDocument" Target="/ppt/presentation.xml" Id="Rd5fbd60aa9654f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eace7f0ecc40a3"/>
  </p:sldMasterIdLst>
  <p:notesMasterIdLst>
    <p:notesMasterId xmlns:r="http://schemas.openxmlformats.org/officeDocument/2006/relationships" r:id="R379c1ff3f75c48c3"/>
  </p:notesMasterIdLst>
  <p:sldIdLst>
    <p:sldId xmlns:r="http://schemas.openxmlformats.org/officeDocument/2006/relationships" id="256" r:id="Rfa47846e1b2d40ec"/>
    <p:sldId xmlns:r="http://schemas.openxmlformats.org/officeDocument/2006/relationships" id="257" r:id="R4758418198724414"/>
    <p:sldId xmlns:r="http://schemas.openxmlformats.org/officeDocument/2006/relationships" id="258" r:id="Rda16f9eb79c5475d"/>
    <p:sldId xmlns:r="http://schemas.openxmlformats.org/officeDocument/2006/relationships" id="259" r:id="R4ce9adb405174042"/>
    <p:sldId xmlns:r="http://schemas.openxmlformats.org/officeDocument/2006/relationships" id="260" r:id="R41dfe1cede524285"/>
    <p:sldId xmlns:r="http://schemas.openxmlformats.org/officeDocument/2006/relationships" id="261" r:id="R50754e077f4944dd"/>
    <p:sldId xmlns:r="http://schemas.openxmlformats.org/officeDocument/2006/relationships" id="262" r:id="R21fc64119c1b43d1"/>
    <p:sldId xmlns:r="http://schemas.openxmlformats.org/officeDocument/2006/relationships" id="263" r:id="Rb3663f7ba3434310"/>
    <p:sldId xmlns:r="http://schemas.openxmlformats.org/officeDocument/2006/relationships" id="264" r:id="R9a2090b909194a73"/>
    <p:sldId xmlns:r="http://schemas.openxmlformats.org/officeDocument/2006/relationships" id="265" r:id="R07c69ac0963f477a"/>
    <p:sldId xmlns:r="http://schemas.openxmlformats.org/officeDocument/2006/relationships" id="266" r:id="R3e0ff28b0d8b4ec5"/>
    <p:sldId xmlns:r="http://schemas.openxmlformats.org/officeDocument/2006/relationships" id="267" r:id="Rd1092198ab844f56"/>
    <p:sldId xmlns:r="http://schemas.openxmlformats.org/officeDocument/2006/relationships" id="268" r:id="R0d94d0d54b774fe3"/>
    <p:sldId xmlns:r="http://schemas.openxmlformats.org/officeDocument/2006/relationships" id="269" r:id="Radf3a094becc4d44"/>
    <p:sldId xmlns:r="http://schemas.openxmlformats.org/officeDocument/2006/relationships" id="270" r:id="Rb8449b29ea5a46ab"/>
    <p:sldId xmlns:r="http://schemas.openxmlformats.org/officeDocument/2006/relationships" id="271" r:id="R9cf5ecb7db2c47b7"/>
    <p:sldId xmlns:r="http://schemas.openxmlformats.org/officeDocument/2006/relationships" id="272" r:id="R22d0ee3886794511"/>
    <p:sldId xmlns:r="http://schemas.openxmlformats.org/officeDocument/2006/relationships" id="273" r:id="Rf45e086c797544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e97d54bcb4bd7" /><Relationship Type="http://schemas.openxmlformats.org/officeDocument/2006/relationships/slideMaster" Target="/ppt/slideMasters/slideMaster1.xml" Id="Re5eace7f0ecc40a3" /><Relationship Type="http://schemas.openxmlformats.org/officeDocument/2006/relationships/notesMaster" Target="/ppt/notesMasters/notesMaster1.xml" Id="R379c1ff3f75c48c3" /><Relationship Type="http://schemas.openxmlformats.org/officeDocument/2006/relationships/presProps" Target="/ppt/presProps.xml" Id="R05522aa369204e70" /><Relationship Type="http://schemas.openxmlformats.org/officeDocument/2006/relationships/tableStyles" Target="/ppt/tableStyles.xml" Id="Rba9aaa10601e41d1" /><Relationship Type="http://schemas.openxmlformats.org/officeDocument/2006/relationships/slide" Target="/ppt/slides/slide1.xml" Id="Rfa47846e1b2d40ec" /><Relationship Type="http://schemas.openxmlformats.org/officeDocument/2006/relationships/slide" Target="/ppt/slides/slide2.xml" Id="R4758418198724414" /><Relationship Type="http://schemas.openxmlformats.org/officeDocument/2006/relationships/slide" Target="/ppt/slides/slide3.xml" Id="Rda16f9eb79c5475d" /><Relationship Type="http://schemas.openxmlformats.org/officeDocument/2006/relationships/slide" Target="/ppt/slides/slide4.xml" Id="R4ce9adb405174042" /><Relationship Type="http://schemas.openxmlformats.org/officeDocument/2006/relationships/slide" Target="/ppt/slides/slide5.xml" Id="R41dfe1cede524285" /><Relationship Type="http://schemas.openxmlformats.org/officeDocument/2006/relationships/slide" Target="/ppt/slides/slide6.xml" Id="R50754e077f4944dd" /><Relationship Type="http://schemas.openxmlformats.org/officeDocument/2006/relationships/slide" Target="/ppt/slides/slide7.xml" Id="R21fc64119c1b43d1" /><Relationship Type="http://schemas.openxmlformats.org/officeDocument/2006/relationships/slide" Target="/ppt/slides/slide8.xml" Id="Rb3663f7ba3434310" /><Relationship Type="http://schemas.openxmlformats.org/officeDocument/2006/relationships/slide" Target="/ppt/slides/slide9.xml" Id="R9a2090b909194a73" /><Relationship Type="http://schemas.openxmlformats.org/officeDocument/2006/relationships/slide" Target="/ppt/slides/slide10.xml" Id="R07c69ac0963f477a" /><Relationship Type="http://schemas.openxmlformats.org/officeDocument/2006/relationships/slide" Target="/ppt/slides/slide11.xml" Id="R3e0ff28b0d8b4ec5" /><Relationship Type="http://schemas.openxmlformats.org/officeDocument/2006/relationships/slide" Target="/ppt/slides/slide12.xml" Id="Rd1092198ab844f56" /><Relationship Type="http://schemas.openxmlformats.org/officeDocument/2006/relationships/slide" Target="/ppt/slides/slide13.xml" Id="R0d94d0d54b774fe3" /><Relationship Type="http://schemas.openxmlformats.org/officeDocument/2006/relationships/slide" Target="/ppt/slides/slide14.xml" Id="Radf3a094becc4d44" /><Relationship Type="http://schemas.openxmlformats.org/officeDocument/2006/relationships/slide" Target="/ppt/slides/slide15.xml" Id="Rb8449b29ea5a46ab" /><Relationship Type="http://schemas.openxmlformats.org/officeDocument/2006/relationships/slide" Target="/ppt/slides/slide16.xml" Id="R9cf5ecb7db2c47b7" /><Relationship Type="http://schemas.openxmlformats.org/officeDocument/2006/relationships/slide" Target="/ppt/slides/slide17.xml" Id="R22d0ee3886794511" /><Relationship Type="http://schemas.openxmlformats.org/officeDocument/2006/relationships/slide" Target="/ppt/slides/slide18.xml" Id="Rf45e086c797544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45f1fe62d646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a9bede73f84f28" /><Relationship Type="http://schemas.openxmlformats.org/officeDocument/2006/relationships/notesMaster" Target="/ppt/notesMasters/notesMaster1.xml" Id="R3b8c2fbc311c47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faaa9ae56f4835" /><Relationship Type="http://schemas.openxmlformats.org/officeDocument/2006/relationships/notesMaster" Target="/ppt/notesMasters/notesMaster1.xml" Id="R561bbc41ea704b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f2197a0af44a95" /><Relationship Type="http://schemas.openxmlformats.org/officeDocument/2006/relationships/notesMaster" Target="/ppt/notesMasters/notesMaster1.xml" Id="Rc7dfe7822fe7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d9a789fc24422b" /><Relationship Type="http://schemas.openxmlformats.org/officeDocument/2006/relationships/notesMaster" Target="/ppt/notesMasters/notesMaster1.xml" Id="R7f2fdbafd7e343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24465e49ad4163" /><Relationship Type="http://schemas.openxmlformats.org/officeDocument/2006/relationships/notesMaster" Target="/ppt/notesMasters/notesMaster1.xml" Id="Re6a34beeca3743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1f4206cb514578" /><Relationship Type="http://schemas.openxmlformats.org/officeDocument/2006/relationships/notesMaster" Target="/ppt/notesMasters/notesMaster1.xml" Id="R7bbb9efd0c7b4a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5d491a20ee40ee" /><Relationship Type="http://schemas.openxmlformats.org/officeDocument/2006/relationships/notesMaster" Target="/ppt/notesMasters/notesMaster1.xml" Id="Ra311d605f9c74c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497f0580c5457a" /><Relationship Type="http://schemas.openxmlformats.org/officeDocument/2006/relationships/notesMaster" Target="/ppt/notesMasters/notesMaster1.xml" Id="R3a726f54e9de4a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faa45c6f5844ae" /><Relationship Type="http://schemas.openxmlformats.org/officeDocument/2006/relationships/notesMaster" Target="/ppt/notesMasters/notesMaster1.xml" Id="R1e712ca50e06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c7b2ec2e514bc6" /><Relationship Type="http://schemas.openxmlformats.org/officeDocument/2006/relationships/notesMaster" Target="/ppt/notesMasters/notesMaster1.xml" Id="Re8e3f69406094a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de3e3d65e440bc" /><Relationship Type="http://schemas.openxmlformats.org/officeDocument/2006/relationships/notesMaster" Target="/ppt/notesMasters/notesMaster1.xml" Id="Ra03c21dd45ad4b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a09746444147e8" /><Relationship Type="http://schemas.openxmlformats.org/officeDocument/2006/relationships/notesMaster" Target="/ppt/notesMasters/notesMaster1.xml" Id="Rdc148a447e2d41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6dc64b7e2a4956" /><Relationship Type="http://schemas.openxmlformats.org/officeDocument/2006/relationships/notesMaster" Target="/ppt/notesMasters/notesMaster1.xml" Id="Re1f6e5bd78b84b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f777163a164f20" /><Relationship Type="http://schemas.openxmlformats.org/officeDocument/2006/relationships/notesMaster" Target="/ppt/notesMasters/notesMaster1.xml" Id="Rfb8e09ee37c340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534fb9f169458c" /><Relationship Type="http://schemas.openxmlformats.org/officeDocument/2006/relationships/notesMaster" Target="/ppt/notesMasters/notesMaster1.xml" Id="R24f0729a357e47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02ae69f8cd41e0" /><Relationship Type="http://schemas.openxmlformats.org/officeDocument/2006/relationships/notesMaster" Target="/ppt/notesMasters/notesMaster1.xml" Id="R293a073062914a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f9cd4b36814ccc" /><Relationship Type="http://schemas.openxmlformats.org/officeDocument/2006/relationships/notesMaster" Target="/ppt/notesMasters/notesMaster1.xml" Id="Rc8de046a6dd241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eb5192cc9c44f5" /><Relationship Type="http://schemas.openxmlformats.org/officeDocument/2006/relationships/notesMaster" Target="/ppt/notesMasters/notesMaster1.xml" Id="Ra184298350fc40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conversation-start / 一次对话的启动与会话装配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场景：你从终端输入一句话，希望知道从 CLI 到 AgentSession 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解析命令行和模式</a:t>
            </a:r>
          </a:p>
          <a:p xmlns:a="http://schemas.openxmlformats.org/drawingml/2006/main">
            <a:r>
              <a:t>从 cli.ts 进入 main，查看参数诊断、text/json/rpc 模式与一次性输出选择。</a:t>
            </a:r>
          </a:p>
          <a:p xmlns:a="http://schemas.openxmlformats.org/drawingml/2006/main">
            <a:r>
              <a:t>输入：命令行参数与标准输入</a:t>
            </a:r>
          </a:p>
          <a:p xmlns:a="http://schemas.openxmlformats.org/drawingml/2006/main">
            <a:r>
              <a:t>输出：模式、消息与资源选项</a:t>
            </a:r>
          </a:p>
          <a:p xmlns:a="http://schemas.openxmlformats.org/drawingml/2006/main">
            <a:r>
              <a:t>入口：pi；--print；--mode json|rpc</a:t>
            </a:r>
          </a:p>
          <a:p xmlns:a="http://schemas.openxmlformats.org/drawingml/2006/main">
            <a:r>
              <a:t>行为与边界：启动装配设置、资源与模型运行时；实际模型循环由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源码：packages/coding-agent/src/bun/cli.ts:1</a:t>
            </a:r>
          </a:p>
          <a:p xmlns:a="http://schemas.openxmlformats.org/drawingml/2006/main">
            <a:r>
              <a:t>源码：packages/coding-agent/src/bun/quickjs-wasm.d.ts:1</a:t>
            </a:r>
          </a:p>
          <a:p xmlns:a="http://schemas.openxmlformats.org/drawingml/2006/main">
            <a:r>
              <a:t>源码：packages/coding-agent/src/bun/restore-sandbox-env.ts:1</a:t>
            </a:r>
          </a:p>
          <a:p xmlns:a="http://schemas.openxmlformats.org/drawingml/2006/main">
            <a:r>
              <a:t>源码：packages/coding-agent/src/bun/runtime-setup.ts:1</a:t>
            </a:r>
          </a:p>
          <a:p xmlns:a="http://schemas.openxmlformats.org/drawingml/2006/main">
            <a:r>
              <a:t>源码：packages/coding-agent/src/bun/sandbox-env-setup.ts:1</a:t>
            </a:r>
          </a:p>
          <a:p xmlns:a="http://schemas.openxmlformats.org/drawingml/2006/main">
            <a:r>
              <a:t>源码：packages/coding-agent/src/cli.ts:1</a:t>
            </a:r>
          </a:p>
          <a:p xmlns:a="http://schemas.openxmlformats.org/drawingml/2006/main">
            <a:r>
              <a:t>源码：packages/coding-agent/src/cli/args.ts:1</a:t>
            </a:r>
          </a:p>
          <a:p xmlns:a="http://schemas.openxmlformats.org/drawingml/2006/main">
            <a:r>
              <a:t>源码：packages/coding-agent/src/cli/setup.ts:1</a:t>
            </a:r>
          </a:p>
          <a:p xmlns:a="http://schemas.openxmlformats.org/drawingml/2006/main">
            <a:r>
              <a:t>源码：packages/coding-agent/src/main.ts:1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准备附件与输入</a:t>
            </a:r>
          </a:p>
          <a:p xmlns:a="http://schemas.openxmlformats.org/drawingml/2006/main">
            <a:r>
              <a:t>跟踪 @path、管道与图片内容处理，区分文件内容、提示文本和图像块。</a:t>
            </a:r>
          </a:p>
          <a:p xmlns:a="http://schemas.openxmlformats.org/drawingml/2006/main">
            <a:r>
              <a:t>输入：用户输入和附件</a:t>
            </a:r>
          </a:p>
          <a:p xmlns:a="http://schemas.openxmlformats.org/drawingml/2006/main">
            <a:r>
              <a:t>输出：可交给会话的输入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行为与边界：读取与规范化输入后组装消息；RPC 不接受 CLI 的 @file 参数。</a:t>
            </a:r>
          </a:p>
          <a:p xmlns:a="http://schemas.openxmlformats.org/drawingml/2006/main">
            <a:r>
              <a:t>源码：packages/coding-agent/src/cli/file-processor.ts:1</a:t>
            </a:r>
          </a:p>
          <a:p xmlns:a="http://schemas.openxmlformats.org/drawingml/2006/main">
            <a:r>
              <a:t>源码：packages/coding-agent/src/cli/initial-message.ts:1</a:t>
            </a:r>
          </a:p>
          <a:p xmlns:a="http://schemas.openxmlformats.org/drawingml/2006/main">
            <a:r>
              <a:t>源码：packages/coding-agent/src/utils/image-convert.ts:1</a:t>
            </a:r>
          </a:p>
          <a:p xmlns:a="http://schemas.openxmlformats.org/drawingml/2006/main">
            <a:r>
              <a:t>源码：packages/coding-agent/src/utils/image-resize.ts:1</a:t>
            </a:r>
          </a:p>
          <a:p xmlns:a="http://schemas.openxmlformats.org/drawingml/2006/main">
            <a:r>
              <a:t>源码：packages/coding-agent/src/utils/mime.ts:1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创建或恢复会话</a:t>
            </a:r>
          </a:p>
          <a:p xmlns:a="http://schemas.openxmlformats.org/drawingml/2006/main">
            <a:r>
              <a:t>在 createAgentSession 看 ModelRuntime、SettingsManager、SessionManager 和 ResourceLoader 的装配关系。</a:t>
            </a:r>
          </a:p>
          <a:p xmlns:a="http://schemas.openxmlformats.org/drawingml/2006/main">
            <a:r>
              <a:t>输入：已解析选项与现有记录</a:t>
            </a:r>
          </a:p>
          <a:p xmlns:a="http://schemas.openxmlformats.org/drawingml/2006/main">
            <a:r>
              <a:t>输出：可运行的 AgentSession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绑定运行模式与事件</a:t>
            </a:r>
          </a:p>
          <a:p xmlns:a="http://schemas.openxmlformats.org/drawingml/2006/main">
            <a:r>
              <a:t>交互模式把输入组件与 session.prompt 接起来，并订阅会话事件显示结果。一次性和 RPC 模式使用各自消费者。</a:t>
            </a:r>
          </a:p>
          <a:p xmlns:a="http://schemas.openxmlformats.org/drawingml/2006/main">
            <a:r>
              <a:t>输入：会话实例</a:t>
            </a:r>
          </a:p>
          <a:p xmlns:a="http://schemas.openxmlformats.org/drawingml/2006/main">
            <a:r>
              <a:t>输出：输入通道与事件消费者</a:t>
            </a:r>
          </a:p>
          <a:p xmlns:a="http://schemas.openxmlformats.org/drawingml/2006/main">
            <a:r>
              <a:t>入口：pi（终端输入输出）</a:t>
            </a:r>
          </a:p>
          <a:p xmlns:a="http://schemas.openxmlformats.org/drawingml/2006/main">
            <a:r>
              <a:t>行为与边界：UI 订阅会话事件；不把 UI 控制逻辑等同于模型执行循环。</a:t>
            </a:r>
          </a:p>
          <a:p xmlns:a="http://schemas.openxmlformats.org/drawingml/2006/main">
            <a:r>
              <a:t>源码：packages/coding-agent/src/modes/interactive/chat-viewport.ts:1</a:t>
            </a:r>
          </a:p>
          <a:p xmlns:a="http://schemas.openxmlformats.org/drawingml/2006/main">
            <a:r>
              <a:t>源码：packages/coding-agent/src/modes/interactive/interactive-mode.ts:1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失败与恢复：入口参数错误应在模型请求前暴露。恢复会话时保存的模型不可用可能走回退分支，需要读取提示信息。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练习：给出一张自己的装配清单：谁创建模型运行时、谁保存会话、谁显示事件。</a:t>
            </a:r>
          </a:p>
          <a:p xmlns:a="http://schemas.openxmlformats.org/drawingml/2006/main">
            <a:r>
              <a:t>参考判断：AgentSession 负责产品流程，Agent 负责循环，显示由运行模式负责。对象创建顺序和一次请求的执行顺序应分开记录。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启动与模式分派</a:t>
            </a:r>
          </a:p>
          <a:p xmlns:a="http://schemas.openxmlformats.org/drawingml/2006/main">
            <a:r>
              <a:t>解析命令行并创建与当前目录绑定的会话，选择交互、print、JSON 或 RPC。</a:t>
            </a:r>
          </a:p>
          <a:p xmlns:a="http://schemas.openxmlformats.org/drawingml/2006/main">
            <a:r>
              <a:t>入口：pi；--print；--mode json|rpc</a:t>
            </a:r>
          </a:p>
          <a:p xmlns:a="http://schemas.openxmlformats.org/drawingml/2006/main">
            <a:r>
              <a:t>边界：启动装配设置、资源与模型运行时；实际模型循环由 Agent 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文件附件、图片与管道输入</a:t>
            </a:r>
          </a:p>
          <a:p xmlns:a="http://schemas.openxmlformats.org/drawingml/2006/main">
            <a:r>
              <a:t>将 @文件、图片和标准输入转成首条用户消息的内容。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边界：读取与规范化输入后组装消息；RPC 不接受 CLI 的 @file 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交互聊天与终端工作流</a:t>
            </a:r>
          </a:p>
          <a:p xmlns:a="http://schemas.openxmlformats.org/drawingml/2006/main">
            <a:r>
              <a:t>接收用户交互并呈现模型消息、工具输出与运行状态。</a:t>
            </a:r>
          </a:p>
          <a:p xmlns:a="http://schemas.openxmlformats.org/drawingml/2006/main">
            <a:r>
              <a:t>入口：pi（终端输入输出）</a:t>
            </a:r>
          </a:p>
          <a:p xmlns:a="http://schemas.openxmlformats.org/drawingml/2006/main">
            <a:r>
              <a:t>边界：UI 订阅会话事件；不把 UI 控制逻辑等同于模型执行循环。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路径、斜杠命令与模糊补全</a:t>
            </a:r>
          </a:p>
          <a:p xmlns:a="http://schemas.openxmlformats.org/drawingml/2006/main">
            <a:r>
              <a:t>根据输入生成补全候选与模糊排序。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边界：补全逻辑与编辑器替换范围共同决定体验。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packages/coding-agent/test/chat-viewport.test.ts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packages/coding-agent/test/interactive-mode-extension-dialogs.test.ts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UI-01 · 交互式任务执行 [内置] 在指定工作目录与模型持续对话，由模型结合文件和工具完成编码、文稿、数据处理等多步任务；工作目录用于资源发现和默认路径解析。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UI-02 · 一次性文本模式 [内置] 执行给定任务，输出最后的助手文本后退出，适合 Shell 脚本、流水线和批处理。输入或输出重定向时可自动进入此模式。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UI-03 · JSON 事件模式 [内置] 将单次运行的消息、工具、压缩、重试等过程输出为 JSONL，便于外部程序观察与保存；不是只输出最终答案。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UI-04 · 长驻 RPC 模式 [内置] 进程持续读取 stdin 中的 JSONL 命令并输出响应与事件，供 IDE、其他语言或自定义界面控制。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UI-05 · 命令行初始提示 [内置] 支持位置参数提供任务，并用 `--` 终止参数解析，让以连字符开头的提示也能正确传入。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UI-06 · 管道内容输入 [内置] 把 stdin 文本放在初始提示前，例如将 Git diff、日志或命令结果直接交给模型分析。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UI-07 · 文件附件与路径补全 [内置] 在编辑器中用 `@` 搜索文件、Tab 补全路径，或在 CLI 使用 `@path` 注入文本或图片。RPC 启动参数不接受 `@file`。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UI-08 · 图片输入 [内置] 支持兼容终端的图片粘贴和拖入；模型是否能理解图片取决于视觉输入能力，终端能否显示图片是另一项能力。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UI-11 · 实时工作记录 [内置] 持续展示用户输入、助手输出、工具参数、运行结果及错误；页脚反映模型、目录、上下文与用量。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MOD-12 · 禁用自动联网 [可选] 停止自动模型目录更新等网络行为，继续利用本地缓存；不等于阻断模型请求或工具联网。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MOD-17 · 图片尺寸与编码限制 [可选] 控制新附件和工具图片的缩放、大小与 JPEG 质量；图片历史写入后不会因换模型而重新编码。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INT-09 · 类型化子进程客户端 [库] 启动 Pi RPC 子进程，关联命令响应、暴露类型化方法并分发事件，省去自行维护管道协议。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INT-10 · RPC 输入与任务控制 [内置协议] prompt／steer／follow_up 发送任务；abort 等待空闲；clear_queue 返回排队文本供客户端恢复编辑。接受提示不代表任务完成。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INT-11 · RPC 状态与消息查询 [内置协议] 读取当前模型、流式状态、压缩状态、队列模式及当前消息，供外部 UI 初始化或刷新。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INT-12 · RPC 模型控制 [内置协议] 列举可用模型、设置模型或循环切换，返回实际配置模型对象。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INT-13 · RPC 推理控制 [内置协议] 查询当前模型支持的推理级别，设置或循环切换，避免客户端硬编码所有模型都支持同一档位。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INT-14 · RPC 队列策略 [内置协议] 动态设置 steering 和 follow-up 为整批或逐条投递，适配不同外部工作流。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INT-15 · RPC 压缩与重试控制 [内置协议] 手动压缩并读取摘要和用量，切换自动压缩／重试，取消正在等待的重试。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INT-16 · RPC Shell 执行 [内置协议] 主动运行命令并接收流式输出，可选择是否进入下次模型上下文；可单独取消运行中的命令。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INT-17 · RPC 会话管理 [内置协议] 创建、切换、分叉、克隆和命名会话，并获取可分叉用户消息；相关操作可能被扩展取消。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INT-18 · RPC 增量原始历史 [内置协议] 按 entry ID 游标读取追加条目，包含压缩前历史和被离开的分支；返回 leafId 帮助判断当前分支是否变化。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INT-19 · RPC 会话树 [内置协议] 返回条目及 children、标签和活动叶子，供客户端实现历史导航界面；查询树本身不执行导航。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INT-20 · RPC 统计、答案与导出 [内置协议] 读取会话用量和上下文统计、最后助手文本，或导出 HTML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INT-21 · RPC 可扩展命令发现 [内置协议] 枚举扩展、模板和技能命令及来源元数据，再通过 prompt 调用；不包含只由 TUI 处理的内置命令。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INT-22 · RPC 对话框转发 [内置协议] 把扩展 select、confirm、input、editor 转为请求／响应，使非终端客户端也能与扩展交互。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INT-23 · RPC 状态与编辑器通知 [内置协议] 转发通知、状态文本、文本 widget、标题和编辑器设值；终端组件、主题和自定义编辑器不在支持范围内。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conversation-start / 一次对话的启动与会话装配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场景：你从终端输入一句话，希望知道从 CLI 到 AgentSession 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解析命令行和模式</a:t>
            </a:r>
          </a:p>
          <a:p xmlns:a="http://schemas.openxmlformats.org/drawingml/2006/main">
            <a:r>
              <a:t>从 cli.ts 进入 main，查看参数诊断、text/json/rpc 模式与一次性输出选择。</a:t>
            </a:r>
          </a:p>
          <a:p xmlns:a="http://schemas.openxmlformats.org/drawingml/2006/main">
            <a:r>
              <a:t>输入：命令行参数与标准输入</a:t>
            </a:r>
          </a:p>
          <a:p xmlns:a="http://schemas.openxmlformats.org/drawingml/2006/main">
            <a:r>
              <a:t>输出：模式、消息与资源选项</a:t>
            </a:r>
          </a:p>
          <a:p xmlns:a="http://schemas.openxmlformats.org/drawingml/2006/main">
            <a:r>
              <a:t>入口：pi；--print；--mode json|rpc</a:t>
            </a:r>
          </a:p>
          <a:p xmlns:a="http://schemas.openxmlformats.org/drawingml/2006/main">
            <a:r>
              <a:t>行为与边界：启动装配设置、资源与模型运行时；实际模型循环由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源码：packages/coding-agent/src/bun/cli.ts:1</a:t>
            </a:r>
          </a:p>
          <a:p xmlns:a="http://schemas.openxmlformats.org/drawingml/2006/main">
            <a:r>
              <a:t>源码：packages/coding-agent/src/bun/quickjs-wasm.d.ts:1</a:t>
            </a:r>
          </a:p>
          <a:p xmlns:a="http://schemas.openxmlformats.org/drawingml/2006/main">
            <a:r>
              <a:t>源码：packages/coding-agent/src/bun/restore-sandbox-env.ts:1</a:t>
            </a:r>
          </a:p>
          <a:p xmlns:a="http://schemas.openxmlformats.org/drawingml/2006/main">
            <a:r>
              <a:t>源码：packages/coding-agent/src/bun/runtime-setup.ts:1</a:t>
            </a:r>
          </a:p>
          <a:p xmlns:a="http://schemas.openxmlformats.org/drawingml/2006/main">
            <a:r>
              <a:t>源码：packages/coding-agent/src/bun/sandbox-env-setup.ts:1</a:t>
            </a:r>
          </a:p>
          <a:p xmlns:a="http://schemas.openxmlformats.org/drawingml/2006/main">
            <a:r>
              <a:t>源码：packages/coding-agent/src/cli.ts:1</a:t>
            </a:r>
          </a:p>
          <a:p xmlns:a="http://schemas.openxmlformats.org/drawingml/2006/main">
            <a:r>
              <a:t>源码：packages/coding-agent/src/cli/args.ts:1</a:t>
            </a:r>
          </a:p>
          <a:p xmlns:a="http://schemas.openxmlformats.org/drawingml/2006/main">
            <a:r>
              <a:t>源码：packages/coding-agent/src/cli/setup.ts:1</a:t>
            </a:r>
          </a:p>
          <a:p xmlns:a="http://schemas.openxmlformats.org/drawingml/2006/main">
            <a:r>
              <a:t>源码：packages/coding-agent/src/main.ts:1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准备附件与输入</a:t>
            </a:r>
          </a:p>
          <a:p xmlns:a="http://schemas.openxmlformats.org/drawingml/2006/main">
            <a:r>
              <a:t>跟踪 @path、管道与图片内容处理，区分文件内容、提示文本和图像块。</a:t>
            </a:r>
          </a:p>
          <a:p xmlns:a="http://schemas.openxmlformats.org/drawingml/2006/main">
            <a:r>
              <a:t>输入：用户输入和附件</a:t>
            </a:r>
          </a:p>
          <a:p xmlns:a="http://schemas.openxmlformats.org/drawingml/2006/main">
            <a:r>
              <a:t>输出：可交给会话的输入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行为与边界：读取与规范化输入后组装消息；RPC 不接受 CLI 的 @file 参数。</a:t>
            </a:r>
          </a:p>
          <a:p xmlns:a="http://schemas.openxmlformats.org/drawingml/2006/main">
            <a:r>
              <a:t>源码：packages/coding-agent/src/cli/file-processor.ts:1</a:t>
            </a:r>
          </a:p>
          <a:p xmlns:a="http://schemas.openxmlformats.org/drawingml/2006/main">
            <a:r>
              <a:t>源码：packages/coding-agent/src/cli/initial-message.ts:1</a:t>
            </a:r>
          </a:p>
          <a:p xmlns:a="http://schemas.openxmlformats.org/drawingml/2006/main">
            <a:r>
              <a:t>源码：packages/coding-agent/src/utils/image-convert.ts:1</a:t>
            </a:r>
          </a:p>
          <a:p xmlns:a="http://schemas.openxmlformats.org/drawingml/2006/main">
            <a:r>
              <a:t>源码：packages/coding-agent/src/utils/image-resize.ts:1</a:t>
            </a:r>
          </a:p>
          <a:p xmlns:a="http://schemas.openxmlformats.org/drawingml/2006/main">
            <a:r>
              <a:t>源码：packages/coding-agent/src/utils/mime.ts:1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创建或恢复会话</a:t>
            </a:r>
          </a:p>
          <a:p xmlns:a="http://schemas.openxmlformats.org/drawingml/2006/main">
            <a:r>
              <a:t>在 createAgentSession 看 ModelRuntime、SettingsManager、SessionManager 和 ResourceLoader 的装配关系。</a:t>
            </a:r>
          </a:p>
          <a:p xmlns:a="http://schemas.openxmlformats.org/drawingml/2006/main">
            <a:r>
              <a:t>输入：已解析选项与现有记录</a:t>
            </a:r>
          </a:p>
          <a:p xmlns:a="http://schemas.openxmlformats.org/drawingml/2006/main">
            <a:r>
              <a:t>输出：可运行的 AgentSession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绑定运行模式与事件</a:t>
            </a:r>
          </a:p>
          <a:p xmlns:a="http://schemas.openxmlformats.org/drawingml/2006/main">
            <a:r>
              <a:t>交互模式把输入组件与 session.prompt 接起来，并订阅会话事件显示结果。一次性和 RPC 模式使用各自消费者。</a:t>
            </a:r>
          </a:p>
          <a:p xmlns:a="http://schemas.openxmlformats.org/drawingml/2006/main">
            <a:r>
              <a:t>输入：会话实例</a:t>
            </a:r>
          </a:p>
          <a:p xmlns:a="http://schemas.openxmlformats.org/drawingml/2006/main">
            <a:r>
              <a:t>输出：输入通道与事件消费者</a:t>
            </a:r>
          </a:p>
          <a:p xmlns:a="http://schemas.openxmlformats.org/drawingml/2006/main">
            <a:r>
              <a:t>入口：pi（终端输入输出）</a:t>
            </a:r>
          </a:p>
          <a:p xmlns:a="http://schemas.openxmlformats.org/drawingml/2006/main">
            <a:r>
              <a:t>行为与边界：UI 订阅会话事件；不把 UI 控制逻辑等同于模型执行循环。</a:t>
            </a:r>
          </a:p>
          <a:p xmlns:a="http://schemas.openxmlformats.org/drawingml/2006/main">
            <a:r>
              <a:t>源码：packages/coding-agent/src/modes/interactive/chat-viewport.ts:1</a:t>
            </a:r>
          </a:p>
          <a:p xmlns:a="http://schemas.openxmlformats.org/drawingml/2006/main">
            <a:r>
              <a:t>源码：packages/coding-agent/src/modes/interactive/interactive-mode.ts:1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失败与恢复：入口参数错误应在模型请求前暴露。恢复会话时保存的模型不可用可能走回退分支，需要读取提示信息。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练习：给出一张自己的装配清单：谁创建模型运行时、谁保存会话、谁显示事件。</a:t>
            </a:r>
          </a:p>
          <a:p xmlns:a="http://schemas.openxmlformats.org/drawingml/2006/main">
            <a:r>
              <a:t>参考判断：AgentSession 负责产品流程，Agent 负责循环，显示由运行模式负责。对象创建顺序和一次请求的执行顺序应分开记录。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启动与模式分派</a:t>
            </a:r>
          </a:p>
          <a:p xmlns:a="http://schemas.openxmlformats.org/drawingml/2006/main">
            <a:r>
              <a:t>解析命令行并创建与当前目录绑定的会话，选择交互、print、JSON 或 RPC。</a:t>
            </a:r>
          </a:p>
          <a:p xmlns:a="http://schemas.openxmlformats.org/drawingml/2006/main">
            <a:r>
              <a:t>入口：pi；--print；--mode json|rpc</a:t>
            </a:r>
          </a:p>
          <a:p xmlns:a="http://schemas.openxmlformats.org/drawingml/2006/main">
            <a:r>
              <a:t>边界：启动装配设置、资源与模型运行时；实际模型循环由 Agent 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文件附件、图片与管道输入</a:t>
            </a:r>
          </a:p>
          <a:p xmlns:a="http://schemas.openxmlformats.org/drawingml/2006/main">
            <a:r>
              <a:t>将 @文件、图片和标准输入转成首条用户消息的内容。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边界：读取与规范化输入后组装消息；RPC 不接受 CLI 的 @file 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交互聊天与终端工作流</a:t>
            </a:r>
          </a:p>
          <a:p xmlns:a="http://schemas.openxmlformats.org/drawingml/2006/main">
            <a:r>
              <a:t>接收用户交互并呈现模型消息、工具输出与运行状态。</a:t>
            </a:r>
          </a:p>
          <a:p xmlns:a="http://schemas.openxmlformats.org/drawingml/2006/main">
            <a:r>
              <a:t>入口：pi（终端输入输出）</a:t>
            </a:r>
          </a:p>
          <a:p xmlns:a="http://schemas.openxmlformats.org/drawingml/2006/main">
            <a:r>
              <a:t>边界：UI 订阅会话事件；不把 UI 控制逻辑等同于模型执行循环。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路径、斜杠命令与模糊补全</a:t>
            </a:r>
          </a:p>
          <a:p xmlns:a="http://schemas.openxmlformats.org/drawingml/2006/main">
            <a:r>
              <a:t>根据输入生成补全候选与模糊排序。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边界：补全逻辑与编辑器替换范围共同决定体验。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packages/coding-agent/test/chat-viewport.test.ts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packages/coding-agent/test/interactive-mode-extension-dialogs.test.ts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UI-01 · 交互式任务执行 [内置] 在指定工作目录与模型持续对话，由模型结合文件和工具完成编码、文稿、数据处理等多步任务；工作目录用于资源发现和默认路径解析。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UI-02 · 一次性文本模式 [内置] 执行给定任务，输出最后的助手文本后退出，适合 Shell 脚本、流水线和批处理。输入或输出重定向时可自动进入此模式。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UI-03 · JSON 事件模式 [内置] 将单次运行的消息、工具、压缩、重试等过程输出为 JSONL，便于外部程序观察与保存；不是只输出最终答案。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UI-04 · 长驻 RPC 模式 [内置] 进程持续读取 stdin 中的 JSONL 命令并输出响应与事件，供 IDE、其他语言或自定义界面控制。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UI-05 · 命令行初始提示 [内置] 支持位置参数提供任务，并用 `--` 终止参数解析，让以连字符开头的提示也能正确传入。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UI-06 · 管道内容输入 [内置] 把 stdin 文本放在初始提示前，例如将 Git diff、日志或命令结果直接交给模型分析。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UI-07 · 文件附件与路径补全 [内置] 在编辑器中用 `@` 搜索文件、Tab 补全路径，或在 CLI 使用 `@path` 注入文本或图片。RPC 启动参数不接受 `@file`。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UI-08 · 图片输入 [内置] 支持兼容终端的图片粘贴和拖入；模型是否能理解图片取决于视觉输入能力，终端能否显示图片是另一项能力。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UI-11 · 实时工作记录 [内置] 持续展示用户输入、助手输出、工具参数、运行结果及错误；页脚反映模型、目录、上下文与用量。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MOD-12 · 禁用自动联网 [可选] 停止自动模型目录更新等网络行为，继续利用本地缓存；不等于阻断模型请求或工具联网。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MOD-17 · 图片尺寸与编码限制 [可选] 控制新附件和工具图片的缩放、大小与 JPEG 质量；图片历史写入后不会因换模型而重新编码。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INT-09 · 类型化子进程客户端 [库] 启动 Pi RPC 子进程，关联命令响应、暴露类型化方法并分发事件，省去自行维护管道协议。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INT-10 · RPC 输入与任务控制 [内置协议] prompt／steer／follow_up 发送任务；abort 等待空闲；clear_queue 返回排队文本供客户端恢复编辑。接受提示不代表任务完成。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INT-11 · RPC 状态与消息查询 [内置协议] 读取当前模型、流式状态、压缩状态、队列模式及当前消息，供外部 UI 初始化或刷新。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INT-12 · RPC 模型控制 [内置协议] 列举可用模型、设置模型或循环切换，返回实际配置模型对象。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INT-13 · RPC 推理控制 [内置协议] 查询当前模型支持的推理级别，设置或循环切换，避免客户端硬编码所有模型都支持同一档位。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INT-14 · RPC 队列策略 [内置协议] 动态设置 steering 和 follow-up 为整批或逐条投递，适配不同外部工作流。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INT-15 · RPC 压缩与重试控制 [内置协议] 手动压缩并读取摘要和用量，切换自动压缩／重试，取消正在等待的重试。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INT-16 · RPC Shell 执行 [内置协议] 主动运行命令并接收流式输出，可选择是否进入下次模型上下文；可单独取消运行中的命令。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INT-17 · RPC 会话管理 [内置协议] 创建、切换、分叉、克隆和命名会话，并获取可分叉用户消息；相关操作可能被扩展取消。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INT-18 · RPC 增量原始历史 [内置协议] 按 entry ID 游标读取追加条目，包含压缩前历史和被离开的分支；返回 leafId 帮助判断当前分支是否变化。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INT-19 · RPC 会话树 [内置协议] 返回条目及 children、标签和活动叶子，供客户端实现历史导航界面；查询树本身不执行导航。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INT-20 · RPC 统计、答案与导出 [内置协议] 读取会话用量和上下文统计、最后助手文本，或导出 HTML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INT-21 · RPC 可扩展命令发现 [内置协议] 枚举扩展、模板和技能命令及来源元数据，再通过 prompt 调用；不包含只由 TUI 处理的内置命令。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INT-22 · RPC 对话框转发 [内置协议] 把扩展 select、confirm、input、editor 转为请求／响应，使非终端客户端也能与扩展交互。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INT-23 · RPC 状态与编辑器通知 [内置协议] 转发通知、状态文本、文本 widget、标题和编辑器设值；终端组件、主题和自定义编辑器不在支持范围内。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conversation-start / 一次对话的启动与会话装配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场景：你从终端输入一句话，希望知道从 CLI 到 AgentSession 发生了什么。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解析命令行和模式</a:t>
            </a:r>
          </a:p>
          <a:p xmlns:a="http://schemas.openxmlformats.org/drawingml/2006/main">
            <a:r>
              <a:t>从 cli.ts 进入 main，查看参数诊断、text/json/rpc 模式与一次性输出选择。</a:t>
            </a:r>
          </a:p>
          <a:p xmlns:a="http://schemas.openxmlformats.org/drawingml/2006/main">
            <a:r>
              <a:t>输入：命令行参数与标准输入</a:t>
            </a:r>
          </a:p>
          <a:p xmlns:a="http://schemas.openxmlformats.org/drawingml/2006/main">
            <a:r>
              <a:t>输出：模式、消息与资源选项</a:t>
            </a:r>
          </a:p>
          <a:p xmlns:a="http://schemas.openxmlformats.org/drawingml/2006/main">
            <a:r>
              <a:t>入口：pi；--print；--mode json|rpc</a:t>
            </a:r>
          </a:p>
          <a:p xmlns:a="http://schemas.openxmlformats.org/drawingml/2006/main">
            <a:r>
              <a:t>行为与边界：启动装配设置、资源与模型运行时；实际模型循环由 Agent 执行。</a:t>
            </a:r>
          </a:p>
          <a:p xmlns:a="http://schemas.openxmlformats.org/drawingml/2006/main">
            <a:r>
              <a:t>源码：packages/coding-agent/src/bun/cli.ts:1</a:t>
            </a:r>
          </a:p>
          <a:p xmlns:a="http://schemas.openxmlformats.org/drawingml/2006/main">
            <a:r>
              <a:t>源码：packages/coding-agent/src/bun/quickjs-wasm.d.ts:1</a:t>
            </a:r>
          </a:p>
          <a:p xmlns:a="http://schemas.openxmlformats.org/drawingml/2006/main">
            <a:r>
              <a:t>源码：packages/coding-agent/src/bun/restore-sandbox-env.ts:1</a:t>
            </a:r>
          </a:p>
          <a:p xmlns:a="http://schemas.openxmlformats.org/drawingml/2006/main">
            <a:r>
              <a:t>源码：packages/coding-agent/src/bun/runtime-setup.ts:1</a:t>
            </a:r>
          </a:p>
          <a:p xmlns:a="http://schemas.openxmlformats.org/drawingml/2006/main">
            <a:r>
              <a:t>源码：packages/coding-agent/src/bun/sandbox-env-setup.ts:1</a:t>
            </a:r>
          </a:p>
          <a:p xmlns:a="http://schemas.openxmlformats.org/drawingml/2006/main">
            <a:r>
              <a:t>源码：packages/coding-agent/src/cli.ts:1</a:t>
            </a:r>
          </a:p>
          <a:p xmlns:a="http://schemas.openxmlformats.org/drawingml/2006/main">
            <a:r>
              <a:t>源码：packages/coding-agent/src/cli/args.ts:1</a:t>
            </a:r>
          </a:p>
          <a:p xmlns:a="http://schemas.openxmlformats.org/drawingml/2006/main">
            <a:r>
              <a:t>源码：packages/coding-agent/src/cli/setup.ts:1</a:t>
            </a:r>
          </a:p>
          <a:p xmlns:a="http://schemas.openxmlformats.org/drawingml/2006/main">
            <a:r>
              <a:t>源码：packages/coding-agent/src/main.ts:1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准备附件与输入</a:t>
            </a:r>
          </a:p>
          <a:p xmlns:a="http://schemas.openxmlformats.org/drawingml/2006/main">
            <a:r>
              <a:t>跟踪 @path、管道与图片内容处理，区分文件内容、提示文本和图像块。</a:t>
            </a:r>
          </a:p>
          <a:p xmlns:a="http://schemas.openxmlformats.org/drawingml/2006/main">
            <a:r>
              <a:t>输入：用户输入和附件</a:t>
            </a:r>
          </a:p>
          <a:p xmlns:a="http://schemas.openxmlformats.org/drawingml/2006/main">
            <a:r>
              <a:t>输出：可交给会话的输入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行为与边界：读取与规范化输入后组装消息；RPC 不接受 CLI 的 @file 参数。</a:t>
            </a:r>
          </a:p>
          <a:p xmlns:a="http://schemas.openxmlformats.org/drawingml/2006/main">
            <a:r>
              <a:t>源码：packages/coding-agent/src/cli/file-processor.ts:1</a:t>
            </a:r>
          </a:p>
          <a:p xmlns:a="http://schemas.openxmlformats.org/drawingml/2006/main">
            <a:r>
              <a:t>源码：packages/coding-agent/src/cli/initial-message.ts:1</a:t>
            </a:r>
          </a:p>
          <a:p xmlns:a="http://schemas.openxmlformats.org/drawingml/2006/main">
            <a:r>
              <a:t>源码：packages/coding-agent/src/utils/image-convert.ts:1</a:t>
            </a:r>
          </a:p>
          <a:p xmlns:a="http://schemas.openxmlformats.org/drawingml/2006/main">
            <a:r>
              <a:t>源码：packages/coding-agent/src/utils/image-resize.ts:1</a:t>
            </a:r>
          </a:p>
          <a:p xmlns:a="http://schemas.openxmlformats.org/drawingml/2006/main">
            <a:r>
              <a:t>源码：packages/coding-agent/src/utils/mime.ts:1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创建或恢复会话</a:t>
            </a:r>
          </a:p>
          <a:p xmlns:a="http://schemas.openxmlformats.org/drawingml/2006/main">
            <a:r>
              <a:t>在 createAgentSession 看 ModelRuntime、SettingsManager、SessionManager 和 ResourceLoader 的装配关系。</a:t>
            </a:r>
          </a:p>
          <a:p xmlns:a="http://schemas.openxmlformats.org/drawingml/2006/main">
            <a:r>
              <a:t>输入：已解析选项与现有记录</a:t>
            </a:r>
          </a:p>
          <a:p xmlns:a="http://schemas.openxmlformats.org/drawingml/2006/main">
            <a:r>
              <a:t>输出：可运行的 AgentSession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行为与边界：SDK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源码：packages/coding-agent/src/core/agent-session-services.ts:1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绑定运行模式与事件</a:t>
            </a:r>
          </a:p>
          <a:p xmlns:a="http://schemas.openxmlformats.org/drawingml/2006/main">
            <a:r>
              <a:t>交互模式把输入组件与 session.prompt 接起来，并订阅会话事件显示结果。一次性和 RPC 模式使用各自消费者。</a:t>
            </a:r>
          </a:p>
          <a:p xmlns:a="http://schemas.openxmlformats.org/drawingml/2006/main">
            <a:r>
              <a:t>输入：会话实例</a:t>
            </a:r>
          </a:p>
          <a:p xmlns:a="http://schemas.openxmlformats.org/drawingml/2006/main">
            <a:r>
              <a:t>输出：输入通道与事件消费者</a:t>
            </a:r>
          </a:p>
          <a:p xmlns:a="http://schemas.openxmlformats.org/drawingml/2006/main">
            <a:r>
              <a:t>入口：pi（终端输入输出）</a:t>
            </a:r>
          </a:p>
          <a:p xmlns:a="http://schemas.openxmlformats.org/drawingml/2006/main">
            <a:r>
              <a:t>行为与边界：UI 订阅会话事件；不把 UI 控制逻辑等同于模型执行循环。</a:t>
            </a:r>
          </a:p>
          <a:p xmlns:a="http://schemas.openxmlformats.org/drawingml/2006/main">
            <a:r>
              <a:t>源码：packages/coding-agent/src/modes/interactive/chat-viewport.ts:1</a:t>
            </a:r>
          </a:p>
          <a:p xmlns:a="http://schemas.openxmlformats.org/drawingml/2006/main">
            <a:r>
              <a:t>源码：packages/coding-agent/src/modes/interactive/interactive-mode.ts:1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失败与恢复：入口参数错误应在模型请求前暴露。恢复会话时保存的模型不可用可能走回退分支，需要读取提示信息。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练习：给出一张自己的装配清单：谁创建模型运行时、谁保存会话、谁显示事件。</a:t>
            </a:r>
          </a:p>
          <a:p xmlns:a="http://schemas.openxmlformats.org/drawingml/2006/main">
            <a:r>
              <a:t>参考判断：AgentSession 负责产品流程，Agent 负责循环，显示由运行模式负责。对象创建顺序和一次请求的执行顺序应分开记录。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启动与模式分派</a:t>
            </a:r>
          </a:p>
          <a:p xmlns:a="http://schemas.openxmlformats.org/drawingml/2006/main">
            <a:r>
              <a:t>解析命令行并创建与当前目录绑定的会话，选择交互、print、JSON 或 RPC。</a:t>
            </a:r>
          </a:p>
          <a:p xmlns:a="http://schemas.openxmlformats.org/drawingml/2006/main">
            <a:r>
              <a:t>入口：pi；--print；--mode json|rpc</a:t>
            </a:r>
          </a:p>
          <a:p xmlns:a="http://schemas.openxmlformats.org/drawingml/2006/main">
            <a:r>
              <a:t>边界：启动装配设置、资源与模型运行时；实际模型循环由 Agent 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文件附件、图片与管道输入</a:t>
            </a:r>
          </a:p>
          <a:p xmlns:a="http://schemas.openxmlformats.org/drawingml/2006/main">
            <a:r>
              <a:t>将 @文件、图片和标准输入转成首条用户消息的内容。</a:t>
            </a:r>
          </a:p>
          <a:p xmlns:a="http://schemas.openxmlformats.org/drawingml/2006/main">
            <a:r>
              <a:t>入口：@path；管道输入；粘贴图片</a:t>
            </a:r>
          </a:p>
          <a:p xmlns:a="http://schemas.openxmlformats.org/drawingml/2006/main">
            <a:r>
              <a:t>边界：读取与规范化输入后组装消息；RPC 不接受 CLI 的 @file 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交互聊天与终端工作流</a:t>
            </a:r>
          </a:p>
          <a:p xmlns:a="http://schemas.openxmlformats.org/drawingml/2006/main">
            <a:r>
              <a:t>接收用户交互并呈现模型消息、工具输出与运行状态。</a:t>
            </a:r>
          </a:p>
          <a:p xmlns:a="http://schemas.openxmlformats.org/drawingml/2006/main">
            <a:r>
              <a:t>入口：pi（终端输入输出）</a:t>
            </a:r>
          </a:p>
          <a:p xmlns:a="http://schemas.openxmlformats.org/drawingml/2006/main">
            <a:r>
              <a:t>边界：UI 订阅会话事件；不把 UI 控制逻辑等同于模型执行循环。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路径、斜杠命令与模糊补全</a:t>
            </a:r>
          </a:p>
          <a:p xmlns:a="http://schemas.openxmlformats.org/drawingml/2006/main">
            <a:r>
              <a:t>根据输入生成补全候选与模糊排序。</a:t>
            </a:r>
          </a:p>
          <a:p xmlns:a="http://schemas.openxmlformats.org/drawingml/2006/main">
            <a:r>
              <a:t>入口：CombinedAutocompleteProvider</a:t>
            </a:r>
          </a:p>
          <a:p xmlns:a="http://schemas.openxmlformats.org/drawingml/2006/main">
            <a:r>
              <a:t>边界：补全逻辑与编辑器替换范围共同决定体验。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sdk/01-minimal · 示例</a:t>
            </a:r>
          </a:p>
          <a:p xmlns:a="http://schemas.openxmlformats.org/drawingml/2006/main">
            <a:r>
              <a:t>展示 sdk/01-minimal.ts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入口：packages/coding-agent/examples/sdk/01-minimal.ts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sdk/02-custom-model · 示例</a:t>
            </a:r>
          </a:p>
          <a:p xmlns:a="http://schemas.openxmlformats.org/drawingml/2006/main">
            <a:r>
              <a:t>展示 sdk/02-custom-model.ts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入口：packages/coding-agent/examples/sdk/02-custom-model.ts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sdk/03-custom-prompt · 示例</a:t>
            </a:r>
          </a:p>
          <a:p xmlns:a="http://schemas.openxmlformats.org/drawingml/2006/main">
            <a:r>
              <a:t>展示 sdk/03-custom-prompt.ts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入口：packages/coding-agent/examples/sdk/03-custom-prompt.ts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sdk/04-skills · 示例</a:t>
            </a:r>
          </a:p>
          <a:p xmlns:a="http://schemas.openxmlformats.org/drawingml/2006/main">
            <a:r>
              <a:t>展示 sdk/04-skills.ts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入口：packages/coding-agent/examples/sdk/04-skills.ts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sdk/05-tools · 示例</a:t>
            </a:r>
          </a:p>
          <a:p xmlns:a="http://schemas.openxmlformats.org/drawingml/2006/main">
            <a:r>
              <a:t>展示 sdk/05-tools.ts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入口：packages/coding-agent/examples/sdk/05-tools.ts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sdk/06-extensions · 示例</a:t>
            </a:r>
          </a:p>
          <a:p xmlns:a="http://schemas.openxmlformats.org/drawingml/2006/main">
            <a:r>
              <a:t>展示 sdk/06-extensions.ts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入口：packages/coding-agent/examples/sdk/06-extensions.ts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sdk/07-context-files · 示例</a:t>
            </a:r>
          </a:p>
          <a:p xmlns:a="http://schemas.openxmlformats.org/drawingml/2006/main">
            <a:r>
              <a:t>展示 sdk/07-context-files.ts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入口：packages/coding-agent/examples/sdk/07-context-files.ts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sdk/08-prompt-templates · 示例</a:t>
            </a:r>
          </a:p>
          <a:p xmlns:a="http://schemas.openxmlformats.org/drawingml/2006/main">
            <a:r>
              <a:t>展示 sdk/08-prompt-templates.ts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入口：packages/coding-agent/examples/sdk/08-prompt-templates.ts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sdk/09-api-keys-and-oauth · 示例</a:t>
            </a:r>
          </a:p>
          <a:p xmlns:a="http://schemas.openxmlformats.org/drawingml/2006/main">
            <a:r>
              <a:t>展示 sdk/09-api-keys-and-oauth.ts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入口：packages/coding-agent/examples/sdk/09-api-keys-and-oauth.ts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sdk/10-settings · 示例</a:t>
            </a:r>
          </a:p>
          <a:p xmlns:a="http://schemas.openxmlformats.org/drawingml/2006/main">
            <a:r>
              <a:t>展示 sdk/10-settings.ts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入口：packages/coding-agent/examples/sdk/10-settings.ts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sdk/11-sessions · 示例</a:t>
            </a:r>
          </a:p>
          <a:p xmlns:a="http://schemas.openxmlformats.org/drawingml/2006/main">
            <a:r>
              <a:t>展示 sdk/11-sessions.ts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入口：packages/coding-agent/examples/sdk/11-sessions.ts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sdk/12-full-control · 示例</a:t>
            </a:r>
          </a:p>
          <a:p xmlns:a="http://schemas.openxmlformats.org/drawingml/2006/main">
            <a:r>
              <a:t>展示 sdk/12-full-control.ts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入口：packages/coding-agent/examples/sdk/12-full-control.ts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sdk/13-session-runtime · 示例</a:t>
            </a:r>
          </a:p>
          <a:p xmlns:a="http://schemas.openxmlformats.org/drawingml/2006/main">
            <a:r>
              <a:t>展示 sdk/13-session-runtime.ts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入口：packages/coding-agent/examples/sdk/13-session-runtime.ts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sdk/14-codemode-mcp · 示例</a:t>
            </a:r>
          </a:p>
          <a:p xmlns:a="http://schemas.openxmlformats.org/drawingml/2006/main">
            <a:r>
              <a:t>展示 sdk/14-codemode-mcp.ts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入口：packages/coding-agent/examples/sdk/14-codemode-mcp.ts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packages/coding-agent/test/restore-sandbox-env.test.ts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packages/coding-agent/test/image-process.test.ts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packages/coding-agent/test/chat-viewport.test.ts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packages/coding-agent/test/clipboard-image-native-errors.test.ts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packages/coding-agent/test/clipboard-paste-file-paths.test.ts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packages/coding-agent/test/interactive-mode-anthropic-warning.test.ts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packages/coding-agent/test/interactive-mode-assistant-diagnostics.test.ts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packages/coding-agent/test/interactive-mode-bug-report-hint.test.ts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packages/coding-agent/test/interactive-mode-clone-command.test.ts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packages/coding-agent/test/interactive-mode-extension-dialogs.test.ts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packages/coding-agent/test/interactive-mode-startup-input.test.ts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packages/coding-agent/test/interactive-mode-suspend.test.ts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packages/coding-agent/test/suite/regressions/5724-sigterm-signal-exit.test.ts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packages/coding-agent/test/suite/regressions/7443-model-command-cached-match.test.ts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packages/coding-agent/test/suite/regressions/7731-tui-method-wrapping.test.ts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packages/coding-agent/test/suite/regressions/startup-session-rebind-duplicate-subscription.test.ts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packages/tui/test/autocomplete-skill-slash.test.ts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packages/tui/test/autocomplete.test.ts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packages/tui/test/fuzzy.test.ts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UI-01 · 交互式任务执行 [内置] 在指定工作目录与模型持续对话，由模型结合文件和工具完成编码、文稿、数据处理等多步任务；工作目录用于资源发现和默认路径解析。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UI-02 · 一次性文本模式 [内置] 执行给定任务，输出最后的助手文本后退出，适合 Shell 脚本、流水线和批处理。输入或输出重定向时可自动进入此模式。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UI-03 · JSON 事件模式 [内置] 将单次运行的消息、工具、压缩、重试等过程输出为 JSONL，便于外部程序观察与保存；不是只输出最终答案。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UI-04 · 长驻 RPC 模式 [内置] 进程持续读取 stdin 中的 JSONL 命令并输出响应与事件，供 IDE、其他语言或自定义界面控制。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UI-05 · 命令行初始提示 [内置] 支持位置参数提供任务，并用 `--` 终止参数解析，让以连字符开头的提示也能正确传入。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UI-06 · 管道内容输入 [内置] 把 stdin 文本放在初始提示前，例如将 Git diff、日志或命令结果直接交给模型分析。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UI-07 · 文件附件与路径补全 [内置] 在编辑器中用 `@` 搜索文件、Tab 补全路径，或在 CLI 使用 `@path` 注入文本或图片。RPC 启动参数不接受 `@file`。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UI-08 · 图片输入 [内置] 支持兼容终端的图片粘贴和拖入；模型是否能理解图片取决于视觉输入能力，终端能否显示图片是另一项能力。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UI-11 · 实时工作记录 [内置] 持续展示用户输入、助手输出、工具参数、运行结果及错误；页脚反映模型、目录、上下文与用量。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MOD-12 · 禁用自动联网 [可选] 停止自动模型目录更新等网络行为，继续利用本地缓存；不等于阻断模型请求或工具联网。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MOD-17 · 图片尺寸与编码限制 [可选] 控制新附件和工具图片的缩放、大小与 JPEG 质量；图片历史写入后不会因换模型而重新编码。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INT-01 · 进程内创建会话 [库] 在 Node.js／Bun 应用中直接创建 AgentSession，复用 Pi 的模型、工具、配置、会话和扩展，而无需启动终端。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INT-04 · 会话事件订阅 [库] 接收文本增量、工具进度、队列、重试、压缩及最终静止事件，以驱动自己的界面。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INT-05 · 宿主依赖注入 [库] 替换 ModelRuntime、SettingsManager、SessionManager、ResourceLoader 与工具集合，让宿主控制存储和资源边界。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INT-07 · 会话运行时替换 [库] 在同一宿主中新建、切换、分叉或导入会话，按目标工作目录重新创建服务；旧订阅需要重绑。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INT-09 · 类型化子进程客户端 [库] 启动 Pi RPC 子进程，关联命令响应、暴露类型化方法并分发事件，省去自行维护管道协议。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INT-10 · RPC 输入与任务控制 [内置协议] prompt／steer／follow_up 发送任务；abort 等待空闲；clear_queue 返回排队文本供客户端恢复编辑。接受提示不代表任务完成。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INT-11 · RPC 状态与消息查询 [内置协议] 读取当前模型、流式状态、压缩状态、队列模式及当前消息，供外部 UI 初始化或刷新。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INT-12 · RPC 模型控制 [内置协议] 列举可用模型、设置模型或循环切换，返回实际配置模型对象。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INT-13 · RPC 推理控制 [内置协议] 查询当前模型支持的推理级别，设置或循环切换，避免客户端硬编码所有模型都支持同一档位。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INT-14 · RPC 队列策略 [内置协议] 动态设置 steering 和 follow-up 为整批或逐条投递，适配不同外部工作流。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INT-15 · RPC 压缩与重试控制 [内置协议] 手动压缩并读取摘要和用量，切换自动压缩／重试，取消正在等待的重试。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INT-16 · RPC Shell 执行 [内置协议] 主动运行命令并接收流式输出，可选择是否进入下次模型上下文；可单独取消运行中的命令。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INT-17 · RPC 会话管理 [内置协议] 创建、切换、分叉、克隆和命名会话，并获取可分叉用户消息；相关操作可能被扩展取消。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INT-18 · RPC 增量原始历史 [内置协议] 按 entry ID 游标读取追加条目，包含压缩前历史和被离开的分支；返回 leafId 帮助判断当前分支是否变化。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INT-19 · RPC 会话树 [内置协议] 返回条目及 children、标签和活动叶子，供客户端实现历史导航界面；查询树本身不执行导航。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INT-20 · RPC 统计、答案与导出 [内置协议] 读取会话用量和上下文统计、最后助手文本，或导出 HTML 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INT-21 · RPC 可扩展命令发现 [内置协议] 枚举扩展、模板和技能命令及来源元数据，再通过 prompt 调用；不包含只由 TUI 处理的内置命令。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INT-22 · RPC 对话框转发 [内置协议] 把扩展 select、confirm、input、editor 转为请求／响应，使非终端客户端也能与扩展交互。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INT-23 · RPC 状态与编辑器通知 [内置协议] 转发通知、状态文本、文本 widget、标题和编辑器设值；终端组件、主题和自定义编辑器不在支持范围内。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OTH-56 · SDK 完整演练集 [示例] 14 个示例覆盖最小调用、模型、提示、技能、工具、扩展、上下文、模板、认证、设置、会话、完全替换宿主、runtime 切换、MCP／Codemode。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conversation-round / 从一句输入到模型回答和工具续轮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场景：输入“读取配置并解释”，模型需要先调用工具再回答。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处理用户输入并准备运行</a:t>
            </a:r>
          </a:p>
          <a:p xmlns:a="http://schemas.openxmlformats.org/drawingml/2006/main">
            <a:r>
              <a:t>进入 AgentSession.prompt，辨认命令、扩展输入处理和真正开始运行的条件；自定义消息也有运行准备入口。</a:t>
            </a:r>
          </a:p>
          <a:p xmlns:a="http://schemas.openxmlformats.org/drawingml/2006/main">
            <a:r>
              <a:t>输入：用户消息</a:t>
            </a:r>
          </a:p>
          <a:p xmlns:a="http://schemas.openxmlformats.org/drawingml/2006/main">
            <a:r>
              <a:t>输出：本轮输入和运行准备状态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行为与边界：agent_end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构造模型上下文与工具集</a:t>
            </a:r>
          </a:p>
          <a:p xmlns:a="http://schemas.openxmlformats.org/drawingml/2006/main">
            <a:r>
              <a:t>核对当前工具暴露和 Loadout，再追踪上下文转换。模型看到的声明与宿主可执行工具必须保持对应。</a:t>
            </a:r>
          </a:p>
          <a:p xmlns:a="http://schemas.openxmlformats.org/drawingml/2006/main">
            <a:r>
              <a:t>输入：会话消息与已注册工具</a:t>
            </a:r>
          </a:p>
          <a:p xmlns:a="http://schemas.openxmlformats.org/drawingml/2006/main">
            <a:r>
              <a:t>输出：本次请求的消息和工具声明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行为与边界：模型声明不代表所有注册工具；annotations、outputSchema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调用模型并收集完整消息</a:t>
            </a:r>
          </a:p>
          <a:p xmlns:a="http://schemas.openxmlformats.org/drawingml/2006/main">
            <a:r>
              <a:t>沿请求准备、流事件到 assistant 完成，标出消息入状态与工具预检之间的屏障。</a:t>
            </a:r>
          </a:p>
          <a:p xmlns:a="http://schemas.openxmlformats.org/drawingml/2006/main">
            <a:r>
              <a:t>输入：请求上下文</a:t>
            </a:r>
          </a:p>
          <a:p xmlns:a="http://schemas.openxmlformats.org/drawingml/2006/main">
            <a:r>
              <a:t>输出：文本或 toolCall 的完整 assistant 消息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行为与边界：当前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源码：packages/agent/src/agent.ts:1</a:t>
            </a:r>
          </a:p>
          <a:p xmlns:a="http://schemas.openxmlformats.org/drawingml/2006/main">
            <a:r>
              <a:t>源码：packages/agent/src/stream-fn.ts:1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执行工具并决定下一轮</a:t>
            </a:r>
          </a:p>
          <a:p xmlns:a="http://schemas.openxmlformats.org/drawingml/2006/main">
            <a:r>
              <a:t>跟踪参数验证、before/after hook、工具执行和结果。工具结果回到上下文后，循环再请求模型或按结束条件退出。</a:t>
            </a:r>
          </a:p>
          <a:p xmlns:a="http://schemas.openxmlformats.org/drawingml/2006/main">
            <a:r>
              <a:t>输入：工具名、调用 ID 和参数</a:t>
            </a:r>
          </a:p>
          <a:p xmlns:a="http://schemas.openxmlformats.org/drawingml/2006/main">
            <a:r>
              <a:t>输出：toolResult 与续轮决定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行为与边界：适合嵌套调用；宿主直接调用 tool.execute 会跳过此管线。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保存并更新界面</a:t>
            </a:r>
          </a:p>
          <a:p xmlns:a="http://schemas.openxmlformats.org/drawingml/2006/main">
            <a:r>
              <a:t>把事件消费者、会话追加和最终显示对照起来，确认哪些数据是增量、哪些已经成为记录。</a:t>
            </a:r>
          </a:p>
          <a:p xmlns:a="http://schemas.openxmlformats.org/drawingml/2006/main">
            <a:r>
              <a:t>输入：消息与工具完成事件</a:t>
            </a:r>
          </a:p>
          <a:p xmlns:a="http://schemas.openxmlformats.org/drawingml/2006/main">
            <a:r>
              <a:t>输出：会话历史和可见回答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失败与恢复：工具失败、模型错误、用户取消和正常完成是不同结束原因。工具返回 terminate 也要结合整批结果判断。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练习：列出这次输入产生的 user、assistant(toolCall)、toolResult、assistant(answer)，为每个记录写出产生者和关键关联字段。</a:t>
            </a:r>
          </a:p>
          <a:p xmlns:a="http://schemas.openxmlformats.org/drawingml/2006/main">
            <a:r>
              <a:t>参考判断：toolCallId 将调用与结果关联；一个输入可包含多个模型轮次。工具完成事件顺序和最终消息顺序在并行模式中可能不同。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消息、工具与多轮循环</a:t>
            </a:r>
          </a:p>
          <a:p xmlns:a="http://schemas.openxmlformats.org/drawingml/2006/main">
            <a:r>
              <a:t>维护内存消息、工具批次、steering/follow-up、模型上下文变换与取消。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边界：当前 Agent 是内存运行循环；持久 Harness 在 pi-durable，CLI 会话由 coding-agent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UI-14 · 运行中纠偏 [内置] 忙碌时输入新要求作为 steering，在当前助手响应及工具批次完成后影响下一次回答。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UI-15 · 后续任务队列 [内置] 将请求排到当前任务结束后处理，区别于立即影响下一轮的纠偏消息；可设置逐条或整批投递。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UI-16 · 队列取回 [内置] 将排队消息恢复到编辑器，让用户修改、合并或取消尚未处理的内容。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EXT-03 · 输入变换 [库] 在普通输入进入代理前处理内容、命令或引用，可按流式状态选择不同处理逻辑。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EXT-09 · 结构化工具输出 [库] 同时提供模型可读文本和可编程数据，使 Codemode 等调用者无需解析展示文本。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EXT-12 · 工具暴露级别 [库] 区分 direct、model-only、codemode、deferred、hidden，分别控制声明、嵌套可调用性、延迟发现和隐藏。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EXT-13 · 命名空间、别名与行为提示 [库] namespace 组织工具并提供长指导，aliases 支持按服务别名或脚本标识符查找；annotations 标注只读、破坏性和幂等等提示，不代表已验证安全属性。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EXT-14 · 动态工具激活 [库] 在工具已注册的前提下调整活跃集合，变更在下次请求前写入会话，支持按需加载能力。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EXT-15 · 模型可见工具集整形 [库] 编排工具可改写声明或隐藏声明，并通过 getPromptGuidelines 读取工具指导。默认系统提示不再提及被隐藏工具，编排工具负责将其指导带入自己的声明。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EXT-23 · 继续／结束运行控制 [库] 在轮次结束或最终收尾前请求下一次模型调用；工具结果可提示批次结束后无需再回答。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EXT-32 · 间接工具可达范围声明 [库] 编排工具用 reachesTools 返回 all 或可指向工具／命名空间的输入词，MCP 据此等待所需连接并判断替代 codemode／tool_search 是否真能访问 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EXT-33 · 运行启动期排队与取消 [库] 压缩检查及 before_agent_start 阶段已计为 busy；sendMessage 进入当前启动的运行，sendUserMessage 需 deliverAs，期间 abort 会在运行启动后取消，防止重入创建第二次运行。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INT-02 · 提交文本、图片与队列 [库] 直接 prompt、steer、followUp，并显式决定忙碌时行为；可获取最后助手文本。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AG-01 · 有状态 Agent [库] 保存模型、推理级别、可执行工具、消息、流式状态与待完成调用，供应用构建自己的智能体。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AG-02 · 多轮工具循环 [库] 模型回答要求工具时先执行工具、加入结果，再调用模型，直到正常完成、错误、中止或调度控制结束。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AG-03 · 上下文预处理 [库] 在模型格式转换前裁剪、注入或变换应用消息，便于构建检索或自定义历史管理。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AG-04 · 自定义消息类型 [库] 扩展应用消息并转换成模型可识别的 user、assistant、toolResult 等结构，或过滤仅 UI 使用的消息。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AG-05 · 文本与图片提示 [库] 支持文本、图片内容块或完整 AgentMessage 输入，让宿主以统一入口提供多模态任务。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AG-06 · 并行工具批次 [库] 默认先顺序完成工具预检，再并行执行通过的调用；完成事件按完成顺序，历史结果仍按模型原始顺序保存。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AG-07 · 串行工具约束 [库] 全局或单工具可要求串行；批次中存在串行工具时整批串行，保护共享可变状态。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AG-08 · 工具前后 Hook [库] 执行前阻止调用、执行后替换或标注结果，使权限、审计和结果规范化逻辑无需侵入工具。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AG-09 · 工具进度与错误反馈 [库] 工具可流式报告部分结果，抛错会转为模型可见错误，便于模型修正参数或换方法。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AG-10 · 终止结果提示 [库] 当一批所有最终工具结果都要求 terminate 时，跳过后续模型请求；混合批次仍正常继续。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AG-11 · 请求准备屏障 [库] 每次模型请求前安装权威上下文，使持久化会话状态能成为实际请求来源。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AG-12 · 轮次收尾决策 [库] 在助手与工具结果完成后决定结束或再请求一次；错误和中止仍是硬退出。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AG-13 · Steering／follow-up 队列 [库] 分开管理当前任务纠偏和后续任务，支持逐条／整批、窥视和清理队列。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AG-14 · 有序事件与异步订阅 [库] 发布 agent、turn、message、tool 全流程事件；Agent 的订阅按注册顺序等待，允许宿主把落盘操作作为屏障。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AG-15 · 取消与真正空闲 [库] 传播取消并等待整个运行结算，包括 agent_end 订阅完成，而不只等待最后一块文本。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AG-16 · 系统提示和工具变更记录 [库] 用系统消息记录提示与工具声明变化，请求前将可执行集合与会话声明对齐，支持准确重放。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AG-17 · 动态认证与会话亲和 [库] 宿主提供动态凭据解析、sessionId 和推理预算，将认证刷新及提供商缓存接入循环。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AG-18 · 底层无类循环 [库] 直接使用异步事件流驱动循环，便于定制宿主；底层流不会像 Agent 类那样等待消费者处理事件。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AG-20 · 工具执行耗时事件 [库] AgentToolCallOutcome、工具结果消息和 tool_execution_end 附带 execute 的单调时钟耗时，不包含 Hook；未实际执行的调用不产生该字段。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conversation-round / 从一句输入到模型回答和工具续轮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场景：输入“读取配置并解释”，模型需要先调用工具再回答。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处理用户输入并准备运行</a:t>
            </a:r>
          </a:p>
          <a:p xmlns:a="http://schemas.openxmlformats.org/drawingml/2006/main">
            <a:r>
              <a:t>进入 AgentSession.prompt，辨认命令、扩展输入处理和真正开始运行的条件；自定义消息也有运行准备入口。</a:t>
            </a:r>
          </a:p>
          <a:p xmlns:a="http://schemas.openxmlformats.org/drawingml/2006/main">
            <a:r>
              <a:t>输入：用户消息</a:t>
            </a:r>
          </a:p>
          <a:p xmlns:a="http://schemas.openxmlformats.org/drawingml/2006/main">
            <a:r>
              <a:t>输出：本轮输入和运行准备状态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行为与边界：agent_end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构造模型上下文与工具集</a:t>
            </a:r>
          </a:p>
          <a:p xmlns:a="http://schemas.openxmlformats.org/drawingml/2006/main">
            <a:r>
              <a:t>核对当前工具暴露和 Loadout，再追踪上下文转换。模型看到的声明与宿主可执行工具必须保持对应。</a:t>
            </a:r>
          </a:p>
          <a:p xmlns:a="http://schemas.openxmlformats.org/drawingml/2006/main">
            <a:r>
              <a:t>输入：会话消息与已注册工具</a:t>
            </a:r>
          </a:p>
          <a:p xmlns:a="http://schemas.openxmlformats.org/drawingml/2006/main">
            <a:r>
              <a:t>输出：本次请求的消息和工具声明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行为与边界：模型声明不代表所有注册工具；annotations、outputSchema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调用模型并收集完整消息</a:t>
            </a:r>
          </a:p>
          <a:p xmlns:a="http://schemas.openxmlformats.org/drawingml/2006/main">
            <a:r>
              <a:t>沿请求准备、流事件到 assistant 完成，标出消息入状态与工具预检之间的屏障。</a:t>
            </a:r>
          </a:p>
          <a:p xmlns:a="http://schemas.openxmlformats.org/drawingml/2006/main">
            <a:r>
              <a:t>输入：请求上下文</a:t>
            </a:r>
          </a:p>
          <a:p xmlns:a="http://schemas.openxmlformats.org/drawingml/2006/main">
            <a:r>
              <a:t>输出：文本或 toolCall 的完整 assistant 消息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行为与边界：当前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源码：packages/agent/src/agent.ts:1</a:t>
            </a:r>
          </a:p>
          <a:p xmlns:a="http://schemas.openxmlformats.org/drawingml/2006/main">
            <a:r>
              <a:t>源码：packages/agent/src/stream-fn.ts:1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执行工具并决定下一轮</a:t>
            </a:r>
          </a:p>
          <a:p xmlns:a="http://schemas.openxmlformats.org/drawingml/2006/main">
            <a:r>
              <a:t>跟踪参数验证、before/after hook、工具执行和结果。工具结果回到上下文后，循环再请求模型或按结束条件退出。</a:t>
            </a:r>
          </a:p>
          <a:p xmlns:a="http://schemas.openxmlformats.org/drawingml/2006/main">
            <a:r>
              <a:t>输入：工具名、调用 ID 和参数</a:t>
            </a:r>
          </a:p>
          <a:p xmlns:a="http://schemas.openxmlformats.org/drawingml/2006/main">
            <a:r>
              <a:t>输出：toolResult 与续轮决定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行为与边界：适合嵌套调用；宿主直接调用 tool.execute 会跳过此管线。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保存并更新界面</a:t>
            </a:r>
          </a:p>
          <a:p xmlns:a="http://schemas.openxmlformats.org/drawingml/2006/main">
            <a:r>
              <a:t>把事件消费者、会话追加和最终显示对照起来，确认哪些数据是增量、哪些已经成为记录。</a:t>
            </a:r>
          </a:p>
          <a:p xmlns:a="http://schemas.openxmlformats.org/drawingml/2006/main">
            <a:r>
              <a:t>输入：消息与工具完成事件</a:t>
            </a:r>
          </a:p>
          <a:p xmlns:a="http://schemas.openxmlformats.org/drawingml/2006/main">
            <a:r>
              <a:t>输出：会话历史和可见回答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失败与恢复：工具失败、模型错误、用户取消和正常完成是不同结束原因。工具返回 terminate 也要结合整批结果判断。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练习：列出这次输入产生的 user、assistant(toolCall)、toolResult、assistant(answer)，为每个记录写出产生者和关键关联字段。</a:t>
            </a:r>
          </a:p>
          <a:p xmlns:a="http://schemas.openxmlformats.org/drawingml/2006/main">
            <a:r>
              <a:t>参考判断：toolCallId 将调用与结果关联；一个输入可包含多个模型轮次。工具完成事件顺序和最终消息顺序在并行模式中可能不同。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消息、工具与多轮循环</a:t>
            </a:r>
          </a:p>
          <a:p xmlns:a="http://schemas.openxmlformats.org/drawingml/2006/main">
            <a:r>
              <a:t>维护内存消息、工具批次、steering/follow-up、模型上下文变换与取消。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边界：当前 Agent 是内存运行循环；持久 Harness 在 pi-durable，CLI 会话由 coding-agent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UI-14 · 运行中纠偏 [内置] 忙碌时输入新要求作为 steering，在当前助手响应及工具批次完成后影响下一次回答。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UI-15 · 后续任务队列 [内置] 将请求排到当前任务结束后处理，区别于立即影响下一轮的纠偏消息；可设置逐条或整批投递。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UI-16 · 队列取回 [内置] 将排队消息恢复到编辑器，让用户修改、合并或取消尚未处理的内容。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EXT-03 · 输入变换 [库] 在普通输入进入代理前处理内容、命令或引用，可按流式状态选择不同处理逻辑。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EXT-09 · 结构化工具输出 [库] 同时提供模型可读文本和可编程数据，使 Codemode 等调用者无需解析展示文本。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EXT-12 · 工具暴露级别 [库] 区分 direct、model-only、codemode、deferred、hidden，分别控制声明、嵌套可调用性、延迟发现和隐藏。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EXT-13 · 命名空间、别名与行为提示 [库] namespace 组织工具并提供长指导，aliases 支持按服务别名或脚本标识符查找；annotations 标注只读、破坏性和幂等等提示，不代表已验证安全属性。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EXT-14 · 动态工具激活 [库] 在工具已注册的前提下调整活跃集合，变更在下次请求前写入会话，支持按需加载能力。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EXT-15 · 模型可见工具集整形 [库] 编排工具可改写声明或隐藏声明，并通过 getPromptGuidelines 读取工具指导。默认系统提示不再提及被隐藏工具，编排工具负责将其指导带入自己的声明。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EXT-23 · 继续／结束运行控制 [库] 在轮次结束或最终收尾前请求下一次模型调用；工具结果可提示批次结束后无需再回答。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EXT-32 · 间接工具可达范围声明 [库] 编排工具用 reachesTools 返回 all 或可指向工具／命名空间的输入词，MCP 据此等待所需连接并判断替代 codemode／tool_search 是否真能访问 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EXT-33 · 运行启动期排队与取消 [库] 压缩检查及 before_agent_start 阶段已计为 busy；sendMessage 进入当前启动的运行，sendUserMessage 需 deliverAs，期间 abort 会在运行启动后取消，防止重入创建第二次运行。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INT-02 · 提交文本、图片与队列 [库] 直接 prompt、steer、followUp，并显式决定忙碌时行为；可获取最后助手文本。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AG-01 · 有状态 Agent [库] 保存模型、推理级别、可执行工具、消息、流式状态与待完成调用，供应用构建自己的智能体。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AG-02 · 多轮工具循环 [库] 模型回答要求工具时先执行工具、加入结果，再调用模型，直到正常完成、错误、中止或调度控制结束。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AG-03 · 上下文预处理 [库] 在模型格式转换前裁剪、注入或变换应用消息，便于构建检索或自定义历史管理。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AG-04 · 自定义消息类型 [库] 扩展应用消息并转换成模型可识别的 user、assistant、toolResult 等结构，或过滤仅 UI 使用的消息。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AG-05 · 文本与图片提示 [库] 支持文本、图片内容块或完整 AgentMessage 输入，让宿主以统一入口提供多模态任务。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AG-06 · 并行工具批次 [库] 默认先顺序完成工具预检，再并行执行通过的调用；完成事件按完成顺序，历史结果仍按模型原始顺序保存。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AG-07 · 串行工具约束 [库] 全局或单工具可要求串行；批次中存在串行工具时整批串行，保护共享可变状态。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AG-08 · 工具前后 Hook [库] 执行前阻止调用、执行后替换或标注结果，使权限、审计和结果规范化逻辑无需侵入工具。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AG-09 · 工具进度与错误反馈 [库] 工具可流式报告部分结果，抛错会转为模型可见错误，便于模型修正参数或换方法。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AG-10 · 终止结果提示 [库] 当一批所有最终工具结果都要求 terminate 时，跳过后续模型请求；混合批次仍正常继续。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AG-11 · 请求准备屏障 [库] 每次模型请求前安装权威上下文，使持久化会话状态能成为实际请求来源。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AG-12 · 轮次收尾决策 [库] 在助手与工具结果完成后决定结束或再请求一次；错误和中止仍是硬退出。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AG-13 · Steering／follow-up 队列 [库] 分开管理当前任务纠偏和后续任务，支持逐条／整批、窥视和清理队列。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AG-14 · 有序事件与异步订阅 [库] 发布 agent、turn、message、tool 全流程事件；Agent 的订阅按注册顺序等待，允许宿主把落盘操作作为屏障。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AG-15 · 取消与真正空闲 [库] 传播取消并等待整个运行结算，包括 agent_end 订阅完成，而不只等待最后一块文本。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AG-16 · 系统提示和工具变更记录 [库] 用系统消息记录提示与工具声明变化，请求前将可执行集合与会话声明对齐，支持准确重放。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AG-17 · 动态认证与会话亲和 [库] 宿主提供动态凭据解析、sessionId 和推理预算，将认证刷新及提供商缓存接入循环。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AG-18 · 底层无类循环 [库] 直接使用异步事件流驱动循环，便于定制宿主；底层流不会像 Agent 类那样等待消费者处理事件。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AG-20 · 工具执行耗时事件 [库] AgentToolCallOutcome、工具结果消息和 tool_execution_end 附带 execute 的单调时钟耗时，不包含 Hook；未实际执行的调用不产生该字段。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conversation-round / 从一句输入到模型回答和工具续轮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场景：输入“读取配置并解释”，模型需要先调用工具再回答。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处理用户输入并准备运行</a:t>
            </a:r>
          </a:p>
          <a:p xmlns:a="http://schemas.openxmlformats.org/drawingml/2006/main">
            <a:r>
              <a:t>进入 AgentSession.prompt，辨认命令、扩展输入处理和真正开始运行的条件；自定义消息也有运行准备入口。</a:t>
            </a:r>
          </a:p>
          <a:p xmlns:a="http://schemas.openxmlformats.org/drawingml/2006/main">
            <a:r>
              <a:t>输入：用户消息</a:t>
            </a:r>
          </a:p>
          <a:p xmlns:a="http://schemas.openxmlformats.org/drawingml/2006/main">
            <a:r>
              <a:t>输出：本轮输入和运行准备状态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行为与边界：agent_end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构造模型上下文与工具集</a:t>
            </a:r>
          </a:p>
          <a:p xmlns:a="http://schemas.openxmlformats.org/drawingml/2006/main">
            <a:r>
              <a:t>核对当前工具暴露和 Loadout，再追踪上下文转换。模型看到的声明与宿主可执行工具必须保持对应。</a:t>
            </a:r>
          </a:p>
          <a:p xmlns:a="http://schemas.openxmlformats.org/drawingml/2006/main">
            <a:r>
              <a:t>输入：会话消息与已注册工具</a:t>
            </a:r>
          </a:p>
          <a:p xmlns:a="http://schemas.openxmlformats.org/drawingml/2006/main">
            <a:r>
              <a:t>输出：本次请求的消息和工具声明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行为与边界：模型声明不代表所有注册工具；annotations、outputSchema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调用模型并收集完整消息</a:t>
            </a:r>
          </a:p>
          <a:p xmlns:a="http://schemas.openxmlformats.org/drawingml/2006/main">
            <a:r>
              <a:t>沿请求准备、流事件到 assistant 完成，标出消息入状态与工具预检之间的屏障。</a:t>
            </a:r>
          </a:p>
          <a:p xmlns:a="http://schemas.openxmlformats.org/drawingml/2006/main">
            <a:r>
              <a:t>输入：请求上下文</a:t>
            </a:r>
          </a:p>
          <a:p xmlns:a="http://schemas.openxmlformats.org/drawingml/2006/main">
            <a:r>
              <a:t>输出：文本或 toolCall 的完整 assistant 消息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行为与边界：当前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源码：packages/agent/src/agent.ts:1</a:t>
            </a:r>
          </a:p>
          <a:p xmlns:a="http://schemas.openxmlformats.org/drawingml/2006/main">
            <a:r>
              <a:t>源码：packages/agent/src/stream-fn.ts:1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执行工具并决定下一轮</a:t>
            </a:r>
          </a:p>
          <a:p xmlns:a="http://schemas.openxmlformats.org/drawingml/2006/main">
            <a:r>
              <a:t>跟踪参数验证、before/after hook、工具执行和结果。工具结果回到上下文后，循环再请求模型或按结束条件退出。</a:t>
            </a:r>
          </a:p>
          <a:p xmlns:a="http://schemas.openxmlformats.org/drawingml/2006/main">
            <a:r>
              <a:t>输入：工具名、调用 ID 和参数</a:t>
            </a:r>
          </a:p>
          <a:p xmlns:a="http://schemas.openxmlformats.org/drawingml/2006/main">
            <a:r>
              <a:t>输出：toolResult 与续轮决定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行为与边界：适合嵌套调用；宿主直接调用 tool.execute 会跳过此管线。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保存并更新界面</a:t>
            </a:r>
          </a:p>
          <a:p xmlns:a="http://schemas.openxmlformats.org/drawingml/2006/main">
            <a:r>
              <a:t>把事件消费者、会话追加和最终显示对照起来，确认哪些数据是增量、哪些已经成为记录。</a:t>
            </a:r>
          </a:p>
          <a:p xmlns:a="http://schemas.openxmlformats.org/drawingml/2006/main">
            <a:r>
              <a:t>输入：消息与工具完成事件</a:t>
            </a:r>
          </a:p>
          <a:p xmlns:a="http://schemas.openxmlformats.org/drawingml/2006/main">
            <a:r>
              <a:t>输出：会话历史和可见回答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失败与恢复：工具失败、模型错误、用户取消和正常完成是不同结束原因。工具返回 terminate 也要结合整批结果判断。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练习：列出这次输入产生的 user、assistant(toolCall)、toolResult、assistant(answer)，为每个记录写出产生者和关键关联字段。</a:t>
            </a:r>
          </a:p>
          <a:p xmlns:a="http://schemas.openxmlformats.org/drawingml/2006/main">
            <a:r>
              <a:t>参考判断：toolCallId 将调用与结果关联；一个输入可包含多个模型轮次。工具完成事件顺序和最终消息顺序在并行模式中可能不同。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消息、工具与多轮循环</a:t>
            </a:r>
          </a:p>
          <a:p xmlns:a="http://schemas.openxmlformats.org/drawingml/2006/main">
            <a:r>
              <a:t>维护内存消息、工具批次、steering/follow-up、模型上下文变换与取消。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边界：当前 Agent 是内存运行循环；持久 Harness 在 pi-durable，CLI 会话由 coding-agent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用户与自定义消息的统一运行准备</a:t>
            </a:r>
          </a:p>
          <a:p xmlns:a="http://schemas.openxmlformats.org/drawingml/2006/main">
            <a:r>
              <a:t>用户输入和触发运行的自定义消息统一经过 _startRun、_prepareRun 与 before_agent_start。</a:t>
            </a:r>
          </a:p>
          <a:p xmlns:a="http://schemas.openxmlformats.org/drawingml/2006/main">
            <a:r>
              <a:t>入口：BeforeAgentStartTrigger / messageType / _startRun</a:t>
            </a:r>
          </a:p>
          <a:p xmlns:a="http://schemas.openxmlformats.org/drawingml/2006/main">
            <a:r>
              <a:t>边界：先标记忙碌，再检查压缩、执行扩展、准备工具与系统提示；事件的 messageType 区分 user 和 custom。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系统提示与上下文组装</a:t>
            </a:r>
          </a:p>
          <a:p xmlns:a="http://schemas.openxmlformats.org/drawingml/2006/main">
            <a:r>
              <a:t>把工具、技能、项目说明与对话消息组织成请求内容。</a:t>
            </a:r>
          </a:p>
          <a:p xmlns:a="http://schemas.openxmlformats.org/drawingml/2006/main">
            <a:r>
              <a:t>入口：--system-prompt；--append-system-prompt</a:t>
            </a:r>
          </a:p>
          <a:p xmlns:a="http://schemas.openxmlformats.org/drawingml/2006/main">
            <a:r>
              <a:t>边界：扩展可变换上下文；模型投影与持久化消息并非完全相同。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UI-14 · 运行中纠偏 [内置] 忙碌时输入新要求作为 steering，在当前助手响应及工具批次完成后影响下一次回答。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UI-15 · 后续任务队列 [内置] 将请求排到当前任务结束后处理，区别于立即影响下一轮的纠偏消息；可设置逐条或整批投递。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UI-16 · 队列取回 [内置] 将排队消息恢复到编辑器，让用户修改、合并或取消尚未处理的内容。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EXT-03 · 输入变换 [库] 在普通输入进入代理前处理内容、命令或引用，可按流式状态选择不同处理逻辑。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EXT-04 · 系统提示与上下文变换 [库] before_agent_start 的 messageType 区分用户 prompt/images 与自定义起始 message；两类运行都可添加消息和提示区块，后续工具轮次保持该运行的系统提示修改。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EXT-09 · 结构化工具输出 [库] 同时提供模型可读文本和可编程数据，使 Codemode 等调用者无需解析展示文本。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EXT-12 · 工具暴露级别 [库] 区分 direct、model-only、codemode、deferred、hidden，分别控制声明、嵌套可调用性、延迟发现和隐藏。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EXT-13 · 命名空间、别名与行为提示 [库] namespace 组织工具并提供长指导，aliases 支持按服务别名或脚本标识符查找；annotations 标注只读、破坏性和幂等等提示，不代表已验证安全属性。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EXT-14 · 动态工具激活 [库] 在工具已注册的前提下调整活跃集合，变更在下次请求前写入会话，支持按需加载能力。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EXT-15 · 模型可见工具集整形 [库] 编排工具可改写声明或隐藏声明，并通过 getPromptGuidelines 读取工具指导。默认系统提示不再提及被隐藏工具，编排工具负责将其指导带入自己的声明。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EXT-23 · 继续／结束运行控制 [库] 在轮次结束或最终收尾前请求下一次模型调用；工具结果可提示批次结束后无需再回答。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EXT-32 · 间接工具可达范围声明 [库] 编排工具用 reachesTools 返回 all 或可指向工具／命名空间的输入词，MCP 据此等待所需连接并判断替代 codemode／tool_search 是否真能访问 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EXT-33 · 运行启动期排队与取消 [库] 压缩检查及 before_agent_start 阶段已计为 busy；sendMessage 进入当前启动的运行，sendUserMessage 需 deliverAs，期间 abort 会在运行启动后取消，防止重入创建第二次运行。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INT-02 · 提交文本、图片与队列 [库] 直接 prompt、steer、followUp，并显式决定忙碌时行为；可获取最后助手文本。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AG-01 · 有状态 Agent [库] 保存模型、推理级别、可执行工具、消息、流式状态与待完成调用，供应用构建自己的智能体。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AG-02 · 多轮工具循环 [库] 模型回答要求工具时先执行工具、加入结果，再调用模型，直到正常完成、错误、中止或调度控制结束。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AG-03 · 上下文预处理 [库] 在模型格式转换前裁剪、注入或变换应用消息，便于构建检索或自定义历史管理。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AG-04 · 自定义消息类型 [库] 扩展应用消息并转换成模型可识别的 user、assistant、toolResult 等结构，或过滤仅 UI 使用的消息。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AG-05 · 文本与图片提示 [库] 支持文本、图片内容块或完整 AgentMessage 输入，让宿主以统一入口提供多模态任务。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AG-06 · 并行工具批次 [库] 默认先顺序完成工具预检，再并行执行通过的调用；完成事件按完成顺序，历史结果仍按模型原始顺序保存。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AG-07 · 串行工具约束 [库] 全局或单工具可要求串行；批次中存在串行工具时整批串行，保护共享可变状态。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AG-08 · 工具前后 Hook [库] 执行前阻止调用、执行后替换或标注结果，使权限、审计和结果规范化逻辑无需侵入工具。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AG-09 · 工具进度与错误反馈 [库] 工具可流式报告部分结果，抛错会转为模型可见错误，便于模型修正参数或换方法。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AG-10 · 终止结果提示 [库] 当一批所有最终工具结果都要求 terminate 时，跳过后续模型请求；混合批次仍正常继续。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AG-11 · 请求准备屏障 [库] 每次模型请求前安装权威上下文，使持久化会话状态能成为实际请求来源。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AG-12 · 轮次收尾决策 [库] 在助手与工具结果完成后决定结束或再请求一次；错误和中止仍是硬退出。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AG-13 · Steering／follow-up 队列 [库] 分开管理当前任务纠偏和后续任务，支持逐条／整批、窥视和清理队列。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AG-14 · 有序事件与异步订阅 [库] 发布 agent、turn、message、tool 全流程事件；Agent 的订阅按注册顺序等待，允许宿主把落盘操作作为屏障。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AG-15 · 取消与真正空闲 [库] 传播取消并等待整个运行结算，包括 agent_end 订阅完成，而不只等待最后一块文本。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AG-16 · 系统提示和工具变更记录 [库] 用系统消息记录提示与工具声明变化，请求前将可执行集合与会话声明对齐，支持准确重放。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AG-17 · 动态认证与会话亲和 [库] 宿主提供动态凭据解析、sessionId 和推理预算，将认证刷新及提供商缓存接入循环。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AG-18 · 底层无类循环 [库] 直接使用异步事件流驱动循环，便于定制宿主；底层流不会像 Agent 类那样等待消费者处理事件。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AG-20 · 工具执行耗时事件 [库] AgentToolCallOutcome、工具结果消息和 tool_execution_end 附带 execute 的单调时钟耗时，不包含 Hook；未实际执行的调用不产生该字段。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queue-cancel / 忙碌时输入、取消与运行收尾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场景：模型或工具仍在运行时，用户补充要求或按下取消。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区分输入队列</a:t>
            </a:r>
          </a:p>
          <a:p xmlns:a="http://schemas.openxmlformats.org/drawingml/2006/main">
            <a:r>
              <a:t>追踪 steer 与 followUp 的入口和队列模式，确认它们在哪个边界参与下一轮。</a:t>
            </a:r>
          </a:p>
          <a:p xmlns:a="http://schemas.openxmlformats.org/drawingml/2006/main">
            <a:r>
              <a:t>输入：运行中的 Agent 与新增消息</a:t>
            </a:r>
          </a:p>
          <a:p xmlns:a="http://schemas.openxmlformats.org/drawingml/2006/main">
            <a:r>
              <a:t>输出：待处理队列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行为与边界：agent_end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观察工具批次</a:t>
            </a:r>
          </a:p>
          <a:p xmlns:a="http://schemas.openxmlformats.org/drawingml/2006/main">
            <a:r>
              <a:t>阅读并行与顺序模式，分别记录预检、执行完成和 toolResult 发出的顺序。</a:t>
            </a:r>
          </a:p>
          <a:p xmlns:a="http://schemas.openxmlformats.org/drawingml/2006/main">
            <a:r>
              <a:t>输入：多个 toolCall</a:t>
            </a:r>
          </a:p>
          <a:p xmlns:a="http://schemas.openxmlformats.org/drawingml/2006/main">
            <a:r>
              <a:t>输出：完成事件和最终结果顺序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行为与边界：当前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源码：packages/agent/src/agent.ts:1</a:t>
            </a:r>
          </a:p>
          <a:p xmlns:a="http://schemas.openxmlformats.org/drawingml/2006/main">
            <a:r>
              <a:t>源码：packages/agent/src/stream-fn.ts:1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传播取消信号</a:t>
            </a:r>
          </a:p>
          <a:p xmlns:a="http://schemas.openxmlformats.org/drawingml/2006/main">
            <a:r>
              <a:t>从 abort 到工具 signal 的消费位置，核对可中断操作和已经发生的副作用。</a:t>
            </a:r>
          </a:p>
          <a:p xmlns:a="http://schemas.openxmlformats.org/drawingml/2006/main">
            <a:r>
              <a:t>输入：AbortSignal</a:t>
            </a:r>
          </a:p>
          <a:p xmlns:a="http://schemas.openxmlformats.org/drawingml/2006/main">
            <a:r>
              <a:t>输出：取消结果或已完成结果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行为与边界：适合嵌套调用；宿主直接调用 tool.execute 会跳过此管线。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等待实际收尾</a:t>
            </a:r>
          </a:p>
          <a:p xmlns:a="http://schemas.openxmlformats.org/drawingml/2006/main">
            <a:r>
              <a:t>比较 agent_end、agent_settled 与 waitForIdle，观察异步订阅者是否仍在完成工作。</a:t>
            </a:r>
          </a:p>
          <a:p xmlns:a="http://schemas.openxmlformats.org/drawingml/2006/main">
            <a:r>
              <a:t>输入：循环终止与订阅者工作</a:t>
            </a:r>
          </a:p>
          <a:p xmlns:a="http://schemas.openxmlformats.org/drawingml/2006/main">
            <a:r>
              <a:t>输出：稳定的空闲状态和程序状态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行为与边界：状态协议依赖终端能力；会话最终通知仍在自动重试与压缩处理之后。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源码：packages/coding-agent/src/modes/interactive/program-status-reporter.ts:1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失败与恢复：取消不会自动撤销已写文件。agent_end 发出也不一定说明所有被等待的订阅者已经结束。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faux 测试设计：一个慢工具、一个快工具、一个排队输入；写出事件与消息的预期顺序。</a:t>
            </a:r>
          </a:p>
          <a:p xmlns:a="http://schemas.openxmlformats.org/drawingml/2006/main">
            <a:r>
              <a:t>参考判断：并行完成事件可按完成顺序发出，结果消息保持源顺序；下一轮取队列受模式和循环轮询点控制。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消息、工具与多轮循环</a:t>
            </a:r>
          </a:p>
          <a:p xmlns:a="http://schemas.openxmlformats.org/drawingml/2006/main">
            <a:r>
              <a:t>维护内存消息、工具批次、steering/follow-up、模型上下文变换与取消。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边界：当前 Agent 是内存运行循环；持久 Harness 在 pi-durable，CLI 会话由 coding-agent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终端程序状态与取消结果</a:t>
            </a:r>
          </a:p>
          <a:p xmlns:a="http://schemas.openxmlformats.org/drawingml/2006/main">
            <a:r>
              <a:t>向支持 OSC 7501 的终端报告工作、等待交互、完成或失败；agent_settled 的 aborted 区分取消与完成。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边界：状态协议依赖终端能力；会话最终通知仍在自动重试与压缩处理之后。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extensions/input-transform-streaming · 示例</a:t>
            </a:r>
          </a:p>
          <a:p xmlns:a="http://schemas.openxmlformats.org/drawingml/2006/main">
            <a:r>
              <a:t>展示 extensions/input-transform-streaming.ts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入口：packages/coding-agent/examples/extensions/input-transform-streaming.ts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UI-14 · 运行中纠偏 [内置] 忙碌时输入新要求作为 steering，在当前助手响应及工具批次完成后影响下一次回答。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UI-15 · 后续任务队列 [内置] 将请求排到当前任务结束后处理，区别于立即影响下一轮的纠偏消息；可设置逐条或整批投递。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UI-16 · 队列取回 [内置] 将排队消息恢复到编辑器，让用户修改、合并或取消尚未处理的内容。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UI-25 · 终端程序状态报告 [内置／终端相关] 向支持 OSC 7501 的终端／仪表盘报告 working、blocked、done、error、idle；仅发送会话名、对话框标题或错误首行，不发送提示及回答，默认先探测支持。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EXT-03 · 输入变换 [库] 在普通输入进入代理前处理内容、命令或引用，可按流式状态选择不同处理逻辑。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EXT-23 · 继续／结束运行控制 [库] 在轮次结束或最终收尾前请求下一次模型调用；工具结果可提示批次结束后无需再回答。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EXT-24 · 确定最终静止及取消状态 [库] 区别低层 agent_end 与自动恢复、排队任务完成后的 agent_settled；其 aborted 字段表明是否因取消结束，供通知、JSON 消费端和仪表盘正确分类。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INT-02 · 提交文本、图片与队列 [库] 直接 prompt、steer、followUp，并显式决定忙碌时行为；可获取最后助手文本。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AG-01 · 有状态 Agent [库] 保存模型、推理级别、可执行工具、消息、流式状态与待完成调用，供应用构建自己的智能体。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AG-02 · 多轮工具循环 [库] 模型回答要求工具时先执行工具、加入结果，再调用模型，直到正常完成、错误、中止或调度控制结束。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AG-03 · 上下文预处理 [库] 在模型格式转换前裁剪、注入或变换应用消息，便于构建检索或自定义历史管理。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AG-04 · 自定义消息类型 [库] 扩展应用消息并转换成模型可识别的 user、assistant、toolResult 等结构，或过滤仅 UI 使用的消息。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AG-05 · 文本与图片提示 [库] 支持文本、图片内容块或完整 AgentMessage 输入，让宿主以统一入口提供多模态任务。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AG-06 · 并行工具批次 [库] 默认先顺序完成工具预检，再并行执行通过的调用；完成事件按完成顺序，历史结果仍按模型原始顺序保存。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AG-07 · 串行工具约束 [库] 全局或单工具可要求串行；批次中存在串行工具时整批串行，保护共享可变状态。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AG-08 · 工具前后 Hook [库] 执行前阻止调用、执行后替换或标注结果，使权限、审计和结果规范化逻辑无需侵入工具。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AG-09 · 工具进度与错误反馈 [库] 工具可流式报告部分结果，抛错会转为模型可见错误，便于模型修正参数或换方法。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AG-10 · 终止结果提示 [库] 当一批所有最终工具结果都要求 terminate 时，跳过后续模型请求；混合批次仍正常继续。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AG-11 · 请求准备屏障 [库] 每次模型请求前安装权威上下文，使持久化会话状态能成为实际请求来源。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AG-12 · 轮次收尾决策 [库] 在助手与工具结果完成后决定结束或再请求一次；错误和中止仍是硬退出。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AG-13 · Steering／follow-up 队列 [库] 分开管理当前任务纠偏和后续任务，支持逐条／整批、窥视和清理队列。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AG-14 · 有序事件与异步订阅 [库] 发布 agent、turn、message、tool 全流程事件；Agent 的订阅按注册顺序等待，允许宿主把落盘操作作为屏障。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AG-15 · 取消与真正空闲 [库] 传播取消并等待整个运行结算，包括 agent_end 订阅完成，而不只等待最后一块文本。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AG-16 · 系统提示和工具变更记录 [库] 用系统消息记录提示与工具声明变化，请求前将可执行集合与会话声明对齐，支持准确重放。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AG-17 · 动态认证与会话亲和 [库] 宿主提供动态凭据解析、sessionId 和推理预算，将认证刷新及提供商缓存接入循环。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AG-18 · 底层无类循环 [库] 直接使用异步事件流驱动循环，便于定制宿主；底层流不会像 Agent 类那样等待消费者处理事件。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AG-20 · 工具执行耗时事件 [库] AgentToolCallOutcome、工具结果消息和 tool_execution_end 附带 execute 的单调时钟耗时，不包含 Hook；未实际执行的调用不产生该字段。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OTH-42 · 忙碌输入轻量预处理 [示例] 按 streamingBehavior 跳过昂贵输入转换，避免运行中纠偏被额外预处理拖慢。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queue-cancel / 忙碌时输入、取消与运行收尾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场景：模型或工具仍在运行时，用户补充要求或按下取消。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区分输入队列</a:t>
            </a:r>
          </a:p>
          <a:p xmlns:a="http://schemas.openxmlformats.org/drawingml/2006/main">
            <a:r>
              <a:t>追踪 steer 与 followUp 的入口和队列模式，确认它们在哪个边界参与下一轮。</a:t>
            </a:r>
          </a:p>
          <a:p xmlns:a="http://schemas.openxmlformats.org/drawingml/2006/main">
            <a:r>
              <a:t>输入：运行中的 Agent 与新增消息</a:t>
            </a:r>
          </a:p>
          <a:p xmlns:a="http://schemas.openxmlformats.org/drawingml/2006/main">
            <a:r>
              <a:t>输出：待处理队列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行为与边界：agent_end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观察工具批次</a:t>
            </a:r>
          </a:p>
          <a:p xmlns:a="http://schemas.openxmlformats.org/drawingml/2006/main">
            <a:r>
              <a:t>阅读并行与顺序模式，分别记录预检、执行完成和 toolResult 发出的顺序。</a:t>
            </a:r>
          </a:p>
          <a:p xmlns:a="http://schemas.openxmlformats.org/drawingml/2006/main">
            <a:r>
              <a:t>输入：多个 toolCall</a:t>
            </a:r>
          </a:p>
          <a:p xmlns:a="http://schemas.openxmlformats.org/drawingml/2006/main">
            <a:r>
              <a:t>输出：完成事件和最终结果顺序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行为与边界：当前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源码：packages/agent/src/agent.ts:1</a:t>
            </a:r>
          </a:p>
          <a:p xmlns:a="http://schemas.openxmlformats.org/drawingml/2006/main">
            <a:r>
              <a:t>源码：packages/agent/src/stream-fn.ts:1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传播取消信号</a:t>
            </a:r>
          </a:p>
          <a:p xmlns:a="http://schemas.openxmlformats.org/drawingml/2006/main">
            <a:r>
              <a:t>从 abort 到工具 signal 的消费位置，核对可中断操作和已经发生的副作用。</a:t>
            </a:r>
          </a:p>
          <a:p xmlns:a="http://schemas.openxmlformats.org/drawingml/2006/main">
            <a:r>
              <a:t>输入：AbortSignal</a:t>
            </a:r>
          </a:p>
          <a:p xmlns:a="http://schemas.openxmlformats.org/drawingml/2006/main">
            <a:r>
              <a:t>输出：取消结果或已完成结果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行为与边界：适合嵌套调用；宿主直接调用 tool.execute 会跳过此管线。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等待实际收尾</a:t>
            </a:r>
          </a:p>
          <a:p xmlns:a="http://schemas.openxmlformats.org/drawingml/2006/main">
            <a:r>
              <a:t>比较 agent_end、agent_settled 与 waitForIdle，观察异步订阅者是否仍在完成工作。</a:t>
            </a:r>
          </a:p>
          <a:p xmlns:a="http://schemas.openxmlformats.org/drawingml/2006/main">
            <a:r>
              <a:t>输入：循环终止与订阅者工作</a:t>
            </a:r>
          </a:p>
          <a:p xmlns:a="http://schemas.openxmlformats.org/drawingml/2006/main">
            <a:r>
              <a:t>输出：稳定的空闲状态和程序状态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行为与边界：状态协议依赖终端能力；会话最终通知仍在自动重试与压缩处理之后。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源码：packages/coding-agent/src/modes/interactive/program-status-reporter.ts:1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失败与恢复：取消不会自动撤销已写文件。agent_end 发出也不一定说明所有被等待的订阅者已经结束。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faux 测试设计：一个慢工具、一个快工具、一个排队输入；写出事件与消息的预期顺序。</a:t>
            </a:r>
          </a:p>
          <a:p xmlns:a="http://schemas.openxmlformats.org/drawingml/2006/main">
            <a:r>
              <a:t>参考判断：并行完成事件可按完成顺序发出，结果消息保持源顺序；下一轮取队列受模式和循环轮询点控制。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消息、工具与多轮循环</a:t>
            </a:r>
          </a:p>
          <a:p xmlns:a="http://schemas.openxmlformats.org/drawingml/2006/main">
            <a:r>
              <a:t>维护内存消息、工具批次、steering/follow-up、模型上下文变换与取消。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边界：当前 Agent 是内存运行循环；持久 Harness 在 pi-durable，CLI 会话由 coding-agent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终端程序状态与取消结果</a:t>
            </a:r>
          </a:p>
          <a:p xmlns:a="http://schemas.openxmlformats.org/drawingml/2006/main">
            <a:r>
              <a:t>向支持 OSC 7501 的终端报告工作、等待交互、完成或失败；agent_settled 的 aborted 区分取消与完成。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边界：状态协议依赖终端能力；会话最终通知仍在自动重试与压缩处理之后。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extensions/input-transform-streaming · 示例</a:t>
            </a:r>
          </a:p>
          <a:p xmlns:a="http://schemas.openxmlformats.org/drawingml/2006/main">
            <a:r>
              <a:t>展示 extensions/input-transform-streaming.ts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入口：packages/coding-agent/examples/extensions/input-transform-streaming.ts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UI-14 · 运行中纠偏 [内置] 忙碌时输入新要求作为 steering，在当前助手响应及工具批次完成后影响下一次回答。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UI-15 · 后续任务队列 [内置] 将请求排到当前任务结束后处理，区别于立即影响下一轮的纠偏消息；可设置逐条或整批投递。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UI-16 · 队列取回 [内置] 将排队消息恢复到编辑器，让用户修改、合并或取消尚未处理的内容。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UI-25 · 终端程序状态报告 [内置／终端相关] 向支持 OSC 7501 的终端／仪表盘报告 working、blocked、done、error、idle；仅发送会话名、对话框标题或错误首行，不发送提示及回答，默认先探测支持。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EXT-03 · 输入变换 [库] 在普通输入进入代理前处理内容、命令或引用，可按流式状态选择不同处理逻辑。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EXT-23 · 继续／结束运行控制 [库] 在轮次结束或最终收尾前请求下一次模型调用；工具结果可提示批次结束后无需再回答。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EXT-24 · 确定最终静止及取消状态 [库] 区别低层 agent_end 与自动恢复、排队任务完成后的 agent_settled；其 aborted 字段表明是否因取消结束，供通知、JSON 消费端和仪表盘正确分类。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INT-02 · 提交文本、图片与队列 [库] 直接 prompt、steer、followUp，并显式决定忙碌时行为；可获取最后助手文本。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AG-01 · 有状态 Agent [库] 保存模型、推理级别、可执行工具、消息、流式状态与待完成调用，供应用构建自己的智能体。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AG-02 · 多轮工具循环 [库] 模型回答要求工具时先执行工具、加入结果，再调用模型，直到正常完成、错误、中止或调度控制结束。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AG-03 · 上下文预处理 [库] 在模型格式转换前裁剪、注入或变换应用消息，便于构建检索或自定义历史管理。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AG-04 · 自定义消息类型 [库] 扩展应用消息并转换成模型可识别的 user、assistant、toolResult 等结构，或过滤仅 UI 使用的消息。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AG-05 · 文本与图片提示 [库] 支持文本、图片内容块或完整 AgentMessage 输入，让宿主以统一入口提供多模态任务。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AG-06 · 并行工具批次 [库] 默认先顺序完成工具预检，再并行执行通过的调用；完成事件按完成顺序，历史结果仍按模型原始顺序保存。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AG-07 · 串行工具约束 [库] 全局或单工具可要求串行；批次中存在串行工具时整批串行，保护共享可变状态。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AG-08 · 工具前后 Hook [库] 执行前阻止调用、执行后替换或标注结果，使权限、审计和结果规范化逻辑无需侵入工具。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AG-09 · 工具进度与错误反馈 [库] 工具可流式报告部分结果，抛错会转为模型可见错误，便于模型修正参数或换方法。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AG-10 · 终止结果提示 [库] 当一批所有最终工具结果都要求 terminate 时，跳过后续模型请求；混合批次仍正常继续。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AG-11 · 请求准备屏障 [库] 每次模型请求前安装权威上下文，使持久化会话状态能成为实际请求来源。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AG-12 · 轮次收尾决策 [库] 在助手与工具结果完成后决定结束或再请求一次；错误和中止仍是硬退出。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AG-13 · Steering／follow-up 队列 [库] 分开管理当前任务纠偏和后续任务，支持逐条／整批、窥视和清理队列。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AG-14 · 有序事件与异步订阅 [库] 发布 agent、turn、message、tool 全流程事件；Agent 的订阅按注册顺序等待，允许宿主把落盘操作作为屏障。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AG-15 · 取消与真正空闲 [库] 传播取消并等待整个运行结算，包括 agent_end 订阅完成，而不只等待最后一块文本。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AG-16 · 系统提示和工具变更记录 [库] 用系统消息记录提示与工具声明变化，请求前将可执行集合与会话声明对齐，支持准确重放。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AG-17 · 动态认证与会话亲和 [库] 宿主提供动态凭据解析、sessionId 和推理预算，将认证刷新及提供商缓存接入循环。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AG-18 · 底层无类循环 [库] 直接使用异步事件流驱动循环，便于定制宿主；底层流不会像 Agent 类那样等待消费者处理事件。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AG-20 · 工具执行耗时事件 [库] AgentToolCallOutcome、工具结果消息和 tool_execution_end 附带 execute 的单调时钟耗时，不包含 Hook；未实际执行的调用不产生该字段。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OTH-42 · 忙碌输入轻量预处理 [示例] 按 streamingBehavior 跳过昂贵输入转换，避免运行中纠偏被额外预处理拖慢。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queue-cancel / 忙碌时输入、取消与运行收尾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场景：模型或工具仍在运行时，用户补充要求或按下取消。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区分输入队列</a:t>
            </a:r>
          </a:p>
          <a:p xmlns:a="http://schemas.openxmlformats.org/drawingml/2006/main">
            <a:r>
              <a:t>追踪 steer 与 followUp 的入口和队列模式，确认它们在哪个边界参与下一轮。</a:t>
            </a:r>
          </a:p>
          <a:p xmlns:a="http://schemas.openxmlformats.org/drawingml/2006/main">
            <a:r>
              <a:t>输入：运行中的 Agent 与新增消息</a:t>
            </a:r>
          </a:p>
          <a:p xmlns:a="http://schemas.openxmlformats.org/drawingml/2006/main">
            <a:r>
              <a:t>输出：待处理队列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行为与边界：agent_end 后仍可能继续；agent_settled 是完成自动处理后的通知边界。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源码：packages/coding-agent/src/core/messages.ts:1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观察工具批次</a:t>
            </a:r>
          </a:p>
          <a:p xmlns:a="http://schemas.openxmlformats.org/drawingml/2006/main">
            <a:r>
              <a:t>阅读并行与顺序模式，分别记录预检、执行完成和 toolResult 发出的顺序。</a:t>
            </a:r>
          </a:p>
          <a:p xmlns:a="http://schemas.openxmlformats.org/drawingml/2006/main">
            <a:r>
              <a:t>输入：多个 toolCall</a:t>
            </a:r>
          </a:p>
          <a:p xmlns:a="http://schemas.openxmlformats.org/drawingml/2006/main">
            <a:r>
              <a:t>输出：完成事件和最终结果顺序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行为与边界：当前 Agent 是内存运行循环；持久 Harness 在 pi-durable，CLI 会话由 coding-agent 管理。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源码：packages/agent/src/agent.ts:1</a:t>
            </a:r>
          </a:p>
          <a:p xmlns:a="http://schemas.openxmlformats.org/drawingml/2006/main">
            <a:r>
              <a:t>源码：packages/agent/src/stream-fn.ts:1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传播取消信号</a:t>
            </a:r>
          </a:p>
          <a:p xmlns:a="http://schemas.openxmlformats.org/drawingml/2006/main">
            <a:r>
              <a:t>从 abort 到工具 signal 的消费位置，核对可中断操作和已经发生的副作用。</a:t>
            </a:r>
          </a:p>
          <a:p xmlns:a="http://schemas.openxmlformats.org/drawingml/2006/main">
            <a:r>
              <a:t>输入：AbortSignal</a:t>
            </a:r>
          </a:p>
          <a:p xmlns:a="http://schemas.openxmlformats.org/drawingml/2006/main">
            <a:r>
              <a:t>输出：取消结果或已完成结果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行为与边界：适合嵌套调用；宿主直接调用 tool.execute 会跳过此管线。</a:t>
            </a:r>
          </a:p>
          <a:p xmlns:a="http://schemas.openxmlformats.org/drawingml/2006/main">
            <a:r>
              <a:t>源码：packages/agent/src/agent-loop.ts:1</a:t>
            </a:r>
          </a:p>
          <a:p xmlns:a="http://schemas.openxmlformats.org/drawingml/2006/main">
            <a:r>
              <a:t>源码：packages/agent/src/types.ts:1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等待实际收尾</a:t>
            </a:r>
          </a:p>
          <a:p xmlns:a="http://schemas.openxmlformats.org/drawingml/2006/main">
            <a:r>
              <a:t>比较 agent_end、agent_settled 与 waitForIdle，观察异步订阅者是否仍在完成工作。</a:t>
            </a:r>
          </a:p>
          <a:p xmlns:a="http://schemas.openxmlformats.org/drawingml/2006/main">
            <a:r>
              <a:t>输入：循环终止与订阅者工作</a:t>
            </a:r>
          </a:p>
          <a:p xmlns:a="http://schemas.openxmlformats.org/drawingml/2006/main">
            <a:r>
              <a:t>输出：稳定的空闲状态和程序状态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行为与边界：状态协议依赖终端能力；会话最终通知仍在自动重试与压缩处理之后。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源码：packages/coding-agent/src/modes/interactive/program-status-reporter.ts:1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失败与恢复：取消不会自动撤销已写文件。agent_end 发出也不一定说明所有被等待的订阅者已经结束。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faux 测试设计：一个慢工具、一个快工具、一个排队输入；写出事件与消息的预期顺序。</a:t>
            </a:r>
          </a:p>
          <a:p xmlns:a="http://schemas.openxmlformats.org/drawingml/2006/main">
            <a:r>
              <a:t>参考判断：并行完成事件可按完成顺序发出，结果消息保持源顺序；下一轮取队列受模式和循环轮询点控制。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消息、工具与多轮循环</a:t>
            </a:r>
          </a:p>
          <a:p xmlns:a="http://schemas.openxmlformats.org/drawingml/2006/main">
            <a:r>
              <a:t>维护内存消息、工具批次、steering/follow-up、模型上下文变换与取消。</a:t>
            </a:r>
          </a:p>
          <a:p xmlns:a="http://schemas.openxmlformats.org/drawingml/2006/main">
            <a:r>
              <a:t>入口：Agent.prompt / continue / abort</a:t>
            </a:r>
          </a:p>
          <a:p xmlns:a="http://schemas.openxmlformats.org/drawingml/2006/main">
            <a:r>
              <a:t>边界：当前 Agent 是内存运行循环；持久 Harness 在 pi-durable，CLI 会话由 coding-agent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终端程序状态与取消结果</a:t>
            </a:r>
          </a:p>
          <a:p xmlns:a="http://schemas.openxmlformats.org/drawingml/2006/main">
            <a:r>
              <a:t>向支持 OSC 7501 的终端报告工作、等待交互、完成或失败；agent_settled 的 aborted 区分取消与完成。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边界：状态协议依赖终端能力；会话最终通知仍在自动重试与压缩处理之后。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快捷键与斜杠命令</a:t>
            </a:r>
          </a:p>
          <a:p xmlns:a="http://schemas.openxmlformats.org/drawingml/2006/main">
            <a:r>
              <a:t>集中定义可配置动作与内置命令清单。</a:t>
            </a:r>
          </a:p>
          <a:p xmlns:a="http://schemas.openxmlformats.org/drawingml/2006/main">
            <a:r>
              <a:t>入口：/hotkeys；keybindings.json；输入 /</a:t>
            </a:r>
          </a:p>
          <a:p xmlns:a="http://schemas.openxmlformats.org/drawingml/2006/main">
            <a:r>
              <a:t>边界：快捷键应复用命名配置；完整命令表在参考文档内。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extensions/input-transform-streaming · 示例</a:t>
            </a:r>
          </a:p>
          <a:p xmlns:a="http://schemas.openxmlformats.org/drawingml/2006/main">
            <a:r>
              <a:t>展示 extensions/input-transform-streaming.ts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入口：packages/coding-agent/examples/extensions/input-transform-streaming.ts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UI-14 · 运行中纠偏 [内置] 忙碌时输入新要求作为 steering，在当前助手响应及工具批次完成后影响下一次回答。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UI-15 · 后续任务队列 [内置] 将请求排到当前任务结束后处理，区别于立即影响下一轮的纠偏消息；可设置逐条或整批投递。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UI-16 · 队列取回 [内置] 将排队消息恢复到编辑器，让用户修改、合并或取消尚未处理的内容。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UI-17 · 取消、退出与挂起 [内置] 取消当前工作、清空编辑器后退出、空编辑器退出；支持 Unix 作业控制的平台还可挂起并返回。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UI-25 · 终端程序状态报告 [内置／终端相关] 向支持 OSC 7501 的终端／仪表盘报告 working、blocked、done、error、idle；仅发送会话名、对话框标题或错误首行，不发送提示及回答，默认先探测支持。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EXT-03 · 输入变换 [库] 在普通输入进入代理前处理内容、命令或引用，可按流式状态选择不同处理逻辑。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EXT-23 · 继续／结束运行控制 [库] 在轮次结束或最终收尾前请求下一次模型调用；工具结果可提示批次结束后无需再回答。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EXT-24 · 确定最终静止及取消状态 [库] 区别低层 agent_end 与自动恢复、排队任务完成后的 agent_settled；其 aborted 字段表明是否因取消结束，供通知、JSON 消费端和仪表盘正确分类。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INT-02 · 提交文本、图片与队列 [库] 直接 prompt、steer、followUp，并显式决定忙碌时行为；可获取最后助手文本。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INT-03 · 等待、取消和销毁 [库] 等待真正空闲，或取消工作并等待结束；销毁会话时清除监听和旧扩展上下文。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AG-01 · 有状态 Agent [库] 保存模型、推理级别、可执行工具、消息、流式状态与待完成调用，供应用构建自己的智能体。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AG-02 · 多轮工具循环 [库] 模型回答要求工具时先执行工具、加入结果，再调用模型，直到正常完成、错误、中止或调度控制结束。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AG-03 · 上下文预处理 [库] 在模型格式转换前裁剪、注入或变换应用消息，便于构建检索或自定义历史管理。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AG-04 · 自定义消息类型 [库] 扩展应用消息并转换成模型可识别的 user、assistant、toolResult 等结构，或过滤仅 UI 使用的消息。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AG-05 · 文本与图片提示 [库] 支持文本、图片内容块或完整 AgentMessage 输入，让宿主以统一入口提供多模态任务。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AG-06 · 并行工具批次 [库] 默认先顺序完成工具预检，再并行执行通过的调用；完成事件按完成顺序，历史结果仍按模型原始顺序保存。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AG-07 · 串行工具约束 [库] 全局或单工具可要求串行；批次中存在串行工具时整批串行，保护共享可变状态。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AG-08 · 工具前后 Hook [库] 执行前阻止调用、执行后替换或标注结果，使权限、审计和结果规范化逻辑无需侵入工具。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AG-09 · 工具进度与错误反馈 [库] 工具可流式报告部分结果，抛错会转为模型可见错误，便于模型修正参数或换方法。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AG-10 · 终止结果提示 [库] 当一批所有最终工具结果都要求 terminate 时，跳过后续模型请求；混合批次仍正常继续。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AG-11 · 请求准备屏障 [库] 每次模型请求前安装权威上下文，使持久化会话状态能成为实际请求来源。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AG-12 · 轮次收尾决策 [库] 在助手与工具结果完成后决定结束或再请求一次；错误和中止仍是硬退出。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AG-13 · Steering／follow-up 队列 [库] 分开管理当前任务纠偏和后续任务，支持逐条／整批、窥视和清理队列。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AG-14 · 有序事件与异步订阅 [库] 发布 agent、turn、message、tool 全流程事件；Agent 的订阅按注册顺序等待，允许宿主把落盘操作作为屏障。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AG-15 · 取消与真正空闲 [库] 传播取消并等待整个运行结算，包括 agent_end 订阅完成，而不只等待最后一块文本。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AG-16 · 系统提示和工具变更记录 [库] 用系统消息记录提示与工具声明变化，请求前将可执行集合与会话声明对齐，支持准确重放。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AG-17 · 动态认证与会话亲和 [库] 宿主提供动态凭据解析、sessionId 和推理预算，将认证刷新及提供商缓存接入循环。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AG-18 · 底层无类循环 [库] 直接使用异步事件流驱动循环，便于定制宿主；底层流不会像 Agent 类那样等待消费者处理事件。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AG-20 · 工具执行耗时事件 [库] AgentToolCallOutcome、工具结果消息和 tool_execution_end 附带 execute 的单调时钟耗时，不包含 Hook；未实际执行的调用不产生该字段。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OTH-42 · 忙碌输入轻量预处理 [示例] 按 streamingBehavior 跳过昂贵输入转换，避免运行中纠偏被额外预处理拖慢。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session-restore / 保存、恢复、分叉与历史树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场景：退出后继续之前的对话，或从旧消息开始探索另一条路线。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识别记录类型</a:t>
            </a:r>
          </a:p>
          <a:p xmlns:a="http://schemas.openxmlformats.org/drawingml/2006/main">
            <a:r>
              <a:t>阅读 session-format，区分 header、message、模型变化、压缩与自定义条目，找到 id 和 parentId。</a:t>
            </a:r>
          </a:p>
          <a:p xmlns:a="http://schemas.openxmlformats.org/drawingml/2006/main">
            <a:r>
              <a:t>输入：会话 JSONL</a:t>
            </a:r>
          </a:p>
          <a:p xmlns:a="http://schemas.openxmlformats.org/drawingml/2006/main">
            <a:r>
              <a:t>输出：有父子关系的条目树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定位当前分支</a:t>
            </a:r>
          </a:p>
          <a:p xmlns:a="http://schemas.openxmlformats.org/drawingml/2006/main">
            <a:r>
              <a:t>沿 /tree、/fork 和分支切换找到当前叶节点；区分新建文件与在同一树中切换。</a:t>
            </a:r>
          </a:p>
          <a:p xmlns:a="http://schemas.openxmlformats.org/drawingml/2006/main">
            <a:r>
              <a:t>输入：目标历史节点</a:t>
            </a:r>
          </a:p>
          <a:p xmlns:a="http://schemas.openxmlformats.org/drawingml/2006/main">
            <a:r>
              <a:t>输出：新的活动分支</a:t>
            </a:r>
          </a:p>
          <a:p xmlns:a="http://schemas.openxmlformats.org/drawingml/2006/main">
            <a:r>
              <a:t>入口：/tree；/fork；/clone</a:t>
            </a:r>
          </a:p>
          <a:p xmlns:a="http://schemas.openxmlformats.org/drawingml/2006/main">
            <a:r>
              <a:t>行为与边界：区分同文件内的分支和新会话副本；分支敏感扩展状态需要重新恢复。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重建模型上下文</a:t>
            </a:r>
          </a:p>
          <a:p xmlns:a="http://schemas.openxmlformats.org/drawingml/2006/main">
            <a:r>
              <a:t>从当前叶向前追溯，确认摘要和消息如何投影成上下文；文件所有行不等于当前请求所有消息。</a:t>
            </a:r>
          </a:p>
          <a:p xmlns:a="http://schemas.openxmlformats.org/drawingml/2006/main">
            <a:r>
              <a:t>输入：分支路径与摘要</a:t>
            </a:r>
          </a:p>
          <a:p xmlns:a="http://schemas.openxmlformats.org/drawingml/2006/main">
            <a:r>
              <a:t>输出：当前会话上下文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恢复扩展状态</a:t>
            </a:r>
          </a:p>
          <a:p xmlns:a="http://schemas.openxmlformats.org/drawingml/2006/main">
            <a:r>
              <a:t>查看扩展 session_start / session_tree 等事件，使用保存条目重建状态，避免仅依赖进程内变量。</a:t>
            </a:r>
          </a:p>
          <a:p xmlns:a="http://schemas.openxmlformats.org/drawingml/2006/main">
            <a:r>
              <a:t>输入：恢复的会话和扩展条目</a:t>
            </a:r>
          </a:p>
          <a:p xmlns:a="http://schemas.openxmlformats.org/drawingml/2006/main">
            <a:r>
              <a:t>输出：与活动分支对应的运行状态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失败与恢复：保存成功不保证所有外部资源还能用。恢复时模型、扩展版本与工作目录变化都需要单独诊断。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练习：创建一条三条消息的纸面会话树，在第二条处分叉，标出两个叶节点分别会读取哪些条目。</a:t>
            </a:r>
          </a:p>
          <a:p xmlns:a="http://schemas.openxmlformats.org/drawingml/2006/main">
            <a:r>
              <a:t>参考判断：应沿各自 parentId 路径构建上下文，不能简单把整个 JSONL 文件顺序拼接。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会话树、分叉与克隆</a:t>
            </a:r>
          </a:p>
          <a:p xmlns:a="http://schemas.openxmlformats.org/drawingml/2006/main">
            <a:r>
              <a:t>从历史位置继续，或复制历史创建独立会话。</a:t>
            </a:r>
          </a:p>
          <a:p xmlns:a="http://schemas.openxmlformats.org/drawingml/2006/main">
            <a:r>
              <a:t>入口：/tree；/fork；/clone</a:t>
            </a:r>
          </a:p>
          <a:p xmlns:a="http://schemas.openxmlformats.org/drawingml/2006/main">
            <a:r>
              <a:t>边界：区分同文件内的分支和新会话副本；分支敏感扩展状态需要重新恢复。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extensions/session-name · 示例</a:t>
            </a:r>
          </a:p>
          <a:p xmlns:a="http://schemas.openxmlformats.org/drawingml/2006/main">
            <a:r>
              <a:t>展示 extensions/session-name.ts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入口：packages/coding-agent/examples/extensions/session-name.ts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extensions/bookmark · 示例</a:t>
            </a:r>
          </a:p>
          <a:p xmlns:a="http://schemas.openxmlformats.org/drawingml/2006/main">
            <a:r>
              <a:t>展示 extensions/bookmark.ts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入口：packages/coding-agent/examples/extensions/bookmark.ts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SES-09 · 会话树导航 [内置] 在同一个会话文件的不同历史节点间切换；离开的分支仍保留，选中旧用户消息可编辑后形成新分支。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SES-10 · 树筛选与标签 [内置] 按用户消息、无工具结果、已标记节点或全部条目筛选；支持折叠分支、编辑标签和查看标签时间。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SES-11 · 历史分叉 [内置] 从较早的用户消息建立独立会话，适合探索另一条实现方向并保持旧会话完整。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SES-12 · 当前分支克隆 [内置] 将当前活动分支复制到新会话，从现有状态开始独立工作。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OTH-52 · 会话命名与书签 [示例] 由扩展设置会话名称和节点标签，使 session picker 与 tree 更易定位。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session-restore / 保存、恢复、分叉与历史树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场景：退出后继续之前的对话，或从旧消息开始探索另一条路线。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识别记录类型</a:t>
            </a:r>
          </a:p>
          <a:p xmlns:a="http://schemas.openxmlformats.org/drawingml/2006/main">
            <a:r>
              <a:t>阅读 session-format，区分 header、message、模型变化、压缩与自定义条目，找到 id 和 parentId。</a:t>
            </a:r>
          </a:p>
          <a:p xmlns:a="http://schemas.openxmlformats.org/drawingml/2006/main">
            <a:r>
              <a:t>输入：会话 JSONL</a:t>
            </a:r>
          </a:p>
          <a:p xmlns:a="http://schemas.openxmlformats.org/drawingml/2006/main">
            <a:r>
              <a:t>输出：有父子关系的条目树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定位当前分支</a:t>
            </a:r>
          </a:p>
          <a:p xmlns:a="http://schemas.openxmlformats.org/drawingml/2006/main">
            <a:r>
              <a:t>沿 /tree、/fork 和分支切换找到当前叶节点；区分新建文件与在同一树中切换。</a:t>
            </a:r>
          </a:p>
          <a:p xmlns:a="http://schemas.openxmlformats.org/drawingml/2006/main">
            <a:r>
              <a:t>输入：目标历史节点</a:t>
            </a:r>
          </a:p>
          <a:p xmlns:a="http://schemas.openxmlformats.org/drawingml/2006/main">
            <a:r>
              <a:t>输出：新的活动分支</a:t>
            </a:r>
          </a:p>
          <a:p xmlns:a="http://schemas.openxmlformats.org/drawingml/2006/main">
            <a:r>
              <a:t>入口：/tree；/fork；/clone</a:t>
            </a:r>
          </a:p>
          <a:p xmlns:a="http://schemas.openxmlformats.org/drawingml/2006/main">
            <a:r>
              <a:t>行为与边界：区分同文件内的分支和新会话副本；分支敏感扩展状态需要重新恢复。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重建模型上下文</a:t>
            </a:r>
          </a:p>
          <a:p xmlns:a="http://schemas.openxmlformats.org/drawingml/2006/main">
            <a:r>
              <a:t>从当前叶向前追溯，确认摘要和消息如何投影成上下文；文件所有行不等于当前请求所有消息。</a:t>
            </a:r>
          </a:p>
          <a:p xmlns:a="http://schemas.openxmlformats.org/drawingml/2006/main">
            <a:r>
              <a:t>输入：分支路径与摘要</a:t>
            </a:r>
          </a:p>
          <a:p xmlns:a="http://schemas.openxmlformats.org/drawingml/2006/main">
            <a:r>
              <a:t>输出：当前会话上下文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恢复扩展状态</a:t>
            </a:r>
          </a:p>
          <a:p xmlns:a="http://schemas.openxmlformats.org/drawingml/2006/main">
            <a:r>
              <a:t>查看扩展 session_start / session_tree 等事件，使用保存条目重建状态，避免仅依赖进程内变量。</a:t>
            </a:r>
          </a:p>
          <a:p xmlns:a="http://schemas.openxmlformats.org/drawingml/2006/main">
            <a:r>
              <a:t>输入：恢复的会话和扩展条目</a:t>
            </a:r>
          </a:p>
          <a:p xmlns:a="http://schemas.openxmlformats.org/drawingml/2006/main">
            <a:r>
              <a:t>输出：与活动分支对应的运行状态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失败与恢复：保存成功不保证所有外部资源还能用。恢复时模型、扩展版本与工作目录变化都需要单独诊断。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练习：创建一条三条消息的纸面会话树，在第二条处分叉，标出两个叶节点分别会读取哪些条目。</a:t>
            </a:r>
          </a:p>
          <a:p xmlns:a="http://schemas.openxmlformats.org/drawingml/2006/main">
            <a:r>
              <a:t>参考判断：应沿各自 parentId 路径构建上下文，不能简单把整个 JSONL 文件顺序拼接。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会话树、分叉与克隆</a:t>
            </a:r>
          </a:p>
          <a:p xmlns:a="http://schemas.openxmlformats.org/drawingml/2006/main">
            <a:r>
              <a:t>从历史位置继续，或复制历史创建独立会话。</a:t>
            </a:r>
          </a:p>
          <a:p xmlns:a="http://schemas.openxmlformats.org/drawingml/2006/main">
            <a:r>
              <a:t>入口：/tree；/fork；/clone</a:t>
            </a:r>
          </a:p>
          <a:p xmlns:a="http://schemas.openxmlformats.org/drawingml/2006/main">
            <a:r>
              <a:t>边界：区分同文件内的分支和新会话副本；分支敏感扩展状态需要重新恢复。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extensions/session-name · 示例</a:t>
            </a:r>
          </a:p>
          <a:p xmlns:a="http://schemas.openxmlformats.org/drawingml/2006/main">
            <a:r>
              <a:t>展示 extensions/session-name.ts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入口：packages/coding-agent/examples/extensions/session-name.ts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extensions/bookmark · 示例</a:t>
            </a:r>
          </a:p>
          <a:p xmlns:a="http://schemas.openxmlformats.org/drawingml/2006/main">
            <a:r>
              <a:t>展示 extensions/bookmark.ts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入口：packages/coding-agent/examples/extensions/bookmark.ts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SES-09 · 会话树导航 [内置] 在同一个会话文件的不同历史节点间切换；离开的分支仍保留，选中旧用户消息可编辑后形成新分支。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SES-10 · 树筛选与标签 [内置] 按用户消息、无工具结果、已标记节点或全部条目筛选；支持折叠分支、编辑标签和查看标签时间。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SES-11 · 历史分叉 [内置] 从较早的用户消息建立独立会话，适合探索另一条实现方向并保持旧会话完整。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SES-12 · 当前分支克隆 [内置] 将当前活动分支复制到新会话，从现有状态开始独立工作。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OTH-52 · 会话命名与书签 [示例] 由扩展设置会话名称和节点标签，使 session picker 与 tree 更易定位。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session-restore / 保存、恢复、分叉与历史树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场景：退出后继续之前的对话，或从旧消息开始探索另一条路线。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识别记录类型</a:t>
            </a:r>
          </a:p>
          <a:p xmlns:a="http://schemas.openxmlformats.org/drawingml/2006/main">
            <a:r>
              <a:t>阅读 session-format，区分 header、message、模型变化、压缩与自定义条目，找到 id 和 parentId。</a:t>
            </a:r>
          </a:p>
          <a:p xmlns:a="http://schemas.openxmlformats.org/drawingml/2006/main">
            <a:r>
              <a:t>输入：会话 JSONL</a:t>
            </a:r>
          </a:p>
          <a:p xmlns:a="http://schemas.openxmlformats.org/drawingml/2006/main">
            <a:r>
              <a:t>输出：有父子关系的条目树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定位当前分支</a:t>
            </a:r>
          </a:p>
          <a:p xmlns:a="http://schemas.openxmlformats.org/drawingml/2006/main">
            <a:r>
              <a:t>沿 /tree、/fork 和分支切换找到当前叶节点；区分新建文件与在同一树中切换。</a:t>
            </a:r>
          </a:p>
          <a:p xmlns:a="http://schemas.openxmlformats.org/drawingml/2006/main">
            <a:r>
              <a:t>输入：目标历史节点</a:t>
            </a:r>
          </a:p>
          <a:p xmlns:a="http://schemas.openxmlformats.org/drawingml/2006/main">
            <a:r>
              <a:t>输出：新的活动分支</a:t>
            </a:r>
          </a:p>
          <a:p xmlns:a="http://schemas.openxmlformats.org/drawingml/2006/main">
            <a:r>
              <a:t>入口：/tree；/fork；/clone</a:t>
            </a:r>
          </a:p>
          <a:p xmlns:a="http://schemas.openxmlformats.org/drawingml/2006/main">
            <a:r>
              <a:t>行为与边界：区分同文件内的分支和新会话副本；分支敏感扩展状态需要重新恢复。</a:t>
            </a:r>
          </a:p>
          <a:p xmlns:a="http://schemas.openxmlformats.org/drawingml/2006/main">
            <a:r>
              <a:t>源码：packages/coding-agent/src/core/agent-session-runtime.ts:1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重建模型上下文</a:t>
            </a:r>
          </a:p>
          <a:p xmlns:a="http://schemas.openxmlformats.org/drawingml/2006/main">
            <a:r>
              <a:t>从当前叶向前追溯，确认摘要和消息如何投影成上下文；文件所有行不等于当前请求所有消息。</a:t>
            </a:r>
          </a:p>
          <a:p xmlns:a="http://schemas.openxmlformats.org/drawingml/2006/main">
            <a:r>
              <a:t>输入：分支路径与摘要</a:t>
            </a:r>
          </a:p>
          <a:p xmlns:a="http://schemas.openxmlformats.org/drawingml/2006/main">
            <a:r>
              <a:t>输出：当前会话上下文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行为与边界：当前分支重建下一次模型上下文，内存会话可关闭持久化。</a:t>
            </a:r>
          </a:p>
          <a:p xmlns:a="http://schemas.openxmlformats.org/drawingml/2006/main">
            <a:r>
              <a:t>源码：packages/coding-agent/src/cli/session-picker.ts:1</a:t>
            </a:r>
          </a:p>
          <a:p xmlns:a="http://schemas.openxmlformats.org/drawingml/2006/main">
            <a:r>
              <a:t>源码：packages/coding-agent/src/core/session-cwd.ts:1</a:t>
            </a:r>
          </a:p>
          <a:p xmlns:a="http://schemas.openxmlformats.org/drawingml/2006/main">
            <a:r>
              <a:t>源码：packages/coding-agent/src/core/session-manager.ts:1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恢复扩展状态</a:t>
            </a:r>
          </a:p>
          <a:p xmlns:a="http://schemas.openxmlformats.org/drawingml/2006/main">
            <a:r>
              <a:t>查看扩展 session_start / session_tree 等事件，使用保存条目重建状态，避免仅依赖进程内变量。</a:t>
            </a:r>
          </a:p>
          <a:p xmlns:a="http://schemas.openxmlformats.org/drawingml/2006/main">
            <a:r>
              <a:t>输入：恢复的会话和扩展条目</a:t>
            </a:r>
          </a:p>
          <a:p xmlns:a="http://schemas.openxmlformats.org/drawingml/2006/main">
            <a:r>
              <a:t>输出：与活动分支对应的运行状态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行为与边界：工厂负责注册，runner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源码：packages/coding-agent/src/core/event-bus.ts:1</a:t>
            </a:r>
          </a:p>
          <a:p xmlns:a="http://schemas.openxmlformats.org/drawingml/2006/main">
            <a:r>
              <a:t>源码：packages/coding-agent/src/core/extensions/index.ts:1</a:t>
            </a:r>
          </a:p>
          <a:p xmlns:a="http://schemas.openxmlformats.org/drawingml/2006/main">
            <a:r>
              <a:t>源码：packages/coding-agent/src/core/extensions/jiti-loader.ts:1</a:t>
            </a:r>
          </a:p>
          <a:p xmlns:a="http://schemas.openxmlformats.org/drawingml/2006/main">
            <a:r>
              <a:t>源码：packages/coding-agent/src/core/extensions/jiti-static-loader.ts:1</a:t>
            </a:r>
          </a:p>
          <a:p xmlns:a="http://schemas.openxmlformats.org/drawingml/2006/main">
            <a:r>
              <a:t>源码：packages/coding-agent/src/core/extensions/loader.ts:1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源码：packages/coding-agent/src/core/extensions/virtual-modules.ts:1</a:t>
            </a:r>
          </a:p>
          <a:p xmlns:a="http://schemas.openxmlformats.org/drawingml/2006/main">
            <a:r>
              <a:t>源码：packages/coding-agent/src/core/extensions/wrapper.ts:1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失败与恢复：保存成功不保证所有外部资源还能用。恢复时模型、扩展版本与工作目录变化都需要单独诊断。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练习：创建一条三条消息的纸面会话树，在第二条处分叉，标出两个叶节点分别会读取哪些条目。</a:t>
            </a:r>
          </a:p>
          <a:p xmlns:a="http://schemas.openxmlformats.org/drawingml/2006/main">
            <a:r>
              <a:t>参考判断：应沿各自 parentId 路径构建上下文，不能简单把整个 JSONL 文件顺序拼接。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会话保存、恢复与命名</a:t>
            </a:r>
          </a:p>
          <a:p xmlns:a="http://schemas.openxmlformats.org/drawingml/2006/main">
            <a:r>
              <a:t>保存树形会话记录，并按项目、路径或 ID 恢复。</a:t>
            </a:r>
          </a:p>
          <a:p xmlns:a="http://schemas.openxmlformats.org/drawingml/2006/main">
            <a:r>
              <a:t>入口：--continue；--resume；--session；--name</a:t>
            </a:r>
          </a:p>
          <a:p xmlns:a="http://schemas.openxmlformats.org/drawingml/2006/main">
            <a:r>
              <a:t>边界：当前分支重建下一次模型上下文，内存会话可关闭持久化。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会话树、分叉与克隆</a:t>
            </a:r>
          </a:p>
          <a:p xmlns:a="http://schemas.openxmlformats.org/drawingml/2006/main">
            <a:r>
              <a:t>从历史位置继续，或复制历史创建独立会话。</a:t>
            </a:r>
          </a:p>
          <a:p xmlns:a="http://schemas.openxmlformats.org/drawingml/2006/main">
            <a:r>
              <a:t>入口：/tree；/fork；/clone</a:t>
            </a:r>
          </a:p>
          <a:p xmlns:a="http://schemas.openxmlformats.org/drawingml/2006/main">
            <a:r>
              <a:t>边界：区分同文件内的分支和新会话副本；分支敏感扩展状态需要重新恢复。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资源发现、来源与冲突诊断</a:t>
            </a:r>
          </a:p>
          <a:p xmlns:a="http://schemas.openxmlformats.org/drawingml/2006/main">
            <a:r>
              <a:t>统一发现扩展、技能、模板、主题与项目上下文文件。</a:t>
            </a:r>
          </a:p>
          <a:p xmlns:a="http://schemas.openxmlformats.org/drawingml/2006/main">
            <a:r>
              <a:t>入口：DefaultResourceLoader.reload；资源路径设置</a:t>
            </a:r>
          </a:p>
          <a:p xmlns:a="http://schemas.openxmlformats.org/drawingml/2006/main">
            <a:r>
              <a:t>边界：记录来源并处理碰撞；项目资源需遵守信任加载顺序。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SDK 创建与替换运行时</a:t>
            </a:r>
          </a:p>
          <a:p xmlns:a="http://schemas.openxmlformats.org/drawingml/2006/main">
            <a:r>
              <a:t>让应用在进程内创建、继续或替换编码智能体会话。</a:t>
            </a:r>
          </a:p>
          <a:p xmlns:a="http://schemas.openxmlformats.org/drawingml/2006/main">
            <a:r>
              <a:t>入口：createAgentSession / createAgentSessionRuntime</a:t>
            </a:r>
          </a:p>
          <a:p xmlns:a="http://schemas.openxmlformats.org/drawingml/2006/main">
            <a:r>
              <a:t>边界：SDK 注入流函数、配置、工具与存储；运行时负责会话替换和重新绑定。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虚拟模型与请求路由</a:t>
            </a:r>
          </a:p>
          <a:p xmlns:a="http://schemas.openxmlformats.org/drawingml/2006/main">
            <a:r>
              <a:t>允许选择逻辑模型，并将每次请求路由到物理模型。</a:t>
            </a:r>
          </a:p>
          <a:p xmlns:a="http://schemas.openxmlformats.org/drawingml/2006/main">
            <a:r>
              <a:t>入口：VirtualModelDefinition / ModelRoute</a:t>
            </a:r>
          </a:p>
          <a:p xmlns:a="http://schemas.openxmlformats.org/drawingml/2006/main">
            <a:r>
              <a:t>边界：虚拟模型不会直接到达提供商；路由状态可跟随会话分支保存。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extensions/session-name · 示例</a:t>
            </a:r>
          </a:p>
          <a:p xmlns:a="http://schemas.openxmlformats.org/drawingml/2006/main">
            <a:r>
              <a:t>展示 extensions/session-name.ts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入口：packages/coding-agent/examples/extensions/session-name.ts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extensions/bookmark · 示例</a:t>
            </a:r>
          </a:p>
          <a:p xmlns:a="http://schemas.openxmlformats.org/drawingml/2006/main">
            <a:r>
              <a:t>展示 extensions/bookmark.ts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入口：packages/coding-agent/examples/extensions/bookmark.ts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SES-01 · 自动持久化 [内置] 将会话保存为本地 JSONL 记录，按工作目录组织，退出后可继续；普通 CLI 与 Durable 的 SQLite 会话属于不同体系。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SES-02 · 最近会话续接 [内置] 在当前项目恢复最近一次会话，减少重复说明工作背景。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SES-03 · 会话选择器 [内置] 搜索、排序、显示路径、筛选有名称的会话，并支持重命名和删除已有会话。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SES-04 · 按路径或 ID 打开 [内置] 已知文件路径、完整或部分 ID 时直接定位会话；跨项目匹配会按 CLI 规则处理分叉。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SES-05 · 确定性会话 ID [内置] 用指定 ID 打开已有项目会话或创建新会话，便于外部程序稳定引用同一任务。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SES-06 · 新会话 [内置] 在同一进程开启新工作上下文，避免把上一项任务的历史继续传给模型。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SES-07 · 会话命名 [内置] 为会话设置易识别名称，便于在列表和状态栏辨认工作主题。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SES-09 · 会话树导航 [内置] 在同一个会话文件的不同历史节点间切换；离开的分支仍保留，选中旧用户消息可编辑后形成新分支。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SES-10 · 树筛选与标签 [内置] 按用户消息、无工具结果、已标记节点或全部条目筛选；支持折叠分支、编辑标签和查看标签时间。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SES-11 · 历史分叉 [内置] 从较早的用户消息建立独立会话，适合探索另一条实现方向并保持旧会话完整。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SES-12 · 当前分支克隆 [内置] 将当前活动分支复制到新会话，从现有状态开始独立工作。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SES-18 · 分支上下文重建 [内置／库] 仅选择当前分支及其压缩、系统提示和工具变更生成模型上下文，不把其他分支全量发给模型。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SES-19 · 无持久化会话 [可选] 仅在内存运行，不产生可续接会话文件，适合临时调用和由宿主自行管理历史的场景。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SES-20 · 自定义存储目录 [可选] 用 CLI、环境变量或设置指定会话位置，以适应项目归档或自动化目录管理。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CFG-10 · 运行中重载 [内置] 重新读取快捷键、扩展、技能、模板、主题和上下文配置，方便开发和调整资源。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EXT-01 · TypeScript／JavaScript 扩展加载 [可选] 以工厂函数注册能力，单文件或目录入口均可；jiti 使本地 TypeScript 扩展无需单独编译，异步工厂会等待完成。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EXT-02 · 生命周期事件 [库] 观察或调整资源发现、会话、输入、模型、消息、工具和运行生命周期；按注册顺序调用并可取消订阅。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EXT-05 · 最终消息改写 [库] 在完成消息边界替换内容，同时保留消息角色，便于过滤或规范化输出。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EXT-06 · 自定义模型工具 [库] 注册带 TypeBox 参数、执行函数、模型内容和 UI details 的工具；支持进度、错误和用量上报。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EXT-07 · 工具输入拦截 [库] 校验后、执行前改写参数或阻止调用，适合审批和路径保护；处理器失败时阻止执行。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EXT-08 · 工具结果处理 [库] 修改或脱敏结果，各处理器可看到先前修改；结构化结果需与文本一并处理。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EXT-16 · 自定义命令、参数和快捷键 [库] 注册斜杠命令及参数补全、命令行长参数和快捷键，将常见工作流变成直接操作。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EXT-18 · 对话框与通知 [库] 向用户提供选择、确认、输入、多行编辑、状态和通知；RPC 可转发支持的 UI 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EXT-19 · 自定义终端界面 [库] 插入组件、覆盖层、编辑器、页眉页脚、工作指示器和补全器，创建专用交互。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EXT-20 · 会话状态持久化 [库] 工具 details 保存随分支变化的状态，自定义条目保存不发模型的数据，自定义消息保存可见上下文。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EXT-22 · 会话控制与安全切换 [库] 命令上下文可等待空闲、重载、导航与替换会话；替换后应使用新上下文和重新绑定监听。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EXT-25 · 提供商和虚拟模型扩展 [库] 注册自定义流式协议、认证和模型发现，或逐请求进行模型路由，复用 Pi 会话和选择器。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EXT-27 · 扩展间事件总线 [库] 在同一进程的多个扩展间传递事件，减少彼此直接引用内部实现。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EXT-28 · 原始提供商事件观察 [库] 在标准化前读取解析后的提供商事件以排查专有字段；不是原始网络字节，也不会默认持久化。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INT-06 · 内联扩展 [库] 在宿主代码中直接定义扩展工厂，可设置诊断名称、可替代标记或内置扩展身份。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OTH-52 · 会话命名与书签 [示例] 由扩展设置会话名称和节点标签，使 session picker 与 tree 更易定位。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context-budget / 上下文压缩、重试与缓存统计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场景：对话很长，模型上下文溢出，或你想解释缓存用量。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测量上下文和阈值</a:t>
            </a:r>
          </a:p>
          <a:p xmlns:a="http://schemas.openxmlformats.org/drawingml/2006/main">
            <a:r>
              <a:t>区分主动压缩、阈值触发和溢出后的恢复路径，查看保留最近内容和摘要输入的选择。</a:t>
            </a:r>
          </a:p>
          <a:p xmlns:a="http://schemas.openxmlformats.org/drawingml/2006/main">
            <a:r>
              <a:t>输入：历史消息与 token 估计</a:t>
            </a:r>
          </a:p>
          <a:p xmlns:a="http://schemas.openxmlformats.org/drawingml/2006/main">
            <a:r>
              <a:t>输出：压缩决策和待摘要内容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行为与边界：摘要影响上下文投影，不直接等价于删除原始会话历史。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源码：packages/coding-agent/src/core/compaction/branch-summarization.ts:1</a:t>
            </a:r>
          </a:p>
          <a:p xmlns:a="http://schemas.openxmlformats.org/drawingml/2006/main">
            <a:r>
              <a:t>源码：packages/coding-agent/src/core/compaction/compaction.ts:1</a:t>
            </a:r>
          </a:p>
          <a:p xmlns:a="http://schemas.openxmlformats.org/drawingml/2006/main">
            <a:r>
              <a:t>源码：packages/coding-agent/src/core/compaction/index.ts:1</a:t>
            </a:r>
          </a:p>
          <a:p xmlns:a="http://schemas.openxmlformats.org/drawingml/2006/main">
            <a:r>
              <a:t>源码：packages/coding-agent/src/core/compaction/utils.ts:1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保存摘要并重建</a:t>
            </a:r>
          </a:p>
          <a:p xmlns:a="http://schemas.openxmlformats.org/drawingml/2006/main">
            <a:r>
              <a:t>检查压缩结果条目和保留边界，跟踪下一轮上下文使用什么内容。摘要不应被理解为删掉全部原始历史。</a:t>
            </a:r>
          </a:p>
          <a:p xmlns:a="http://schemas.openxmlformats.org/drawingml/2006/main">
            <a:r>
              <a:t>输入：摘要结果</a:t>
            </a:r>
          </a:p>
          <a:p xmlns:a="http://schemas.openxmlformats.org/drawingml/2006/main">
            <a:r>
              <a:t>输出：可继续请求的上下文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行为与边界：摘要影响上下文投影，不直接等价于删除原始会话历史。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源码：packages/coding-agent/src/core/compaction/branch-summarization.ts:1</a:t>
            </a:r>
          </a:p>
          <a:p xmlns:a="http://schemas.openxmlformats.org/drawingml/2006/main">
            <a:r>
              <a:t>源码：packages/coding-agent/src/core/compaction/compaction.ts:1</a:t>
            </a:r>
          </a:p>
          <a:p xmlns:a="http://schemas.openxmlformats.org/drawingml/2006/main">
            <a:r>
              <a:t>源码：packages/coding-agent/src/core/compaction/index.ts:1</a:t>
            </a:r>
          </a:p>
          <a:p xmlns:a="http://schemas.openxmlformats.org/drawingml/2006/main">
            <a:r>
              <a:t>源码：packages/coding-agent/src/core/compaction/utils.ts:1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区分重试与新输入</a:t>
            </a:r>
          </a:p>
          <a:p xmlns:a="http://schemas.openxmlformats.org/drawingml/2006/main">
            <a:r>
              <a:t>查看可重试错误、退避、取消和最大延迟；把供应商重试与产品的上下文恢复分开标注。</a:t>
            </a:r>
          </a:p>
          <a:p xmlns:a="http://schemas.openxmlformats.org/drawingml/2006/main">
            <a:r>
              <a:t>输入：请求错误与重试策略</a:t>
            </a:r>
          </a:p>
          <a:p xmlns:a="http://schemas.openxmlformats.org/drawingml/2006/main">
            <a:r>
              <a:t>输出：再次请求或明确失败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行为与边界：具体函数、参数与注释由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源码：packages/ai/src/utils/abort-signals.ts:1</a:t>
            </a:r>
          </a:p>
          <a:p xmlns:a="http://schemas.openxmlformats.org/drawingml/2006/main">
            <a:r>
              <a:t>源码：packages/ai/src/utils/abort.ts:1</a:t>
            </a:r>
          </a:p>
          <a:p xmlns:a="http://schemas.openxmlformats.org/drawingml/2006/main">
            <a:r>
              <a:t>源码：packages/ai/src/utils/diagnostics.ts:1</a:t>
            </a:r>
          </a:p>
          <a:p xmlns:a="http://schemas.openxmlformats.org/drawingml/2006/main">
            <a:r>
              <a:t>源码：packages/ai/src/utils/error-body.ts:1</a:t>
            </a:r>
          </a:p>
          <a:p xmlns:a="http://schemas.openxmlformats.org/drawingml/2006/main">
            <a:r>
              <a:t>源码：packages/ai/src/utils/estimate.ts:1</a:t>
            </a:r>
          </a:p>
          <a:p xmlns:a="http://schemas.openxmlformats.org/drawingml/2006/main">
            <a:r>
              <a:t>源码：packages/ai/src/utils/event-stream.ts:1</a:t>
            </a:r>
          </a:p>
          <a:p xmlns:a="http://schemas.openxmlformats.org/drawingml/2006/main">
            <a:r>
              <a:t>源码：packages/ai/src/utils/hash.ts:1</a:t>
            </a:r>
          </a:p>
          <a:p xmlns:a="http://schemas.openxmlformats.org/drawingml/2006/main">
            <a:r>
              <a:t>源码：packages/ai/src/utils/headers.ts:1</a:t>
            </a:r>
          </a:p>
          <a:p xmlns:a="http://schemas.openxmlformats.org/drawingml/2006/main">
            <a:r>
              <a:t>源码：packages/ai/src/utils/identity.ts:1</a:t>
            </a:r>
          </a:p>
          <a:p xmlns:a="http://schemas.openxmlformats.org/drawingml/2006/main">
            <a:r>
              <a:t>源码：packages/ai/src/utils/json-parse.ts:1</a:t>
            </a:r>
          </a:p>
          <a:p xmlns:a="http://schemas.openxmlformats.org/drawingml/2006/main">
            <a:r>
              <a:t>源码：packages/ai/src/utils/model-operations.ts:1</a:t>
            </a:r>
          </a:p>
          <a:p xmlns:a="http://schemas.openxmlformats.org/drawingml/2006/main">
            <a:r>
              <a:t>源码：packages/ai/src/utils/models-error.ts:1</a:t>
            </a:r>
          </a:p>
          <a:p xmlns:a="http://schemas.openxmlformats.org/drawingml/2006/main">
            <a:r>
              <a:t>源码：packages/ai/src/utils/node-http-proxy.ts:1</a:t>
            </a:r>
          </a:p>
          <a:p xmlns:a="http://schemas.openxmlformats.org/drawingml/2006/main">
            <a:r>
              <a:t>源码：packages/ai/src/utils/oauth-page.ts:1</a:t>
            </a:r>
          </a:p>
          <a:p xmlns:a="http://schemas.openxmlformats.org/drawingml/2006/main">
            <a:r>
              <a:t>源码：packages/ai/src/utils/openrouter-cost.ts:1</a:t>
            </a:r>
          </a:p>
          <a:p xmlns:a="http://schemas.openxmlformats.org/drawingml/2006/main">
            <a:r>
              <a:t>源码：packages/ai/src/utils/overflow.ts:1</a:t>
            </a:r>
          </a:p>
          <a:p xmlns:a="http://schemas.openxmlformats.org/drawingml/2006/main">
            <a:r>
              <a:t>源码：packages/ai/src/utils/provider-env.ts:1</a:t>
            </a:r>
          </a:p>
          <a:p xmlns:a="http://schemas.openxmlformats.org/drawingml/2006/main">
            <a:r>
              <a:t>源码：packages/ai/src/utils/provider-retry.ts:1</a:t>
            </a:r>
          </a:p>
          <a:p xmlns:a="http://schemas.openxmlformats.org/drawingml/2006/main">
            <a:r>
              <a:t>源码：packages/ai/src/utils/retry.ts:1</a:t>
            </a:r>
          </a:p>
          <a:p xmlns:a="http://schemas.openxmlformats.org/drawingml/2006/main">
            <a:r>
              <a:t>源码：packages/ai/src/utils/sanitize-unicode.ts:1</a:t>
            </a:r>
          </a:p>
          <a:p xmlns:a="http://schemas.openxmlformats.org/drawingml/2006/main">
            <a:r>
              <a:t>源码：packages/ai/src/utils/sleep.ts:1</a:t>
            </a:r>
          </a:p>
          <a:p xmlns:a="http://schemas.openxmlformats.org/drawingml/2006/main">
            <a:r>
              <a:t>源码：packages/ai/src/utils/text.ts:1</a:t>
            </a:r>
          </a:p>
          <a:p xmlns:a="http://schemas.openxmlformats.org/drawingml/2006/main">
            <a:r>
              <a:t>源码：packages/ai/src/utils/transcript.ts:1</a:t>
            </a:r>
          </a:p>
          <a:p xmlns:a="http://schemas.openxmlformats.org/drawingml/2006/main">
            <a:r>
              <a:t>源码：packages/ai/src/utils/typebox-helpers.ts:1</a:t>
            </a:r>
          </a:p>
          <a:p xmlns:a="http://schemas.openxmlformats.org/drawingml/2006/main">
            <a:r>
              <a:t>源码：packages/ai/src/utils/uuid.ts:1</a:t>
            </a:r>
          </a:p>
          <a:p xmlns:a="http://schemas.openxmlformats.org/drawingml/2006/main">
            <a:r>
              <a:t>源码：packages/ai/src/utils/validation.ts:1</a:t>
            </a:r>
          </a:p>
          <a:p xmlns:a="http://schemas.openxmlformats.org/drawingml/2006/main">
            <a:r>
              <a:t>源码：packages/ai/src/utils/version.ts:1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观察缓存和用量</a:t>
            </a:r>
          </a:p>
          <a:p xmlns:a="http://schemas.openxmlformats.org/drawingml/2006/main">
            <a:r>
              <a:t>检查适用模型的预热条件、缓存统计和累计用量。不同模型的缓存能力与保留期不相同。</a:t>
            </a:r>
          </a:p>
          <a:p xmlns:a="http://schemas.openxmlformats.org/drawingml/2006/main">
            <a:r>
              <a:t>输入：模型能力和 usage</a:t>
            </a:r>
          </a:p>
          <a:p xmlns:a="http://schemas.openxmlformats.org/drawingml/2006/main">
            <a:r>
              <a:t>输出：缓存命中与会话用量记录</a:t>
            </a:r>
          </a:p>
          <a:p xmlns:a="http://schemas.openxmlformats.org/drawingml/2006/main">
            <a:r>
              <a:t>入口：cacheWarming；会话统计</a:t>
            </a:r>
          </a:p>
          <a:p xmlns:a="http://schemas.openxmlformats.org/drawingml/2006/main">
            <a:r>
              <a:t>行为与边界：缓存保留时间取决于模型声明；不能把预热当成所有提供商都有的保证。</a:t>
            </a:r>
          </a:p>
          <a:p xmlns:a="http://schemas.openxmlformats.org/drawingml/2006/main">
            <a:r>
              <a:t>源码：packages/coding-agent/src/core/cache-stats.ts:1</a:t>
            </a:r>
          </a:p>
          <a:p xmlns:a="http://schemas.openxmlformats.org/drawingml/2006/main">
            <a:r>
              <a:t>源码：packages/coding-agent/src/core/cache-warmer.ts:1</a:t>
            </a:r>
          </a:p>
          <a:p xmlns:a="http://schemas.openxmlformats.org/drawingml/2006/main">
            <a:r>
              <a:t>源码：packages/coding-agent/src/core/usage-totals.ts:1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失败与恢复：摘要生成也可能失败或被取消。不能以估算 token 数量承诺所有供应商都接受请求。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练习：画出“正常响应、溢出后压缩、网络重试”三条分支，标记哪些会修改会话记录。</a:t>
            </a:r>
          </a:p>
          <a:p xmlns:a="http://schemas.openxmlformats.org/drawingml/2006/main">
            <a:r>
              <a:t>参考判断：压缩改变后续上下文构造；传输重试不等于用户又输入了一条消息；缓存统计来自适用的返回与记录。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提示缓存预热与用量统计</a:t>
            </a:r>
          </a:p>
          <a:p xmlns:a="http://schemas.openxmlformats.org/drawingml/2006/main">
            <a:r>
              <a:t>管理适用模型的空闲缓存预热并统计请求用量。</a:t>
            </a:r>
          </a:p>
          <a:p xmlns:a="http://schemas.openxmlformats.org/drawingml/2006/main">
            <a:r>
              <a:t>入口：cacheWarming；会话统计</a:t>
            </a:r>
          </a:p>
          <a:p xmlns:a="http://schemas.openxmlformats.org/drawingml/2006/main">
            <a:r>
              <a:t>边界：缓存保留时间取决于模型声明；不能把预热当成所有提供商都有的保证。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诊断、错误记录与问题报告</a:t>
            </a:r>
          </a:p>
          <a:p xmlns:a="http://schemas.openxmlformats.org/drawingml/2006/main">
            <a:r>
              <a:t>收集诊断信息、启动耗时与问题报告内容。</a:t>
            </a:r>
          </a:p>
          <a:p xmlns:a="http://schemas.openxmlformats.org/drawingml/2006/main">
            <a:r>
              <a:t>入口：/bug；诊断事件</a:t>
            </a:r>
          </a:p>
          <a:p xmlns:a="http://schemas.openxmlformats.org/drawingml/2006/main">
            <a:r>
              <a:t>边界：诊断数据可能含运行上下文；报告上传与本地记录分别处理。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摘要输出预算与触发阈值分离</a:t>
            </a:r>
          </a:p>
          <a:p xmlns:a="http://schemas.openxmlformats.org/drawingml/2006/main">
            <a:r>
              <a:t>摘要使用模型输出上限，避免推理消耗固定上限导致摘要失败。</a:t>
            </a:r>
          </a:p>
          <a:p xmlns:a="http://schemas.openxmlformats.org/drawingml/2006/main">
            <a:r>
              <a:t>入口：generateSummary / generateSummaryWithUsage</a:t>
            </a:r>
          </a:p>
          <a:p xmlns:a="http://schemas.openxmlformats.org/drawingml/2006/main">
            <a:r>
              <a:t>边界：reserveTokens 控制压缩触发，不能继续当作摘要输出 token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模型目录、缓存与生成数据</a:t>
            </a:r>
          </a:p>
          <a:p xmlns:a="http://schemas.openxmlformats.org/drawingml/2006/main">
            <a:r>
              <a:t>组织模型元数据与目录存储。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边界：自动生成数据列为资源，不能把每个模型记录当成独立执行功能。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extensions/custom-compaction · 示例</a:t>
            </a:r>
          </a:p>
          <a:p xmlns:a="http://schemas.openxmlformats.org/drawingml/2006/main">
            <a:r>
              <a:t>展示 extensions/custom-compaction.ts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入口：packages/coding-agent/examples/extensions/custom-compaction.ts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extensions/trigger-compact · 示例</a:t>
            </a:r>
          </a:p>
          <a:p xmlns:a="http://schemas.openxmlformats.org/drawingml/2006/main">
            <a:r>
              <a:t>展示 extensions/trigger-compact.ts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入口：packages/coding-agent/examples/extensions/trigger-compact.ts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packages/coding-agent/test/usage-totals.test.ts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SES-08 · 会话统计 [内置] 查看 ID、文件、消息数、token、模型成本等信息，判断上下文压力与任务消耗。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SES-13 · 分支摘要 [内置] 离开分支时可生成摘要并带到目标分支，使试验结果保留而无需重发全部历史。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SES-14 · 手动上下文压缩 [内置] 总结较早历史并保留近期消息，可附加“必须保留哪些信息”的要求；原始记录不删除。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SES-15 · 自动上下文压缩 [内置] 接近模型上下文阈值时自动总结，在新请求与多轮工具执行边界检查，保留模型输出空间。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SES-16 · 模型专属压缩参数 [可选] 按精确模型覆盖预留和近期保留 token，适配不同模型窗口大小。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SES-25 · 摘要序列化排除推理块 [内置] 压缩、分支摘要及 bug 报告序列化不再包含 thinking，避免不在实时上下文中的重放推理使摘要请求反而大于原上下文。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SES-26 · 摘要输出预算与触发阈值分离 [库] 摘要使用模型输出上限，避免推理消耗固定上限导致摘要失败。 reserveTokens 控制压缩触发，不能继续当作摘要输出 token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MOD-18 · 提示缓存预热 [内置／可配置] 对声明缓存寿命且预计有足够收益的模型刷新提示缓存；预热计入用量，但不进入模型对话内容。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EXT-29 · 缓存预热决策覆盖 [库] 根据宿主策略允许或停止空闲缓存刷新，以控制收益和额外用量。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AI-14 · 工具参数 schema [库] 使用 TypeBox 声明参数并在执行前验证／转换，使模型生成的参数符合工具契约。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AI-17 · 工具参数增量解析 [库] 在参数尚未流完时解析部分 JSON，便于 UI 提前显示路径和内容进度；完整执行仍需最终校验。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AI-18 · 完整流事件规范 [库] 区分 start、块开始、delta、块结束、done 和 error，以 contentIndex 处理交错内容块。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AI-19 · 紧凑可持久化消息帧 [库] 将流事件编码成增量帧，并通过纯 reducer 重建部分消息，避免每个 token 都复制整个累积响应。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AI-23 · Token、缓存和分档成本统计 [库] 统一输入、输出、缓存读写及费用；按模型目录的提示长度价格档计费，修正长提示成本低估。未报告数据不能视为实测零值；OpenRouter 时段价格尚未建模。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AI-29 · 跨提供商历史转接 [库] 切换模型时按目标接口转换历史；来自其他模型的 thinking 块丢弃，不再转成可见回答文本，避免把旧模型推理混入新模型对话。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AI-30 · 系统消息增量状态 [库] 首条系统消息提供提示和工具，后续系统消息追加／替换命名区块及工具；协议适配器按能力处理变化。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AI-35 · 统一响应耗时 [库] AssistantMessageEventStream 从请求开始到最终消息记录 durationMs，代理流也使用相同流类型；后续获取的 deferred 结果不补计时，自定义流函数须返回该具体流类型。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OTH-46 · 自定义摘要和压缩触发 [示例] 替换摘要实现，或按自设阈值和命令启动压缩。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context-budget / 上下文压缩、重试与缓存统计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场景：对话很长，模型上下文溢出，或你想解释缓存用量。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测量上下文和阈值</a:t>
            </a:r>
          </a:p>
          <a:p xmlns:a="http://schemas.openxmlformats.org/drawingml/2006/main">
            <a:r>
              <a:t>区分主动压缩、阈值触发和溢出后的恢复路径，查看保留最近内容和摘要输入的选择。</a:t>
            </a:r>
          </a:p>
          <a:p xmlns:a="http://schemas.openxmlformats.org/drawingml/2006/main">
            <a:r>
              <a:t>输入：历史消息与 token 估计</a:t>
            </a:r>
          </a:p>
          <a:p xmlns:a="http://schemas.openxmlformats.org/drawingml/2006/main">
            <a:r>
              <a:t>输出：压缩决策和待摘要内容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行为与边界：摘要影响上下文投影，不直接等价于删除原始会话历史。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源码：packages/coding-agent/src/core/compaction/branch-summarization.ts:1</a:t>
            </a:r>
          </a:p>
          <a:p xmlns:a="http://schemas.openxmlformats.org/drawingml/2006/main">
            <a:r>
              <a:t>源码：packages/coding-agent/src/core/compaction/compaction.ts:1</a:t>
            </a:r>
          </a:p>
          <a:p xmlns:a="http://schemas.openxmlformats.org/drawingml/2006/main">
            <a:r>
              <a:t>源码：packages/coding-agent/src/core/compaction/index.ts:1</a:t>
            </a:r>
          </a:p>
          <a:p xmlns:a="http://schemas.openxmlformats.org/drawingml/2006/main">
            <a:r>
              <a:t>源码：packages/coding-agent/src/core/compaction/utils.ts:1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保存摘要并重建</a:t>
            </a:r>
          </a:p>
          <a:p xmlns:a="http://schemas.openxmlformats.org/drawingml/2006/main">
            <a:r>
              <a:t>检查压缩结果条目和保留边界，跟踪下一轮上下文使用什么内容。摘要不应被理解为删掉全部原始历史。</a:t>
            </a:r>
          </a:p>
          <a:p xmlns:a="http://schemas.openxmlformats.org/drawingml/2006/main">
            <a:r>
              <a:t>输入：摘要结果</a:t>
            </a:r>
          </a:p>
          <a:p xmlns:a="http://schemas.openxmlformats.org/drawingml/2006/main">
            <a:r>
              <a:t>输出：可继续请求的上下文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行为与边界：摘要影响上下文投影，不直接等价于删除原始会话历史。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源码：packages/coding-agent/src/core/compaction/branch-summarization.ts:1</a:t>
            </a:r>
          </a:p>
          <a:p xmlns:a="http://schemas.openxmlformats.org/drawingml/2006/main">
            <a:r>
              <a:t>源码：packages/coding-agent/src/core/compaction/compaction.ts:1</a:t>
            </a:r>
          </a:p>
          <a:p xmlns:a="http://schemas.openxmlformats.org/drawingml/2006/main">
            <a:r>
              <a:t>源码：packages/coding-agent/src/core/compaction/index.ts:1</a:t>
            </a:r>
          </a:p>
          <a:p xmlns:a="http://schemas.openxmlformats.org/drawingml/2006/main">
            <a:r>
              <a:t>源码：packages/coding-agent/src/core/compaction/utils.ts:1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区分重试与新输入</a:t>
            </a:r>
          </a:p>
          <a:p xmlns:a="http://schemas.openxmlformats.org/drawingml/2006/main">
            <a:r>
              <a:t>查看可重试错误、退避、取消和最大延迟；把供应商重试与产品的上下文恢复分开标注。</a:t>
            </a:r>
          </a:p>
          <a:p xmlns:a="http://schemas.openxmlformats.org/drawingml/2006/main">
            <a:r>
              <a:t>输入：请求错误与重试策略</a:t>
            </a:r>
          </a:p>
          <a:p xmlns:a="http://schemas.openxmlformats.org/drawingml/2006/main">
            <a:r>
              <a:t>输出：再次请求或明确失败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行为与边界：具体函数、参数与注释由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源码：packages/ai/src/utils/abort-signals.ts:1</a:t>
            </a:r>
          </a:p>
          <a:p xmlns:a="http://schemas.openxmlformats.org/drawingml/2006/main">
            <a:r>
              <a:t>源码：packages/ai/src/utils/abort.ts:1</a:t>
            </a:r>
          </a:p>
          <a:p xmlns:a="http://schemas.openxmlformats.org/drawingml/2006/main">
            <a:r>
              <a:t>源码：packages/ai/src/utils/diagnostics.ts:1</a:t>
            </a:r>
          </a:p>
          <a:p xmlns:a="http://schemas.openxmlformats.org/drawingml/2006/main">
            <a:r>
              <a:t>源码：packages/ai/src/utils/error-body.ts:1</a:t>
            </a:r>
          </a:p>
          <a:p xmlns:a="http://schemas.openxmlformats.org/drawingml/2006/main">
            <a:r>
              <a:t>源码：packages/ai/src/utils/estimate.ts:1</a:t>
            </a:r>
          </a:p>
          <a:p xmlns:a="http://schemas.openxmlformats.org/drawingml/2006/main">
            <a:r>
              <a:t>源码：packages/ai/src/utils/event-stream.ts:1</a:t>
            </a:r>
          </a:p>
          <a:p xmlns:a="http://schemas.openxmlformats.org/drawingml/2006/main">
            <a:r>
              <a:t>源码：packages/ai/src/utils/hash.ts:1</a:t>
            </a:r>
          </a:p>
          <a:p xmlns:a="http://schemas.openxmlformats.org/drawingml/2006/main">
            <a:r>
              <a:t>源码：packages/ai/src/utils/headers.ts:1</a:t>
            </a:r>
          </a:p>
          <a:p xmlns:a="http://schemas.openxmlformats.org/drawingml/2006/main">
            <a:r>
              <a:t>源码：packages/ai/src/utils/identity.ts:1</a:t>
            </a:r>
          </a:p>
          <a:p xmlns:a="http://schemas.openxmlformats.org/drawingml/2006/main">
            <a:r>
              <a:t>源码：packages/ai/src/utils/json-parse.ts:1</a:t>
            </a:r>
          </a:p>
          <a:p xmlns:a="http://schemas.openxmlformats.org/drawingml/2006/main">
            <a:r>
              <a:t>源码：packages/ai/src/utils/model-operations.ts:1</a:t>
            </a:r>
          </a:p>
          <a:p xmlns:a="http://schemas.openxmlformats.org/drawingml/2006/main">
            <a:r>
              <a:t>源码：packages/ai/src/utils/models-error.ts:1</a:t>
            </a:r>
          </a:p>
          <a:p xmlns:a="http://schemas.openxmlformats.org/drawingml/2006/main">
            <a:r>
              <a:t>源码：packages/ai/src/utils/node-http-proxy.ts:1</a:t>
            </a:r>
          </a:p>
          <a:p xmlns:a="http://schemas.openxmlformats.org/drawingml/2006/main">
            <a:r>
              <a:t>源码：packages/ai/src/utils/oauth-page.ts:1</a:t>
            </a:r>
          </a:p>
          <a:p xmlns:a="http://schemas.openxmlformats.org/drawingml/2006/main">
            <a:r>
              <a:t>源码：packages/ai/src/utils/openrouter-cost.ts:1</a:t>
            </a:r>
          </a:p>
          <a:p xmlns:a="http://schemas.openxmlformats.org/drawingml/2006/main">
            <a:r>
              <a:t>源码：packages/ai/src/utils/overflow.ts:1</a:t>
            </a:r>
          </a:p>
          <a:p xmlns:a="http://schemas.openxmlformats.org/drawingml/2006/main">
            <a:r>
              <a:t>源码：packages/ai/src/utils/provider-env.ts:1</a:t>
            </a:r>
          </a:p>
          <a:p xmlns:a="http://schemas.openxmlformats.org/drawingml/2006/main">
            <a:r>
              <a:t>源码：packages/ai/src/utils/provider-retry.ts:1</a:t>
            </a:r>
          </a:p>
          <a:p xmlns:a="http://schemas.openxmlformats.org/drawingml/2006/main">
            <a:r>
              <a:t>源码：packages/ai/src/utils/retry.ts:1</a:t>
            </a:r>
          </a:p>
          <a:p xmlns:a="http://schemas.openxmlformats.org/drawingml/2006/main">
            <a:r>
              <a:t>源码：packages/ai/src/utils/sanitize-unicode.ts:1</a:t>
            </a:r>
          </a:p>
          <a:p xmlns:a="http://schemas.openxmlformats.org/drawingml/2006/main">
            <a:r>
              <a:t>源码：packages/ai/src/utils/sleep.ts:1</a:t>
            </a:r>
          </a:p>
          <a:p xmlns:a="http://schemas.openxmlformats.org/drawingml/2006/main">
            <a:r>
              <a:t>源码：packages/ai/src/utils/text.ts:1</a:t>
            </a:r>
          </a:p>
          <a:p xmlns:a="http://schemas.openxmlformats.org/drawingml/2006/main">
            <a:r>
              <a:t>源码：packages/ai/src/utils/transcript.ts:1</a:t>
            </a:r>
          </a:p>
          <a:p xmlns:a="http://schemas.openxmlformats.org/drawingml/2006/main">
            <a:r>
              <a:t>源码：packages/ai/src/utils/typebox-helpers.ts:1</a:t>
            </a:r>
          </a:p>
          <a:p xmlns:a="http://schemas.openxmlformats.org/drawingml/2006/main">
            <a:r>
              <a:t>源码：packages/ai/src/utils/uuid.ts:1</a:t>
            </a:r>
          </a:p>
          <a:p xmlns:a="http://schemas.openxmlformats.org/drawingml/2006/main">
            <a:r>
              <a:t>源码：packages/ai/src/utils/validation.ts:1</a:t>
            </a:r>
          </a:p>
          <a:p xmlns:a="http://schemas.openxmlformats.org/drawingml/2006/main">
            <a:r>
              <a:t>源码：packages/ai/src/utils/version.ts:1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观察缓存和用量</a:t>
            </a:r>
          </a:p>
          <a:p xmlns:a="http://schemas.openxmlformats.org/drawingml/2006/main">
            <a:r>
              <a:t>检查适用模型的预热条件、缓存统计和累计用量。不同模型的缓存能力与保留期不相同。</a:t>
            </a:r>
          </a:p>
          <a:p xmlns:a="http://schemas.openxmlformats.org/drawingml/2006/main">
            <a:r>
              <a:t>输入：模型能力和 usage</a:t>
            </a:r>
          </a:p>
          <a:p xmlns:a="http://schemas.openxmlformats.org/drawingml/2006/main">
            <a:r>
              <a:t>输出：缓存命中与会话用量记录</a:t>
            </a:r>
          </a:p>
          <a:p xmlns:a="http://schemas.openxmlformats.org/drawingml/2006/main">
            <a:r>
              <a:t>入口：cacheWarming；会话统计</a:t>
            </a:r>
          </a:p>
          <a:p xmlns:a="http://schemas.openxmlformats.org/drawingml/2006/main">
            <a:r>
              <a:t>行为与边界：缓存保留时间取决于模型声明；不能把预热当成所有提供商都有的保证。</a:t>
            </a:r>
          </a:p>
          <a:p xmlns:a="http://schemas.openxmlformats.org/drawingml/2006/main">
            <a:r>
              <a:t>源码：packages/coding-agent/src/core/cache-stats.ts:1</a:t>
            </a:r>
          </a:p>
          <a:p xmlns:a="http://schemas.openxmlformats.org/drawingml/2006/main">
            <a:r>
              <a:t>源码：packages/coding-agent/src/core/cache-warmer.ts:1</a:t>
            </a:r>
          </a:p>
          <a:p xmlns:a="http://schemas.openxmlformats.org/drawingml/2006/main">
            <a:r>
              <a:t>源码：packages/coding-agent/src/core/usage-totals.ts:1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失败与恢复：摘要生成也可能失败或被取消。不能以估算 token 数量承诺所有供应商都接受请求。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练习：画出“正常响应、溢出后压缩、网络重试”三条分支，标记哪些会修改会话记录。</a:t>
            </a:r>
          </a:p>
          <a:p xmlns:a="http://schemas.openxmlformats.org/drawingml/2006/main">
            <a:r>
              <a:t>参考判断：压缩改变后续上下文构造；传输重试不等于用户又输入了一条消息；缓存统计来自适用的返回与记录。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提示缓存预热与用量统计</a:t>
            </a:r>
          </a:p>
          <a:p xmlns:a="http://schemas.openxmlformats.org/drawingml/2006/main">
            <a:r>
              <a:t>管理适用模型的空闲缓存预热并统计请求用量。</a:t>
            </a:r>
          </a:p>
          <a:p xmlns:a="http://schemas.openxmlformats.org/drawingml/2006/main">
            <a:r>
              <a:t>入口：cacheWarming；会话统计</a:t>
            </a:r>
          </a:p>
          <a:p xmlns:a="http://schemas.openxmlformats.org/drawingml/2006/main">
            <a:r>
              <a:t>边界：缓存保留时间取决于模型声明；不能把预热当成所有提供商都有的保证。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诊断、错误记录与问题报告</a:t>
            </a:r>
          </a:p>
          <a:p xmlns:a="http://schemas.openxmlformats.org/drawingml/2006/main">
            <a:r>
              <a:t>收集诊断信息、启动耗时与问题报告内容。</a:t>
            </a:r>
          </a:p>
          <a:p xmlns:a="http://schemas.openxmlformats.org/drawingml/2006/main">
            <a:r>
              <a:t>入口：/bug；诊断事件</a:t>
            </a:r>
          </a:p>
          <a:p xmlns:a="http://schemas.openxmlformats.org/drawingml/2006/main">
            <a:r>
              <a:t>边界：诊断数据可能含运行上下文；报告上传与本地记录分别处理。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摘要输出预算与触发阈值分离</a:t>
            </a:r>
          </a:p>
          <a:p xmlns:a="http://schemas.openxmlformats.org/drawingml/2006/main">
            <a:r>
              <a:t>摘要使用模型输出上限，避免推理消耗固定上限导致摘要失败。</a:t>
            </a:r>
          </a:p>
          <a:p xmlns:a="http://schemas.openxmlformats.org/drawingml/2006/main">
            <a:r>
              <a:t>入口：generateSummary / generateSummaryWithUsage</a:t>
            </a:r>
          </a:p>
          <a:p xmlns:a="http://schemas.openxmlformats.org/drawingml/2006/main">
            <a:r>
              <a:t>边界：reserveTokens 控制压缩触发，不能继续当作摘要输出 token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模型目录、缓存与生成数据</a:t>
            </a:r>
          </a:p>
          <a:p xmlns:a="http://schemas.openxmlformats.org/drawingml/2006/main">
            <a:r>
              <a:t>组织模型元数据与目录存储。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边界：自动生成数据列为资源，不能把每个模型记录当成独立执行功能。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extensions/custom-compaction · 示例</a:t>
            </a:r>
          </a:p>
          <a:p xmlns:a="http://schemas.openxmlformats.org/drawingml/2006/main">
            <a:r>
              <a:t>展示 extensions/custom-compaction.ts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入口：packages/coding-agent/examples/extensions/custom-compaction.ts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extensions/trigger-compact · 示例</a:t>
            </a:r>
          </a:p>
          <a:p xmlns:a="http://schemas.openxmlformats.org/drawingml/2006/main">
            <a:r>
              <a:t>展示 extensions/trigger-compact.ts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入口：packages/coding-agent/examples/extensions/trigger-compact.ts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packages/coding-agent/test/usage-totals.test.ts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SES-08 · 会话统计 [内置] 查看 ID、文件、消息数、token、模型成本等信息，判断上下文压力与任务消耗。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SES-13 · 分支摘要 [内置] 离开分支时可生成摘要并带到目标分支，使试验结果保留而无需重发全部历史。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SES-14 · 手动上下文压缩 [内置] 总结较早历史并保留近期消息，可附加“必须保留哪些信息”的要求；原始记录不删除。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SES-15 · 自动上下文压缩 [内置] 接近模型上下文阈值时自动总结，在新请求与多轮工具执行边界检查，保留模型输出空间。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SES-16 · 模型专属压缩参数 [可选] 按精确模型覆盖预留和近期保留 token，适配不同模型窗口大小。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SES-25 · 摘要序列化排除推理块 [内置] 压缩、分支摘要及 bug 报告序列化不再包含 thinking，避免不在实时上下文中的重放推理使摘要请求反而大于原上下文。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SES-26 · 摘要输出预算与触发阈值分离 [库] 摘要使用模型输出上限，避免推理消耗固定上限导致摘要失败。 reserveTokens 控制压缩触发，不能继续当作摘要输出 token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MOD-18 · 提示缓存预热 [内置／可配置] 对声明缓存寿命且预计有足够收益的模型刷新提示缓存；预热计入用量，但不进入模型对话内容。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EXT-29 · 缓存预热决策覆盖 [库] 根据宿主策略允许或停止空闲缓存刷新，以控制收益和额外用量。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AI-14 · 工具参数 schema [库] 使用 TypeBox 声明参数并在执行前验证／转换，使模型生成的参数符合工具契约。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AI-17 · 工具参数增量解析 [库] 在参数尚未流完时解析部分 JSON，便于 UI 提前显示路径和内容进度；完整执行仍需最终校验。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AI-18 · 完整流事件规范 [库] 区分 start、块开始、delta、块结束、done 和 error，以 contentIndex 处理交错内容块。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AI-19 · 紧凑可持久化消息帧 [库] 将流事件编码成增量帧，并通过纯 reducer 重建部分消息，避免每个 token 都复制整个累积响应。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AI-23 · Token、缓存和分档成本统计 [库] 统一输入、输出、缓存读写及费用；按模型目录的提示长度价格档计费，修正长提示成本低估。未报告数据不能视为实测零值；OpenRouter 时段价格尚未建模。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AI-29 · 跨提供商历史转接 [库] 切换模型时按目标接口转换历史；来自其他模型的 thinking 块丢弃，不再转成可见回答文本，避免把旧模型推理混入新模型对话。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AI-30 · 系统消息增量状态 [库] 首条系统消息提供提示和工具，后续系统消息追加／替换命名区块及工具；协议适配器按能力处理变化。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AI-35 · 统一响应耗时 [库] AssistantMessageEventStream 从请求开始到最终消息记录 durationMs，代理流也使用相同流类型；后续获取的 deferred 结果不补计时，自定义流函数须返回该具体流类型。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OTH-46 · 自定义摘要和压缩触发 [示例] 替换摘要实现，或按自设阈值和命令启动压缩。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context-budget / 上下文压缩、重试与缓存统计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场景：对话很长，模型上下文溢出，或你想解释缓存用量。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测量上下文和阈值</a:t>
            </a:r>
          </a:p>
          <a:p xmlns:a="http://schemas.openxmlformats.org/drawingml/2006/main">
            <a:r>
              <a:t>区分主动压缩、阈值触发和溢出后的恢复路径，查看保留最近内容和摘要输入的选择。</a:t>
            </a:r>
          </a:p>
          <a:p xmlns:a="http://schemas.openxmlformats.org/drawingml/2006/main">
            <a:r>
              <a:t>输入：历史消息与 token 估计</a:t>
            </a:r>
          </a:p>
          <a:p xmlns:a="http://schemas.openxmlformats.org/drawingml/2006/main">
            <a:r>
              <a:t>输出：压缩决策和待摘要内容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行为与边界：摘要影响上下文投影，不直接等价于删除原始会话历史。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源码：packages/coding-agent/src/core/compaction/branch-summarization.ts:1</a:t>
            </a:r>
          </a:p>
          <a:p xmlns:a="http://schemas.openxmlformats.org/drawingml/2006/main">
            <a:r>
              <a:t>源码：packages/coding-agent/src/core/compaction/compaction.ts:1</a:t>
            </a:r>
          </a:p>
          <a:p xmlns:a="http://schemas.openxmlformats.org/drawingml/2006/main">
            <a:r>
              <a:t>源码：packages/coding-agent/src/core/compaction/index.ts:1</a:t>
            </a:r>
          </a:p>
          <a:p xmlns:a="http://schemas.openxmlformats.org/drawingml/2006/main">
            <a:r>
              <a:t>源码：packages/coding-agent/src/core/compaction/utils.ts:1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保存摘要并重建</a:t>
            </a:r>
          </a:p>
          <a:p xmlns:a="http://schemas.openxmlformats.org/drawingml/2006/main">
            <a:r>
              <a:t>检查压缩结果条目和保留边界，跟踪下一轮上下文使用什么内容。摘要不应被理解为删掉全部原始历史。</a:t>
            </a:r>
          </a:p>
          <a:p xmlns:a="http://schemas.openxmlformats.org/drawingml/2006/main">
            <a:r>
              <a:t>输入：摘要结果</a:t>
            </a:r>
          </a:p>
          <a:p xmlns:a="http://schemas.openxmlformats.org/drawingml/2006/main">
            <a:r>
              <a:t>输出：可继续请求的上下文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行为与边界：摘要影响上下文投影，不直接等价于删除原始会话历史。</a:t>
            </a:r>
          </a:p>
          <a:p xmlns:a="http://schemas.openxmlformats.org/drawingml/2006/main">
            <a:r>
              <a:t>源码：packages/coding-agent/src/core/compaction/branch-summarization.ts:1</a:t>
            </a:r>
          </a:p>
          <a:p xmlns:a="http://schemas.openxmlformats.org/drawingml/2006/main">
            <a:r>
              <a:t>源码：packages/coding-agent/src/core/compaction/compaction.ts:1</a:t>
            </a:r>
          </a:p>
          <a:p xmlns:a="http://schemas.openxmlformats.org/drawingml/2006/main">
            <a:r>
              <a:t>源码：packages/coding-agent/src/core/compaction/index.ts:1</a:t>
            </a:r>
          </a:p>
          <a:p xmlns:a="http://schemas.openxmlformats.org/drawingml/2006/main">
            <a:r>
              <a:t>源码：packages/coding-agent/src/core/compaction/utils.ts:1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区分重试与新输入</a:t>
            </a:r>
          </a:p>
          <a:p xmlns:a="http://schemas.openxmlformats.org/drawingml/2006/main">
            <a:r>
              <a:t>查看可重试错误、退避、取消和最大延迟；把供应商重试与产品的上下文恢复分开标注。</a:t>
            </a:r>
          </a:p>
          <a:p xmlns:a="http://schemas.openxmlformats.org/drawingml/2006/main">
            <a:r>
              <a:t>输入：请求错误与重试策略</a:t>
            </a:r>
          </a:p>
          <a:p xmlns:a="http://schemas.openxmlformats.org/drawingml/2006/main">
            <a:r>
              <a:t>输出：再次请求或明确失败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行为与边界：具体函数、参数与注释由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源码：packages/ai/src/utils/abort-signals.ts:1</a:t>
            </a:r>
          </a:p>
          <a:p xmlns:a="http://schemas.openxmlformats.org/drawingml/2006/main">
            <a:r>
              <a:t>源码：packages/ai/src/utils/abort.ts:1</a:t>
            </a:r>
          </a:p>
          <a:p xmlns:a="http://schemas.openxmlformats.org/drawingml/2006/main">
            <a:r>
              <a:t>源码：packages/ai/src/utils/diagnostics.ts:1</a:t>
            </a:r>
          </a:p>
          <a:p xmlns:a="http://schemas.openxmlformats.org/drawingml/2006/main">
            <a:r>
              <a:t>源码：packages/ai/src/utils/error-body.ts:1</a:t>
            </a:r>
          </a:p>
          <a:p xmlns:a="http://schemas.openxmlformats.org/drawingml/2006/main">
            <a:r>
              <a:t>源码：packages/ai/src/utils/estimate.ts:1</a:t>
            </a:r>
          </a:p>
          <a:p xmlns:a="http://schemas.openxmlformats.org/drawingml/2006/main">
            <a:r>
              <a:t>源码：packages/ai/src/utils/event-stream.ts:1</a:t>
            </a:r>
          </a:p>
          <a:p xmlns:a="http://schemas.openxmlformats.org/drawingml/2006/main">
            <a:r>
              <a:t>源码：packages/ai/src/utils/hash.ts:1</a:t>
            </a:r>
          </a:p>
          <a:p xmlns:a="http://schemas.openxmlformats.org/drawingml/2006/main">
            <a:r>
              <a:t>源码：packages/ai/src/utils/headers.ts:1</a:t>
            </a:r>
          </a:p>
          <a:p xmlns:a="http://schemas.openxmlformats.org/drawingml/2006/main">
            <a:r>
              <a:t>源码：packages/ai/src/utils/identity.ts:1</a:t>
            </a:r>
          </a:p>
          <a:p xmlns:a="http://schemas.openxmlformats.org/drawingml/2006/main">
            <a:r>
              <a:t>源码：packages/ai/src/utils/json-parse.ts:1</a:t>
            </a:r>
          </a:p>
          <a:p xmlns:a="http://schemas.openxmlformats.org/drawingml/2006/main">
            <a:r>
              <a:t>源码：packages/ai/src/utils/model-operations.ts:1</a:t>
            </a:r>
          </a:p>
          <a:p xmlns:a="http://schemas.openxmlformats.org/drawingml/2006/main">
            <a:r>
              <a:t>源码：packages/ai/src/utils/models-error.ts:1</a:t>
            </a:r>
          </a:p>
          <a:p xmlns:a="http://schemas.openxmlformats.org/drawingml/2006/main">
            <a:r>
              <a:t>源码：packages/ai/src/utils/node-http-proxy.ts:1</a:t>
            </a:r>
          </a:p>
          <a:p xmlns:a="http://schemas.openxmlformats.org/drawingml/2006/main">
            <a:r>
              <a:t>源码：packages/ai/src/utils/oauth-page.ts:1</a:t>
            </a:r>
          </a:p>
          <a:p xmlns:a="http://schemas.openxmlformats.org/drawingml/2006/main">
            <a:r>
              <a:t>源码：packages/ai/src/utils/openrouter-cost.ts:1</a:t>
            </a:r>
          </a:p>
          <a:p xmlns:a="http://schemas.openxmlformats.org/drawingml/2006/main">
            <a:r>
              <a:t>源码：packages/ai/src/utils/overflow.ts:1</a:t>
            </a:r>
          </a:p>
          <a:p xmlns:a="http://schemas.openxmlformats.org/drawingml/2006/main">
            <a:r>
              <a:t>源码：packages/ai/src/utils/provider-env.ts:1</a:t>
            </a:r>
          </a:p>
          <a:p xmlns:a="http://schemas.openxmlformats.org/drawingml/2006/main">
            <a:r>
              <a:t>源码：packages/ai/src/utils/provider-retry.ts:1</a:t>
            </a:r>
          </a:p>
          <a:p xmlns:a="http://schemas.openxmlformats.org/drawingml/2006/main">
            <a:r>
              <a:t>源码：packages/ai/src/utils/retry.ts:1</a:t>
            </a:r>
          </a:p>
          <a:p xmlns:a="http://schemas.openxmlformats.org/drawingml/2006/main">
            <a:r>
              <a:t>源码：packages/ai/src/utils/sanitize-unicode.ts:1</a:t>
            </a:r>
          </a:p>
          <a:p xmlns:a="http://schemas.openxmlformats.org/drawingml/2006/main">
            <a:r>
              <a:t>源码：packages/ai/src/utils/sleep.ts:1</a:t>
            </a:r>
          </a:p>
          <a:p xmlns:a="http://schemas.openxmlformats.org/drawingml/2006/main">
            <a:r>
              <a:t>源码：packages/ai/src/utils/text.ts:1</a:t>
            </a:r>
          </a:p>
          <a:p xmlns:a="http://schemas.openxmlformats.org/drawingml/2006/main">
            <a:r>
              <a:t>源码：packages/ai/src/utils/transcript.ts:1</a:t>
            </a:r>
          </a:p>
          <a:p xmlns:a="http://schemas.openxmlformats.org/drawingml/2006/main">
            <a:r>
              <a:t>源码：packages/ai/src/utils/typebox-helpers.ts:1</a:t>
            </a:r>
          </a:p>
          <a:p xmlns:a="http://schemas.openxmlformats.org/drawingml/2006/main">
            <a:r>
              <a:t>源码：packages/ai/src/utils/uuid.ts:1</a:t>
            </a:r>
          </a:p>
          <a:p xmlns:a="http://schemas.openxmlformats.org/drawingml/2006/main">
            <a:r>
              <a:t>源码：packages/ai/src/utils/validation.ts:1</a:t>
            </a:r>
          </a:p>
          <a:p xmlns:a="http://schemas.openxmlformats.org/drawingml/2006/main">
            <a:r>
              <a:t>源码：packages/ai/src/utils/version.ts:1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观察缓存和用量</a:t>
            </a:r>
          </a:p>
          <a:p xmlns:a="http://schemas.openxmlformats.org/drawingml/2006/main">
            <a:r>
              <a:t>检查适用模型的预热条件、缓存统计和累计用量。不同模型的缓存能力与保留期不相同。</a:t>
            </a:r>
          </a:p>
          <a:p xmlns:a="http://schemas.openxmlformats.org/drawingml/2006/main">
            <a:r>
              <a:t>输入：模型能力和 usage</a:t>
            </a:r>
          </a:p>
          <a:p xmlns:a="http://schemas.openxmlformats.org/drawingml/2006/main">
            <a:r>
              <a:t>输出：缓存命中与会话用量记录</a:t>
            </a:r>
          </a:p>
          <a:p xmlns:a="http://schemas.openxmlformats.org/drawingml/2006/main">
            <a:r>
              <a:t>入口：cacheWarming；会话统计</a:t>
            </a:r>
          </a:p>
          <a:p xmlns:a="http://schemas.openxmlformats.org/drawingml/2006/main">
            <a:r>
              <a:t>行为与边界：缓存保留时间取决于模型声明；不能把预热当成所有提供商都有的保证。</a:t>
            </a:r>
          </a:p>
          <a:p xmlns:a="http://schemas.openxmlformats.org/drawingml/2006/main">
            <a:r>
              <a:t>源码：packages/coding-agent/src/core/cache-stats.ts:1</a:t>
            </a:r>
          </a:p>
          <a:p xmlns:a="http://schemas.openxmlformats.org/drawingml/2006/main">
            <a:r>
              <a:t>源码：packages/coding-agent/src/core/cache-warmer.ts:1</a:t>
            </a:r>
          </a:p>
          <a:p xmlns:a="http://schemas.openxmlformats.org/drawingml/2006/main">
            <a:r>
              <a:t>源码：packages/coding-agent/src/core/usage-totals.ts:1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失败与恢复：摘要生成也可能失败或被取消。不能以估算 token 数量承诺所有供应商都接受请求。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练习：画出“正常响应、溢出后压缩、网络重试”三条分支，标记哪些会修改会话记录。</a:t>
            </a:r>
          </a:p>
          <a:p xmlns:a="http://schemas.openxmlformats.org/drawingml/2006/main">
            <a:r>
              <a:t>参考判断：压缩改变后续上下文构造；传输重试不等于用户又输入了一条消息；缓存统计来自适用的返回与记录。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上下文压缩与分支摘要</a:t>
            </a:r>
          </a:p>
          <a:p xmlns:a="http://schemas.openxmlformats.org/drawingml/2006/main">
            <a:r>
              <a:t>把长历史压缩为摘要，控制下一次请求的上下文规模。</a:t>
            </a:r>
          </a:p>
          <a:p xmlns:a="http://schemas.openxmlformats.org/drawingml/2006/main">
            <a:r>
              <a:t>入口：/compact；自动压缩</a:t>
            </a:r>
          </a:p>
          <a:p xmlns:a="http://schemas.openxmlformats.org/drawingml/2006/main">
            <a:r>
              <a:t>边界：摘要影响上下文投影，不直接等价于删除原始会话历史。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流事件、校验、重试与转录工具</a:t>
            </a:r>
          </a:p>
          <a:p xmlns:a="http://schemas.openxmlformats.org/drawingml/2006/main">
            <a:r>
              <a:t>支持增量 JSON、工具参数验证、消息转换、重试、取消和溢出判断。</a:t>
            </a:r>
          </a:p>
          <a:p xmlns:a="http://schemas.openxmlformats.org/drawingml/2006/main">
            <a:r>
              <a:t>入口：工具函数 / Provider 实现</a:t>
            </a:r>
          </a:p>
          <a:p xmlns:a="http://schemas.openxmlformats.org/drawingml/2006/main">
            <a:r>
              <a:t>边界：具体函数、参数与注释由 AST 提取，避免依名字猜契约。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提示缓存预热与用量统计</a:t>
            </a:r>
          </a:p>
          <a:p xmlns:a="http://schemas.openxmlformats.org/drawingml/2006/main">
            <a:r>
              <a:t>管理适用模型的空闲缓存预热并统计请求用量。</a:t>
            </a:r>
          </a:p>
          <a:p xmlns:a="http://schemas.openxmlformats.org/drawingml/2006/main">
            <a:r>
              <a:t>入口：cacheWarming；会话统计</a:t>
            </a:r>
          </a:p>
          <a:p xmlns:a="http://schemas.openxmlformats.org/drawingml/2006/main">
            <a:r>
              <a:t>边界：缓存保留时间取决于模型声明；不能把预热当成所有提供商都有的保证。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输入处理、排队与任务收尾</a:t>
            </a:r>
          </a:p>
          <a:p xmlns:a="http://schemas.openxmlformats.org/drawingml/2006/main">
            <a:r>
              <a:t>协调扩展命令、输入转换、steering/follow-up、重试与最终通知。</a:t>
            </a:r>
          </a:p>
          <a:p xmlns:a="http://schemas.openxmlformats.org/drawingml/2006/main">
            <a:r>
              <a:t>入口：AgentSession.prompt / steer / followUp</a:t>
            </a:r>
          </a:p>
          <a:p xmlns:a="http://schemas.openxmlformats.org/drawingml/2006/main">
            <a:r>
              <a:t>边界：agent_end 后仍可能继续；agent_settled 是完成自动处理后的通知边界。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诊断、错误记录与问题报告</a:t>
            </a:r>
          </a:p>
          <a:p xmlns:a="http://schemas.openxmlformats.org/drawingml/2006/main">
            <a:r>
              <a:t>收集诊断信息、启动耗时与问题报告内容。</a:t>
            </a:r>
          </a:p>
          <a:p xmlns:a="http://schemas.openxmlformats.org/drawingml/2006/main">
            <a:r>
              <a:t>入口：/bug；诊断事件</a:t>
            </a:r>
          </a:p>
          <a:p xmlns:a="http://schemas.openxmlformats.org/drawingml/2006/main">
            <a:r>
              <a:t>边界：诊断数据可能含运行上下文；报告上传与本地记录分别处理。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摘要输出预算与触发阈值分离</a:t>
            </a:r>
          </a:p>
          <a:p xmlns:a="http://schemas.openxmlformats.org/drawingml/2006/main">
            <a:r>
              <a:t>摘要使用模型输出上限，避免推理消耗固定上限导致摘要失败。</a:t>
            </a:r>
          </a:p>
          <a:p xmlns:a="http://schemas.openxmlformats.org/drawingml/2006/main">
            <a:r>
              <a:t>入口：generateSummary / generateSummaryWithUsage</a:t>
            </a:r>
          </a:p>
          <a:p xmlns:a="http://schemas.openxmlformats.org/drawingml/2006/main">
            <a:r>
              <a:t>边界：reserveTokens 控制压缩触发，不能继续当作摘要输出 token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网络代理、归因与连接管理</a:t>
            </a:r>
          </a:p>
          <a:p xmlns:a="http://schemas.openxmlformats.org/drawingml/2006/main">
            <a:r>
              <a:t>集中处理请求的代理、连接超时与提供商归因等配置。</a:t>
            </a:r>
          </a:p>
          <a:p xmlns:a="http://schemas.openxmlformats.org/drawingml/2006/main">
            <a:r>
              <a:t>入口：HTTP/提供商设置</a:t>
            </a:r>
          </a:p>
          <a:p xmlns:a="http://schemas.openxmlformats.org/drawingml/2006/main">
            <a:r>
              <a:t>边界：这些是请求基础设施，离线文档不会触发这些网络操作。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模型目录、缓存与生成数据</a:t>
            </a:r>
          </a:p>
          <a:p xmlns:a="http://schemas.openxmlformats.org/drawingml/2006/main">
            <a:r>
              <a:t>组织模型元数据与目录存储。</a:t>
            </a:r>
          </a:p>
          <a:p xmlns:a="http://schemas.openxmlformats.org/drawingml/2006/main">
            <a:r>
              <a:t>入口：模型目录 API</a:t>
            </a:r>
          </a:p>
          <a:p xmlns:a="http://schemas.openxmlformats.org/drawingml/2006/main">
            <a:r>
              <a:t>边界：自动生成数据列为资源，不能把每个模型记录当成独立执行功能。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extensions/custom-compaction · 示例</a:t>
            </a:r>
          </a:p>
          <a:p xmlns:a="http://schemas.openxmlformats.org/drawingml/2006/main">
            <a:r>
              <a:t>展示 extensions/custom-compaction.ts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入口：packages/coding-agent/examples/extensions/custom-compaction.ts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extensions/trigger-compact · 示例</a:t>
            </a:r>
          </a:p>
          <a:p xmlns:a="http://schemas.openxmlformats.org/drawingml/2006/main">
            <a:r>
              <a:t>展示 extensions/trigger-compact.ts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入口：packages/coding-agent/examples/extensions/trigger-compact.ts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packages/coding-agent/docs/compaction.md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packages/ai/test/json-parse.test.ts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packages/ai/test/openrouter-cost.test.ts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packages/ai/test/github-copilot-request-size-overflow.test.ts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packages/ai/test/anthropic-strict-tool-fallback.test.ts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packages/ai/test/openai-responses-mid-convo-effort.test.ts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packages/coding-agent/test/usage-totals.test.ts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packages/coding-agent/test/crash-log.test.ts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SES-08 · 会话统计 [内置] 查看 ID、文件、消息数、token、模型成本等信息，判断上下文压力与任务消耗。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SES-13 · 分支摘要 [内置] 离开分支时可生成摘要并带到目标分支，使试验结果保留而无需重发全部历史。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SES-14 · 手动上下文压缩 [内置] 总结较早历史并保留近期消息，可附加“必须保留哪些信息”的要求；原始记录不删除。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SES-15 · 自动上下文压缩 [内置] 接近模型上下文阈值时自动总结，在新请求与多轮工具执行边界检查，保留模型输出空间。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SES-16 · 模型专属压缩参数 [可选] 按精确模型覆盖预留和近期保留 token，适配不同模型窗口大小。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SES-17 · 溢出／长度恢复 [内置] 在适用的上下文溢出或过早长度终止情形下尝试压缩并重试，通过上下文编辑排除失败尝试，仍保留原始审计记录。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SES-25 · 摘要序列化排除推理块 [内置] 压缩、分支摘要及 bug 报告序列化不再包含 thinking，避免不在实时上下文中的重放推理使摘要请求反而大于原上下文。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SES-26 · 摘要输出预算与触发阈值分离 [库] 摘要使用模型输出上限，避免推理消耗固定上限导致摘要失败。 reserveTokens 控制压缩触发，不能继续当作摘要输出 token 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MOD-18 · 提示缓存预热 [内置／可配置] 对声明缓存寿命且预计有足够收益的模型刷新提示缓存；预热计入用量，但不进入模型对话内容。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MOD-19 · 网络传输与重试配置 [内置／可配置] 设置代理、HTTP/WebSocket 超时、传输方式与重试次数；具体依赖 provider。针对临时服务、限流与网关错误进行有界重试；本分支只把独立的 429/500/502/503/504/520/524 数字视为状态码，避免模型名、请求 ID 等包含这些数字时误判。工具副作用不会因此自动安全重放。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EXT-29 · 缓存预热决策覆盖 [库] 根据宿主策略允许或停止空闲缓存刷新，以控制收益和额外用量。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AI-14 · 工具参数 schema [库] 使用 TypeBox 声明参数并在执行前验证／转换，使模型生成的参数符合工具契约。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AI-17 · 工具参数增量解析 [库] 在参数尚未流完时解析部分 JSON，便于 UI 提前显示路径和内容进度；完整执行仍需最终校验。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AI-18 · 完整流事件规范 [库] 区分 start、块开始、delta、块结束、done 和 error，以 contentIndex 处理交错内容块。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AI-19 · 紧凑可持久化消息帧 [库] 将流事件编码成增量帧，并通过纯 reducer 重建部分消息，避免每个 token 都复制整个累积响应。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AI-23 · Token、缓存和分档成本统计 [库] 统一输入、输出、缓存读写及费用；按模型目录的提示长度价格档计费，修正长提示成本低估。未报告数据不能视为实测零值；OpenRouter 时段价格尚未建模。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AI-29 · 跨提供商历史转接 [库] 切换模型时按目标接口转换历史；来自其他模型的 thinking 块丢弃，不再转成可见回答文本，避免把旧模型推理混入新模型对话。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AI-30 · 系统消息增量状态 [库] 首条系统消息提供提示和工具，后续系统消息追加／替换命名区块及工具；协议适配器按能力处理变化。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AI-35 · 统一响应耗时 [库] AssistantMessageEventStream 从请求开始到最终消息记录 durationMs，代理流也使用相同流类型；后续获取的 deferred 结果不补计时，自定义流函数须返回该具体流类型。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OTH-46 · 自定义摘要和压缩触发 [示例] 替换摘要实现，或按自设阈值和命令启动压缩。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export-dialogue / 从消息到终端、JSON 与 HTML 导出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场景：同一段会话需要交互显示、给其他程序处理或离线分享。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订阅结构化事件</a:t>
            </a:r>
          </a:p>
          <a:p xmlns:a="http://schemas.openxmlformats.org/drawingml/2006/main">
            <a:r>
              <a:t>观察 print 模式如何等待完成并输出 text/json，记录标准输出中哪些内容适合机器消费。</a:t>
            </a:r>
          </a:p>
          <a:p xmlns:a="http://schemas.openxmlformats.org/drawingml/2006/main">
            <a:r>
              <a:t>输入：会话事件</a:t>
            </a:r>
          </a:p>
          <a:p xmlns:a="http://schemas.openxmlformats.org/drawingml/2006/main">
            <a:r>
              <a:t>输出：文本或 JSON 记录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行为与边界：提交输入，等待会话处理并清理；标准输出背压与协议输出单独处理。</a:t>
            </a:r>
          </a:p>
          <a:p xmlns:a="http://schemas.openxmlformats.org/drawingml/2006/main">
            <a:r>
              <a:t>源码：packages/coding-agent/src/core/output-guard.ts:1</a:t>
            </a:r>
          </a:p>
          <a:p xmlns:a="http://schemas.openxmlformats.org/drawingml/2006/main">
            <a:r>
              <a:t>源码：packages/coding-agent/src/modes/json-event.ts:1</a:t>
            </a:r>
          </a:p>
          <a:p xmlns:a="http://schemas.openxmlformats.org/drawingml/2006/main">
            <a:r>
              <a:t>源码：packages/coding-agent/src/modes/print-mode.ts:1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渲染消息与工具</a:t>
            </a:r>
          </a:p>
          <a:p xmlns:a="http://schemas.openxmlformats.org/drawingml/2006/main">
            <a:r>
              <a:t>找到 user、assistant、tool result 组件与工具 renderer，区分 details 和给模型的 content。</a:t>
            </a:r>
          </a:p>
          <a:p xmlns:a="http://schemas.openxmlformats.org/drawingml/2006/main">
            <a:r>
              <a:t>输入：消息和显示细节</a:t>
            </a:r>
          </a:p>
          <a:p xmlns:a="http://schemas.openxmlformats.org/drawingml/2006/main">
            <a:r>
              <a:t>输出：终端可见内容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行为与边界：组件清单按源码保留，可从符号和原始注释追踪每个组件。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源码：packages/coding-agent/src/core/tools/render-utils.ts:1</a:t>
            </a:r>
          </a:p>
          <a:p xmlns:a="http://schemas.openxmlformats.org/drawingml/2006/main">
            <a:r>
              <a:t>源码：packages/coding-agent/src/core/tools/renderers/bash.ts:1</a:t>
            </a:r>
          </a:p>
          <a:p xmlns:a="http://schemas.openxmlformats.org/drawingml/2006/main">
            <a:r>
              <a:t>源码：packages/coding-agent/src/core/tools/renderers/edit.ts:1</a:t>
            </a:r>
          </a:p>
          <a:p xmlns:a="http://schemas.openxmlformats.org/drawingml/2006/main">
            <a:r>
              <a:t>源码：packages/coding-agent/src/core/tools/renderers/find.ts:1</a:t>
            </a:r>
          </a:p>
          <a:p xmlns:a="http://schemas.openxmlformats.org/drawingml/2006/main">
            <a:r>
              <a:t>源码：packages/coding-agent/src/core/tools/renderers/grep.ts:1</a:t>
            </a:r>
          </a:p>
          <a:p xmlns:a="http://schemas.openxmlformats.org/drawingml/2006/main">
            <a:r>
              <a:t>源码：packages/coding-agent/src/core/tools/renderers/index.ts:1</a:t>
            </a:r>
          </a:p>
          <a:p xmlns:a="http://schemas.openxmlformats.org/drawingml/2006/main">
            <a:r>
              <a:t>源码：packages/coding-agent/src/core/tools/renderers/ls.ts:1</a:t>
            </a:r>
          </a:p>
          <a:p xmlns:a="http://schemas.openxmlformats.org/drawingml/2006/main">
            <a:r>
              <a:t>源码：packages/coding-agent/src/core/tools/renderers/read.ts:1</a:t>
            </a:r>
          </a:p>
          <a:p xmlns:a="http://schemas.openxmlformats.org/drawingml/2006/main">
            <a:r>
              <a:t>源码：packages/coding-agent/src/core/tools/renderers/write.ts:1</a:t>
            </a:r>
          </a:p>
          <a:p xmlns:a="http://schemas.openxmlformats.org/drawingml/2006/main">
            <a:r>
              <a:t>源码：packages/coding-agent/src/modes/interactive/components/armin.ts:1</a:t>
            </a:r>
          </a:p>
          <a:p xmlns:a="http://schemas.openxmlformats.org/drawingml/2006/main">
            <a:r>
              <a:t>源码：packages/coding-agent/src/modes/interactive/components/assistant-message.ts:1</a:t>
            </a:r>
          </a:p>
          <a:p xmlns:a="http://schemas.openxmlformats.org/drawingml/2006/main">
            <a:r>
              <a:t>源码：packages/coding-agent/src/modes/interactive/components/auth-url.ts:1</a:t>
            </a:r>
          </a:p>
          <a:p xmlns:a="http://schemas.openxmlformats.org/drawingml/2006/main">
            <a:r>
              <a:t>源码：packages/coding-agent/src/modes/interactive/components/bash-execution.ts:1</a:t>
            </a:r>
          </a:p>
          <a:p xmlns:a="http://schemas.openxmlformats.org/drawingml/2006/main">
            <a:r>
              <a:t>源码：packages/coding-agent/src/modes/interactive/components/bordered-loader.ts:1</a:t>
            </a:r>
          </a:p>
          <a:p xmlns:a="http://schemas.openxmlformats.org/drawingml/2006/main">
            <a:r>
              <a:t>源码：packages/coding-agent/src/modes/interactive/components/branch-summary-message.ts:1</a:t>
            </a:r>
          </a:p>
          <a:p xmlns:a="http://schemas.openxmlformats.org/drawingml/2006/main">
            <a:r>
              <a:t>源码：packages/coding-agent/src/modes/interactive/components/compaction-summary-message.ts:1</a:t>
            </a:r>
          </a:p>
          <a:p xmlns:a="http://schemas.openxmlformats.org/drawingml/2006/main">
            <a:r>
              <a:t>源码：packages/coding-agent/src/modes/interactive/components/config-selector.ts:1</a:t>
            </a:r>
          </a:p>
          <a:p xmlns:a="http://schemas.openxmlformats.org/drawingml/2006/main">
            <a:r>
              <a:t>源码：packages/coding-agent/src/modes/interactive/components/countdown-timer.ts:1</a:t>
            </a:r>
          </a:p>
          <a:p xmlns:a="http://schemas.openxmlformats.org/drawingml/2006/main">
            <a:r>
              <a:t>源码：packages/coding-agent/src/modes/interactive/components/custom-editor.ts:1</a:t>
            </a:r>
          </a:p>
          <a:p xmlns:a="http://schemas.openxmlformats.org/drawingml/2006/main">
            <a:r>
              <a:t>源码：packages/coding-agent/src/modes/interactive/components/custom-entry.ts:1</a:t>
            </a:r>
          </a:p>
          <a:p xmlns:a="http://schemas.openxmlformats.org/drawingml/2006/main">
            <a:r>
              <a:t>源码：packages/coding-agent/src/modes/interactive/components/custom-message.ts:1</a:t>
            </a:r>
          </a:p>
          <a:p xmlns:a="http://schemas.openxmlformats.org/drawingml/2006/main">
            <a:r>
              <a:t>源码：packages/coding-agent/src/modes/interactive/components/diff.ts:1</a:t>
            </a:r>
          </a:p>
          <a:p xmlns:a="http://schemas.openxmlformats.org/drawingml/2006/main">
            <a:r>
              <a:t>源码：packages/coding-agent/src/modes/interactive/components/dynamic-border.ts:1</a:t>
            </a:r>
          </a:p>
          <a:p xmlns:a="http://schemas.openxmlformats.org/drawingml/2006/main">
            <a:r>
              <a:t>源码：packages/coding-agent/src/modes/interactive/components/earendil-announcement.ts:1</a:t>
            </a:r>
          </a:p>
          <a:p xmlns:a="http://schemas.openxmlformats.org/drawingml/2006/main">
            <a:r>
              <a:t>源码：packages/coding-agent/src/modes/interactive/components/easter-egg-3d.lazy.ts:1</a:t>
            </a:r>
          </a:p>
          <a:p xmlns:a="http://schemas.openxmlformats.org/drawingml/2006/main">
            <a:r>
              <a:t>源码：packages/coding-agent/src/modes/interactive/components/easter-egg-3d.ts:1</a:t>
            </a:r>
          </a:p>
          <a:p xmlns:a="http://schemas.openxmlformats.org/drawingml/2006/main">
            <a:r>
              <a:t>源码：packages/coding-agent/src/modes/interactive/components/extension-editor.ts:1</a:t>
            </a:r>
          </a:p>
          <a:p xmlns:a="http://schemas.openxmlformats.org/drawingml/2006/main">
            <a:r>
              <a:t>源码：packages/coding-agent/src/modes/interactive/components/extension-input.ts:1</a:t>
            </a:r>
          </a:p>
          <a:p xmlns:a="http://schemas.openxmlformats.org/drawingml/2006/main">
            <a:r>
              <a:t>源码：packages/coding-agent/src/modes/interactive/components/extension-selector.ts:1</a:t>
            </a:r>
          </a:p>
          <a:p xmlns:a="http://schemas.openxmlformats.org/drawingml/2006/main">
            <a:r>
              <a:t>源码：packages/coding-agent/src/modes/interactive/components/first-time-setup.ts:1</a:t>
            </a:r>
          </a:p>
          <a:p xmlns:a="http://schemas.openxmlformats.org/drawingml/2006/main">
            <a:r>
              <a:t>源码：packages/coding-agent/src/modes/interactive/components/footer.ts:1</a:t>
            </a:r>
          </a:p>
          <a:p xmlns:a="http://schemas.openxmlformats.org/drawingml/2006/main">
            <a:r>
              <a:t>源码：packages/coding-agent/src/modes/interactive/components/index.ts:1</a:t>
            </a:r>
          </a:p>
          <a:p xmlns:a="http://schemas.openxmlformats.org/drawingml/2006/main">
            <a:r>
              <a:t>源码：packages/coding-agent/src/modes/interactive/components/keybinding-hints.ts:1</a:t>
            </a:r>
          </a:p>
          <a:p xmlns:a="http://schemas.openxmlformats.org/drawingml/2006/main">
            <a:r>
              <a:t>源码：packages/coding-agent/src/modes/interactive/components/login-dialog.ts:1</a:t>
            </a:r>
          </a:p>
          <a:p xmlns:a="http://schemas.openxmlformats.org/drawingml/2006/main">
            <a:r>
              <a:t>源码：packages/coding-agent/src/modes/interactive/components/markdown-transform.ts:1</a:t>
            </a:r>
          </a:p>
          <a:p xmlns:a="http://schemas.openxmlformats.org/drawingml/2006/main">
            <a:r>
              <a:t>源码：packages/coding-agent/src/modes/interactive/components/mermaid.ts:1</a:t>
            </a:r>
          </a:p>
          <a:p xmlns:a="http://schemas.openxmlformats.org/drawingml/2006/main">
            <a:r>
              <a:t>源码：packages/coding-agent/src/modes/interactive/components/model-selector.ts:1</a:t>
            </a:r>
          </a:p>
          <a:p xmlns:a="http://schemas.openxmlformats.org/drawingml/2006/main">
            <a:r>
              <a:t>源码：packages/coding-agent/src/modes/interactive/components/oauth-selector.ts:1</a:t>
            </a:r>
          </a:p>
          <a:p xmlns:a="http://schemas.openxmlformats.org/drawingml/2006/main">
            <a:r>
              <a:t>源码：packages/coding-agent/src/modes/interactive/components/pi-logo.ts:1</a:t>
            </a:r>
          </a:p>
          <a:p xmlns:a="http://schemas.openxmlformats.org/drawingml/2006/main">
            <a:r>
              <a:t>源码：packages/coding-agent/src/modes/interactive/components/radius-login-selector.ts:1</a:t>
            </a:r>
          </a:p>
          <a:p xmlns:a="http://schemas.openxmlformats.org/drawingml/2006/main">
            <a:r>
              <a:t>源码：packages/coding-agent/src/modes/interactive/components/scoped-models-selector.ts:1</a:t>
            </a:r>
          </a:p>
          <a:p xmlns:a="http://schemas.openxmlformats.org/drawingml/2006/main">
            <a:r>
              <a:t>源码：packages/coding-agent/src/modes/interactive/components/session-selector-search.ts:1</a:t>
            </a:r>
          </a:p>
          <a:p xmlns:a="http://schemas.openxmlformats.org/drawingml/2006/main">
            <a:r>
              <a:t>源码：packages/coding-agent/src/modes/interactive/components/session-selector.ts:1</a:t>
            </a:r>
          </a:p>
          <a:p xmlns:a="http://schemas.openxmlformats.org/drawingml/2006/main">
            <a:r>
              <a:t>源码：packages/coding-agent/src/modes/interactive/components/settings-selector.ts:1</a:t>
            </a:r>
          </a:p>
          <a:p xmlns:a="http://schemas.openxmlformats.org/drawingml/2006/main">
            <a:r>
              <a:t>源码：packages/coding-agent/src/modes/interactive/components/settings-submenu.ts:1</a:t>
            </a:r>
          </a:p>
          <a:p xmlns:a="http://schemas.openxmlformats.org/drawingml/2006/main">
            <a:r>
              <a:t>源码：packages/coding-agent/src/modes/interactive/components/show-images-selector.ts:1</a:t>
            </a:r>
          </a:p>
          <a:p xmlns:a="http://schemas.openxmlformats.org/drawingml/2006/main">
            <a:r>
              <a:t>源码：packages/coding-agent/src/modes/interactive/components/skill-invocation-message.ts:1</a:t>
            </a:r>
          </a:p>
          <a:p xmlns:a="http://schemas.openxmlformats.org/drawingml/2006/main">
            <a:r>
              <a:t>源码：packages/coding-agent/src/modes/interactive/components/status-indicator.ts:1</a:t>
            </a:r>
          </a:p>
          <a:p xmlns:a="http://schemas.openxmlformats.org/drawingml/2006/main">
            <a:r>
              <a:t>源码：packages/coding-agent/src/modes/interactive/components/theme-selector.ts:1</a:t>
            </a:r>
          </a:p>
          <a:p xmlns:a="http://schemas.openxmlformats.org/drawingml/2006/main">
            <a:r>
              <a:t>源码：packages/coding-agent/src/modes/interactive/components/themed-text.ts:1</a:t>
            </a:r>
          </a:p>
          <a:p xmlns:a="http://schemas.openxmlformats.org/drawingml/2006/main">
            <a:r>
              <a:t>源码：packages/coding-agent/src/modes/interactive/components/thinking-selector.ts:1</a:t>
            </a:r>
          </a:p>
          <a:p xmlns:a="http://schemas.openxmlformats.org/drawingml/2006/main">
            <a:r>
              <a:t>源码：packages/coding-agent/src/modes/interactive/components/tool-execution.ts:1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>源码：packages/coding-agent/src/modes/interactive/components/trust-selector.ts:1</a:t>
            </a:r>
          </a:p>
          <a:p xmlns:a="http://schemas.openxmlformats.org/drawingml/2006/main">
            <a:r>
              <a:t>源码：packages/coding-agent/src/modes/interactive/components/user-message-selector.ts:1</a:t>
            </a:r>
          </a:p>
          <a:p xmlns:a="http://schemas.openxmlformats.org/drawingml/2006/main">
            <a:r>
              <a:t>源码：packages/coding-agent/src/modes/interactive/components/user-message.ts:1</a:t>
            </a:r>
          </a:p>
          <a:p xmlns:a="http://schemas.openxmlformats.org/drawingml/2006/main">
            <a:r>
              <a:t>源码：packages/coding-agent/src/modes/interactive/components/visual-truncate.ts:1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导出当前会话</a:t>
            </a:r>
          </a:p>
          <a:p xmlns:a="http://schemas.openxmlformats.org/drawingml/2006/main">
            <a:r>
              <a:t>追踪 HTML exporter 与模板，检查嵌入资源、会话数据和自定义渲染的边界。</a:t>
            </a:r>
          </a:p>
          <a:p xmlns:a="http://schemas.openxmlformats.org/drawingml/2006/main">
            <a:r>
              <a:t>输入：会话文件与资源</a:t>
            </a:r>
          </a:p>
          <a:p xmlns:a="http://schemas.openxmlformats.org/drawingml/2006/main">
            <a:r>
              <a:t>输出：独立导出文档</a:t>
            </a:r>
          </a:p>
          <a:p xmlns:a="http://schemas.openxmlformats.org/drawingml/2006/main">
            <a:r>
              <a:t>入口：/import；/export；/share；--export</a:t>
            </a:r>
          </a:p>
          <a:p xmlns:a="http://schemas.openxmlformats.org/drawingml/2006/main">
            <a:r>
              <a:t>行为与边界：导出是格式转换；shareDestination 可选 auto/gist/radius，auto 优先可用 Radius，否则使用 GitHub secret gist。上传需要对应认证。</a:t>
            </a:r>
          </a:p>
          <a:p xmlns:a="http://schemas.openxmlformats.org/drawingml/2006/main">
            <a:r>
              <a:t>源码：packages/coding-agent/src/core/export-html/ansi-to-html.ts:1</a:t>
            </a:r>
          </a:p>
          <a:p xmlns:a="http://schemas.openxmlformats.org/drawingml/2006/main">
            <a:r>
              <a:t>源码：packages/coding-agent/src/core/export-html/index.ts:1</a:t>
            </a:r>
          </a:p>
          <a:p xmlns:a="http://schemas.openxmlformats.org/drawingml/2006/main">
            <a:r>
              <a:t>源码：packages/coding-agent/src/core/export-html/template.css:1</a:t>
            </a:r>
          </a:p>
          <a:p xmlns:a="http://schemas.openxmlformats.org/drawingml/2006/main">
            <a:r>
              <a:t>源码：packages/coding-agent/src/core/export-html/template.html:1</a:t>
            </a:r>
          </a:p>
          <a:p xmlns:a="http://schemas.openxmlformats.org/drawingml/2006/main">
            <a:r>
              <a:t>源码：packages/coding-agent/src/core/export-html/template.js:1</a:t>
            </a:r>
          </a:p>
          <a:p xmlns:a="http://schemas.openxmlformats.org/drawingml/2006/main">
            <a:r>
              <a:t>源码：packages/coding-agent/src/core/export-html/tool-renderer.ts:1</a:t>
            </a:r>
          </a:p>
          <a:p xmlns:a="http://schemas.openxmlformats.org/drawingml/2006/main">
            <a:r>
              <a:t>源码：packages/coding-agent/src/core/export-html/vendor/highlight.min.js:1</a:t>
            </a:r>
          </a:p>
          <a:p xmlns:a="http://schemas.openxmlformats.org/drawingml/2006/main">
            <a:r>
              <a:t>源码：packages/coding-agent/src/core/export-html/vendor/marked-cjk-friendly.min.js:1</a:t>
            </a:r>
          </a:p>
          <a:p xmlns:a="http://schemas.openxmlformats.org/drawingml/2006/main">
            <a:r>
              <a:t>源码：packages/coding-agent/src/core/export-html/vendor/marked.min.js:1</a:t>
            </a:r>
          </a:p>
          <a:p xmlns:a="http://schemas.openxmlformats.org/drawingml/2006/main">
            <a:r>
              <a:t>源码：packages/coding-agent/src/core/session-export.ts:1</a:t>
            </a:r>
          </a:p>
          <a:p xmlns:a="http://schemas.openxmlformats.org/drawingml/2006/main">
            <a:r>
              <a:t>源码：packages/coding-agent/src/modes/interactive/session-share.ts:1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失败与恢复：外观相同不代表数据相同；终端渲染、模型上下文和导出内容有各自转换层。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练习：选一个工具结果，分别记录模型 content、UI details 和导出结果如何处理。</a:t>
            </a:r>
          </a:p>
          <a:p xmlns:a="http://schemas.openxmlformats.org/drawingml/2006/main">
            <a:r>
              <a:t>参考判断：答案应引用对应 renderer / exporter，不能假设所有 details 都作为模型消息发送。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会话导入、导出与分享</a:t>
            </a:r>
          </a:p>
          <a:p xmlns:a="http://schemas.openxmlformats.org/drawingml/2006/main">
            <a:r>
              <a:t>将会话转为 JSONL 或可阅读 HTML，并支撑会话分享流程。</a:t>
            </a:r>
          </a:p>
          <a:p xmlns:a="http://schemas.openxmlformats.org/drawingml/2006/main">
            <a:r>
              <a:t>入口：/import；/export；/share；--export</a:t>
            </a:r>
          </a:p>
          <a:p xmlns:a="http://schemas.openxmlformats.org/drawingml/2006/main">
            <a:r>
              <a:t>边界：导出是格式转换；shareDestination 可选 auto/gist/radius，auto 优先可用 Radius，否则使用 GitHub secret gist。上传需要对应认证。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UI-02 · 一次性文本模式 [内置] 执行给定任务，输出最后的助手文本后退出，适合 Shell 脚本、流水线和批处理。输入或输出重定向时可自动进入此模式。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UI-03 · JSON 事件模式 [内置] 将单次运行的消息、工具、压缩、重试等过程输出为 JSONL，便于外部程序观察与保存；不是只输出最终答案。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UI-12 · 工具结果展开／折叠 [内置] 在紧凑浏览与完整工具输出之间切换，避免长命令输出淹没对话，同时保留查看细节的入口。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UI-13 · 推理内容显示控制 [内置] 显示或隐藏提供商返回的 thinking 内容；只改变呈现，不等于改变模型的推理级别。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SES-21 · 会话导入 [内置] 从 JSONL 文件导入并恢复工作，便于转移已有会话记录。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SES-22 · HTML／JSONL 导出 [内置] 输出可阅读 HTML 或可处理 JSONL；命令行还可直接把已有会话文件导出为 HTML。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SES-23 · 会话分享 [可选] 按 shareDestination=auto/gist/radius 选择分享目的地；auto 优先使用可用 Radius 组织 artifact，否则使用 GitHub CLI 的 secret gist。上传需要对应账户与外部服务。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EXT-31 · 工具呈现的耗时与留白上下文 [库] 渲染器读取最终结果 durationMs 和 outputPad，使自定义工具显示与普通工具的耗时和横向留白一致；工具结束事件也携带耗时。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export-dialogue / 从消息到终端、JSON 与 HTML 导出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场景：同一段会话需要交互显示、给其他程序处理或离线分享。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订阅结构化事件</a:t>
            </a:r>
          </a:p>
          <a:p xmlns:a="http://schemas.openxmlformats.org/drawingml/2006/main">
            <a:r>
              <a:t>观察 print 模式如何等待完成并输出 text/json，记录标准输出中哪些内容适合机器消费。</a:t>
            </a:r>
          </a:p>
          <a:p xmlns:a="http://schemas.openxmlformats.org/drawingml/2006/main">
            <a:r>
              <a:t>输入：会话事件</a:t>
            </a:r>
          </a:p>
          <a:p xmlns:a="http://schemas.openxmlformats.org/drawingml/2006/main">
            <a:r>
              <a:t>输出：文本或 JSON 记录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行为与边界：提交输入，等待会话处理并清理；标准输出背压与协议输出单独处理。</a:t>
            </a:r>
          </a:p>
          <a:p xmlns:a="http://schemas.openxmlformats.org/drawingml/2006/main">
            <a:r>
              <a:t>源码：packages/coding-agent/src/core/output-guard.ts:1</a:t>
            </a:r>
          </a:p>
          <a:p xmlns:a="http://schemas.openxmlformats.org/drawingml/2006/main">
            <a:r>
              <a:t>源码：packages/coding-agent/src/modes/json-event.ts:1</a:t>
            </a:r>
          </a:p>
          <a:p xmlns:a="http://schemas.openxmlformats.org/drawingml/2006/main">
            <a:r>
              <a:t>源码：packages/coding-agent/src/modes/print-mode.ts:1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渲染消息与工具</a:t>
            </a:r>
          </a:p>
          <a:p xmlns:a="http://schemas.openxmlformats.org/drawingml/2006/main">
            <a:r>
              <a:t>找到 user、assistant、tool result 组件与工具 renderer，区分 details 和给模型的 content。</a:t>
            </a:r>
          </a:p>
          <a:p xmlns:a="http://schemas.openxmlformats.org/drawingml/2006/main">
            <a:r>
              <a:t>输入：消息和显示细节</a:t>
            </a:r>
          </a:p>
          <a:p xmlns:a="http://schemas.openxmlformats.org/drawingml/2006/main">
            <a:r>
              <a:t>输出：终端可见内容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行为与边界：组件清单按源码保留，可从符号和原始注释追踪每个组件。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源码：packages/coding-agent/src/core/tools/render-utils.ts:1</a:t>
            </a:r>
          </a:p>
          <a:p xmlns:a="http://schemas.openxmlformats.org/drawingml/2006/main">
            <a:r>
              <a:t>源码：packages/coding-agent/src/core/tools/renderers/bash.ts:1</a:t>
            </a:r>
          </a:p>
          <a:p xmlns:a="http://schemas.openxmlformats.org/drawingml/2006/main">
            <a:r>
              <a:t>源码：packages/coding-agent/src/core/tools/renderers/edit.ts:1</a:t>
            </a:r>
          </a:p>
          <a:p xmlns:a="http://schemas.openxmlformats.org/drawingml/2006/main">
            <a:r>
              <a:t>源码：packages/coding-agent/src/core/tools/renderers/find.ts:1</a:t>
            </a:r>
          </a:p>
          <a:p xmlns:a="http://schemas.openxmlformats.org/drawingml/2006/main">
            <a:r>
              <a:t>源码：packages/coding-agent/src/core/tools/renderers/grep.ts:1</a:t>
            </a:r>
          </a:p>
          <a:p xmlns:a="http://schemas.openxmlformats.org/drawingml/2006/main">
            <a:r>
              <a:t>源码：packages/coding-agent/src/core/tools/renderers/index.ts:1</a:t>
            </a:r>
          </a:p>
          <a:p xmlns:a="http://schemas.openxmlformats.org/drawingml/2006/main">
            <a:r>
              <a:t>源码：packages/coding-agent/src/core/tools/renderers/ls.ts:1</a:t>
            </a:r>
          </a:p>
          <a:p xmlns:a="http://schemas.openxmlformats.org/drawingml/2006/main">
            <a:r>
              <a:t>源码：packages/coding-agent/src/core/tools/renderers/read.ts:1</a:t>
            </a:r>
          </a:p>
          <a:p xmlns:a="http://schemas.openxmlformats.org/drawingml/2006/main">
            <a:r>
              <a:t>源码：packages/coding-agent/src/core/tools/renderers/write.ts:1</a:t>
            </a:r>
          </a:p>
          <a:p xmlns:a="http://schemas.openxmlformats.org/drawingml/2006/main">
            <a:r>
              <a:t>源码：packages/coding-agent/src/modes/interactive/components/armin.ts:1</a:t>
            </a:r>
          </a:p>
          <a:p xmlns:a="http://schemas.openxmlformats.org/drawingml/2006/main">
            <a:r>
              <a:t>源码：packages/coding-agent/src/modes/interactive/components/assistant-message.ts:1</a:t>
            </a:r>
          </a:p>
          <a:p xmlns:a="http://schemas.openxmlformats.org/drawingml/2006/main">
            <a:r>
              <a:t>源码：packages/coding-agent/src/modes/interactive/components/auth-url.ts:1</a:t>
            </a:r>
          </a:p>
          <a:p xmlns:a="http://schemas.openxmlformats.org/drawingml/2006/main">
            <a:r>
              <a:t>源码：packages/coding-agent/src/modes/interactive/components/bash-execution.ts:1</a:t>
            </a:r>
          </a:p>
          <a:p xmlns:a="http://schemas.openxmlformats.org/drawingml/2006/main">
            <a:r>
              <a:t>源码：packages/coding-agent/src/modes/interactive/components/bordered-loader.ts:1</a:t>
            </a:r>
          </a:p>
          <a:p xmlns:a="http://schemas.openxmlformats.org/drawingml/2006/main">
            <a:r>
              <a:t>源码：packages/coding-agent/src/modes/interactive/components/branch-summary-message.ts:1</a:t>
            </a:r>
          </a:p>
          <a:p xmlns:a="http://schemas.openxmlformats.org/drawingml/2006/main">
            <a:r>
              <a:t>源码：packages/coding-agent/src/modes/interactive/components/compaction-summary-message.ts:1</a:t>
            </a:r>
          </a:p>
          <a:p xmlns:a="http://schemas.openxmlformats.org/drawingml/2006/main">
            <a:r>
              <a:t>源码：packages/coding-agent/src/modes/interactive/components/config-selector.ts:1</a:t>
            </a:r>
          </a:p>
          <a:p xmlns:a="http://schemas.openxmlformats.org/drawingml/2006/main">
            <a:r>
              <a:t>源码：packages/coding-agent/src/modes/interactive/components/countdown-timer.ts:1</a:t>
            </a:r>
          </a:p>
          <a:p xmlns:a="http://schemas.openxmlformats.org/drawingml/2006/main">
            <a:r>
              <a:t>源码：packages/coding-agent/src/modes/interactive/components/custom-editor.ts:1</a:t>
            </a:r>
          </a:p>
          <a:p xmlns:a="http://schemas.openxmlformats.org/drawingml/2006/main">
            <a:r>
              <a:t>源码：packages/coding-agent/src/modes/interactive/components/custom-entry.ts:1</a:t>
            </a:r>
          </a:p>
          <a:p xmlns:a="http://schemas.openxmlformats.org/drawingml/2006/main">
            <a:r>
              <a:t>源码：packages/coding-agent/src/modes/interactive/components/custom-message.ts:1</a:t>
            </a:r>
          </a:p>
          <a:p xmlns:a="http://schemas.openxmlformats.org/drawingml/2006/main">
            <a:r>
              <a:t>源码：packages/coding-agent/src/modes/interactive/components/diff.ts:1</a:t>
            </a:r>
          </a:p>
          <a:p xmlns:a="http://schemas.openxmlformats.org/drawingml/2006/main">
            <a:r>
              <a:t>源码：packages/coding-agent/src/modes/interactive/components/dynamic-border.ts:1</a:t>
            </a:r>
          </a:p>
          <a:p xmlns:a="http://schemas.openxmlformats.org/drawingml/2006/main">
            <a:r>
              <a:t>源码：packages/coding-agent/src/modes/interactive/components/earendil-announcement.ts:1</a:t>
            </a:r>
          </a:p>
          <a:p xmlns:a="http://schemas.openxmlformats.org/drawingml/2006/main">
            <a:r>
              <a:t>源码：packages/coding-agent/src/modes/interactive/components/easter-egg-3d.lazy.ts:1</a:t>
            </a:r>
          </a:p>
          <a:p xmlns:a="http://schemas.openxmlformats.org/drawingml/2006/main">
            <a:r>
              <a:t>源码：packages/coding-agent/src/modes/interactive/components/easter-egg-3d.ts:1</a:t>
            </a:r>
          </a:p>
          <a:p xmlns:a="http://schemas.openxmlformats.org/drawingml/2006/main">
            <a:r>
              <a:t>源码：packages/coding-agent/src/modes/interactive/components/extension-editor.ts:1</a:t>
            </a:r>
          </a:p>
          <a:p xmlns:a="http://schemas.openxmlformats.org/drawingml/2006/main">
            <a:r>
              <a:t>源码：packages/coding-agent/src/modes/interactive/components/extension-input.ts:1</a:t>
            </a:r>
          </a:p>
          <a:p xmlns:a="http://schemas.openxmlformats.org/drawingml/2006/main">
            <a:r>
              <a:t>源码：packages/coding-agent/src/modes/interactive/components/extension-selector.ts:1</a:t>
            </a:r>
          </a:p>
          <a:p xmlns:a="http://schemas.openxmlformats.org/drawingml/2006/main">
            <a:r>
              <a:t>源码：packages/coding-agent/src/modes/interactive/components/first-time-setup.ts:1</a:t>
            </a:r>
          </a:p>
          <a:p xmlns:a="http://schemas.openxmlformats.org/drawingml/2006/main">
            <a:r>
              <a:t>源码：packages/coding-agent/src/modes/interactive/components/footer.ts:1</a:t>
            </a:r>
          </a:p>
          <a:p xmlns:a="http://schemas.openxmlformats.org/drawingml/2006/main">
            <a:r>
              <a:t>源码：packages/coding-agent/src/modes/interactive/components/index.ts:1</a:t>
            </a:r>
          </a:p>
          <a:p xmlns:a="http://schemas.openxmlformats.org/drawingml/2006/main">
            <a:r>
              <a:t>源码：packages/coding-agent/src/modes/interactive/components/keybinding-hints.ts:1</a:t>
            </a:r>
          </a:p>
          <a:p xmlns:a="http://schemas.openxmlformats.org/drawingml/2006/main">
            <a:r>
              <a:t>源码：packages/coding-agent/src/modes/interactive/components/login-dialog.ts:1</a:t>
            </a:r>
          </a:p>
          <a:p xmlns:a="http://schemas.openxmlformats.org/drawingml/2006/main">
            <a:r>
              <a:t>源码：packages/coding-agent/src/modes/interactive/components/markdown-transform.ts:1</a:t>
            </a:r>
          </a:p>
          <a:p xmlns:a="http://schemas.openxmlformats.org/drawingml/2006/main">
            <a:r>
              <a:t>源码：packages/coding-agent/src/modes/interactive/components/mermaid.ts:1</a:t>
            </a:r>
          </a:p>
          <a:p xmlns:a="http://schemas.openxmlformats.org/drawingml/2006/main">
            <a:r>
              <a:t>源码：packages/coding-agent/src/modes/interactive/components/model-selector.ts:1</a:t>
            </a:r>
          </a:p>
          <a:p xmlns:a="http://schemas.openxmlformats.org/drawingml/2006/main">
            <a:r>
              <a:t>源码：packages/coding-agent/src/modes/interactive/components/oauth-selector.ts:1</a:t>
            </a:r>
          </a:p>
          <a:p xmlns:a="http://schemas.openxmlformats.org/drawingml/2006/main">
            <a:r>
              <a:t>源码：packages/coding-agent/src/modes/interactive/components/pi-logo.ts:1</a:t>
            </a:r>
          </a:p>
          <a:p xmlns:a="http://schemas.openxmlformats.org/drawingml/2006/main">
            <a:r>
              <a:t>源码：packages/coding-agent/src/modes/interactive/components/radius-login-selector.ts:1</a:t>
            </a:r>
          </a:p>
          <a:p xmlns:a="http://schemas.openxmlformats.org/drawingml/2006/main">
            <a:r>
              <a:t>源码：packages/coding-agent/src/modes/interactive/components/scoped-models-selector.ts:1</a:t>
            </a:r>
          </a:p>
          <a:p xmlns:a="http://schemas.openxmlformats.org/drawingml/2006/main">
            <a:r>
              <a:t>源码：packages/coding-agent/src/modes/interactive/components/session-selector-search.ts:1</a:t>
            </a:r>
          </a:p>
          <a:p xmlns:a="http://schemas.openxmlformats.org/drawingml/2006/main">
            <a:r>
              <a:t>源码：packages/coding-agent/src/modes/interactive/components/session-selector.ts:1</a:t>
            </a:r>
          </a:p>
          <a:p xmlns:a="http://schemas.openxmlformats.org/drawingml/2006/main">
            <a:r>
              <a:t>源码：packages/coding-agent/src/modes/interactive/components/settings-selector.ts:1</a:t>
            </a:r>
          </a:p>
          <a:p xmlns:a="http://schemas.openxmlformats.org/drawingml/2006/main">
            <a:r>
              <a:t>源码：packages/coding-agent/src/modes/interactive/components/settings-submenu.ts:1</a:t>
            </a:r>
          </a:p>
          <a:p xmlns:a="http://schemas.openxmlformats.org/drawingml/2006/main">
            <a:r>
              <a:t>源码：packages/coding-agent/src/modes/interactive/components/show-images-selector.ts:1</a:t>
            </a:r>
          </a:p>
          <a:p xmlns:a="http://schemas.openxmlformats.org/drawingml/2006/main">
            <a:r>
              <a:t>源码：packages/coding-agent/src/modes/interactive/components/skill-invocation-message.ts:1</a:t>
            </a:r>
          </a:p>
          <a:p xmlns:a="http://schemas.openxmlformats.org/drawingml/2006/main">
            <a:r>
              <a:t>源码：packages/coding-agent/src/modes/interactive/components/status-indicator.ts:1</a:t>
            </a:r>
          </a:p>
          <a:p xmlns:a="http://schemas.openxmlformats.org/drawingml/2006/main">
            <a:r>
              <a:t>源码：packages/coding-agent/src/modes/interactive/components/theme-selector.ts:1</a:t>
            </a:r>
          </a:p>
          <a:p xmlns:a="http://schemas.openxmlformats.org/drawingml/2006/main">
            <a:r>
              <a:t>源码：packages/coding-agent/src/modes/interactive/components/themed-text.ts:1</a:t>
            </a:r>
          </a:p>
          <a:p xmlns:a="http://schemas.openxmlformats.org/drawingml/2006/main">
            <a:r>
              <a:t>源码：packages/coding-agent/src/modes/interactive/components/thinking-selector.ts:1</a:t>
            </a:r>
          </a:p>
          <a:p xmlns:a="http://schemas.openxmlformats.org/drawingml/2006/main">
            <a:r>
              <a:t>源码：packages/coding-agent/src/modes/interactive/components/tool-execution.ts:1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>源码：packages/coding-agent/src/modes/interactive/components/trust-selector.ts:1</a:t>
            </a:r>
          </a:p>
          <a:p xmlns:a="http://schemas.openxmlformats.org/drawingml/2006/main">
            <a:r>
              <a:t>源码：packages/coding-agent/src/modes/interactive/components/user-message-selector.ts:1</a:t>
            </a:r>
          </a:p>
          <a:p xmlns:a="http://schemas.openxmlformats.org/drawingml/2006/main">
            <a:r>
              <a:t>源码：packages/coding-agent/src/modes/interactive/components/user-message.ts:1</a:t>
            </a:r>
          </a:p>
          <a:p xmlns:a="http://schemas.openxmlformats.org/drawingml/2006/main">
            <a:r>
              <a:t>源码：packages/coding-agent/src/modes/interactive/components/visual-truncate.ts:1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导出当前会话</a:t>
            </a:r>
          </a:p>
          <a:p xmlns:a="http://schemas.openxmlformats.org/drawingml/2006/main">
            <a:r>
              <a:t>追踪 HTML exporter 与模板，检查嵌入资源、会话数据和自定义渲染的边界。</a:t>
            </a:r>
          </a:p>
          <a:p xmlns:a="http://schemas.openxmlformats.org/drawingml/2006/main">
            <a:r>
              <a:t>输入：会话文件与资源</a:t>
            </a:r>
          </a:p>
          <a:p xmlns:a="http://schemas.openxmlformats.org/drawingml/2006/main">
            <a:r>
              <a:t>输出：独立导出文档</a:t>
            </a:r>
          </a:p>
          <a:p xmlns:a="http://schemas.openxmlformats.org/drawingml/2006/main">
            <a:r>
              <a:t>入口：/import；/export；/share；--export</a:t>
            </a:r>
          </a:p>
          <a:p xmlns:a="http://schemas.openxmlformats.org/drawingml/2006/main">
            <a:r>
              <a:t>行为与边界：导出是格式转换；shareDestination 可选 auto/gist/radius，auto 优先可用 Radius，否则使用 GitHub secret gist。上传需要对应认证。</a:t>
            </a:r>
          </a:p>
          <a:p xmlns:a="http://schemas.openxmlformats.org/drawingml/2006/main">
            <a:r>
              <a:t>源码：packages/coding-agent/src/core/export-html/ansi-to-html.ts:1</a:t>
            </a:r>
          </a:p>
          <a:p xmlns:a="http://schemas.openxmlformats.org/drawingml/2006/main">
            <a:r>
              <a:t>源码：packages/coding-agent/src/core/export-html/index.ts:1</a:t>
            </a:r>
          </a:p>
          <a:p xmlns:a="http://schemas.openxmlformats.org/drawingml/2006/main">
            <a:r>
              <a:t>源码：packages/coding-agent/src/core/export-html/template.css:1</a:t>
            </a:r>
          </a:p>
          <a:p xmlns:a="http://schemas.openxmlformats.org/drawingml/2006/main">
            <a:r>
              <a:t>源码：packages/coding-agent/src/core/export-html/template.html:1</a:t>
            </a:r>
          </a:p>
          <a:p xmlns:a="http://schemas.openxmlformats.org/drawingml/2006/main">
            <a:r>
              <a:t>源码：packages/coding-agent/src/core/export-html/template.js:1</a:t>
            </a:r>
          </a:p>
          <a:p xmlns:a="http://schemas.openxmlformats.org/drawingml/2006/main">
            <a:r>
              <a:t>源码：packages/coding-agent/src/core/export-html/tool-renderer.ts:1</a:t>
            </a:r>
          </a:p>
          <a:p xmlns:a="http://schemas.openxmlformats.org/drawingml/2006/main">
            <a:r>
              <a:t>源码：packages/coding-agent/src/core/export-html/vendor/highlight.min.js:1</a:t>
            </a:r>
          </a:p>
          <a:p xmlns:a="http://schemas.openxmlformats.org/drawingml/2006/main">
            <a:r>
              <a:t>源码：packages/coding-agent/src/core/export-html/vendor/marked-cjk-friendly.min.js:1</a:t>
            </a:r>
          </a:p>
          <a:p xmlns:a="http://schemas.openxmlformats.org/drawingml/2006/main">
            <a:r>
              <a:t>源码：packages/coding-agent/src/core/export-html/vendor/marked.min.js:1</a:t>
            </a:r>
          </a:p>
          <a:p xmlns:a="http://schemas.openxmlformats.org/drawingml/2006/main">
            <a:r>
              <a:t>源码：packages/coding-agent/src/core/session-export.ts:1</a:t>
            </a:r>
          </a:p>
          <a:p xmlns:a="http://schemas.openxmlformats.org/drawingml/2006/main">
            <a:r>
              <a:t>源码：packages/coding-agent/src/modes/interactive/session-share.ts:1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失败与恢复：外观相同不代表数据相同；终端渲染、模型上下文和导出内容有各自转换层。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练习：选一个工具结果，分别记录模型 content、UI details 和导出结果如何处理。</a:t>
            </a:r>
          </a:p>
          <a:p xmlns:a="http://schemas.openxmlformats.org/drawingml/2006/main">
            <a:r>
              <a:t>参考判断：答案应引用对应 renderer / exporter，不能假设所有 details 都作为模型消息发送。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会话导入、导出与分享</a:t>
            </a:r>
          </a:p>
          <a:p xmlns:a="http://schemas.openxmlformats.org/drawingml/2006/main">
            <a:r>
              <a:t>将会话转为 JSONL 或可阅读 HTML，并支撑会话分享流程。</a:t>
            </a:r>
          </a:p>
          <a:p xmlns:a="http://schemas.openxmlformats.org/drawingml/2006/main">
            <a:r>
              <a:t>入口：/import；/export；/share；--export</a:t>
            </a:r>
          </a:p>
          <a:p xmlns:a="http://schemas.openxmlformats.org/drawingml/2006/main">
            <a:r>
              <a:t>边界：导出是格式转换；shareDestination 可选 auto/gist/radius，auto 优先可用 Radius，否则使用 GitHub secret gist。上传需要对应认证。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UI-02 · 一次性文本模式 [内置] 执行给定任务，输出最后的助手文本后退出，适合 Shell 脚本、流水线和批处理。输入或输出重定向时可自动进入此模式。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UI-03 · JSON 事件模式 [内置] 将单次运行的消息、工具、压缩、重试等过程输出为 JSONL，便于外部程序观察与保存；不是只输出最终答案。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UI-12 · 工具结果展开／折叠 [内置] 在紧凑浏览与完整工具输出之间切换，避免长命令输出淹没对话，同时保留查看细节的入口。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UI-13 · 推理内容显示控制 [内置] 显示或隐藏提供商返回的 thinking 内容；只改变呈现，不等于改变模型的推理级别。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SES-21 · 会话导入 [内置] 从 JSONL 文件导入并恢复工作，便于转移已有会话记录。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SES-22 · HTML／JSONL 导出 [内置] 输出可阅读 HTML 或可处理 JSONL；命令行还可直接把已有会话文件导出为 HTML。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SES-23 · 会话分享 [可选] 按 shareDestination=auto/gist/radius 选择分享目的地；auto 优先使用可用 Radius 组织 artifact，否则使用 GitHub CLI 的 secret gist。上传需要对应账户与外部服务。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EXT-31 · 工具呈现的耗时与留白上下文 [库] 渲染器读取最终结果 durationMs 和 outputPad，使自定义工具显示与普通工具的耗时和横向留白一致；工具结束事件也携带耗时。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课程：03 完整对话 / export-dialogue / 从消息到终端、JSON 与 HTML 导出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场景：同一段会话需要交互显示、给其他程序处理或离线分享。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订阅结构化事件</a:t>
            </a:r>
          </a:p>
          <a:p xmlns:a="http://schemas.openxmlformats.org/drawingml/2006/main">
            <a:r>
              <a:t>观察 print 模式如何等待完成并输出 text/json，记录标准输出中哪些内容适合机器消费。</a:t>
            </a:r>
          </a:p>
          <a:p xmlns:a="http://schemas.openxmlformats.org/drawingml/2006/main">
            <a:r>
              <a:t>输入：会话事件</a:t>
            </a:r>
          </a:p>
          <a:p xmlns:a="http://schemas.openxmlformats.org/drawingml/2006/main">
            <a:r>
              <a:t>输出：文本或 JSON 记录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行为与边界：提交输入，等待会话处理并清理；标准输出背压与协议输出单独处理。</a:t>
            </a:r>
          </a:p>
          <a:p xmlns:a="http://schemas.openxmlformats.org/drawingml/2006/main">
            <a:r>
              <a:t>源码：packages/coding-agent/src/core/output-guard.ts:1</a:t>
            </a:r>
          </a:p>
          <a:p xmlns:a="http://schemas.openxmlformats.org/drawingml/2006/main">
            <a:r>
              <a:t>源码：packages/coding-agent/src/modes/json-event.ts:1</a:t>
            </a:r>
          </a:p>
          <a:p xmlns:a="http://schemas.openxmlformats.org/drawingml/2006/main">
            <a:r>
              <a:t>源码：packages/coding-agent/src/modes/print-mode.ts:1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渲染消息与工具</a:t>
            </a:r>
          </a:p>
          <a:p xmlns:a="http://schemas.openxmlformats.org/drawingml/2006/main">
            <a:r>
              <a:t>找到 user、assistant、tool result 组件与工具 renderer，区分 details 和给模型的 content。</a:t>
            </a:r>
          </a:p>
          <a:p xmlns:a="http://schemas.openxmlformats.org/drawingml/2006/main">
            <a:r>
              <a:t>输入：消息和显示细节</a:t>
            </a:r>
          </a:p>
          <a:p xmlns:a="http://schemas.openxmlformats.org/drawingml/2006/main">
            <a:r>
              <a:t>输出：终端可见内容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行为与边界：组件清单按源码保留，可从符号和原始注释追踪每个组件。</a:t>
            </a:r>
          </a:p>
          <a:p xmlns:a="http://schemas.openxmlformats.org/drawingml/2006/main">
            <a:r>
              <a:t>源码：packages/coding-agent/src/core/tools/render-utils.ts:1</a:t>
            </a:r>
          </a:p>
          <a:p xmlns:a="http://schemas.openxmlformats.org/drawingml/2006/main">
            <a:r>
              <a:t>源码：packages/coding-agent/src/core/tools/renderers/bash.ts:1</a:t>
            </a:r>
          </a:p>
          <a:p xmlns:a="http://schemas.openxmlformats.org/drawingml/2006/main">
            <a:r>
              <a:t>源码：packages/coding-agent/src/core/tools/renderers/edit.ts:1</a:t>
            </a:r>
          </a:p>
          <a:p xmlns:a="http://schemas.openxmlformats.org/drawingml/2006/main">
            <a:r>
              <a:t>源码：packages/coding-agent/src/core/tools/renderers/find.ts:1</a:t>
            </a:r>
          </a:p>
          <a:p xmlns:a="http://schemas.openxmlformats.org/drawingml/2006/main">
            <a:r>
              <a:t>源码：packages/coding-agent/src/core/tools/renderers/grep.ts:1</a:t>
            </a:r>
          </a:p>
          <a:p xmlns:a="http://schemas.openxmlformats.org/drawingml/2006/main">
            <a:r>
              <a:t>源码：packages/coding-agent/src/core/tools/renderers/index.ts:1</a:t>
            </a:r>
          </a:p>
          <a:p xmlns:a="http://schemas.openxmlformats.org/drawingml/2006/main">
            <a:r>
              <a:t>源码：packages/coding-agent/src/core/tools/renderers/ls.ts:1</a:t>
            </a:r>
          </a:p>
          <a:p xmlns:a="http://schemas.openxmlformats.org/drawingml/2006/main">
            <a:r>
              <a:t>源码：packages/coding-agent/src/core/tools/renderers/read.ts:1</a:t>
            </a:r>
          </a:p>
          <a:p xmlns:a="http://schemas.openxmlformats.org/drawingml/2006/main">
            <a:r>
              <a:t>源码：packages/coding-agent/src/core/tools/renderers/write.ts:1</a:t>
            </a:r>
          </a:p>
          <a:p xmlns:a="http://schemas.openxmlformats.org/drawingml/2006/main">
            <a:r>
              <a:t>源码：packages/coding-agent/src/modes/interactive/components/armin.ts:1</a:t>
            </a:r>
          </a:p>
          <a:p xmlns:a="http://schemas.openxmlformats.org/drawingml/2006/main">
            <a:r>
              <a:t>源码：packages/coding-agent/src/modes/interactive/components/assistant-message.ts:1</a:t>
            </a:r>
          </a:p>
          <a:p xmlns:a="http://schemas.openxmlformats.org/drawingml/2006/main">
            <a:r>
              <a:t>源码：packages/coding-agent/src/modes/interactive/components/auth-url.ts:1</a:t>
            </a:r>
          </a:p>
          <a:p xmlns:a="http://schemas.openxmlformats.org/drawingml/2006/main">
            <a:r>
              <a:t>源码：packages/coding-agent/src/modes/interactive/components/bash-execution.ts:1</a:t>
            </a:r>
          </a:p>
          <a:p xmlns:a="http://schemas.openxmlformats.org/drawingml/2006/main">
            <a:r>
              <a:t>源码：packages/coding-agent/src/modes/interactive/components/bordered-loader.ts:1</a:t>
            </a:r>
          </a:p>
          <a:p xmlns:a="http://schemas.openxmlformats.org/drawingml/2006/main">
            <a:r>
              <a:t>源码：packages/coding-agent/src/modes/interactive/components/branch-summary-message.ts:1</a:t>
            </a:r>
          </a:p>
          <a:p xmlns:a="http://schemas.openxmlformats.org/drawingml/2006/main">
            <a:r>
              <a:t>源码：packages/coding-agent/src/modes/interactive/components/compaction-summary-message.ts:1</a:t>
            </a:r>
          </a:p>
          <a:p xmlns:a="http://schemas.openxmlformats.org/drawingml/2006/main">
            <a:r>
              <a:t>源码：packages/coding-agent/src/modes/interactive/components/config-selector.ts:1</a:t>
            </a:r>
          </a:p>
          <a:p xmlns:a="http://schemas.openxmlformats.org/drawingml/2006/main">
            <a:r>
              <a:t>源码：packages/coding-agent/src/modes/interactive/components/countdown-timer.ts:1</a:t>
            </a:r>
          </a:p>
          <a:p xmlns:a="http://schemas.openxmlformats.org/drawingml/2006/main">
            <a:r>
              <a:t>源码：packages/coding-agent/src/modes/interactive/components/custom-editor.ts:1</a:t>
            </a:r>
          </a:p>
          <a:p xmlns:a="http://schemas.openxmlformats.org/drawingml/2006/main">
            <a:r>
              <a:t>源码：packages/coding-agent/src/modes/interactive/components/custom-entry.ts:1</a:t>
            </a:r>
          </a:p>
          <a:p xmlns:a="http://schemas.openxmlformats.org/drawingml/2006/main">
            <a:r>
              <a:t>源码：packages/coding-agent/src/modes/interactive/components/custom-message.ts:1</a:t>
            </a:r>
          </a:p>
          <a:p xmlns:a="http://schemas.openxmlformats.org/drawingml/2006/main">
            <a:r>
              <a:t>源码：packages/coding-agent/src/modes/interactive/components/diff.ts:1</a:t>
            </a:r>
          </a:p>
          <a:p xmlns:a="http://schemas.openxmlformats.org/drawingml/2006/main">
            <a:r>
              <a:t>源码：packages/coding-agent/src/modes/interactive/components/dynamic-border.ts:1</a:t>
            </a:r>
          </a:p>
          <a:p xmlns:a="http://schemas.openxmlformats.org/drawingml/2006/main">
            <a:r>
              <a:t>源码：packages/coding-agent/src/modes/interactive/components/earendil-announcement.ts:1</a:t>
            </a:r>
          </a:p>
          <a:p xmlns:a="http://schemas.openxmlformats.org/drawingml/2006/main">
            <a:r>
              <a:t>源码：packages/coding-agent/src/modes/interactive/components/easter-egg-3d.lazy.ts:1</a:t>
            </a:r>
          </a:p>
          <a:p xmlns:a="http://schemas.openxmlformats.org/drawingml/2006/main">
            <a:r>
              <a:t>源码：packages/coding-agent/src/modes/interactive/components/easter-egg-3d.ts:1</a:t>
            </a:r>
          </a:p>
          <a:p xmlns:a="http://schemas.openxmlformats.org/drawingml/2006/main">
            <a:r>
              <a:t>源码：packages/coding-agent/src/modes/interactive/components/extension-editor.ts:1</a:t>
            </a:r>
          </a:p>
          <a:p xmlns:a="http://schemas.openxmlformats.org/drawingml/2006/main">
            <a:r>
              <a:t>源码：packages/coding-agent/src/modes/interactive/components/extension-input.ts:1</a:t>
            </a:r>
          </a:p>
          <a:p xmlns:a="http://schemas.openxmlformats.org/drawingml/2006/main">
            <a:r>
              <a:t>源码：packages/coding-agent/src/modes/interactive/components/extension-selector.ts:1</a:t>
            </a:r>
          </a:p>
          <a:p xmlns:a="http://schemas.openxmlformats.org/drawingml/2006/main">
            <a:r>
              <a:t>源码：packages/coding-agent/src/modes/interactive/components/first-time-setup.ts:1</a:t>
            </a:r>
          </a:p>
          <a:p xmlns:a="http://schemas.openxmlformats.org/drawingml/2006/main">
            <a:r>
              <a:t>源码：packages/coding-agent/src/modes/interactive/components/footer.ts:1</a:t>
            </a:r>
          </a:p>
          <a:p xmlns:a="http://schemas.openxmlformats.org/drawingml/2006/main">
            <a:r>
              <a:t>源码：packages/coding-agent/src/modes/interactive/components/index.ts:1</a:t>
            </a:r>
          </a:p>
          <a:p xmlns:a="http://schemas.openxmlformats.org/drawingml/2006/main">
            <a:r>
              <a:t>源码：packages/coding-agent/src/modes/interactive/components/keybinding-hints.ts:1</a:t>
            </a:r>
          </a:p>
          <a:p xmlns:a="http://schemas.openxmlformats.org/drawingml/2006/main">
            <a:r>
              <a:t>源码：packages/coding-agent/src/modes/interactive/components/login-dialog.ts:1</a:t>
            </a:r>
          </a:p>
          <a:p xmlns:a="http://schemas.openxmlformats.org/drawingml/2006/main">
            <a:r>
              <a:t>源码：packages/coding-agent/src/modes/interactive/components/markdown-transform.ts:1</a:t>
            </a:r>
          </a:p>
          <a:p xmlns:a="http://schemas.openxmlformats.org/drawingml/2006/main">
            <a:r>
              <a:t>源码：packages/coding-agent/src/modes/interactive/components/mermaid.ts:1</a:t>
            </a:r>
          </a:p>
          <a:p xmlns:a="http://schemas.openxmlformats.org/drawingml/2006/main">
            <a:r>
              <a:t>源码：packages/coding-agent/src/modes/interactive/components/model-selector.ts:1</a:t>
            </a:r>
          </a:p>
          <a:p xmlns:a="http://schemas.openxmlformats.org/drawingml/2006/main">
            <a:r>
              <a:t>源码：packages/coding-agent/src/modes/interactive/components/oauth-selector.ts:1</a:t>
            </a:r>
          </a:p>
          <a:p xmlns:a="http://schemas.openxmlformats.org/drawingml/2006/main">
            <a:r>
              <a:t>源码：packages/coding-agent/src/modes/interactive/components/pi-logo.ts:1</a:t>
            </a:r>
          </a:p>
          <a:p xmlns:a="http://schemas.openxmlformats.org/drawingml/2006/main">
            <a:r>
              <a:t>源码：packages/coding-agent/src/modes/interactive/components/radius-login-selector.ts:1</a:t>
            </a:r>
          </a:p>
          <a:p xmlns:a="http://schemas.openxmlformats.org/drawingml/2006/main">
            <a:r>
              <a:t>源码：packages/coding-agent/src/modes/interactive/components/scoped-models-selector.ts:1</a:t>
            </a:r>
          </a:p>
          <a:p xmlns:a="http://schemas.openxmlformats.org/drawingml/2006/main">
            <a:r>
              <a:t>源码：packages/coding-agent/src/modes/interactive/components/session-selector-search.ts:1</a:t>
            </a:r>
          </a:p>
          <a:p xmlns:a="http://schemas.openxmlformats.org/drawingml/2006/main">
            <a:r>
              <a:t>源码：packages/coding-agent/src/modes/interactive/components/session-selector.ts:1</a:t>
            </a:r>
          </a:p>
          <a:p xmlns:a="http://schemas.openxmlformats.org/drawingml/2006/main">
            <a:r>
              <a:t>源码：packages/coding-agent/src/modes/interactive/components/settings-selector.ts:1</a:t>
            </a:r>
          </a:p>
          <a:p xmlns:a="http://schemas.openxmlformats.org/drawingml/2006/main">
            <a:r>
              <a:t>源码：packages/coding-agent/src/modes/interactive/components/settings-submenu.ts:1</a:t>
            </a:r>
          </a:p>
          <a:p xmlns:a="http://schemas.openxmlformats.org/drawingml/2006/main">
            <a:r>
              <a:t>源码：packages/coding-agent/src/modes/interactive/components/show-images-selector.ts:1</a:t>
            </a:r>
          </a:p>
          <a:p xmlns:a="http://schemas.openxmlformats.org/drawingml/2006/main">
            <a:r>
              <a:t>源码：packages/coding-agent/src/modes/interactive/components/skill-invocation-message.ts:1</a:t>
            </a:r>
          </a:p>
          <a:p xmlns:a="http://schemas.openxmlformats.org/drawingml/2006/main">
            <a:r>
              <a:t>源码：packages/coding-agent/src/modes/interactive/components/status-indicator.ts:1</a:t>
            </a:r>
          </a:p>
          <a:p xmlns:a="http://schemas.openxmlformats.org/drawingml/2006/main">
            <a:r>
              <a:t>源码：packages/coding-agent/src/modes/interactive/components/theme-selector.ts:1</a:t>
            </a:r>
          </a:p>
          <a:p xmlns:a="http://schemas.openxmlformats.org/drawingml/2006/main">
            <a:r>
              <a:t>源码：packages/coding-agent/src/modes/interactive/components/themed-text.ts:1</a:t>
            </a:r>
          </a:p>
          <a:p xmlns:a="http://schemas.openxmlformats.org/drawingml/2006/main">
            <a:r>
              <a:t>源码：packages/coding-agent/src/modes/interactive/components/thinking-selector.ts:1</a:t>
            </a:r>
          </a:p>
          <a:p xmlns:a="http://schemas.openxmlformats.org/drawingml/2006/main">
            <a:r>
              <a:t>源码：packages/coding-agent/src/modes/interactive/components/tool-execution.ts:1</a:t>
            </a:r>
          </a:p>
          <a:p xmlns:a="http://schemas.openxmlformats.org/drawingml/2006/main">
            <a:r>
              <a:t>源码：packages/coding-agent/src/modes/interactive/components/tree-selector.ts:1</a:t>
            </a:r>
          </a:p>
          <a:p xmlns:a="http://schemas.openxmlformats.org/drawingml/2006/main">
            <a:r>
              <a:t>源码：packages/coding-agent/src/modes/interactive/components/trust-selector.ts:1</a:t>
            </a:r>
          </a:p>
          <a:p xmlns:a="http://schemas.openxmlformats.org/drawingml/2006/main">
            <a:r>
              <a:t>源码：packages/coding-agent/src/modes/interactive/components/user-message-selector.ts:1</a:t>
            </a:r>
          </a:p>
          <a:p xmlns:a="http://schemas.openxmlformats.org/drawingml/2006/main">
            <a:r>
              <a:t>源码：packages/coding-agent/src/modes/interactive/components/user-message.ts:1</a:t>
            </a:r>
          </a:p>
          <a:p xmlns:a="http://schemas.openxmlformats.org/drawingml/2006/main">
            <a:r>
              <a:t>源码：packages/coding-agent/src/modes/interactive/components/visual-truncate.ts:1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导出当前会话</a:t>
            </a:r>
          </a:p>
          <a:p xmlns:a="http://schemas.openxmlformats.org/drawingml/2006/main">
            <a:r>
              <a:t>追踪 HTML exporter 与模板，检查嵌入资源、会话数据和自定义渲染的边界。</a:t>
            </a:r>
          </a:p>
          <a:p xmlns:a="http://schemas.openxmlformats.org/drawingml/2006/main">
            <a:r>
              <a:t>输入：会话文件与资源</a:t>
            </a:r>
          </a:p>
          <a:p xmlns:a="http://schemas.openxmlformats.org/drawingml/2006/main">
            <a:r>
              <a:t>输出：独立导出文档</a:t>
            </a:r>
          </a:p>
          <a:p xmlns:a="http://schemas.openxmlformats.org/drawingml/2006/main">
            <a:r>
              <a:t>入口：/import；/export；/share；--export</a:t>
            </a:r>
          </a:p>
          <a:p xmlns:a="http://schemas.openxmlformats.org/drawingml/2006/main">
            <a:r>
              <a:t>行为与边界：导出是格式转换；shareDestination 可选 auto/gist/radius，auto 优先可用 Radius，否则使用 GitHub secret gist。上传需要对应认证。</a:t>
            </a:r>
          </a:p>
          <a:p xmlns:a="http://schemas.openxmlformats.org/drawingml/2006/main">
            <a:r>
              <a:t>源码：packages/coding-agent/src/core/export-html/ansi-to-html.ts:1</a:t>
            </a:r>
          </a:p>
          <a:p xmlns:a="http://schemas.openxmlformats.org/drawingml/2006/main">
            <a:r>
              <a:t>源码：packages/coding-agent/src/core/export-html/index.ts:1</a:t>
            </a:r>
          </a:p>
          <a:p xmlns:a="http://schemas.openxmlformats.org/drawingml/2006/main">
            <a:r>
              <a:t>源码：packages/coding-agent/src/core/export-html/template.css:1</a:t>
            </a:r>
          </a:p>
          <a:p xmlns:a="http://schemas.openxmlformats.org/drawingml/2006/main">
            <a:r>
              <a:t>源码：packages/coding-agent/src/core/export-html/template.html:1</a:t>
            </a:r>
          </a:p>
          <a:p xmlns:a="http://schemas.openxmlformats.org/drawingml/2006/main">
            <a:r>
              <a:t>源码：packages/coding-agent/src/core/export-html/template.js:1</a:t>
            </a:r>
          </a:p>
          <a:p xmlns:a="http://schemas.openxmlformats.org/drawingml/2006/main">
            <a:r>
              <a:t>源码：packages/coding-agent/src/core/export-html/tool-renderer.ts:1</a:t>
            </a:r>
          </a:p>
          <a:p xmlns:a="http://schemas.openxmlformats.org/drawingml/2006/main">
            <a:r>
              <a:t>源码：packages/coding-agent/src/core/export-html/vendor/highlight.min.js:1</a:t>
            </a:r>
          </a:p>
          <a:p xmlns:a="http://schemas.openxmlformats.org/drawingml/2006/main">
            <a:r>
              <a:t>源码：packages/coding-agent/src/core/export-html/vendor/marked-cjk-friendly.min.js:1</a:t>
            </a:r>
          </a:p>
          <a:p xmlns:a="http://schemas.openxmlformats.org/drawingml/2006/main">
            <a:r>
              <a:t>源码：packages/coding-agent/src/core/export-html/vendor/marked.min.js:1</a:t>
            </a:r>
          </a:p>
          <a:p xmlns:a="http://schemas.openxmlformats.org/drawingml/2006/main">
            <a:r>
              <a:t>源码：packages/coding-agent/src/core/session-export.ts:1</a:t>
            </a:r>
          </a:p>
          <a:p xmlns:a="http://schemas.openxmlformats.org/drawingml/2006/main">
            <a:r>
              <a:t>源码：packages/coding-agent/src/modes/interactive/session-share.ts:1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失败与恢复：外观相同不代表数据相同；终端渲染、模型上下文和导出内容有各自转换层。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练习：选一个工具结果，分别记录模型 content、UI details 和导出结果如何处理。</a:t>
            </a:r>
          </a:p>
          <a:p xmlns:a="http://schemas.openxmlformats.org/drawingml/2006/main">
            <a:r>
              <a:t>参考判断：答案应引用对应 renderer / exporter，不能假设所有 details 都作为模型消息发送。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一次性文本与 JSON 事件输出</a:t>
            </a:r>
          </a:p>
          <a:p xmlns:a="http://schemas.openxmlformats.org/drawingml/2006/main">
            <a:r>
              <a:t>适配脚本与管道：输出最终文本，或逐条输出 JSONL 事件。</a:t>
            </a:r>
          </a:p>
          <a:p xmlns:a="http://schemas.openxmlformats.org/drawingml/2006/main">
            <a:r>
              <a:t>入口：--print；--mode json</a:t>
            </a:r>
          </a:p>
          <a:p xmlns:a="http://schemas.openxmlformats.org/drawingml/2006/main">
            <a:r>
              <a:t>边界：提交输入，等待会话处理并清理；标准输出背压与协议输出单独处理。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选择器、消息与工具 UI 组件</a:t>
            </a:r>
          </a:p>
          <a:p xmlns:a="http://schemas.openxmlformats.org/drawingml/2006/main">
            <a:r>
              <a:t>提供模型/会话/设置选择与不同消息、工具结果的呈现。</a:t>
            </a:r>
          </a:p>
          <a:p xmlns:a="http://schemas.openxmlformats.org/drawingml/2006/main">
            <a:r>
              <a:t>入口：InteractiveMode；扩展自定义 UI</a:t>
            </a:r>
          </a:p>
          <a:p xmlns:a="http://schemas.openxmlformats.org/drawingml/2006/main">
            <a:r>
              <a:t>边界：组件清单按源码保留，可从符号和原始注释追踪每个组件。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会话导入、导出与分享</a:t>
            </a:r>
          </a:p>
          <a:p xmlns:a="http://schemas.openxmlformats.org/drawingml/2006/main">
            <a:r>
              <a:t>将会话转为 JSONL 或可阅读 HTML，并支撑会话分享流程。</a:t>
            </a:r>
          </a:p>
          <a:p xmlns:a="http://schemas.openxmlformats.org/drawingml/2006/main">
            <a:r>
              <a:t>入口：/import；/export；/share；--export</a:t>
            </a:r>
          </a:p>
          <a:p xmlns:a="http://schemas.openxmlformats.org/drawingml/2006/main">
            <a:r>
              <a:t>边界：导出是格式转换；shareDestination 可选 auto/gist/radius，auto 优先可用 Radius，否则使用 GitHub secret gist。上传需要对应认证。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布局、滚动、输入与选择组件</a:t>
            </a:r>
          </a:p>
          <a:p xmlns:a="http://schemas.openxmlformats.org/drawingml/2006/main">
            <a:r>
              <a:t>提供盒子、横纵布局、编辑器、列表、Markdown、图像和加载指示。</a:t>
            </a:r>
          </a:p>
          <a:p xmlns:a="http://schemas.openxmlformats.org/drawingml/2006/main">
            <a:r>
              <a:t>入口：Component / Editor / ScrollView 等</a:t>
            </a:r>
          </a:p>
          <a:p xmlns:a="http://schemas.openxmlformats.org/drawingml/2006/main">
            <a:r>
              <a:t>边界：每种组件的具体属性与方法在符号清单中可查。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独立工具管线与前后 Hook</a:t>
            </a:r>
          </a:p>
          <a:p xmlns:a="http://schemas.openxmlformats.org/drawingml/2006/main">
            <a:r>
              <a:t>让宿主通过 runToolCall 复用参数校验、beforeToolCall、执行及 afterToolCall。</a:t>
            </a:r>
          </a:p>
          <a:p xmlns:a="http://schemas.openxmlformats.org/drawingml/2006/main">
            <a:r>
              <a:t>入口：runToolCall / AgentToolCallOutcome</a:t>
            </a:r>
          </a:p>
          <a:p xmlns:a="http://schemas.openxmlformats.org/drawingml/2006/main">
            <a:r>
              <a:t>边界：适合嵌套调用；宿主直接调用 tool.execute 会跳过此管线。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 RPC 与扩展 UI 代理</a:t>
            </a:r>
          </a:p>
          <a:p xmlns:a="http://schemas.openxmlformats.org/drawingml/2006/main">
            <a:r>
              <a:t>让外部程序通过标准输入输出控制会话，并处理支持的扩展交互。</a:t>
            </a:r>
          </a:p>
          <a:p xmlns:a="http://schemas.openxmlformats.org/drawingml/2006/main">
            <a:r>
              <a:t>入口：--mode rpc；RpcClient</a:t>
            </a:r>
          </a:p>
          <a:p xmlns:a="http://schemas.openxmlformats.org/drawingml/2006/main">
            <a:r>
              <a:t>边界：通过 stdin/stdout 交换 JSONL 命令、响应与事件；外部程序管理进程与协议交互。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packages/coding-agent/docs/sessions.md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packages/coding-agent/docs/rpc.md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packages/coding-agent/test/suite/regressions/7290-json-stream-linear.test.ts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packages/coding-agent/test/suite/regressions/7911-json-stream-usage.test.ts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packages/coding-agent/test/suite/regressions/7925-toolcall-start-metadata.test.ts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packages/coding-agent/test/print-mode.test.ts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packages/coding-agent/test/login-dialog-device-code.test.ts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packages/coding-agent/test/export-html-cjk.test.ts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packages/coding-agent/test/export-html-deep-tree.test.ts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packages/coding-agent/test/rpc-jsonl.test.ts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packages/coding-agent/test/rpc-client-clear-queue.test.ts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packages/coding-agent/test/rpc-client-clone.test.ts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packages/coding-agent/test/rpc-client-process-exit.test.ts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packages/coding-agent/test/rpc-example.ts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UI-02 · 一次性文本模式 [内置] 执行给定任务，输出最后的助手文本后退出，适合 Shell 脚本、流水线和批处理。输入或输出重定向时可自动进入此模式。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UI-03 · JSON 事件模式 [内置] 将单次运行的消息、工具、压缩、重试等过程输出为 JSONL，便于外部程序观察与保存；不是只输出最终答案。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UI-12 · 工具结果展开／折叠 [内置] 在紧凑浏览与完整工具输出之间切换，避免长命令输出淹没对话，同时保留查看细节的入口。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UI-13 · 推理内容显示控制 [内置] 显示或隐藏提供商返回的 thinking 内容；只改变呈现，不等于改变模型的推理级别。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UI-23 · Markdown 与 Mermaid 展示 [内置] 在终端呈现 Markdown 和代码；Mermaid 可设置关闭、仅最终渲染或流式渲染。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UI-26 · 输出留白与导航键分离 [内置] outputPad 同时作用于消息、工具、! 命令及摘要；Home／End 始终移动编辑器行首尾，全屏记录首尾使用 Ctrl+Home／Ctrl+End。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TOOL-17 · 执行时长持久化 [内置／库] 使用单调时钟记录实际 execute 耗时并写入工具结果；恢复会话后仍能显示 Took，不包含前后 Hook 耗时，未执行的调用没有时长。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SES-21 · 会话导入 [内置] 从 JSONL 文件导入并恢复工作，便于转移已有会话记录。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SES-22 · HTML／JSONL 导出 [内置] 输出可阅读 HTML 或可处理 JSONL；命令行还可直接把已有会话文件导出为 HTML。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SES-23 · 会话分享 [可选] 按 shareDestination=auto/gist/radius 选择分享目的地；auto 优先使用可用 Radius 组织 artifact，否则使用 GitHub CLI 的 secret gist。上传需要对应账户与外部服务。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EXT-17 · 工具呈现覆盖 [库] 为工具调用与结果提供紧凑或详细显示，并可为尚未注册的 MCP 工具匹配渲染器；适用于 TUI 和 HTML 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EXT-21 · 自定义消息与条目渲染 [库] 将扩展保存的消息或非模型条目显示为专门界面，例如调试记录、状态卡片。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EXT-31 · 工具呈现的耗时与留白上下文 [库] 渲染器读取最终结果 durationMs 和 outputPad，使自定义工具显示与普通工具的耗时和横向留白一致；工具结束事件也携带耗时。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INT-24 · JSONL 分帧、背压与关闭 [内置协议] stdout 保留给协议，按 LF 拆记录、按 ID 关联异步响应；客户端持续读取以免阻塞，关闭 stdin 可有序退出。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833e8042644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ee75265a348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6f8aa9c4f4d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498b57bf546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741d527c844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4d738c4ef4f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E9C150-9EC4-471D-9CBD-BFF42631D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8C9C88-B3F3-4BBD-91FE-F86AD709D5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02428F-D991-4664-9AE6-DDD48AFFC0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D54452-3018-4581-BB27-5F5D260FB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0D7FE2-1262-45EA-A15A-8DD98AC5B0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382C53-E69D-4268-80C2-F0C61A678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FE634E-721A-4E33-9CD2-94BC554512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306AE0-111B-4CED-AFED-B101CB13F7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097734-5768-4035-862C-290A69A6F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CC62A-8B09-4745-B057-62FAF8D89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5e26305a7a4f5e" /><Relationship Type="http://schemas.openxmlformats.org/officeDocument/2006/relationships/slideLayout" Target="/ppt/slideLayouts/slideLayout1.xml" Id="R1b7241890d2e4e01" /><Relationship Type="http://schemas.openxmlformats.org/officeDocument/2006/relationships/slideLayout" Target="/ppt/slideLayouts/slideLayout2.xml" Id="R051a38adc08c4991" /><Relationship Type="http://schemas.openxmlformats.org/officeDocument/2006/relationships/slideLayout" Target="/ppt/slideLayouts/slideLayout3.xml" Id="R8f1ffccc542444d0" /><Relationship Type="http://schemas.openxmlformats.org/officeDocument/2006/relationships/slideLayout" Target="/ppt/slideLayouts/slideLayout4.xml" Id="R99a632db3e68432a" /><Relationship Type="http://schemas.openxmlformats.org/officeDocument/2006/relationships/slideLayout" Target="/ppt/slideLayouts/slideLayout5.xml" Id="Ra7d3d2eb291f4f93" /><Relationship Type="http://schemas.openxmlformats.org/officeDocument/2006/relationships/slideLayout" Target="/ppt/slideLayouts/slideLayout6.xml" Id="Rfe50394bbed144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7241890d2e4e01"/>
    <p:sldLayoutId xmlns:r="http://schemas.openxmlformats.org/officeDocument/2006/relationships" id="2147483650" r:id="R051a38adc08c4991"/>
    <p:sldLayoutId xmlns:r="http://schemas.openxmlformats.org/officeDocument/2006/relationships" id="2147483651" r:id="R8f1ffccc542444d0"/>
    <p:sldLayoutId xmlns:r="http://schemas.openxmlformats.org/officeDocument/2006/relationships" id="2147483652" r:id="R99a632db3e68432a"/>
    <p:sldLayoutId xmlns:r="http://schemas.openxmlformats.org/officeDocument/2006/relationships" id="2147483653" r:id="Ra7d3d2eb291f4f93"/>
    <p:sldLayoutId xmlns:r="http://schemas.openxmlformats.org/officeDocument/2006/relationships" id="2147483654" r:id="Rfe50394bbed144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826d1180534c49" /><Relationship Type="http://schemas.openxmlformats.org/officeDocument/2006/relationships/notesSlide" Target="/ppt/notesSlides/notesSlide1.xml" Id="R5fbaf8bbe6c94c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af3318a664ce8" /><Relationship Type="http://schemas.openxmlformats.org/officeDocument/2006/relationships/notesSlide" Target="/ppt/notesSlides/notesSlide2.xml" Id="Rff590912d72347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85e9903774507" /><Relationship Type="http://schemas.openxmlformats.org/officeDocument/2006/relationships/notesSlide" Target="/ppt/notesSlides/notesSlide3.xml" Id="R565f5475a65a4f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3f571c0ec408e" /><Relationship Type="http://schemas.openxmlformats.org/officeDocument/2006/relationships/notesSlide" Target="/ppt/notesSlides/notesSlide4.xml" Id="Rcebe86fd6f9349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eeefe7d814c0e" /><Relationship Type="http://schemas.openxmlformats.org/officeDocument/2006/relationships/notesSlide" Target="/ppt/notesSlides/notesSlide5.xml" Id="Rf1ff10a08eba42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d910be31042b8" /><Relationship Type="http://schemas.openxmlformats.org/officeDocument/2006/relationships/notesSlide" Target="/ppt/notesSlides/notesSlide6.xml" Id="Rb07a774d24024c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8032d43c64cc9" /><Relationship Type="http://schemas.openxmlformats.org/officeDocument/2006/relationships/notesSlide" Target="/ppt/notesSlides/notesSlide7.xml" Id="R56da21e5cb9849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9d8ee4a6142a6" /><Relationship Type="http://schemas.openxmlformats.org/officeDocument/2006/relationships/notesSlide" Target="/ppt/notesSlides/notesSlide8.xml" Id="R19cc330a2b2246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ae5a951ea4426" /><Relationship Type="http://schemas.openxmlformats.org/officeDocument/2006/relationships/notesSlide" Target="/ppt/notesSlides/notesSlide9.xml" Id="Rc006957c61b8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f2a6cc76a48f5" /><Relationship Type="http://schemas.openxmlformats.org/officeDocument/2006/relationships/notesSlide" Target="/ppt/notesSlides/notesSlide10.xml" Id="Rea6f499d1e5b43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aa68392e5a4e6c" /><Relationship Type="http://schemas.openxmlformats.org/officeDocument/2006/relationships/notesSlide" Target="/ppt/notesSlides/notesSlide11.xml" Id="Rdfe5944d33f648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e1d68d71f9413e" /><Relationship Type="http://schemas.openxmlformats.org/officeDocument/2006/relationships/notesSlide" Target="/ppt/notesSlides/notesSlide12.xml" Id="R2ce2c06e1fd441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016e6cc9d4eb3" /><Relationship Type="http://schemas.openxmlformats.org/officeDocument/2006/relationships/notesSlide" Target="/ppt/notesSlides/notesSlide13.xml" Id="R0b8b8a61e3f84b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9ed4e9cff4141" /><Relationship Type="http://schemas.openxmlformats.org/officeDocument/2006/relationships/notesSlide" Target="/ppt/notesSlides/notesSlide14.xml" Id="R8f95e72381b441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62f64f48b4948" /><Relationship Type="http://schemas.openxmlformats.org/officeDocument/2006/relationships/notesSlide" Target="/ppt/notesSlides/notesSlide15.xml" Id="R1267fe9b3d6245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f21cb714e44ad4" /><Relationship Type="http://schemas.openxmlformats.org/officeDocument/2006/relationships/notesSlide" Target="/ppt/notesSlides/notesSlide16.xml" Id="Rd2f1759609664f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e7b201bda420d" /><Relationship Type="http://schemas.openxmlformats.org/officeDocument/2006/relationships/notesSlide" Target="/ppt/notesSlides/notesSlide17.xml" Id="Rad1ea2560f7b40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5eb47971734633" /><Relationship Type="http://schemas.openxmlformats.org/officeDocument/2006/relationships/notesSlide" Target="/ppt/notesSlides/notesSlide18.xml" Id="R3cc29f750e3b41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1E8BF530-5F47-46C4-AB4D-3BF00F9C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0EB609-350B-488C-8CE2-249D8D6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一次对话的启动与会话装配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12EB8F0B-7A95-4778-BFC5-90584BA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你从终端输入一句话，希望知道从 CLI 到 AgentSession 发生了什么。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8167EA4-FD63-4CFC-86F8-2BAF0862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1C537D97-90DD-474F-9249-3EB33D5B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CLI 启动与模式分派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5136785-E012-4CD4-B21A-A4D0EC49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文件附件、图片与管道输入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867416BD-A474-4FF4-AC8C-63CBE2F7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SDK 创建与替换运行时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71A04B3-6A01-4493-A15C-E2B7EC8B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交互聊天与终端工作流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D32F4F8-F060-44D5-8B64-DCCB9408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conversation-start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667879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47B746B-0681-4B67-8EC8-98AE7AE5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7D6E2B-1E3F-4FBE-AD63-18DB114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一次对话的启动与会话装配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9A967E3-12E8-4816-9FD3-7737EE9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解析命令行和模式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D4D16DD6-F21A-4D19-AAF1-872017B8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输入：命令行参数与标准输入    输出：模式、消息与资源选项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4AED097-80BB-4F5E-91D8-C8CDE4A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准备附件与输入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CBDF4FC-FA46-4321-9B4C-FE1642F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输入：用户输入和附件    输出：可交给会话的输入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CA707B7-C216-429E-BC90-44ED39D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创建或恢复会话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EC1C6834-4B54-4C25-BB63-AEA961AB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输入：已解析选项与现有记录    输出：可运行的 AgentSession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BB552BE-CD43-41EC-B5F3-EDD356E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绑定运行模式与事件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EBC2ED0D-81AD-4094-B5DD-F8F1137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输入：会话实例    输出：输入通道与事件消费者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5AE399B6-1C33-4A78-B1D5-0BC2BDD3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conversation-start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064747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6489A504-8FB1-4CF0-9228-571B7F66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75547A-D5B3-490B-A5B1-5B2620F6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一次对话的启动与会话装配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491C1B72-3B64-433E-BCE8-EFB194BE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0B8C121-D49A-4747-8316-00DD692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入口参数错误应在模型请求前暴露。恢复会话时保存的模型不可用可能走回退分支，需要读取提示信息。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9573C40D-46F8-46A7-81EE-07537C1B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6D053CD9-25B0-4079-906A-BDB1EFEF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给出一张自己的装配清单：谁创建模型运行时、谁保存会话、谁显示事件。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E929C1F-DADE-4D5D-B690-53F8C18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conversation-start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72243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55368374-16FE-47B1-8FD4-3464EA4D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5BEDD5-6957-427C-A5B1-BB05DAB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从一句输入到模型回答和工具续轮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8986B4B4-9092-4902-A029-188C8F5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输入“读取配置并解释”，模型需要先调用工具再回答。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E69F9D0-E757-4817-A952-0C520592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43435EB7-4C2A-4C19-9504-CA4764B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输入处理、排队与任务收尾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BF14BDA-3C70-4504-8875-FA8E0CB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工具暴露、命名空间与请求 Loadout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B70324F-991D-493A-884F-13AFBAAB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消息、工具与多轮循环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86038C8F-7B81-440F-86D0-AA5276E3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独立工具管线与前后 Hook</a:t>
            </a:r>
          </a:p>
        </p:txBody>
      </p:sp>
      <p:sp>
        <p:nvSpPr>
          <p:cNvPr id="9" name="responsibility-4">
            <a:extLst xmlns:a="http://schemas.openxmlformats.org/drawingml/2006/main">
              <a:ext uri="{FF2B5EF4-FFF2-40B4-BE49-F238E27FC236}">
                <a16:creationId xmlns:a16="http://schemas.microsoft.com/office/drawing/2014/main" id="{414F209F-41A6-4AC7-91D7-C70C7CD9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5. 会话保存、恢复与命名</a:t>
            </a:r>
          </a:p>
        </p:txBody>
      </p:sp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E7561E06-9B43-4113-8CE4-37A29503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conversation-round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369349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CA13F1B3-C7EC-49A9-86CB-57CCEA2A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71DEB0-34C1-4794-8683-D13A7953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从一句输入到模型回答和工具续轮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BC52746C-1892-4301-B84F-E7C923F6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处理用户输入并准备运行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E9589F0-0B78-4B84-A3DB-579FD893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输入：用户消息    输出：本轮输入和运行准备状态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4F698AD-12D6-4C9B-9DDB-9CEC7FA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构造模型上下文与工具集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9CD3DA4A-7ABB-481D-9D9F-A099801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输入：会话消息与已注册工具    输出：本次请求的消息和工具声明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0DECF7C2-C7A2-4B25-B3C6-E64270BB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调用模型并收集完整消息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6FFA612-258B-45C6-B7D9-64FFEA16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输入：请求上下文    输出：文本或 toolCall 的完整 assistant 消息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BA1E408-AE5D-40C5-8B0B-BC61DBC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执行工具并决定下一轮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3E09B349-891C-4132-A016-CCDEE7E0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输入：工具名、调用 ID 和参数    输出：toolResult 与续轮决定</a:t>
            </a:r>
          </a:p>
        </p:txBody>
      </p:sp>
      <p:sp>
        <p:nvSpPr>
          <p:cNvPr id="11" name="step-4">
            <a:extLst xmlns:a="http://schemas.openxmlformats.org/drawingml/2006/main">
              <a:ext uri="{FF2B5EF4-FFF2-40B4-BE49-F238E27FC236}">
                <a16:creationId xmlns:a16="http://schemas.microsoft.com/office/drawing/2014/main" id="{C0DFF641-874E-4EFF-9AE5-D89E313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5. 保存并更新界面</a:t>
            </a:r>
          </a:p>
        </p:txBody>
      </p:sp>
      <p:sp>
        <p:nvSpPr>
          <p:cNvPr id="12" name="data-4">
            <a:extLst xmlns:a="http://schemas.openxmlformats.org/drawingml/2006/main">
              <a:ext uri="{FF2B5EF4-FFF2-40B4-BE49-F238E27FC236}">
                <a16:creationId xmlns:a16="http://schemas.microsoft.com/office/drawing/2014/main" id="{E60CE343-AECD-4228-BF78-DAFEC1D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输入：消息与工具完成事件    输出：会话历史和可见回答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E763CD1-484F-4A8C-931E-BA1D9AE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conversation-round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45403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C2062E7-8530-42DC-B10F-044BD91E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1557B9-9EE8-4E74-8E3C-8793A787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从一句输入到模型回答和工具续轮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00CB4F37-A85F-4AA7-B082-EE282EB3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4739C28-57F2-436D-BE1E-DBF5CFFE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工具失败、模型错误、用户取消和正常完成是不同结束原因。工具返回 terminate 也要结合整批结果判断。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B89216C2-F9B8-4A23-A522-EAF5B5E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E050922-0CC4-4D0F-9E77-9113E0F7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列出这次输入产生的 user、assistant(toolCall)、toolResult、assistant(answer)，为每个记录写出产生者和关键关联字段。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9820841-EF63-4E4A-BBE1-FA5B1E4B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conversation-round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895218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667DF4F6-4108-489F-87ED-2C52339F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CC7F82-1D04-4FB1-A1F6-A293728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忙碌时输入、取消与运行收尾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420DD6B-219C-46E0-8F14-35021EC5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模型或工具仍在运行时，用户补充要求或按下取消。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5EA6306F-A8FE-4074-AC2E-2905934C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8A5C58C-79DA-47A9-B78B-62A8D5D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输入处理、排队与任务收尾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3C83DC6-6CEE-42E5-B983-5A3D7912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消息、工具与多轮循环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2A160EDB-B443-48BF-986E-38A085C5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独立工具管线与前后 Hook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4BC66FBA-079A-48A4-B954-497388F9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终端程序状态与取消结果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445A8D58-D5C7-4BC3-9FAC-7FFAA922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queue-cancel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492541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2E41C50-4811-4146-93DE-D9080CA6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3725EF-875B-47F7-8E12-816F40D8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忙碌时输入、取消与运行收尾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37701D3-ADDB-4297-90CF-681EC327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区分输入队列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5C0D02FE-D611-4EFF-94C1-051A921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输入：运行中的 Agent 与新增消息    输出：待处理队列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C9C809C-C953-4D82-B57A-013A7550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观察工具批次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17BC0AAA-7EE0-4ACB-A4EB-D8DF3919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输入：多个 toolCall    输出：完成事件和最终结果顺序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3B9C9643-80E3-4FFC-A74B-90E7257C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传播取消信号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25646C13-F76E-4FFD-8760-9A68DAF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输入：AbortSignal    输出：取消结果或已完成结果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DE16B2AA-31A7-4254-A9A3-0C9850A4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等待实际收尾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9A1C539B-D2DE-4B03-992E-7ABADCB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输入：循环终止与订阅者工作    输出：稳定的空闲状态和程序状态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DB79252-6BCC-4E75-97E4-51CF97E4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queue-cancel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68077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8AE0F48-318F-48CB-B9AD-F32DC5C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0E2E2E-3888-48E1-9C19-1EF926C6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忙碌时输入、取消与运行收尾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C67CB708-14D1-47C6-A285-B910BA3A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D78FF40-216C-4AAC-B5C2-8865A681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取消不会自动撤销已写文件。agent_end 发出也不一定说明所有被等待的订阅者已经结束。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813A75EF-F605-422E-9C45-52EDE70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54DD7453-5762-422D-889D-C8ABCF2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 faux 测试设计：一个慢工具、一个快工具、一个排队输入；写出事件与消息的预期顺序。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AAB0385-071F-421E-9026-38422918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queue-cancel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718568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CB114ED3-E533-4112-B1A6-6E86C7F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42471E-0C34-415A-AC01-7F4F1F8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保存、恢复、分叉与历史树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CCE48EF6-23E7-4CF2-94D0-F7B99D51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退出后继续之前的对话，或从旧消息开始探索另一条路线。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27A89BF-BBE4-441D-BFA4-1D13A0B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B85BB33-F24B-47E2-AD1D-483B877A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会话保存、恢复与命名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8634BC87-67FD-4212-88F1-87067DF1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会话树、分叉与克隆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6AA67F3F-414C-4981-947B-BED3DFAD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会话保存、恢复与命名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2C1243D-9A33-463C-8412-8D0ACF96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session-restore   /   1     基线 136b87e8a · 源码与参考答案见讲者备注</a:t>
            </a:r>
          </a:p>
        </p:txBody>
      </p:sp>
      <p:sp>
        <p:nvSpPr>
          <p:cNvPr id="10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DE51BA1B-AE3C-4349-8DF5-7F391BB1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扩展发现、注册与事件分发</a:t>
            </a:r>
          </a:p>
        </p:txBody>
      </p:sp>
    </p:spTree>
    <p:extLst>
      <p:ext uri="{BB962C8B-B14F-4D97-AF65-F5344CB8AC3E}">
        <p14:creationId xmlns:p14="http://schemas.microsoft.com/office/powerpoint/2010/main" val="492844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E857CE8-3D1D-4D3C-ADD6-E3FBE89E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A8D8A8-AEBA-4E20-9C2B-06F021AE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保存、恢复、分叉与历史树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CCE77EF7-B748-43FE-8B42-FE895464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识别记录类型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656BEF5D-D737-43E7-863F-9C08B33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 JSONL    输出：有父子关系的条目树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5AC1A5F-C3A6-466E-A2FF-7115296D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定位当前分支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5C44B686-3859-4245-AA42-9B3384D1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输入：目标历史节点    输出：新的活动分支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2F0BC59-991B-4617-BB97-3F3B0482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重建模型上下文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B5354F84-6F7C-4530-9B99-7D0FC3E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输入：分支路径与摘要    输出：当前会话上下文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05D7CE03-AEA1-4171-B64A-3648F0BF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恢复扩展状态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74FDEE26-FBB3-444B-9FCB-5BA91532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输入：恢复的会话和扩展条目    输出：与活动分支对应的运行状态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BD3FCEB8-3791-4EA5-8C9B-DFDE502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session-restore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385120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A9E96121-05E1-4308-B08D-D485659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0E3C6A-A32A-40EB-AF1F-BDC47E0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保存、恢复、分叉与历史树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A7D4D18-2DF2-4CF2-8000-3BBFDF5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0D56DB71-95A0-4268-A83C-3021A4FB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保存成功不保证所有外部资源还能用。</a:t>
            </a:r>
          </a:p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恢复时模型、扩展版本与工作目录变化都需要单独诊断。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58C1A00A-92F5-4241-BFF8-49E0594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6D9B6832-5DEB-4AFC-A64F-2198ECA3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创建一条三条消息的纸面会话树，在第二条处分叉，标出两个叶节点分别会读取哪些条目。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EE3058B-FAC1-4D58-8573-87098891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session-restore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17710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DC3D900-5DC2-4938-9954-6A7FC3F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063163-051E-4893-B4A4-BA1B72E3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上下文压缩、重试与缓存统计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132384F-E6F1-4074-AA10-A2AF25DA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对话很长，模型上下文溢出，或你想解释缓存用量。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B0B1591-07B7-4063-9835-CD6E0F0C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6CDDE274-18FF-406C-BFE3-CCBA4E16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上下文压缩与分支摘要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87334EF-26E4-4197-9E69-1CBE4D16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上下文压缩与分支摘要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9F885E5-BEF7-4BA5-8F40-F886DEF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流事件、校验、重试与转录工具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6BB309A-80B7-47E3-8FCA-F3A49A00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context-budget   /   1     基线 136b87e8a · 源码与参考答案见讲者备注</a:t>
            </a:r>
          </a:p>
        </p:txBody>
      </p:sp>
      <p:sp>
        <p:nvSpPr>
          <p:cNvPr id="10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4A0B6EA1-8638-4440-AF7E-FF5C0412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提示缓存预热与用量统计</a:t>
            </a:r>
          </a:p>
        </p:txBody>
      </p:sp>
    </p:spTree>
    <p:extLst>
      <p:ext uri="{BB962C8B-B14F-4D97-AF65-F5344CB8AC3E}">
        <p14:creationId xmlns:p14="http://schemas.microsoft.com/office/powerpoint/2010/main" val="1059487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BCDBF09-3DDF-4E63-A5CD-D73F21BC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758E0B-5C8E-4B01-AC21-3FEC8960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上下文压缩、重试与缓存统计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E7BF216A-EFA7-4577-8D5C-02AD7B6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测量上下文和阈值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C05FB11-2919-4E75-B3D0-43160C6B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输入：历史消息与 token 估计    输出：压缩决策和待摘要内容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3160332-7A28-44C8-AFA2-69B99582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保存摘要并重建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8D17FDDC-F5E1-4B75-B6A1-94F717A6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输入：摘要结果    输出：可继续请求的上下文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DD2F54F5-4D37-44B1-83E2-B94F23A8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区分重试与新输入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92277258-0762-483E-9828-F64B56C6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输入：请求错误与重试策略    输出：再次请求或明确失败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A09D81AF-D0EC-42D6-8ACA-540E50C0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观察缓存和用量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72A59D7D-2512-49D3-9FB9-7CB0FAE9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输入：模型能力和 usage    输出：缓存命中与会话用量记录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9B823AF-EE26-4CA3-8B31-F5A1B84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context-budget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8729104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8B4F1AA-59A7-498C-8EDD-42E8F87B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669264-0DDD-4B8D-8D26-B26E6BBB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上下文压缩、重试与缓存统计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0EAEFD85-9A76-4E1A-908F-4AEF2289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1B0F1B4C-FCE7-4217-BBAB-32D99FB3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摘要生成也可能失败或被取消。不能以估算 token 数量承诺所有供应商都接受请求。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D0129E7C-2182-4C5B-8240-527A7210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5F56BCF-4399-4AEE-9FE3-737F55BE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画出“正常响应、溢出后压缩、网络重试”三条分支，标记哪些会修改会话记录。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2A24905-EF09-4F03-ADD6-2D6DF22B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context-budget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461378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E0828071-F145-4BD0-9991-2F41E7B1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55112F-65F0-4BF8-8F50-A4E5D80F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从消息到终端、JSON 与 HTML 导出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FA09A5E-E8EE-4A16-8095-B13F985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同一段会话需要交互显示、给其他程序处理或离线分享。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92E0148-6617-4CCD-97B5-93D6CD0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B7EB9B3-DF15-49CB-8D11-C90D6E1D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一次性文本与 JSON 事件输出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48F20C96-32E1-40E1-94C4-505F556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选择器、消息与工具 UI 组件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68E5D8F-6753-4B70-8B9D-79F85CD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会话导入、导出与分享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03D7124-B6C7-463F-9095-31354FB1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export-dialogue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5244778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8E6401A7-6169-46E8-AADB-A4F254F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B59561-3CC3-455B-847A-991641B7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从消息到终端、JSON 与 HTML 导出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16EF201E-7FE2-4919-AC5D-ED92A433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订阅结构化事件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01F6955F-E126-4CD4-ADC3-62C0802C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输入：会话事件    输出：文本或 JSON 记录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4905FFC3-5735-409C-9580-7D602D8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渲染消息与工具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61B50066-CD52-40F0-AAAC-B39AEC2B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输入：消息和显示细节    输出：终端可见内容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A8C1F04B-DB35-4FD2-A13C-D8129E6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导出当前会话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E0EC29C4-E4BB-4AC6-8D5D-1F666F5A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输入：会话文件与资源    输出：独立导出文档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17CB6F1-147C-497F-8CA8-26FC5F3A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export-dialogue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6460291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241862A-C4DC-4210-BADE-F7F7E687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03 完整对话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D0345D-BC08-42FB-B7A6-A33C003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从消息到终端、JSON 与 HTML 导出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900D33B5-8CB7-4812-A145-E701755C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7BF61E3-213F-4556-A30E-901411A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外观相同不代表数据相同；终端渲染、模型上下文和导出内容有各自转换层。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A31E9762-ABC6-4503-91D7-889C621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109E00A-AAC4-45A0-B5DC-8986C48D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选一个工具结果，分别记录模型 content、UI details 和导出结果如何处理。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6318FEF-361E-4816-B9D3-8A85885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export-dialogue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336831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2026-10-24T08:19:54.7360000Z</dcterms:created>
  <dcterms:modified xsi:type="dcterms:W3CDTF">2026-10-24T08:19:54.7360000Z</dcterms:modified>
</coreProperties>
</file>