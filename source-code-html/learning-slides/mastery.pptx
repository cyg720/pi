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c3aca10be2748b3" /><Relationship Type="http://schemas.openxmlformats.org/officeDocument/2006/relationships/extended-properties" Target="/docProps/app.xml" Id="R68e7adcb37b640f9" /><Relationship Type="http://schemas.openxmlformats.org/officeDocument/2006/relationships/officeDocument" Target="/ppt/presentation.xml" Id="R66ab28b0fe3e4207" /></Relationships>
</file>

<file path=ppt/presentation.xml><?xml version="1.0" encoding="utf-8"?>
<p:presentation xmlns:p="http://schemas.openxmlformats.org/presentationml/2006/main">
  <p:sldMasterIdLst>
    <p:sldMasterId xmlns:r="http://schemas.openxmlformats.org/officeDocument/2006/relationships" id="2147483648" r:id="R0e296276832a4c3f"/>
  </p:sldMasterIdLst>
  <p:notesMasterIdLst>
    <p:notesMasterId xmlns:r="http://schemas.openxmlformats.org/officeDocument/2006/relationships" r:id="R23fe922d665044df"/>
  </p:notesMasterIdLst>
  <p:sldIdLst>
    <p:sldId xmlns:r="http://schemas.openxmlformats.org/officeDocument/2006/relationships" id="256" r:id="R08c486808ba847fd"/>
    <p:sldId xmlns:r="http://schemas.openxmlformats.org/officeDocument/2006/relationships" id="257" r:id="R3d2d73641b964710"/>
    <p:sldId xmlns:r="http://schemas.openxmlformats.org/officeDocument/2006/relationships" id="258" r:id="R797192b3f4ca4f2d"/>
    <p:sldId xmlns:r="http://schemas.openxmlformats.org/officeDocument/2006/relationships" id="259" r:id="R690b1a183a734b95"/>
    <p:sldId xmlns:r="http://schemas.openxmlformats.org/officeDocument/2006/relationships" id="260" r:id="R7875420762ce4670"/>
    <p:sldId xmlns:r="http://schemas.openxmlformats.org/officeDocument/2006/relationships" id="261" r:id="R58d6f7efd0244b05"/>
    <p:sldId xmlns:r="http://schemas.openxmlformats.org/officeDocument/2006/relationships" id="262" r:id="R0da85f55eb8e42b9"/>
    <p:sldId xmlns:r="http://schemas.openxmlformats.org/officeDocument/2006/relationships" id="263" r:id="R078a71ddbecb4b77"/>
    <p:sldId xmlns:r="http://schemas.openxmlformats.org/officeDocument/2006/relationships" id="264" r:id="R2c503efd99ee496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7afadc3d0214dca" /><Relationship Type="http://schemas.openxmlformats.org/officeDocument/2006/relationships/slideMaster" Target="/ppt/slideMasters/slideMaster1.xml" Id="R0e296276832a4c3f" /><Relationship Type="http://schemas.openxmlformats.org/officeDocument/2006/relationships/notesMaster" Target="/ppt/notesMasters/notesMaster1.xml" Id="R23fe922d665044df" /><Relationship Type="http://schemas.openxmlformats.org/officeDocument/2006/relationships/presProps" Target="/ppt/presProps.xml" Id="R709522d4062a463d" /><Relationship Type="http://schemas.openxmlformats.org/officeDocument/2006/relationships/tableStyles" Target="/ppt/tableStyles.xml" Id="Ree7d1ee775274b9c" /><Relationship Type="http://schemas.openxmlformats.org/officeDocument/2006/relationships/slide" Target="/ppt/slides/slide1.xml" Id="R08c486808ba847fd" /><Relationship Type="http://schemas.openxmlformats.org/officeDocument/2006/relationships/slide" Target="/ppt/slides/slide2.xml" Id="R3d2d73641b964710" /><Relationship Type="http://schemas.openxmlformats.org/officeDocument/2006/relationships/slide" Target="/ppt/slides/slide3.xml" Id="R797192b3f4ca4f2d" /><Relationship Type="http://schemas.openxmlformats.org/officeDocument/2006/relationships/slide" Target="/ppt/slides/slide4.xml" Id="R690b1a183a734b95" /><Relationship Type="http://schemas.openxmlformats.org/officeDocument/2006/relationships/slide" Target="/ppt/slides/slide5.xml" Id="R7875420762ce4670" /><Relationship Type="http://schemas.openxmlformats.org/officeDocument/2006/relationships/slide" Target="/ppt/slides/slide6.xml" Id="R58d6f7efd0244b05" /><Relationship Type="http://schemas.openxmlformats.org/officeDocument/2006/relationships/slide" Target="/ppt/slides/slide7.xml" Id="R0da85f55eb8e42b9" /><Relationship Type="http://schemas.openxmlformats.org/officeDocument/2006/relationships/slide" Target="/ppt/slides/slide8.xml" Id="R078a71ddbecb4b77" /><Relationship Type="http://schemas.openxmlformats.org/officeDocument/2006/relationships/slide" Target="/ppt/slides/slide9.xml" Id="R2c503efd99ee496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5f2a81f67fa4bc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0174b0422e24d10" /><Relationship Type="http://schemas.openxmlformats.org/officeDocument/2006/relationships/notesMaster" Target="/ppt/notesMasters/notesMaster1.xml" Id="R7f744e4659d64180" /></Relationships>
</file>

<file path=ppt/notesSlides/_rels/notesSlide2.xml.rels>&#65279;<?xml version="1.0" encoding="utf-8"?><Relationships xmlns="http://schemas.openxmlformats.org/package/2006/relationships"><Relationship Type="http://schemas.openxmlformats.org/officeDocument/2006/relationships/slide" Target="/ppt/slides/slide2.xml" Id="R2eef15f95d854be0" /><Relationship Type="http://schemas.openxmlformats.org/officeDocument/2006/relationships/notesMaster" Target="/ppt/notesMasters/notesMaster1.xml" Id="Rd9169c0ed5194820" /></Relationships>
</file>

<file path=ppt/notesSlides/_rels/notesSlide3.xml.rels>&#65279;<?xml version="1.0" encoding="utf-8"?><Relationships xmlns="http://schemas.openxmlformats.org/package/2006/relationships"><Relationship Type="http://schemas.openxmlformats.org/officeDocument/2006/relationships/slide" Target="/ppt/slides/slide3.xml" Id="R072003be7f0241dc" /><Relationship Type="http://schemas.openxmlformats.org/officeDocument/2006/relationships/notesMaster" Target="/ppt/notesMasters/notesMaster1.xml" Id="R4ce3e03f1425429d" /></Relationships>
</file>

<file path=ppt/notesSlides/_rels/notesSlide4.xml.rels>&#65279;<?xml version="1.0" encoding="utf-8"?><Relationships xmlns="http://schemas.openxmlformats.org/package/2006/relationships"><Relationship Type="http://schemas.openxmlformats.org/officeDocument/2006/relationships/slide" Target="/ppt/slides/slide4.xml" Id="Rfabba43f8ce7495d" /><Relationship Type="http://schemas.openxmlformats.org/officeDocument/2006/relationships/notesMaster" Target="/ppt/notesMasters/notesMaster1.xml" Id="R630ad1d80d8f4bd9" /></Relationships>
</file>

<file path=ppt/notesSlides/_rels/notesSlide5.xml.rels>&#65279;<?xml version="1.0" encoding="utf-8"?><Relationships xmlns="http://schemas.openxmlformats.org/package/2006/relationships"><Relationship Type="http://schemas.openxmlformats.org/officeDocument/2006/relationships/slide" Target="/ppt/slides/slide5.xml" Id="R9820c820a9334fac" /><Relationship Type="http://schemas.openxmlformats.org/officeDocument/2006/relationships/notesMaster" Target="/ppt/notesMasters/notesMaster1.xml" Id="R9867ac9e92ce4dca" /></Relationships>
</file>

<file path=ppt/notesSlides/_rels/notesSlide6.xml.rels>&#65279;<?xml version="1.0" encoding="utf-8"?><Relationships xmlns="http://schemas.openxmlformats.org/package/2006/relationships"><Relationship Type="http://schemas.openxmlformats.org/officeDocument/2006/relationships/slide" Target="/ppt/slides/slide6.xml" Id="R617172fb3710459b" /><Relationship Type="http://schemas.openxmlformats.org/officeDocument/2006/relationships/notesMaster" Target="/ppt/notesMasters/notesMaster1.xml" Id="R8857120fe3a642db" /></Relationships>
</file>

<file path=ppt/notesSlides/_rels/notesSlide7.xml.rels>&#65279;<?xml version="1.0" encoding="utf-8"?><Relationships xmlns="http://schemas.openxmlformats.org/package/2006/relationships"><Relationship Type="http://schemas.openxmlformats.org/officeDocument/2006/relationships/slide" Target="/ppt/slides/slide7.xml" Id="Rb8ca448cb9bb4252" /><Relationship Type="http://schemas.openxmlformats.org/officeDocument/2006/relationships/notesMaster" Target="/ppt/notesMasters/notesMaster1.xml" Id="Ra23a116091184f84" /></Relationships>
</file>

<file path=ppt/notesSlides/_rels/notesSlide8.xml.rels>&#65279;<?xml version="1.0" encoding="utf-8"?><Relationships xmlns="http://schemas.openxmlformats.org/package/2006/relationships"><Relationship Type="http://schemas.openxmlformats.org/officeDocument/2006/relationships/slide" Target="/ppt/slides/slide8.xml" Id="R5aa0e5eca15e4020" /><Relationship Type="http://schemas.openxmlformats.org/officeDocument/2006/relationships/notesMaster" Target="/ppt/notesMasters/notesMaster1.xml" Id="R62b96575daad472c" /></Relationships>
</file>

<file path=ppt/notesSlides/_rels/notesSlide9.xml.rels>&#65279;<?xml version="1.0" encoding="utf-8"?><Relationships xmlns="http://schemas.openxmlformats.org/package/2006/relationships"><Relationship Type="http://schemas.openxmlformats.org/officeDocument/2006/relationships/slide" Target="/ppt/slides/slide9.xml" Id="R053680ec60504bbe" /><Relationship Type="http://schemas.openxmlformats.org/officeDocument/2006/relationships/notesMaster" Target="/ppt/notesMasters/notesMaster1.xml" Id="Re098bbfb6e75429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源码基线：136b87e8a7f5a3e5186de0289523ba327dc592fc</a:t>
            </a:r>
          </a:p>
          <a:p xmlns:a="http://schemas.openxmlformats.org/drawingml/2006/main">
            <a:r>
              <a:t/>
            </a:r>
          </a:p>
          <a:p xmlns:a="http://schemas.openxmlformats.org/drawingml/2006/main">
            <a:r>
              <a:t>课程：08 独立改造 / change-deliver / 完成一次独立扩展与源码改造</a:t>
            </a:r>
          </a:p>
          <a:p xmlns:a="http://schemas.openxmlformats.org/drawingml/2006/main">
            <a:r>
              <a:t/>
            </a:r>
          </a:p>
          <a:p xmlns:a="http://schemas.openxmlformats.org/drawingml/2006/main">
            <a:r>
              <a:t>场景：从需求到可审查修改，能说明每一处改变的理由。</a:t>
            </a:r>
          </a:p>
          <a:p xmlns:a="http://schemas.openxmlformats.org/drawingml/2006/main">
            <a:r>
              <a:t/>
            </a:r>
          </a:p>
          <a:p xmlns:a="http://schemas.openxmlformats.org/drawingml/2006/main">
            <a:r>
              <a:t>以下是教学追踪顺序，具体运行分支以源码为准。</a:t>
            </a:r>
          </a:p>
          <a:p xmlns:a="http://schemas.openxmlformats.org/drawingml/2006/main">
            <a:r>
              <a:t/>
            </a:r>
          </a:p>
          <a:p xmlns:a="http://schemas.openxmlformats.org/drawingml/2006/main">
            <a:r>
              <a:t>1. 把需求变成行为</a:t>
            </a:r>
          </a:p>
          <a:p xmlns:a="http://schemas.openxmlformats.org/drawingml/2006/main">
            <a:r>
              <a:t>先写触发条件、预期结果、失败和取消行为，判断扩展接口能否完成，再决定是否修改核心。</a:t>
            </a:r>
          </a:p>
          <a:p xmlns:a="http://schemas.openxmlformats.org/drawingml/2006/main">
            <a:r>
              <a:t>输入：具体需求</a:t>
            </a:r>
          </a:p>
          <a:p xmlns:a="http://schemas.openxmlformats.org/drawingml/2006/main">
            <a:r>
              <a:t>输出：可测试的行为说明</a:t>
            </a:r>
          </a:p>
          <a:p xmlns:a="http://schemas.openxmlformats.org/drawingml/2006/main">
            <a:r>
              <a:t>入口：--extension；/reload；ExtensionAPI</a:t>
            </a:r>
          </a:p>
          <a:p xmlns:a="http://schemas.openxmlformats.org/drawingml/2006/main">
            <a:r>
              <a:t>行为与边界：工厂负责注册，runner 提供上下文与分发；原始类型注释可在 API 清单中逐项阅读。</a:t>
            </a:r>
          </a:p>
          <a:p xmlns:a="http://schemas.openxmlformats.org/drawingml/2006/main">
            <a:r>
              <a:t>源码：packages/coding-agent/src/core/event-bus.ts:1</a:t>
            </a:r>
          </a:p>
          <a:p xmlns:a="http://schemas.openxmlformats.org/drawingml/2006/main">
            <a:r>
              <a:t>源码：packages/coding-agent/src/core/extensions/index.ts:1</a:t>
            </a:r>
          </a:p>
          <a:p xmlns:a="http://schemas.openxmlformats.org/drawingml/2006/main">
            <a:r>
              <a:t>源码：packages/coding-agent/src/core/extensions/jiti-loader.ts:1</a:t>
            </a:r>
          </a:p>
          <a:p xmlns:a="http://schemas.openxmlformats.org/drawingml/2006/main">
            <a:r>
              <a:t>源码：packages/coding-agent/src/core/extensions/jiti-static-loader.ts:1</a:t>
            </a:r>
          </a:p>
          <a:p xmlns:a="http://schemas.openxmlformats.org/drawingml/2006/main">
            <a:r>
              <a:t>源码：packages/coding-agent/src/core/extensions/loader.ts:1</a:t>
            </a:r>
          </a:p>
          <a:p xmlns:a="http://schemas.openxmlformats.org/drawingml/2006/main">
            <a:r>
              <a:t>源码：packages/coding-agent/src/core/extensions/runner.ts:1</a:t>
            </a:r>
          </a:p>
          <a:p xmlns:a="http://schemas.openxmlformats.org/drawingml/2006/main">
            <a:r>
              <a:t>源码：packages/coding-agent/src/core/extensions/types.ts:1</a:t>
            </a:r>
          </a:p>
          <a:p xmlns:a="http://schemas.openxmlformats.org/drawingml/2006/main">
            <a:r>
              <a:t>源码：packages/coding-agent/src/core/extensions/virtual-modules.ts:1</a:t>
            </a:r>
          </a:p>
          <a:p xmlns:a="http://schemas.openxmlformats.org/drawingml/2006/main">
            <a:r>
              <a:t>源码：packages/coding-agent/src/core/extensions/wrapper.ts:1</a:t>
            </a:r>
          </a:p>
          <a:p xmlns:a="http://schemas.openxmlformats.org/drawingml/2006/main">
            <a:r>
              <a:t/>
            </a:r>
          </a:p>
          <a:p xmlns:a="http://schemas.openxmlformats.org/drawingml/2006/main">
            <a:r>
              <a:t>2. 定位契约与调用者</a:t>
            </a:r>
          </a:p>
          <a:p xmlns:a="http://schemas.openxmlformats.org/drawingml/2006/main">
            <a:r>
              <a:t>找到公开类型、实际消费位置和相关测试，检查改动影响的配置、SDK 与界面路径。</a:t>
            </a:r>
          </a:p>
          <a:p xmlns:a="http://schemas.openxmlformats.org/drawingml/2006/main">
            <a:r>
              <a:t>输入：行为说明</a:t>
            </a:r>
          </a:p>
          <a:p xmlns:a="http://schemas.openxmlformats.org/drawingml/2006/main">
            <a:r>
              <a:t>输出：最小修改范围</a:t>
            </a:r>
          </a:p>
          <a:p xmlns:a="http://schemas.openxmlformats.org/drawingml/2006/main">
            <a:r>
              <a:t>入口：createAgentSession / createAgentSessionRuntime</a:t>
            </a:r>
          </a:p>
          <a:p xmlns:a="http://schemas.openxmlformats.org/drawingml/2006/main">
            <a:r>
              <a:t>行为与边界：SDK 注入流函数、配置、工具与存储；运行时负责会话替换和重新绑定。</a:t>
            </a:r>
          </a:p>
          <a:p xmlns:a="http://schemas.openxmlformats.org/drawingml/2006/main">
            <a:r>
              <a:t>源码：packages/coding-agent/src/core/agent-session-runtime.ts:1</a:t>
            </a:r>
          </a:p>
          <a:p xmlns:a="http://schemas.openxmlformats.org/drawingml/2006/main">
            <a:r>
              <a:t>源码：packages/coding-agent/src/core/agent-session-services.ts:1</a:t>
            </a:r>
          </a:p>
          <a:p xmlns:a="http://schemas.openxmlformats.org/drawingml/2006/main">
            <a:r>
              <a:t>源码：packages/coding-agent/src/core/sdk.ts:1</a:t>
            </a:r>
          </a:p>
          <a:p xmlns:a="http://schemas.openxmlformats.org/drawingml/2006/main">
            <a:r>
              <a:t/>
            </a:r>
          </a:p>
          <a:p xmlns:a="http://schemas.openxmlformats.org/drawingml/2006/main">
            <a:r>
              <a:t>3. 先定义回归用例</a:t>
            </a:r>
          </a:p>
          <a:p xmlns:a="http://schemas.openxmlformats.org/drawingml/2006/main">
            <a:r>
              <a:t>选择可复现行为断言，先验证旧实现的缺陷，再实现修改，避免把实现细节直接复制成测试。</a:t>
            </a:r>
          </a:p>
          <a:p xmlns:a="http://schemas.openxmlformats.org/drawingml/2006/main">
            <a:r>
              <a:t>输入：失败场景</a:t>
            </a:r>
          </a:p>
          <a:p xmlns:a="http://schemas.openxmlformats.org/drawingml/2006/main">
            <a:r>
              <a:t>输出：修复前失败、修复后通过的用例</a:t>
            </a:r>
          </a:p>
          <a:p xmlns:a="http://schemas.openxmlformats.org/drawingml/2006/main">
            <a:r>
              <a:t>入口：npm run check</a:t>
            </a:r>
          </a:p>
          <a:p xmlns:a="http://schemas.openxmlformats.org/drawingml/2006/main">
            <a:r>
              <a:t>行为与边界：检查失败不是修改业务代码或降级依赖的理由。</a:t>
            </a:r>
          </a:p>
          <a:p xmlns:a="http://schemas.openxmlformats.org/drawingml/2006/main">
            <a:r>
              <a:t>源码：packages/ai/scripts/check-model-data.ts:1</a:t>
            </a:r>
          </a:p>
          <a:p xmlns:a="http://schemas.openxmlformats.org/drawingml/2006/main">
            <a:r>
              <a:t>源码：scripts/check-browser-smoke.mjs:1</a:t>
            </a:r>
          </a:p>
          <a:p xmlns:a="http://schemas.openxmlformats.org/drawingml/2006/main">
            <a:r>
              <a:t>源码：scripts/check-entry-graphs.mjs:1</a:t>
            </a:r>
          </a:p>
          <a:p xmlns:a="http://schemas.openxmlformats.org/drawingml/2006/main">
            <a:r>
              <a:t>源码：scripts/check-lockfile-commit.mjs:1</a:t>
            </a:r>
          </a:p>
          <a:p xmlns:a="http://schemas.openxmlformats.org/drawingml/2006/main">
            <a:r>
              <a:t>源码：scripts/check-model-catalog-compat.mjs:1</a:t>
            </a:r>
          </a:p>
          <a:p xmlns:a="http://schemas.openxmlformats.org/drawingml/2006/main">
            <a:r>
              <a:t>源码：scripts/check-package-install.mjs:1</a:t>
            </a:r>
          </a:p>
          <a:p xmlns:a="http://schemas.openxmlformats.org/drawingml/2006/main">
            <a:r>
              <a:t>源码：scripts/check-pinned-deps.mjs:1</a:t>
            </a:r>
          </a:p>
          <a:p xmlns:a="http://schemas.openxmlformats.org/drawingml/2006/main">
            <a:r>
              <a:t>源码：scripts/check-runtime-deps.mjs:1</a:t>
            </a:r>
          </a:p>
          <a:p xmlns:a="http://schemas.openxmlformats.org/drawingml/2006/main">
            <a:r>
              <a:t>源码：scripts/check-ts-relative-imports.mjs:1</a:t>
            </a:r>
          </a:p>
          <a:p xmlns:a="http://schemas.openxmlformats.org/drawingml/2006/main">
            <a:r>
              <a:t/>
            </a:r>
          </a:p>
          <a:p xmlns:a="http://schemas.openxmlformats.org/drawingml/2006/main">
            <a:r>
              <a:t>4. 审查并交付</a:t>
            </a:r>
          </a:p>
          <a:p xmlns:a="http://schemas.openxmlformats.org/drawingml/2006/main">
            <a:r>
              <a:t>检查 diff、定向测试与整体检查结果，记录环境限制和剩余风险；提交仅在获得明确要求时执行。</a:t>
            </a:r>
          </a:p>
          <a:p xmlns:a="http://schemas.openxmlformats.org/drawingml/2006/main">
            <a:r>
              <a:t>输入：完成的修改</a:t>
            </a:r>
          </a:p>
          <a:p xmlns:a="http://schemas.openxmlformats.org/drawingml/2006/main">
            <a:r>
              <a:t>输出：可审查的变更与验证说明</a:t>
            </a:r>
          </a:p>
          <a:p xmlns:a="http://schemas.openxmlformats.org/drawingml/2006/main">
            <a:r>
              <a:t>入口：npm run check</a:t>
            </a:r>
          </a:p>
          <a:p xmlns:a="http://schemas.openxmlformats.org/drawingml/2006/main">
            <a:r>
              <a:t>行为与边界：检查失败不是修改业务代码或降级依赖的理由。</a:t>
            </a:r>
          </a:p>
          <a:p xmlns:a="http://schemas.openxmlformats.org/drawingml/2006/main">
            <a:r>
              <a:t>源码：packages/ai/scripts/check-model-data.ts:1</a:t>
            </a:r>
          </a:p>
          <a:p xmlns:a="http://schemas.openxmlformats.org/drawingml/2006/main">
            <a:r>
              <a:t>源码：scripts/check-browser-smoke.mjs:1</a:t>
            </a:r>
          </a:p>
          <a:p xmlns:a="http://schemas.openxmlformats.org/drawingml/2006/main">
            <a:r>
              <a:t>源码：scripts/check-entry-graphs.mjs:1</a:t>
            </a:r>
          </a:p>
          <a:p xmlns:a="http://schemas.openxmlformats.org/drawingml/2006/main">
            <a:r>
              <a:t>源码：scripts/check-lockfile-commit.mjs:1</a:t>
            </a:r>
          </a:p>
          <a:p xmlns:a="http://schemas.openxmlformats.org/drawingml/2006/main">
            <a:r>
              <a:t>源码：scripts/check-model-catalog-compat.mjs:1</a:t>
            </a:r>
          </a:p>
          <a:p xmlns:a="http://schemas.openxmlformats.org/drawingml/2006/main">
            <a:r>
              <a:t>源码：scripts/check-package-install.mjs:1</a:t>
            </a:r>
          </a:p>
          <a:p xmlns:a="http://schemas.openxmlformats.org/drawingml/2006/main">
            <a:r>
              <a:t>源码：scripts/check-pinned-deps.mjs:1</a:t>
            </a:r>
          </a:p>
          <a:p xmlns:a="http://schemas.openxmlformats.org/drawingml/2006/main">
            <a:r>
              <a:t>源码：scripts/check-runtime-deps.mjs:1</a:t>
            </a:r>
          </a:p>
          <a:p xmlns:a="http://schemas.openxmlformats.org/drawingml/2006/main">
            <a:r>
              <a:t>源码：scripts/check-ts-relative-imports.mjs:1</a:t>
            </a:r>
          </a:p>
          <a:p xmlns:a="http://schemas.openxmlformats.org/drawingml/2006/main">
            <a:r>
              <a:t/>
            </a:r>
          </a:p>
          <a:p xmlns:a="http://schemas.openxmlformats.org/drawingml/2006/main">
            <a:r>
              <a:t>失败与恢复：一个测试通过不能证明所有配置路径都正确。新增接口前应先查询已有契约及复用点。</a:t>
            </a:r>
          </a:p>
          <a:p xmlns:a="http://schemas.openxmlformats.org/drawingml/2006/main">
            <a:r>
              <a:t/>
            </a:r>
          </a:p>
          <a:p xmlns:a="http://schemas.openxmlformats.org/drawingml/2006/main">
            <a:r>
              <a:t>练习：选择一个现成工具扩展示例，增加一个无外部副作用的能力，并提交一份行为、调用链和验证笔记。</a:t>
            </a:r>
          </a:p>
          <a:p xmlns:a="http://schemas.openxmlformats.org/drawingml/2006/main">
            <a:r>
              <a:t>参考判断：合格结果包含成功/失败/取消说明、真实源码依据、相关测试结果和明确扩展边界。</a:t>
            </a:r>
          </a:p>
          <a:p xmlns:a="http://schemas.openxmlformats.org/drawingml/2006/main">
            <a:r>
              <a:t/>
            </a:r>
          </a:p>
          <a:p xmlns:a="http://schemas.openxmlformats.org/drawingml/2006/main">
            <a:r>
              <a:t>关联专题与当前接口：</a:t>
            </a:r>
          </a:p>
          <a:p xmlns:a="http://schemas.openxmlformats.org/drawingml/2006/main">
            <a:r>
              <a:t/>
            </a:r>
          </a:p>
          <a:p xmlns:a="http://schemas.openxmlformats.org/drawingml/2006/main">
            <a:r>
              <a:t>扩展发现、注册与事件分发</a:t>
            </a:r>
          </a:p>
          <a:p xmlns:a="http://schemas.openxmlformats.org/drawingml/2006/main">
            <a:r>
              <a:t>加载 TS/JS 扩展，注册工具、命令、快捷键、提供商与事件。</a:t>
            </a:r>
          </a:p>
          <a:p xmlns:a="http://schemas.openxmlformats.org/drawingml/2006/main">
            <a:r>
              <a:t>入口：--extension；/reload；ExtensionAPI</a:t>
            </a:r>
          </a:p>
          <a:p xmlns:a="http://schemas.openxmlformats.org/drawingml/2006/main">
            <a:r>
              <a:t>边界：工厂负责注册，runner 提供上下文与分发；原始类型注释可在 API 清单中逐项阅读。</a:t>
            </a:r>
          </a:p>
          <a:p xmlns:a="http://schemas.openxmlformats.org/drawingml/2006/main">
            <a:r>
              <a:t/>
            </a:r>
          </a:p>
          <a:p xmlns:a="http://schemas.openxmlformats.org/drawingml/2006/main">
            <a:r>
              <a:t>SDK 创建与替换运行时</a:t>
            </a:r>
          </a:p>
          <a:p xmlns:a="http://schemas.openxmlformats.org/drawingml/2006/main">
            <a:r>
              <a:t>让应用在进程内创建、继续或替换编码智能体会话。</a:t>
            </a:r>
          </a:p>
          <a:p xmlns:a="http://schemas.openxmlformats.org/drawingml/2006/main">
            <a:r>
              <a:t>入口：createAgentSession / createAgentSessionRuntime</a:t>
            </a:r>
          </a:p>
          <a:p xmlns:a="http://schemas.openxmlformats.org/drawingml/2006/main">
            <a:r>
              <a:t>边界：SDK 注入流函数、配置、工具与存储；运行时负责会话替换和重新绑定。</a:t>
            </a:r>
          </a:p>
          <a:p xmlns:a="http://schemas.openxmlformats.org/drawingml/2006/main">
            <a:r>
              <a:t/>
            </a:r>
          </a:p>
          <a:p xmlns:a="http://schemas.openxmlformats.org/drawingml/2006/main">
            <a:r>
              <a:t>依赖、导入与构建边界校验</a:t>
            </a:r>
          </a:p>
          <a:p xmlns:a="http://schemas.openxmlformats.org/drawingml/2006/main">
            <a:r>
              <a:t>验证精确依赖、运行依赖、TS 导入、入口图与浏览器兼容。</a:t>
            </a:r>
          </a:p>
          <a:p xmlns:a="http://schemas.openxmlformats.org/drawingml/2006/main">
            <a:r>
              <a:t>入口：npm run check</a:t>
            </a:r>
          </a:p>
          <a:p xmlns:a="http://schemas.openxmlformats.org/drawingml/2006/main">
            <a:r>
              <a:t>边界：检查失败不是修改业务代码或降级依赖的理由。</a:t>
            </a:r>
          </a:p>
          <a:p xmlns:a="http://schemas.openxmlformats.org/drawingml/2006/main">
            <a:r>
              <a:t/>
            </a:r>
          </a:p>
          <a:p xmlns:a="http://schemas.openxmlformats.org/drawingml/2006/main">
            <a:r>
              <a:t>资源发现、来源与冲突诊断</a:t>
            </a:r>
          </a:p>
          <a:p xmlns:a="http://schemas.openxmlformats.org/drawingml/2006/main">
            <a:r>
              <a:t>统一发现扩展、技能、模板、主题与项目上下文文件。</a:t>
            </a:r>
          </a:p>
          <a:p xmlns:a="http://schemas.openxmlformats.org/drawingml/2006/main">
            <a:r>
              <a:t>入口：DefaultResourceLoader.reload；资源路径设置</a:t>
            </a:r>
          </a:p>
          <a:p xmlns:a="http://schemas.openxmlformats.org/drawingml/2006/main">
            <a:r>
              <a:t>边界：记录来源并处理碰撞；项目资源需遵守信任加载顺序。</a:t>
            </a:r>
          </a:p>
          <a:p xmlns:a="http://schemas.openxmlformats.org/drawingml/2006/main">
            <a:r>
              <a:t/>
            </a:r>
          </a:p>
          <a:p xmlns:a="http://schemas.openxmlformats.org/drawingml/2006/main">
            <a:r>
              <a:t>独立工具管线与前后 Hook</a:t>
            </a:r>
          </a:p>
          <a:p xmlns:a="http://schemas.openxmlformats.org/drawingml/2006/main">
            <a:r>
              <a:t>让宿主通过 runToolCall 复用参数校验、beforeToolCall、执行及 afterToolCall。</a:t>
            </a:r>
          </a:p>
          <a:p xmlns:a="http://schemas.openxmlformats.org/drawingml/2006/main">
            <a:r>
              <a:t>入口：runToolCall / AgentToolCallOutcome</a:t>
            </a:r>
          </a:p>
          <a:p xmlns:a="http://schemas.openxmlformats.org/drawingml/2006/main">
            <a:r>
              <a:t>边界：适合嵌套调用；宿主直接调用 tool.execute 会跳过此管线。</a:t>
            </a:r>
          </a:p>
          <a:p xmlns:a="http://schemas.openxmlformats.org/drawingml/2006/main">
            <a:r>
              <a:t/>
            </a:r>
          </a:p>
          <a:p xmlns:a="http://schemas.openxmlformats.org/drawingml/2006/main">
            <a:r>
              <a:t>选择器、消息与工具 UI 组件</a:t>
            </a:r>
          </a:p>
          <a:p xmlns:a="http://schemas.openxmlformats.org/drawingml/2006/main">
            <a:r>
              <a:t>提供模型/会话/设置选择与不同消息、工具结果的呈现。</a:t>
            </a:r>
          </a:p>
          <a:p xmlns:a="http://schemas.openxmlformats.org/drawingml/2006/main">
            <a:r>
              <a:t>入口：InteractiveMode；扩展自定义 UI</a:t>
            </a:r>
          </a:p>
          <a:p xmlns:a="http://schemas.openxmlformats.org/drawingml/2006/main">
            <a:r>
              <a:t>边界：组件清单按源码保留，可从符号和原始注释追踪每个组件。</a:t>
            </a:r>
          </a:p>
          <a:p xmlns:a="http://schemas.openxmlformats.org/drawingml/2006/main">
            <a:r>
              <a:t/>
            </a:r>
          </a:p>
          <a:p xmlns:a="http://schemas.openxmlformats.org/drawingml/2006/main">
            <a:r>
              <a:t>布局、滚动、输入与选择组件</a:t>
            </a:r>
          </a:p>
          <a:p xmlns:a="http://schemas.openxmlformats.org/drawingml/2006/main">
            <a:r>
              <a:t>提供盒子、横纵布局、编辑器、列表、Markdown、图像和加载指示。</a:t>
            </a:r>
          </a:p>
          <a:p xmlns:a="http://schemas.openxmlformats.org/drawingml/2006/main">
            <a:r>
              <a:t>入口：Component / Editor / ScrollView 等</a:t>
            </a:r>
          </a:p>
          <a:p xmlns:a="http://schemas.openxmlformats.org/drawingml/2006/main">
            <a:r>
              <a:t>边界：每种组件的具体属性与方法在符号清单中可查。</a:t>
            </a:r>
          </a:p>
          <a:p xmlns:a="http://schemas.openxmlformats.org/drawingml/2006/main">
            <a:r>
              <a:t/>
            </a:r>
          </a:p>
          <a:p xmlns:a="http://schemas.openxmlformats.org/drawingml/2006/main">
            <a:r>
              <a:t>会话保存、恢复与命名</a:t>
            </a:r>
          </a:p>
          <a:p xmlns:a="http://schemas.openxmlformats.org/drawingml/2006/main">
            <a:r>
              <a:t>保存树形会话记录，并按项目、路径或 ID 恢复。</a:t>
            </a:r>
          </a:p>
          <a:p xmlns:a="http://schemas.openxmlformats.org/drawingml/2006/main">
            <a:r>
              <a:t>入口：--continue；--resume；--session；--name</a:t>
            </a:r>
          </a:p>
          <a:p xmlns:a="http://schemas.openxmlformats.org/drawingml/2006/main">
            <a:r>
              <a:t>边界：当前分支重建下一次模型上下文，内存会话可关闭持久化。</a:t>
            </a:r>
          </a:p>
          <a:p xmlns:a="http://schemas.openxmlformats.org/drawingml/2006/main">
            <a:r>
              <a:t/>
            </a:r>
          </a:p>
          <a:p xmlns:a="http://schemas.openxmlformats.org/drawingml/2006/main">
            <a:r>
              <a:t>虚拟模型与请求路由</a:t>
            </a:r>
          </a:p>
          <a:p xmlns:a="http://schemas.openxmlformats.org/drawingml/2006/main">
            <a:r>
              <a:t>允许选择逻辑模型，并将每次请求路由到物理模型。</a:t>
            </a:r>
          </a:p>
          <a:p xmlns:a="http://schemas.openxmlformats.org/drawingml/2006/main">
            <a:r>
              <a:t>入口：VirtualModelDefinition / ModelRoute</a:t>
            </a:r>
          </a:p>
          <a:p xmlns:a="http://schemas.openxmlformats.org/drawingml/2006/main">
            <a:r>
              <a:t>边界：虚拟模型不会直接到达提供商；路由状态可跟随会话分支保存。</a:t>
            </a:r>
          </a:p>
          <a:p xmlns:a="http://schemas.openxmlformats.org/drawingml/2006/main">
            <a:r>
              <a:t/>
            </a:r>
          </a:p>
          <a:p xmlns:a="http://schemas.openxmlformats.org/drawingml/2006/main">
            <a:r>
              <a:t>bash：Shell 执行与输出</a:t>
            </a:r>
          </a:p>
          <a:p xmlns:a="http://schemas.openxmlformats.org/drawingml/2006/main">
            <a:r>
              <a:t>执行 shell 命令并将输出、退出状态和截断信息传回模型。</a:t>
            </a:r>
          </a:p>
          <a:p xmlns:a="http://schemas.openxmlformats.org/drawingml/2006/main">
            <a:r>
              <a:t>入口：默认启用工具 bash；用户 ! 命令</a:t>
            </a:r>
          </a:p>
          <a:p xmlns:a="http://schemas.openxmlformats.org/drawingml/2006/main">
            <a:r>
              <a:t>边界：信号、超时、子进程与输出捕获由执行层协作处理。</a:t>
            </a:r>
          </a:p>
          <a:p xmlns:a="http://schemas.openxmlformats.org/drawingml/2006/main">
            <a:r>
              <a:t/>
            </a:r>
          </a:p>
          <a:p xmlns:a="http://schemas.openxmlformats.org/drawingml/2006/main">
            <a:r>
              <a:t>输入处理、排队与任务收尾</a:t>
            </a:r>
          </a:p>
          <a:p xmlns:a="http://schemas.openxmlformats.org/drawingml/2006/main">
            <a:r>
              <a:t>协调扩展命令、输入转换、steering/follow-up、重试与最终通知。</a:t>
            </a:r>
          </a:p>
          <a:p xmlns:a="http://schemas.openxmlformats.org/drawingml/2006/main">
            <a:r>
              <a:t>入口：AgentSession.prompt / steer / followUp</a:t>
            </a:r>
          </a:p>
          <a:p xmlns:a="http://schemas.openxmlformats.org/drawingml/2006/main">
            <a:r>
              <a:t>边界：agent_end 后仍可能继续；agent_settled 是完成自动处理后的通知边界。</a:t>
            </a:r>
          </a:p>
          <a:p xmlns:a="http://schemas.openxmlformats.org/drawingml/2006/main">
            <a:r>
              <a:t/>
            </a:r>
          </a:p>
          <a:p xmlns:a="http://schemas.openxmlformats.org/drawingml/2006/main">
            <a:r>
              <a:t>extensions/permission-gate · 示例</a:t>
            </a:r>
          </a:p>
          <a:p xmlns:a="http://schemas.openxmlformats.org/drawingml/2006/main">
            <a:r>
              <a:t>展示 extensions/permission-gate.ts 对应的扩展或 SDK 用法。具体场景以入口文件的原始说明、注册代码和配套 README 为依据。</a:t>
            </a:r>
          </a:p>
          <a:p xmlns:a="http://schemas.openxmlformats.org/drawingml/2006/main">
            <a:r>
              <a:t>入口：packages/coding-agent/examples/extensions/permission-gate.ts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extensions/project-trust · 示例</a:t>
            </a:r>
          </a:p>
          <a:p xmlns:a="http://schemas.openxmlformats.org/drawingml/2006/main">
            <a:r>
              <a:t>展示 extensions/project-trust.ts 对应的扩展或 SDK 用法。具体场景以入口文件的原始说明、注册代码和配套 README 为依据。</a:t>
            </a:r>
          </a:p>
          <a:p xmlns:a="http://schemas.openxmlformats.org/drawingml/2006/main">
            <a:r>
              <a:t>入口：packages/coding-agent/examples/extensions/project-trust.ts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extensions/protected-paths · 示例</a:t>
            </a:r>
          </a:p>
          <a:p xmlns:a="http://schemas.openxmlformats.org/drawingml/2006/main">
            <a:r>
              <a:t>展示 extensions/protected-paths.ts 对应的扩展或 SDK 用法。具体场景以入口文件的原始说明、注册代码和配套 README 为依据。</a:t>
            </a:r>
          </a:p>
          <a:p xmlns:a="http://schemas.openxmlformats.org/drawingml/2006/main">
            <a:r>
              <a:t>入口：packages/coding-agent/examples/extensions/protected-paths.ts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extensions/confirm-destructive · 示例</a:t>
            </a:r>
          </a:p>
          <a:p xmlns:a="http://schemas.openxmlformats.org/drawingml/2006/main">
            <a:r>
              <a:t>展示 extensions/confirm-destructive.ts 对应的扩展或 SDK 用法。具体场景以入口文件的原始说明、注册代码和配套 README 为依据。</a:t>
            </a:r>
          </a:p>
          <a:p xmlns:a="http://schemas.openxmlformats.org/drawingml/2006/main">
            <a:r>
              <a:t>入口：packages/coding-agent/examples/extensions/confirm-destructive.ts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extensions/dirty-repo-guard · 示例</a:t>
            </a:r>
          </a:p>
          <a:p xmlns:a="http://schemas.openxmlformats.org/drawingml/2006/main">
            <a:r>
              <a:t>展示 extensions/dirty-repo-guard.ts 对应的扩展或 SDK 用法。具体场景以入口文件的原始说明、注册代码和配套 README 为依据。</a:t>
            </a:r>
          </a:p>
          <a:p xmlns:a="http://schemas.openxmlformats.org/drawingml/2006/main">
            <a:r>
              <a:t>入口：packages/coding-agent/examples/extensions/dirty-repo-guard.ts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extensions/git-checkpoint · 示例</a:t>
            </a:r>
          </a:p>
          <a:p xmlns:a="http://schemas.openxmlformats.org/drawingml/2006/main">
            <a:r>
              <a:t>展示 extensions/git-checkpoint.ts 对应的扩展或 SDK 用法。具体场景以入口文件的原始说明、注册代码和配套 README 为依据。</a:t>
            </a:r>
          </a:p>
          <a:p xmlns:a="http://schemas.openxmlformats.org/drawingml/2006/main">
            <a:r>
              <a:t>入口：packages/coding-agent/examples/extensions/git-checkpoint.ts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extensions/auto-commit-on-exit · 示例</a:t>
            </a:r>
          </a:p>
          <a:p xmlns:a="http://schemas.openxmlformats.org/drawingml/2006/main">
            <a:r>
              <a:t>展示 extensions/auto-commit-on-exit.ts 对应的扩展或 SDK 用法。具体场景以入口文件的原始说明、注册代码和配套 README 为依据。</a:t>
            </a:r>
          </a:p>
          <a:p xmlns:a="http://schemas.openxmlformats.org/drawingml/2006/main">
            <a:r>
              <a:t>入口：packages/coding-agent/examples/extensions/auto-commit-on-exit.ts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sdk/01-minimal · 示例</a:t>
            </a:r>
          </a:p>
          <a:p xmlns:a="http://schemas.openxmlformats.org/drawingml/2006/main">
            <a:r>
              <a:t>展示 sdk/01-minimal.ts 对应的扩展或 SDK 用法。具体场景以入口文件的原始说明、注册代码和配套 README 为依据。</a:t>
            </a:r>
          </a:p>
          <a:p xmlns:a="http://schemas.openxmlformats.org/drawingml/2006/main">
            <a:r>
              <a:t>入口：packages/coding-agent/examples/sdk/01-minimal.ts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sdk/02-custom-model · 示例</a:t>
            </a:r>
          </a:p>
          <a:p xmlns:a="http://schemas.openxmlformats.org/drawingml/2006/main">
            <a:r>
              <a:t>展示 sdk/02-custom-model.ts 对应的扩展或 SDK 用法。具体场景以入口文件的原始说明、注册代码和配套 README 为依据。</a:t>
            </a:r>
          </a:p>
          <a:p xmlns:a="http://schemas.openxmlformats.org/drawingml/2006/main">
            <a:r>
              <a:t>入口：packages/coding-agent/examples/sdk/02-custom-model.ts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sdk/03-custom-prompt · 示例</a:t>
            </a:r>
          </a:p>
          <a:p xmlns:a="http://schemas.openxmlformats.org/drawingml/2006/main">
            <a:r>
              <a:t>展示 sdk/03-custom-prompt.ts 对应的扩展或 SDK 用法。具体场景以入口文件的原始说明、注册代码和配套 README 为依据。</a:t>
            </a:r>
          </a:p>
          <a:p xmlns:a="http://schemas.openxmlformats.org/drawingml/2006/main">
            <a:r>
              <a:t>入口：packages/coding-agent/examples/sdk/03-custom-prompt.ts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sdk/04-skills · 示例</a:t>
            </a:r>
          </a:p>
          <a:p xmlns:a="http://schemas.openxmlformats.org/drawingml/2006/main">
            <a:r>
              <a:t>展示 sdk/04-skills.ts 对应的扩展或 SDK 用法。具体场景以入口文件的原始说明、注册代码和配套 README 为依据。</a:t>
            </a:r>
          </a:p>
          <a:p xmlns:a="http://schemas.openxmlformats.org/drawingml/2006/main">
            <a:r>
              <a:t>入口：packages/coding-agent/examples/sdk/04-skills.ts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sdk/05-tools · 示例</a:t>
            </a:r>
          </a:p>
          <a:p xmlns:a="http://schemas.openxmlformats.org/drawingml/2006/main">
            <a:r>
              <a:t>展示 sdk/05-tools.ts 对应的扩展或 SDK 用法。具体场景以入口文件的原始说明、注册代码和配套 README 为依据。</a:t>
            </a:r>
          </a:p>
          <a:p xmlns:a="http://schemas.openxmlformats.org/drawingml/2006/main">
            <a:r>
              <a:t>入口：packages/coding-agent/examples/sdk/05-tools.ts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sdk/06-extensions · 示例</a:t>
            </a:r>
          </a:p>
          <a:p xmlns:a="http://schemas.openxmlformats.org/drawingml/2006/main">
            <a:r>
              <a:t>展示 sdk/06-extensions.ts 对应的扩展或 SDK 用法。具体场景以入口文件的原始说明、注册代码和配套 README 为依据。</a:t>
            </a:r>
          </a:p>
          <a:p xmlns:a="http://schemas.openxmlformats.org/drawingml/2006/main">
            <a:r>
              <a:t>入口：packages/coding-agent/examples/sdk/06-extensions.ts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sdk/07-context-files · 示例</a:t>
            </a:r>
          </a:p>
          <a:p xmlns:a="http://schemas.openxmlformats.org/drawingml/2006/main">
            <a:r>
              <a:t>展示 sdk/07-context-files.ts 对应的扩展或 SDK 用法。具体场景以入口文件的原始说明、注册代码和配套 README 为依据。</a:t>
            </a:r>
          </a:p>
          <a:p xmlns:a="http://schemas.openxmlformats.org/drawingml/2006/main">
            <a:r>
              <a:t>入口：packages/coding-agent/examples/sdk/07-context-files.ts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sdk/08-prompt-templates · 示例</a:t>
            </a:r>
          </a:p>
          <a:p xmlns:a="http://schemas.openxmlformats.org/drawingml/2006/main">
            <a:r>
              <a:t>展示 sdk/08-prompt-templates.ts 对应的扩展或 SDK 用法。具体场景以入口文件的原始说明、注册代码和配套 README 为依据。</a:t>
            </a:r>
          </a:p>
          <a:p xmlns:a="http://schemas.openxmlformats.org/drawingml/2006/main">
            <a:r>
              <a:t>入口：packages/coding-agent/examples/sdk/08-prompt-templates.ts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sdk/09-api-keys-and-oauth · 示例</a:t>
            </a:r>
          </a:p>
          <a:p xmlns:a="http://schemas.openxmlformats.org/drawingml/2006/main">
            <a:r>
              <a:t>展示 sdk/09-api-keys-and-oauth.ts 对应的扩展或 SDK 用法。具体场景以入口文件的原始说明、注册代码和配套 README 为依据。</a:t>
            </a:r>
          </a:p>
          <a:p xmlns:a="http://schemas.openxmlformats.org/drawingml/2006/main">
            <a:r>
              <a:t>入口：packages/coding-agent/examples/sdk/09-api-keys-and-oauth.ts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sdk/10-settings · 示例</a:t>
            </a:r>
          </a:p>
          <a:p xmlns:a="http://schemas.openxmlformats.org/drawingml/2006/main">
            <a:r>
              <a:t>展示 sdk/10-settings.ts 对应的扩展或 SDK 用法。具体场景以入口文件的原始说明、注册代码和配套 README 为依据。</a:t>
            </a:r>
          </a:p>
          <a:p xmlns:a="http://schemas.openxmlformats.org/drawingml/2006/main">
            <a:r>
              <a:t>入口：packages/coding-agent/examples/sdk/10-settings.ts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sdk/11-sessions · 示例</a:t>
            </a:r>
          </a:p>
          <a:p xmlns:a="http://schemas.openxmlformats.org/drawingml/2006/main">
            <a:r>
              <a:t>展示 sdk/11-sessions.ts 对应的扩展或 SDK 用法。具体场景以入口文件的原始说明、注册代码和配套 README 为依据。</a:t>
            </a:r>
          </a:p>
          <a:p xmlns:a="http://schemas.openxmlformats.org/drawingml/2006/main">
            <a:r>
              <a:t>入口：packages/coding-agent/examples/sdk/11-sessions.ts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sdk/12-full-control · 示例</a:t>
            </a:r>
          </a:p>
          <a:p xmlns:a="http://schemas.openxmlformats.org/drawingml/2006/main">
            <a:r>
              <a:t>展示 sdk/12-full-control.ts 对应的扩展或 SDK 用法。具体场景以入口文件的原始说明、注册代码和配套 README 为依据。</a:t>
            </a:r>
          </a:p>
          <a:p xmlns:a="http://schemas.openxmlformats.org/drawingml/2006/main">
            <a:r>
              <a:t>入口：packages/coding-agent/examples/sdk/12-full-control.ts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sdk/13-session-runtime · 示例</a:t>
            </a:r>
          </a:p>
          <a:p xmlns:a="http://schemas.openxmlformats.org/drawingml/2006/main">
            <a:r>
              <a:t>展示 sdk/13-session-runtime.ts 对应的扩展或 SDK 用法。具体场景以入口文件的原始说明、注册代码和配套 README 为依据。</a:t>
            </a:r>
          </a:p>
          <a:p xmlns:a="http://schemas.openxmlformats.org/drawingml/2006/main">
            <a:r>
              <a:t>入口：packages/coding-agent/examples/sdk/13-session-runtime.ts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sdk/14-codemode-mcp · 示例</a:t>
            </a:r>
          </a:p>
          <a:p xmlns:a="http://schemas.openxmlformats.org/drawingml/2006/main">
            <a:r>
              <a:t>展示 sdk/14-codemode-mcp.ts 对应的扩展或 SDK 用法。具体场景以入口文件的原始说明、注册代码和配套 README 为依据。</a:t>
            </a:r>
          </a:p>
          <a:p xmlns:a="http://schemas.openxmlformats.org/drawingml/2006/main">
            <a:r>
              <a:t>入口：packages/coding-agent/examples/sdk/14-codemode-mcp.ts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安装锁生成与生命周期脚本审查</a:t>
            </a:r>
          </a:p>
          <a:p xmlns:a="http://schemas.openxmlformats.org/drawingml/2006/main">
            <a:r>
              <a:t>生成并核验独立安装时使用的固定依赖图与批准的生命周期脚本清单。</a:t>
            </a:r>
          </a:p>
          <a:p xmlns:a="http://schemas.openxmlformats.org/drawingml/2006/main">
            <a:r>
              <a:t>入口：install-lock:coding-agent；check:install-lock:coding-agent</a:t>
            </a:r>
          </a:p>
          <a:p xmlns:a="http://schemas.openxmlformats.org/drawingml/2006/main">
            <a:r>
              <a:t>边界：当前使用 install-lock；旧发布 npm-shrinkwrap 已移除，常规 npm 使用其自身依赖解析。</a:t>
            </a:r>
          </a:p>
          <a:p xmlns:a="http://schemas.openxmlformats.org/drawingml/2006/main">
            <a:r>
              <a:t/>
            </a:r>
          </a:p>
          <a:p xmlns:a="http://schemas.openxmlformats.org/drawingml/2006/main">
            <a:r>
              <a:t>文档：</a:t>
            </a:r>
          </a:p>
          <a:p xmlns:a="http://schemas.openxmlformats.org/drawingml/2006/main">
            <a:r>
              <a:t/>
            </a:r>
          </a:p>
          <a:p xmlns:a="http://schemas.openxmlformats.org/drawingml/2006/main">
            <a:r>
              <a:t>packages/coding-agent/docs/cli.md</a:t>
            </a:r>
          </a:p>
          <a:p xmlns:a="http://schemas.openxmlformats.org/drawingml/2006/main">
            <a:r>
              <a:t/>
            </a:r>
          </a:p>
          <a:p xmlns:a="http://schemas.openxmlformats.org/drawingml/2006/main">
            <a:r>
              <a:t>AGENTS.md</a:t>
            </a:r>
          </a:p>
          <a:p xmlns:a="http://schemas.openxmlformats.org/drawingml/2006/main">
            <a:r>
              <a:t/>
            </a:r>
          </a:p>
          <a:p xmlns:a="http://schemas.openxmlformats.org/drawingml/2006/main">
            <a:r>
              <a:t>packages/agent/README.md</a:t>
            </a:r>
          </a:p>
          <a:p xmlns:a="http://schemas.openxmlformats.org/drawingml/2006/main">
            <a:r>
              <a:t/>
            </a:r>
          </a:p>
          <a:p xmlns:a="http://schemas.openxmlformats.org/drawingml/2006/main">
            <a:r>
              <a:t>packages/tui/README.md</a:t>
            </a:r>
          </a:p>
          <a:p xmlns:a="http://schemas.openxmlformats.org/drawingml/2006/main">
            <a:r>
              <a:t/>
            </a:r>
          </a:p>
          <a:p xmlns:a="http://schemas.openxmlformats.org/drawingml/2006/main">
            <a:r>
              <a:t>packages/coding-agent/examples/extensions/README.md</a:t>
            </a:r>
          </a:p>
          <a:p xmlns:a="http://schemas.openxmlformats.org/drawingml/2006/main">
            <a:r>
              <a:t/>
            </a:r>
          </a:p>
          <a:p xmlns:a="http://schemas.openxmlformats.org/drawingml/2006/main">
            <a:r>
              <a:t>packages/coding-agent/docs/slash-commands.md</a:t>
            </a:r>
          </a:p>
          <a:p xmlns:a="http://schemas.openxmlformats.org/drawingml/2006/main">
            <a:r>
              <a:t/>
            </a:r>
          </a:p>
          <a:p xmlns:a="http://schemas.openxmlformats.org/drawingml/2006/main">
            <a:r>
              <a:t>packages/coding-agent/docs/extensions.md</a:t>
            </a:r>
          </a:p>
          <a:p xmlns:a="http://schemas.openxmlformats.org/drawingml/2006/main">
            <a:r>
              <a:t/>
            </a:r>
          </a:p>
          <a:p xmlns:a="http://schemas.openxmlformats.org/drawingml/2006/main">
            <a:r>
              <a:t>packages/coding-agent/docs/rpc-extension-ui.md</a:t>
            </a:r>
          </a:p>
          <a:p xmlns:a="http://schemas.openxmlformats.org/drawingml/2006/main">
            <a:r>
              <a:t/>
            </a:r>
          </a:p>
          <a:p xmlns:a="http://schemas.openxmlformats.org/drawingml/2006/main">
            <a:r>
              <a:t>packages/coding-agent/docs/virtual-models.md</a:t>
            </a:r>
          </a:p>
          <a:p xmlns:a="http://schemas.openxmlformats.org/drawingml/2006/main">
            <a:r>
              <a:t/>
            </a:r>
          </a:p>
          <a:p xmlns:a="http://schemas.openxmlformats.org/drawingml/2006/main">
            <a:r>
              <a:t>packages/coding-agent/docs/sdk.md</a:t>
            </a:r>
          </a:p>
          <a:p xmlns:a="http://schemas.openxmlformats.org/drawingml/2006/main">
            <a:r>
              <a:t/>
            </a:r>
          </a:p>
          <a:p xmlns:a="http://schemas.openxmlformats.org/drawingml/2006/main">
            <a:r>
              <a:t>README.md</a:t>
            </a:r>
          </a:p>
          <a:p xmlns:a="http://schemas.openxmlformats.org/drawingml/2006/main">
            <a:r>
              <a:t/>
            </a:r>
          </a:p>
          <a:p xmlns:a="http://schemas.openxmlformats.org/drawingml/2006/main">
            <a:r>
              <a:t>相关测试（列出路径不代表已运行）：</a:t>
            </a:r>
          </a:p>
          <a:p xmlns:a="http://schemas.openxmlformats.org/drawingml/2006/main">
            <a:r>
              <a:t/>
            </a:r>
          </a:p>
          <a:p xmlns:a="http://schemas.openxmlformats.org/drawingml/2006/main">
            <a:r>
              <a:t>packages/coding-agent/test/cache-warmer.test.ts</a:t>
            </a:r>
          </a:p>
          <a:p xmlns:a="http://schemas.openxmlformats.org/drawingml/2006/main">
            <a:r>
              <a:t/>
            </a:r>
          </a:p>
          <a:p xmlns:a="http://schemas.openxmlformats.org/drawingml/2006/main">
            <a:r>
              <a:t>packages/coding-agent/test/extensions-runner.test.ts</a:t>
            </a:r>
          </a:p>
          <a:p xmlns:a="http://schemas.openxmlformats.org/drawingml/2006/main">
            <a:r>
              <a:t/>
            </a:r>
          </a:p>
          <a:p xmlns:a="http://schemas.openxmlformats.org/drawingml/2006/main">
            <a:r>
              <a:t>packages/coding-agent/test/llama-extension.test.ts</a:t>
            </a:r>
          </a:p>
          <a:p xmlns:a="http://schemas.openxmlformats.org/drawingml/2006/main">
            <a:r>
              <a:t/>
            </a:r>
          </a:p>
          <a:p xmlns:a="http://schemas.openxmlformats.org/drawingml/2006/main">
            <a:r>
              <a:t>packages/coding-agent/test/suite/regressions/7193-event-bus-lifecycle.test.ts</a:t>
            </a:r>
          </a:p>
          <a:p xmlns:a="http://schemas.openxmlformats.org/drawingml/2006/main">
            <a:r>
              <a:t/>
            </a:r>
          </a:p>
          <a:p xmlns:a="http://schemas.openxmlformats.org/drawingml/2006/main">
            <a:r>
              <a:t>packages/coding-agent/test/suite/regressions/8423-extension-factory-failure.test.ts</a:t>
            </a:r>
          </a:p>
          <a:p xmlns:a="http://schemas.openxmlformats.org/drawingml/2006/main">
            <a:r>
              <a:t/>
            </a:r>
          </a:p>
          <a:p xmlns:a="http://schemas.openxmlformats.org/drawingml/2006/main">
            <a:r>
              <a:t>packages/coding-agent/test/utilities.ts</a:t>
            </a:r>
          </a:p>
          <a:p xmlns:a="http://schemas.openxmlformats.org/drawingml/2006/main">
            <a:r>
              <a:t/>
            </a:r>
          </a:p>
          <a:p xmlns:a="http://schemas.openxmlformats.org/drawingml/2006/main">
            <a:r>
              <a:t>packages/coding-agent/test/compaction-extensions-example.test.ts</a:t>
            </a:r>
          </a:p>
          <a:p xmlns:a="http://schemas.openxmlformats.org/drawingml/2006/main">
            <a:r>
              <a:t/>
            </a:r>
          </a:p>
          <a:p xmlns:a="http://schemas.openxmlformats.org/drawingml/2006/main">
            <a:r>
              <a:t>packages/coding-agent/test/compaction-extensions.test.ts</a:t>
            </a:r>
          </a:p>
          <a:p xmlns:a="http://schemas.openxmlformats.org/drawingml/2006/main">
            <a:r>
              <a:t/>
            </a:r>
          </a:p>
          <a:p xmlns:a="http://schemas.openxmlformats.org/drawingml/2006/main">
            <a:r>
              <a:t>packages/coding-agent/test/git-merge-and-resolve-extension.test.ts</a:t>
            </a:r>
          </a:p>
          <a:p xmlns:a="http://schemas.openxmlformats.org/drawingml/2006/main">
            <a:r>
              <a:t/>
            </a:r>
          </a:p>
          <a:p xmlns:a="http://schemas.openxmlformats.org/drawingml/2006/main">
            <a:r>
              <a:t>packages/coding-agent/test/input-transform-streaming-example.test.ts</a:t>
            </a:r>
          </a:p>
          <a:p xmlns:a="http://schemas.openxmlformats.org/drawingml/2006/main">
            <a:r>
              <a:t/>
            </a:r>
          </a:p>
          <a:p xmlns:a="http://schemas.openxmlformats.org/drawingml/2006/main">
            <a:r>
              <a:t>packages/coding-agent/test/plan-mode-extension.test.ts</a:t>
            </a:r>
          </a:p>
          <a:p xmlns:a="http://schemas.openxmlformats.org/drawingml/2006/main">
            <a:r>
              <a:t/>
            </a:r>
          </a:p>
          <a:p xmlns:a="http://schemas.openxmlformats.org/drawingml/2006/main">
            <a:r>
              <a:t>packages/coding-agent/test/rpc-prompt-response-semantics.test.ts</a:t>
            </a:r>
          </a:p>
          <a:p xmlns:a="http://schemas.openxmlformats.org/drawingml/2006/main">
            <a:r>
              <a:t/>
            </a:r>
          </a:p>
          <a:p xmlns:a="http://schemas.openxmlformats.org/drawingml/2006/main">
            <a:r>
              <a:t>packages/coding-agent/test/suite/agent-session-compaction-model-overrides.test.ts</a:t>
            </a:r>
          </a:p>
          <a:p xmlns:a="http://schemas.openxmlformats.org/drawingml/2006/main">
            <a:r>
              <a:t/>
            </a:r>
          </a:p>
          <a:p xmlns:a="http://schemas.openxmlformats.org/drawingml/2006/main">
            <a:r>
              <a:t>packages/coding-agent/test/suite/agent-session-prompt.test.ts</a:t>
            </a:r>
          </a:p>
          <a:p xmlns:a="http://schemas.openxmlformats.org/drawingml/2006/main">
            <a:r>
              <a:t/>
            </a:r>
          </a:p>
          <a:p xmlns:a="http://schemas.openxmlformats.org/drawingml/2006/main">
            <a:r>
              <a:t>packages/coding-agent/test/suite/harness.ts</a:t>
            </a:r>
          </a:p>
          <a:p xmlns:a="http://schemas.openxmlformats.org/drawingml/2006/main">
            <a:r>
              <a:t/>
            </a:r>
          </a:p>
          <a:p xmlns:a="http://schemas.openxmlformats.org/drawingml/2006/main">
            <a:r>
              <a:t>packages/coding-agent/test/suite/regressions/8261-subagent-project-trust.test.ts</a:t>
            </a:r>
          </a:p>
          <a:p xmlns:a="http://schemas.openxmlformats.org/drawingml/2006/main">
            <a:r>
              <a:t/>
            </a:r>
          </a:p>
          <a:p xmlns:a="http://schemas.openxmlformats.org/drawingml/2006/main">
            <a:r>
              <a:t>packages/coding-agent/test/suite/virtual-models.test.ts</a:t>
            </a:r>
          </a:p>
          <a:p xmlns:a="http://schemas.openxmlformats.org/drawingml/2006/main">
            <a:r>
              <a:t/>
            </a:r>
          </a:p>
          <a:p xmlns:a="http://schemas.openxmlformats.org/drawingml/2006/main">
            <a:r>
              <a:t>packages/coding-agent/test/trigger-compact-extension.test.ts</a:t>
            </a:r>
          </a:p>
          <a:p xmlns:a="http://schemas.openxmlformats.org/drawingml/2006/main">
            <a:r>
              <a:t/>
            </a:r>
          </a:p>
          <a:p xmlns:a="http://schemas.openxmlformats.org/drawingml/2006/main">
            <a:r>
              <a:t>packages/coding-agent/test/extensions-discovery.test.ts</a:t>
            </a:r>
          </a:p>
          <a:p xmlns:a="http://schemas.openxmlformats.org/drawingml/2006/main">
            <a:r>
              <a:t/>
            </a:r>
          </a:p>
          <a:p xmlns:a="http://schemas.openxmlformats.org/drawingml/2006/main">
            <a:r>
              <a:t>packages/coding-agent/test/extensions-input-event.test.ts</a:t>
            </a:r>
          </a:p>
          <a:p xmlns:a="http://schemas.openxmlformats.org/drawingml/2006/main">
            <a:r>
              <a:t/>
            </a:r>
          </a:p>
          <a:p xmlns:a="http://schemas.openxmlformats.org/drawingml/2006/main">
            <a:r>
              <a:t>packages/coding-agent/test/sdk-codex-cache-probe-tool-loop.ts</a:t>
            </a:r>
          </a:p>
          <a:p xmlns:a="http://schemas.openxmlformats.org/drawingml/2006/main">
            <a:r>
              <a:t/>
            </a:r>
          </a:p>
          <a:p xmlns:a="http://schemas.openxmlformats.org/drawingml/2006/main">
            <a:r>
              <a:t>packages/coding-agent/test/sdk-skills.test.ts</a:t>
            </a:r>
          </a:p>
          <a:p xmlns:a="http://schemas.openxmlformats.org/drawingml/2006/main">
            <a:r>
              <a:t/>
            </a:r>
          </a:p>
          <a:p xmlns:a="http://schemas.openxmlformats.org/drawingml/2006/main">
            <a:r>
              <a:t>packages/coding-agent/test/suite/regressions/8237-node-sea-extension-loading.test.ts</a:t>
            </a:r>
          </a:p>
          <a:p xmlns:a="http://schemas.openxmlformats.org/drawingml/2006/main">
            <a:r>
              <a:t/>
            </a:r>
          </a:p>
          <a:p xmlns:a="http://schemas.openxmlformats.org/drawingml/2006/main">
            <a:r>
              <a:t>packages/coding-agent/test/suite/regressions/9540-extension-loader-lazy.test.ts</a:t>
            </a:r>
          </a:p>
          <a:p xmlns:a="http://schemas.openxmlformats.org/drawingml/2006/main">
            <a:r>
              <a:t/>
            </a:r>
          </a:p>
          <a:p xmlns:a="http://schemas.openxmlformats.org/drawingml/2006/main">
            <a:r>
              <a:t>packages/coding-agent/test/suite/regressions/extension-factory-cache.test.ts</a:t>
            </a:r>
          </a:p>
          <a:p xmlns:a="http://schemas.openxmlformats.org/drawingml/2006/main">
            <a:r>
              <a:t/>
            </a:r>
          </a:p>
          <a:p xmlns:a="http://schemas.openxmlformats.org/drawingml/2006/main">
            <a:r>
              <a:t>packages/coding-agent/test/resource-loader.test.ts</a:t>
            </a:r>
          </a:p>
          <a:p xmlns:a="http://schemas.openxmlformats.org/drawingml/2006/main">
            <a:r>
              <a:t/>
            </a:r>
          </a:p>
          <a:p xmlns:a="http://schemas.openxmlformats.org/drawingml/2006/main">
            <a:r>
              <a:t>packages/coding-agent/test/suite/agent-session-mcp-oauth.test.ts</a:t>
            </a:r>
          </a:p>
          <a:p xmlns:a="http://schemas.openxmlformats.org/drawingml/2006/main">
            <a:r>
              <a:t/>
            </a:r>
          </a:p>
          <a:p xmlns:a="http://schemas.openxmlformats.org/drawingml/2006/main">
            <a:r>
              <a:t>packages/coding-agent/test/codemode-renderer.test.ts</a:t>
            </a:r>
          </a:p>
          <a:p xmlns:a="http://schemas.openxmlformats.org/drawingml/2006/main">
            <a:r>
              <a:t/>
            </a:r>
          </a:p>
          <a:p xmlns:a="http://schemas.openxmlformats.org/drawingml/2006/main">
            <a:r>
              <a:t>packages/coding-agent/test/custom-message.test.ts</a:t>
            </a:r>
          </a:p>
          <a:p xmlns:a="http://schemas.openxmlformats.org/drawingml/2006/main">
            <a:r>
              <a:t/>
            </a:r>
          </a:p>
          <a:p xmlns:a="http://schemas.openxmlformats.org/drawingml/2006/main">
            <a:r>
              <a:t>packages/coding-agent/test/edit-tool-legacy-input.test.ts</a:t>
            </a:r>
          </a:p>
          <a:p xmlns:a="http://schemas.openxmlformats.org/drawingml/2006/main">
            <a:r>
              <a:t/>
            </a:r>
          </a:p>
          <a:p xmlns:a="http://schemas.openxmlformats.org/drawingml/2006/main">
            <a:r>
              <a:t>packages/coding-agent/test/export-html-whitespace.test.ts</a:t>
            </a:r>
          </a:p>
          <a:p xmlns:a="http://schemas.openxmlformats.org/drawingml/2006/main">
            <a:r>
              <a:t/>
            </a:r>
          </a:p>
          <a:p xmlns:a="http://schemas.openxmlformats.org/drawingml/2006/main">
            <a:r>
              <a:t>packages/coding-agent/test/export-jsonl-share.test.ts</a:t>
            </a:r>
          </a:p>
          <a:p xmlns:a="http://schemas.openxmlformats.org/drawingml/2006/main">
            <a:r>
              <a:t/>
            </a:r>
          </a:p>
          <a:p xmlns:a="http://schemas.openxmlformats.org/drawingml/2006/main">
            <a:r>
              <a:t>packages/coding-agent/test/image-resize-callers.test.ts</a:t>
            </a:r>
          </a:p>
          <a:p xmlns:a="http://schemas.openxmlformats.org/drawingml/2006/main">
            <a:r>
              <a:t/>
            </a:r>
          </a:p>
          <a:p xmlns:a="http://schemas.openxmlformats.org/drawingml/2006/main">
            <a:r>
              <a:t>packages/coding-agent/test/interactive-mode-status.test.ts</a:t>
            </a:r>
          </a:p>
          <a:p xmlns:a="http://schemas.openxmlformats.org/drawingml/2006/main">
            <a:r>
              <a:t/>
            </a:r>
          </a:p>
          <a:p xmlns:a="http://schemas.openxmlformats.org/drawingml/2006/main">
            <a:r>
              <a:t>packages/coding-agent/test/mermaid.test.ts</a:t>
            </a:r>
          </a:p>
          <a:p xmlns:a="http://schemas.openxmlformats.org/drawingml/2006/main">
            <a:r>
              <a:t/>
            </a:r>
          </a:p>
          <a:p xmlns:a="http://schemas.openxmlformats.org/drawingml/2006/main">
            <a:r>
              <a:t>packages/coding-agent/test/output-pad.test.ts</a:t>
            </a:r>
          </a:p>
          <a:p xmlns:a="http://schemas.openxmlformats.org/drawingml/2006/main">
            <a:r>
              <a:t/>
            </a:r>
          </a:p>
          <a:p xmlns:a="http://schemas.openxmlformats.org/drawingml/2006/main">
            <a:r>
              <a:t>packages/coding-agent/test/sdk-stream-options.test.ts</a:t>
            </a:r>
          </a:p>
          <a:p xmlns:a="http://schemas.openxmlformats.org/drawingml/2006/main">
            <a:r>
              <a:t/>
            </a:r>
          </a:p>
          <a:p xmlns:a="http://schemas.openxmlformats.org/drawingml/2006/main">
            <a:r>
              <a:t>packages/coding-agent/test/suite/agent-session-codemode.test.ts</a:t>
            </a:r>
          </a:p>
          <a:p xmlns:a="http://schemas.openxmlformats.org/drawingml/2006/main">
            <a:r>
              <a:t/>
            </a:r>
          </a:p>
          <a:p xmlns:a="http://schemas.openxmlformats.org/drawingml/2006/main">
            <a:r>
              <a:t>packages/coding-agent/test/suite/agent-session-mcp.test.ts</a:t>
            </a:r>
          </a:p>
          <a:p xmlns:a="http://schemas.openxmlformats.org/drawingml/2006/main">
            <a:r>
              <a:t/>
            </a:r>
          </a:p>
          <a:p xmlns:a="http://schemas.openxmlformats.org/drawingml/2006/main">
            <a:r>
              <a:t>packages/coding-agent/test/suite/agent-session-tool-orchestration.test.ts</a:t>
            </a:r>
          </a:p>
          <a:p xmlns:a="http://schemas.openxmlformats.org/drawingml/2006/main">
            <a:r>
              <a:t/>
            </a:r>
          </a:p>
          <a:p xmlns:a="http://schemas.openxmlformats.org/drawingml/2006/main">
            <a:r>
              <a:t>packages/coding-agent/test/suite/regressions/10285-mcp-tool-renderers.test.ts</a:t>
            </a:r>
          </a:p>
          <a:p xmlns:a="http://schemas.openxmlformats.org/drawingml/2006/main">
            <a:r>
              <a:t/>
            </a:r>
          </a:p>
          <a:p xmlns:a="http://schemas.openxmlformats.org/drawingml/2006/main">
            <a:r>
              <a:t>packages/coding-agent/test/suite/regressions/9068-user-bash-fail-closed.test.ts</a:t>
            </a:r>
          </a:p>
          <a:p xmlns:a="http://schemas.openxmlformats.org/drawingml/2006/main">
            <a:r>
              <a:t/>
            </a:r>
          </a:p>
          <a:p xmlns:a="http://schemas.openxmlformats.org/drawingml/2006/main">
            <a:r>
              <a:t>packages/coding-agent/test/tool-execution-component.test.ts</a:t>
            </a:r>
          </a:p>
          <a:p xmlns:a="http://schemas.openxmlformats.org/drawingml/2006/main">
            <a:r>
              <a:t/>
            </a:r>
          </a:p>
          <a:p xmlns:a="http://schemas.openxmlformats.org/drawingml/2006/main">
            <a:r>
              <a:t>packages/coding-agent/test/tool-renderer-examples.test.ts</a:t>
            </a:r>
          </a:p>
          <a:p xmlns:a="http://schemas.openxmlformats.org/drawingml/2006/main">
            <a:r>
              <a:t/>
            </a:r>
          </a:p>
          <a:p xmlns:a="http://schemas.openxmlformats.org/drawingml/2006/main">
            <a:r>
              <a:t>packages/coding-agent/test/tool-search.test.ts</a:t>
            </a:r>
          </a:p>
          <a:p xmlns:a="http://schemas.openxmlformats.org/drawingml/2006/main">
            <a:r>
              <a:t/>
            </a:r>
          </a:p>
          <a:p xmlns:a="http://schemas.openxmlformats.org/drawingml/2006/main">
            <a:r>
              <a:t>packages/coding-agent/test/tools.test.ts</a:t>
            </a:r>
          </a:p>
          <a:p xmlns:a="http://schemas.openxmlformats.org/drawingml/2006/main">
            <a:r>
              <a:t/>
            </a:r>
          </a:p>
          <a:p xmlns:a="http://schemas.openxmlformats.org/drawingml/2006/main">
            <a:r>
              <a:t>packages/coding-agent/test/suite/regressions/11156-pi-ai-models-virtual-module.test.ts</a:t>
            </a:r>
          </a:p>
          <a:p xmlns:a="http://schemas.openxmlformats.org/drawingml/2006/main">
            <a:r>
              <a:t/>
            </a:r>
          </a:p>
          <a:p xmlns:a="http://schemas.openxmlformats.org/drawingml/2006/main">
            <a:r>
              <a:t>packages/coding-agent/test/agent-session-branching.test.ts</a:t>
            </a:r>
          </a:p>
          <a:p xmlns:a="http://schemas.openxmlformats.org/drawingml/2006/main">
            <a:r>
              <a:t/>
            </a:r>
          </a:p>
          <a:p xmlns:a="http://schemas.openxmlformats.org/drawingml/2006/main">
            <a:r>
              <a:t>packages/coding-agent/test/agent-session-runtime-events.test.ts</a:t>
            </a:r>
          </a:p>
          <a:p xmlns:a="http://schemas.openxmlformats.org/drawingml/2006/main">
            <a:r>
              <a:t/>
            </a:r>
          </a:p>
          <a:p xmlns:a="http://schemas.openxmlformats.org/drawingml/2006/main">
            <a:r>
              <a:t>packages/coding-agent/test/interactive-mode-import-command.test.ts</a:t>
            </a:r>
          </a:p>
          <a:p xmlns:a="http://schemas.openxmlformats.org/drawingml/2006/main">
            <a:r>
              <a:t/>
            </a:r>
          </a:p>
          <a:p xmlns:a="http://schemas.openxmlformats.org/drawingml/2006/main">
            <a:r>
              <a:t>packages/coding-agent/test/session-cwd.test.ts</a:t>
            </a:r>
          </a:p>
          <a:p xmlns:a="http://schemas.openxmlformats.org/drawingml/2006/main">
            <a:r>
              <a:t/>
            </a:r>
          </a:p>
          <a:p xmlns:a="http://schemas.openxmlformats.org/drawingml/2006/main">
            <a:r>
              <a:t>packages/coding-agent/test/suite/agent-session-runtime.test.ts</a:t>
            </a:r>
          </a:p>
          <a:p xmlns:a="http://schemas.openxmlformats.org/drawingml/2006/main">
            <a:r>
              <a:t/>
            </a:r>
          </a:p>
          <a:p xmlns:a="http://schemas.openxmlformats.org/drawingml/2006/main">
            <a:r>
              <a:t>packages/coding-agent/test/suite/regressions/2753-reload-stale-resource-settings.test.ts</a:t>
            </a:r>
          </a:p>
          <a:p xmlns:a="http://schemas.openxmlformats.org/drawingml/2006/main">
            <a:r>
              <a:t/>
            </a:r>
          </a:p>
          <a:p xmlns:a="http://schemas.openxmlformats.org/drawingml/2006/main">
            <a:r>
              <a:t>packages/coding-agent/test/suite/regressions/2860-replaced-session-context.test.ts</a:t>
            </a:r>
          </a:p>
          <a:p xmlns:a="http://schemas.openxmlformats.org/drawingml/2006/main">
            <a:r>
              <a:t/>
            </a:r>
          </a:p>
          <a:p xmlns:a="http://schemas.openxmlformats.org/drawingml/2006/main">
            <a:r>
              <a:t>packages/coding-agent/test/suite/regressions/5868-rpc-unknown-command-id.test.ts</a:t>
            </a:r>
          </a:p>
          <a:p xmlns:a="http://schemas.openxmlformats.org/drawingml/2006/main">
            <a:r>
              <a:t/>
            </a:r>
          </a:p>
          <a:p xmlns:a="http://schemas.openxmlformats.org/drawingml/2006/main">
            <a:r>
              <a:t>packages/coding-agent/test/suite/regressions/8724-in-memory-fork-active-tool.test.ts</a:t>
            </a:r>
          </a:p>
          <a:p xmlns:a="http://schemas.openxmlformats.org/drawingml/2006/main">
            <a:r>
              <a:t/>
            </a:r>
          </a:p>
          <a:p xmlns:a="http://schemas.openxmlformats.org/drawingml/2006/main">
            <a:r>
              <a:t>packages/coding-agent/test/default-tools-setting.test.ts</a:t>
            </a:r>
          </a:p>
          <a:p xmlns:a="http://schemas.openxmlformats.org/drawingml/2006/main">
            <a:r>
              <a:t/>
            </a:r>
          </a:p>
          <a:p xmlns:a="http://schemas.openxmlformats.org/drawingml/2006/main">
            <a:r>
              <a:t>packages/coding-agent/test/suite/regressions/3592-no-builtin-tools-keeps-extension-tools.test.ts</a:t>
            </a:r>
          </a:p>
          <a:p xmlns:a="http://schemas.openxmlformats.org/drawingml/2006/main">
            <a:r>
              <a:t/>
            </a:r>
          </a:p>
          <a:p xmlns:a="http://schemas.openxmlformats.org/drawingml/2006/main">
            <a:r>
              <a:t>packages/coding-agent/test/suite/regressions/7829-invalid-settings-warning.test.ts</a:t>
            </a:r>
          </a:p>
          <a:p xmlns:a="http://schemas.openxmlformats.org/drawingml/2006/main">
            <a:r>
              <a:t/>
            </a:r>
          </a:p>
          <a:p xmlns:a="http://schemas.openxmlformats.org/drawingml/2006/main">
            <a:r>
              <a:t>packages/coding-agent/test/agent-session-dynamic-provider.test.ts</a:t>
            </a:r>
          </a:p>
          <a:p xmlns:a="http://schemas.openxmlformats.org/drawingml/2006/main">
            <a:r>
              <a:t/>
            </a:r>
          </a:p>
          <a:p xmlns:a="http://schemas.openxmlformats.org/drawingml/2006/main">
            <a:r>
              <a:t>packages/coding-agent/test/agent-session-dynamic-tools.test.ts</a:t>
            </a:r>
          </a:p>
          <a:p xmlns:a="http://schemas.openxmlformats.org/drawingml/2006/main">
            <a:r>
              <a:t/>
            </a:r>
          </a:p>
          <a:p xmlns:a="http://schemas.openxmlformats.org/drawingml/2006/main">
            <a:r>
              <a:t>packages/coding-agent/test/builtin-tool-strict-mode.test.ts</a:t>
            </a:r>
          </a:p>
          <a:p xmlns:a="http://schemas.openxmlformats.org/drawingml/2006/main">
            <a:r>
              <a:t/>
            </a:r>
          </a:p>
          <a:p xmlns:a="http://schemas.openxmlformats.org/drawingml/2006/main">
            <a:r>
              <a:t>packages/coding-agent/test/sdk-client-identity.test.ts</a:t>
            </a:r>
          </a:p>
          <a:p xmlns:a="http://schemas.openxmlformats.org/drawingml/2006/main">
            <a:r>
              <a:t/>
            </a:r>
          </a:p>
          <a:p xmlns:a="http://schemas.openxmlformats.org/drawingml/2006/main">
            <a:r>
              <a:t>packages/coding-agent/test/sdk-session-manager.test.ts</a:t>
            </a:r>
          </a:p>
          <a:p xmlns:a="http://schemas.openxmlformats.org/drawingml/2006/main">
            <a:r>
              <a:t/>
            </a:r>
          </a:p>
          <a:p xmlns:a="http://schemas.openxmlformats.org/drawingml/2006/main">
            <a:r>
              <a:t>packages/coding-agent/test/suite/regressions/2835-tools-allowlist-filters-extension-tools.test.ts</a:t>
            </a:r>
          </a:p>
          <a:p xmlns:a="http://schemas.openxmlformats.org/drawingml/2006/main">
            <a:r>
              <a:t/>
            </a:r>
          </a:p>
          <a:p xmlns:a="http://schemas.openxmlformats.org/drawingml/2006/main">
            <a:r>
              <a:t>packages/coding-agent/test/system-prompt-updates.test.ts</a:t>
            </a:r>
          </a:p>
          <a:p xmlns:a="http://schemas.openxmlformats.org/drawingml/2006/main">
            <a:r>
              <a:t/>
            </a:r>
          </a:p>
          <a:p xmlns:a="http://schemas.openxmlformats.org/drawingml/2006/main">
            <a:r>
              <a:t>packages/coding-agent/test/virtual-models.test.ts</a:t>
            </a:r>
          </a:p>
          <a:p xmlns:a="http://schemas.openxmlformats.org/drawingml/2006/main">
            <a:r>
              <a:t/>
            </a:r>
          </a:p>
          <a:p xmlns:a="http://schemas.openxmlformats.org/drawingml/2006/main">
            <a:r>
              <a:t>packages/coding-agent/test/resource-loader-theme.test.ts</a:t>
            </a:r>
          </a:p>
          <a:p xmlns:a="http://schemas.openxmlformats.org/drawingml/2006/main">
            <a:r>
              <a:t/>
            </a:r>
          </a:p>
          <a:p xmlns:a="http://schemas.openxmlformats.org/drawingml/2006/main">
            <a:r>
              <a:t>packages/coding-agent/test/suite/regressions/2781-skill-collision-precedence.test.ts</a:t>
            </a:r>
          </a:p>
          <a:p xmlns:a="http://schemas.openxmlformats.org/drawingml/2006/main">
            <a:r>
              <a:t/>
            </a:r>
          </a:p>
          <a:p xmlns:a="http://schemas.openxmlformats.org/drawingml/2006/main">
            <a:r>
              <a:t>packages/coding-agent/test/suite/regressions/3616-settings-inmemory-reload.test.ts</a:t>
            </a:r>
          </a:p>
          <a:p xmlns:a="http://schemas.openxmlformats.org/drawingml/2006/main">
            <a:r>
              <a:t/>
            </a:r>
          </a:p>
          <a:p xmlns:a="http://schemas.openxmlformats.org/drawingml/2006/main">
            <a:r>
              <a:t>packages/coding-agent/test/suite/regressions/6260-inline-extension-naming.test.ts</a:t>
            </a:r>
          </a:p>
          <a:p xmlns:a="http://schemas.openxmlformats.org/drawingml/2006/main">
            <a:r>
              <a:t/>
            </a:r>
          </a:p>
          <a:p xmlns:a="http://schemas.openxmlformats.org/drawingml/2006/main">
            <a:r>
              <a:t>packages/coding-agent/test/skills.test.ts</a:t>
            </a:r>
          </a:p>
          <a:p xmlns:a="http://schemas.openxmlformats.org/drawingml/2006/main">
            <a:r>
              <a:t/>
            </a:r>
          </a:p>
          <a:p xmlns:a="http://schemas.openxmlformats.org/drawingml/2006/main">
            <a:r>
              <a:t>packages/coding-agent/test/system-prompt.test.ts</a:t>
            </a:r>
          </a:p>
          <a:p xmlns:a="http://schemas.openxmlformats.org/drawingml/2006/main">
            <a:r>
              <a:t/>
            </a:r>
          </a:p>
          <a:p xmlns:a="http://schemas.openxmlformats.org/drawingml/2006/main">
            <a:r>
              <a:t>packages/agent/test/agent-loop.test.ts</a:t>
            </a:r>
          </a:p>
          <a:p xmlns:a="http://schemas.openxmlformats.org/drawingml/2006/main">
            <a:r>
              <a:t/>
            </a:r>
          </a:p>
          <a:p xmlns:a="http://schemas.openxmlformats.org/drawingml/2006/main">
            <a:r>
              <a:t>packages/agent/test/utils/calculate.ts</a:t>
            </a:r>
          </a:p>
          <a:p xmlns:a="http://schemas.openxmlformats.org/drawingml/2006/main">
            <a:r>
              <a:t/>
            </a:r>
          </a:p>
          <a:p xmlns:a="http://schemas.openxmlformats.org/drawingml/2006/main">
            <a:r>
              <a:t>packages/agent/test/utils/get-current-time.ts</a:t>
            </a:r>
          </a:p>
          <a:p xmlns:a="http://schemas.openxmlformats.org/drawingml/2006/main">
            <a:r>
              <a:t/>
            </a:r>
          </a:p>
          <a:p xmlns:a="http://schemas.openxmlformats.org/drawingml/2006/main">
            <a:r>
              <a:t>packages/coding-agent/test/read-line-range-display.test.ts</a:t>
            </a:r>
          </a:p>
          <a:p xmlns:a="http://schemas.openxmlformats.org/drawingml/2006/main">
            <a:r>
              <a:t/>
            </a:r>
          </a:p>
          <a:p xmlns:a="http://schemas.openxmlformats.org/drawingml/2006/main">
            <a:r>
              <a:t>packages/coding-agent/test/assistant-message.test.ts</a:t>
            </a:r>
          </a:p>
          <a:p xmlns:a="http://schemas.openxmlformats.org/drawingml/2006/main">
            <a:r>
              <a:t/>
            </a:r>
          </a:p>
          <a:p xmlns:a="http://schemas.openxmlformats.org/drawingml/2006/main">
            <a:r>
              <a:t>packages/coding-agent/test/streaming-render-debug.ts</a:t>
            </a:r>
          </a:p>
          <a:p xmlns:a="http://schemas.openxmlformats.org/drawingml/2006/main">
            <a:r>
              <a:t/>
            </a:r>
          </a:p>
          <a:p xmlns:a="http://schemas.openxmlformats.org/drawingml/2006/main">
            <a:r>
              <a:t>packages/coding-agent/test/bash-execution-width.test.ts</a:t>
            </a:r>
          </a:p>
          <a:p xmlns:a="http://schemas.openxmlformats.org/drawingml/2006/main">
            <a:r>
              <a:t/>
            </a:r>
          </a:p>
          <a:p xmlns:a="http://schemas.openxmlformats.org/drawingml/2006/main">
            <a:r>
              <a:t>packages/coding-agent/test/collapsible-message-components.test.ts</a:t>
            </a:r>
          </a:p>
          <a:p xmlns:a="http://schemas.openxmlformats.org/drawingml/2006/main">
            <a:r>
              <a:t/>
            </a:r>
          </a:p>
          <a:p xmlns:a="http://schemas.openxmlformats.org/drawingml/2006/main">
            <a:r>
              <a:t>packages/coding-agent/test/package-command-paths.test.ts</a:t>
            </a:r>
          </a:p>
          <a:p xmlns:a="http://schemas.openxmlformats.org/drawingml/2006/main">
            <a:r>
              <a:t/>
            </a:r>
          </a:p>
          <a:p xmlns:a="http://schemas.openxmlformats.org/drawingml/2006/main">
            <a:r>
              <a:t>packages/coding-agent/test/custom-editor-history-keybindings.test.ts</a:t>
            </a:r>
          </a:p>
          <a:p xmlns:a="http://schemas.openxmlformats.org/drawingml/2006/main">
            <a:r>
              <a:t/>
            </a:r>
          </a:p>
          <a:p xmlns:a="http://schemas.openxmlformats.org/drawingml/2006/main">
            <a:r>
              <a:t>packages/coding-agent/test/status-indicator.test.ts</a:t>
            </a:r>
          </a:p>
          <a:p xmlns:a="http://schemas.openxmlformats.org/drawingml/2006/main">
            <a:r>
              <a:t/>
            </a:r>
          </a:p>
          <a:p xmlns:a="http://schemas.openxmlformats.org/drawingml/2006/main">
            <a:r>
              <a:t>packages/coding-agent/test/bug-report.test.ts</a:t>
            </a:r>
          </a:p>
          <a:p xmlns:a="http://schemas.openxmlformats.org/drawingml/2006/main">
            <a:r>
              <a:t/>
            </a:r>
          </a:p>
          <a:p xmlns:a="http://schemas.openxmlformats.org/drawingml/2006/main">
            <a:r>
              <a:t>packages/coding-agent/test/footer-width.test.ts</a:t>
            </a:r>
          </a:p>
          <a:p xmlns:a="http://schemas.openxmlformats.org/drawingml/2006/main">
            <a:r>
              <a:t/>
            </a:r>
          </a:p>
          <a:p xmlns:a="http://schemas.openxmlformats.org/drawingml/2006/main">
            <a:r>
              <a:t>packages/coding-agent/test/auth-url-copy.test.ts</a:t>
            </a:r>
          </a:p>
          <a:p xmlns:a="http://schemas.openxmlformats.org/drawingml/2006/main">
            <a:r>
              <a:t/>
            </a:r>
          </a:p>
          <a:p xmlns:a="http://schemas.openxmlformats.org/drawingml/2006/main">
            <a:r>
              <a:t>packages/coding-agent/test/login-dialog-device-code.test.ts</a:t>
            </a:r>
          </a:p>
          <a:p xmlns:a="http://schemas.openxmlformats.org/drawingml/2006/main">
            <a:r>
              <a:t/>
            </a:r>
          </a:p>
          <a:p xmlns:a="http://schemas.openxmlformats.org/drawingml/2006/main">
            <a:r>
              <a:t>packages/coding-agent/test/suite/regressions/5433-extension-oauth-prompt-input.test.ts</a:t>
            </a:r>
          </a:p>
          <a:p xmlns:a="http://schemas.openxmlformats.org/drawingml/2006/main">
            <a:r>
              <a:t/>
            </a:r>
          </a:p>
          <a:p xmlns:a="http://schemas.openxmlformats.org/drawingml/2006/main">
            <a:r>
              <a:t>packages/coding-agent/test/model-selector.test.ts</a:t>
            </a:r>
          </a:p>
          <a:p xmlns:a="http://schemas.openxmlformats.org/drawingml/2006/main">
            <a:r>
              <a:t/>
            </a:r>
          </a:p>
          <a:p xmlns:a="http://schemas.openxmlformats.org/drawingml/2006/main">
            <a:r>
              <a:t>packages/coding-agent/test/suite/regressions/3217-scoped-model-order.test.ts</a:t>
            </a:r>
          </a:p>
          <a:p xmlns:a="http://schemas.openxmlformats.org/drawingml/2006/main">
            <a:r>
              <a:t/>
            </a:r>
          </a:p>
          <a:p xmlns:a="http://schemas.openxmlformats.org/drawingml/2006/main">
            <a:r>
              <a:t>packages/coding-agent/test/suite/regressions/6999-models-json-hot-reload.test.ts</a:t>
            </a:r>
          </a:p>
          <a:p xmlns:a="http://schemas.openxmlformats.org/drawingml/2006/main">
            <a:r>
              <a:t/>
            </a:r>
          </a:p>
          <a:p xmlns:a="http://schemas.openxmlformats.org/drawingml/2006/main">
            <a:r>
              <a:t>packages/coding-agent/test/suite/regressions/7209-model-selector-filter-resets-selection.test.ts</a:t>
            </a:r>
          </a:p>
          <a:p xmlns:a="http://schemas.openxmlformats.org/drawingml/2006/main">
            <a:r>
              <a:t/>
            </a:r>
          </a:p>
          <a:p xmlns:a="http://schemas.openxmlformats.org/drawingml/2006/main">
            <a:r>
              <a:t>packages/coding-agent/test/oauth-selector.test.ts</a:t>
            </a:r>
          </a:p>
          <a:p xmlns:a="http://schemas.openxmlformats.org/drawingml/2006/main">
            <a:r>
              <a:t/>
            </a:r>
          </a:p>
          <a:p xmlns:a="http://schemas.openxmlformats.org/drawingml/2006/main">
            <a:r>
              <a:t>packages/coding-agent/test/scoped-models-selector.test.ts</a:t>
            </a:r>
          </a:p>
          <a:p xmlns:a="http://schemas.openxmlformats.org/drawingml/2006/main">
            <a:r>
              <a:t/>
            </a:r>
          </a:p>
          <a:p xmlns:a="http://schemas.openxmlformats.org/drawingml/2006/main">
            <a:r>
              <a:t>packages/coding-agent/test/suite/regressions/6949-unavailable-scoped-model.test.ts</a:t>
            </a:r>
          </a:p>
          <a:p xmlns:a="http://schemas.openxmlformats.org/drawingml/2006/main">
            <a:r>
              <a:t/>
            </a:r>
          </a:p>
          <a:p xmlns:a="http://schemas.openxmlformats.org/drawingml/2006/main">
            <a:r>
              <a:t>packages/coding-agent/test/suite/regressions/7153-scoped-models-refresh.test.ts</a:t>
            </a:r>
          </a:p>
          <a:p xmlns:a="http://schemas.openxmlformats.org/drawingml/2006/main">
            <a:r>
              <a:t/>
            </a:r>
          </a:p>
          <a:p xmlns:a="http://schemas.openxmlformats.org/drawingml/2006/main">
            <a:r>
              <a:t>packages/coding-agent/test/session-selector-search.test.ts</a:t>
            </a:r>
          </a:p>
          <a:p xmlns:a="http://schemas.openxmlformats.org/drawingml/2006/main">
            <a:r>
              <a:t/>
            </a:r>
          </a:p>
          <a:p xmlns:a="http://schemas.openxmlformats.org/drawingml/2006/main">
            <a:r>
              <a:t>packages/coding-agent/test/session-selector-path-delete.test.ts</a:t>
            </a:r>
          </a:p>
          <a:p xmlns:a="http://schemas.openxmlformats.org/drawingml/2006/main">
            <a:r>
              <a:t/>
            </a:r>
          </a:p>
          <a:p xmlns:a="http://schemas.openxmlformats.org/drawingml/2006/main">
            <a:r>
              <a:t>packages/coding-agent/test/session-selector-rename.test.ts</a:t>
            </a:r>
          </a:p>
          <a:p xmlns:a="http://schemas.openxmlformats.org/drawingml/2006/main">
            <a:r>
              <a:t/>
            </a:r>
          </a:p>
          <a:p xmlns:a="http://schemas.openxmlformats.org/drawingml/2006/main">
            <a:r>
              <a:t>packages/coding-agent/test/settings-selector.test.ts</a:t>
            </a:r>
          </a:p>
          <a:p xmlns:a="http://schemas.openxmlformats.org/drawingml/2006/main">
            <a:r>
              <a:t/>
            </a:r>
          </a:p>
          <a:p xmlns:a="http://schemas.openxmlformats.org/drawingml/2006/main">
            <a:r>
              <a:t>packages/coding-agent/test/interactive-mode-tree-navigation.test.ts</a:t>
            </a:r>
          </a:p>
          <a:p xmlns:a="http://schemas.openxmlformats.org/drawingml/2006/main">
            <a:r>
              <a:t/>
            </a:r>
          </a:p>
          <a:p xmlns:a="http://schemas.openxmlformats.org/drawingml/2006/main">
            <a:r>
              <a:t>packages/coding-agent/test/interactive-tui.test.ts</a:t>
            </a:r>
          </a:p>
          <a:p xmlns:a="http://schemas.openxmlformats.org/drawingml/2006/main">
            <a:r>
              <a:t/>
            </a:r>
          </a:p>
          <a:p xmlns:a="http://schemas.openxmlformats.org/drawingml/2006/main">
            <a:r>
              <a:t>packages/coding-agent/test/themed-text.test.ts</a:t>
            </a:r>
          </a:p>
          <a:p xmlns:a="http://schemas.openxmlformats.org/drawingml/2006/main">
            <a:r>
              <a:t/>
            </a:r>
          </a:p>
          <a:p xmlns:a="http://schemas.openxmlformats.org/drawingml/2006/main">
            <a:r>
              <a:t>packages/coding-agent/test/thinking-selector.test.ts</a:t>
            </a:r>
          </a:p>
          <a:p xmlns:a="http://schemas.openxmlformats.org/drawingml/2006/main">
            <a:r>
              <a:t/>
            </a:r>
          </a:p>
          <a:p xmlns:a="http://schemas.openxmlformats.org/drawingml/2006/main">
            <a:r>
              <a:t>packages/coding-agent/test/edit-tool-no-full-redraw.test.ts</a:t>
            </a:r>
          </a:p>
          <a:p xmlns:a="http://schemas.openxmlformats.org/drawingml/2006/main">
            <a:r>
              <a:t/>
            </a:r>
          </a:p>
          <a:p xmlns:a="http://schemas.openxmlformats.org/drawingml/2006/main">
            <a:r>
              <a:t>packages/coding-agent/test/suite/regressions/4167-thinking-toggle-pending-tool-render.test.ts</a:t>
            </a:r>
          </a:p>
          <a:p xmlns:a="http://schemas.openxmlformats.org/drawingml/2006/main">
            <a:r>
              <a:t/>
            </a:r>
          </a:p>
          <a:p xmlns:a="http://schemas.openxmlformats.org/drawingml/2006/main">
            <a:r>
              <a:t>packages/coding-agent/test/suite/regressions/8611-thinking-toggle-pending-bash-output.test.ts</a:t>
            </a:r>
          </a:p>
          <a:p xmlns:a="http://schemas.openxmlformats.org/drawingml/2006/main">
            <a:r>
              <a:t/>
            </a:r>
          </a:p>
          <a:p xmlns:a="http://schemas.openxmlformats.org/drawingml/2006/main">
            <a:r>
              <a:t>packages/coding-agent/test/tree-selector.test.ts</a:t>
            </a:r>
          </a:p>
          <a:p xmlns:a="http://schemas.openxmlformats.org/drawingml/2006/main">
            <a:r>
              <a:t/>
            </a:r>
          </a:p>
          <a:p xmlns:a="http://schemas.openxmlformats.org/drawingml/2006/main">
            <a:r>
              <a:t>packages/coding-agent/test/trust-selector.test.ts</a:t>
            </a:r>
          </a:p>
          <a:p xmlns:a="http://schemas.openxmlformats.org/drawingml/2006/main">
            <a:r>
              <a:t/>
            </a:r>
          </a:p>
          <a:p xmlns:a="http://schemas.openxmlformats.org/drawingml/2006/main">
            <a:r>
              <a:t>packages/coding-agent/test/user-message.test.ts</a:t>
            </a:r>
          </a:p>
          <a:p xmlns:a="http://schemas.openxmlformats.org/drawingml/2006/main">
            <a:r>
              <a:t/>
            </a:r>
          </a:p>
          <a:p xmlns:a="http://schemas.openxmlformats.org/drawingml/2006/main">
            <a:r>
              <a:t>packages/tui/test/tui-alt-screen.test.ts</a:t>
            </a:r>
          </a:p>
          <a:p xmlns:a="http://schemas.openxmlformats.org/drawingml/2006/main">
            <a:r>
              <a:t/>
            </a:r>
          </a:p>
          <a:p xmlns:a="http://schemas.openxmlformats.org/drawingml/2006/main">
            <a:r>
              <a:t>packages/tui/test/chat-simple.ts</a:t>
            </a:r>
          </a:p>
          <a:p xmlns:a="http://schemas.openxmlformats.org/drawingml/2006/main">
            <a:r>
              <a:t/>
            </a:r>
          </a:p>
          <a:p xmlns:a="http://schemas.openxmlformats.org/drawingml/2006/main">
            <a:r>
              <a:t>packages/tui/test/editor-history-keybindings.test.ts</a:t>
            </a:r>
          </a:p>
          <a:p xmlns:a="http://schemas.openxmlformats.org/drawingml/2006/main">
            <a:r>
              <a:t/>
            </a:r>
          </a:p>
          <a:p xmlns:a="http://schemas.openxmlformats.org/drawingml/2006/main">
            <a:r>
              <a:t>packages/tui/test/editor.test.ts</a:t>
            </a:r>
          </a:p>
          <a:p xmlns:a="http://schemas.openxmlformats.org/drawingml/2006/main">
            <a:r>
              <a:t/>
            </a:r>
          </a:p>
          <a:p xmlns:a="http://schemas.openxmlformats.org/drawingml/2006/main">
            <a:r>
              <a:t>packages/tui/test/mouse-components.test.ts</a:t>
            </a:r>
          </a:p>
          <a:p xmlns:a="http://schemas.openxmlformats.org/drawingml/2006/main">
            <a:r>
              <a:t/>
            </a:r>
          </a:p>
          <a:p xmlns:a="http://schemas.openxmlformats.org/drawingml/2006/main">
            <a:r>
              <a:t>packages/tui/test/layout.test.ts</a:t>
            </a:r>
          </a:p>
          <a:p xmlns:a="http://schemas.openxmlformats.org/drawingml/2006/main">
            <a:r>
              <a:t/>
            </a:r>
          </a:p>
          <a:p xmlns:a="http://schemas.openxmlformats.org/drawingml/2006/main">
            <a:r>
              <a:t>packages/tui/test/image-test.ts</a:t>
            </a:r>
          </a:p>
          <a:p xmlns:a="http://schemas.openxmlformats.org/drawingml/2006/main">
            <a:r>
              <a:t/>
            </a:r>
          </a:p>
          <a:p xmlns:a="http://schemas.openxmlformats.org/drawingml/2006/main">
            <a:r>
              <a:t>packages/tui/test/terminal-image.test.ts</a:t>
            </a:r>
          </a:p>
          <a:p xmlns:a="http://schemas.openxmlformats.org/drawingml/2006/main">
            <a:r>
              <a:t/>
            </a:r>
          </a:p>
          <a:p xmlns:a="http://schemas.openxmlformats.org/drawingml/2006/main">
            <a:r>
              <a:t>packages/tui/test/tui-render.test.ts</a:t>
            </a:r>
          </a:p>
          <a:p xmlns:a="http://schemas.openxmlformats.org/drawingml/2006/main">
            <a:r>
              <a:t/>
            </a:r>
          </a:p>
          <a:p xmlns:a="http://schemas.openxmlformats.org/drawingml/2006/main">
            <a:r>
              <a:t>packages/tui/test/input.test.ts</a:t>
            </a:r>
          </a:p>
          <a:p xmlns:a="http://schemas.openxmlformats.org/drawingml/2006/main">
            <a:r>
              <a:t/>
            </a:r>
          </a:p>
          <a:p xmlns:a="http://schemas.openxmlformats.org/drawingml/2006/main">
            <a:r>
              <a:t>packages/tui/test/alt-screen-large-transcript-bench.ts</a:t>
            </a:r>
          </a:p>
          <a:p xmlns:a="http://schemas.openxmlformats.org/drawingml/2006/main">
            <a:r>
              <a:t/>
            </a:r>
          </a:p>
          <a:p xmlns:a="http://schemas.openxmlformats.org/drawingml/2006/main">
            <a:r>
              <a:t>packages/tui/test/markdown.test.ts</a:t>
            </a:r>
          </a:p>
          <a:p xmlns:a="http://schemas.openxmlformats.org/drawingml/2006/main">
            <a:r>
              <a:t/>
            </a:r>
          </a:p>
          <a:p xmlns:a="http://schemas.openxmlformats.org/drawingml/2006/main">
            <a:r>
              <a:t>packages/tui/test/render-churn-bench.ts</a:t>
            </a:r>
          </a:p>
          <a:p xmlns:a="http://schemas.openxmlformats.org/drawingml/2006/main">
            <a:r>
              <a:t/>
            </a:r>
          </a:p>
          <a:p xmlns:a="http://schemas.openxmlformats.org/drawingml/2006/main">
            <a:r>
              <a:t>packages/tui/test/select-list.test.ts</a:t>
            </a:r>
          </a:p>
          <a:p xmlns:a="http://schemas.openxmlformats.org/drawingml/2006/main">
            <a:r>
              <a:t/>
            </a:r>
          </a:p>
          <a:p xmlns:a="http://schemas.openxmlformats.org/drawingml/2006/main">
            <a:r>
              <a:t>packages/tui/test/settings-list.test.ts</a:t>
            </a:r>
          </a:p>
          <a:p xmlns:a="http://schemas.openxmlformats.org/drawingml/2006/main">
            <a:r>
              <a:t/>
            </a:r>
          </a:p>
          <a:p xmlns:a="http://schemas.openxmlformats.org/drawingml/2006/main">
            <a:r>
              <a:t>packages/tui/test/truncated-text.test.ts</a:t>
            </a:r>
          </a:p>
          <a:p xmlns:a="http://schemas.openxmlformats.org/drawingml/2006/main">
            <a:r>
              <a:t/>
            </a:r>
          </a:p>
          <a:p xmlns:a="http://schemas.openxmlformats.org/drawingml/2006/main">
            <a:r>
              <a:t>packages/coding-agent/test/agent-session-auto-compaction-queue.test.ts</a:t>
            </a:r>
          </a:p>
          <a:p xmlns:a="http://schemas.openxmlformats.org/drawingml/2006/main">
            <a:r>
              <a:t/>
            </a:r>
          </a:p>
          <a:p xmlns:a="http://schemas.openxmlformats.org/drawingml/2006/main">
            <a:r>
              <a:t>packages/coding-agent/test/agent-session-compaction.test.ts</a:t>
            </a:r>
          </a:p>
          <a:p xmlns:a="http://schemas.openxmlformats.org/drawingml/2006/main">
            <a:r>
              <a:t/>
            </a:r>
          </a:p>
          <a:p xmlns:a="http://schemas.openxmlformats.org/drawingml/2006/main">
            <a:r>
              <a:t>packages/coding-agent/test/agent-session-concurrent.test.ts</a:t>
            </a:r>
          </a:p>
          <a:p xmlns:a="http://schemas.openxmlformats.org/drawingml/2006/main">
            <a:r>
              <a:t/>
            </a:r>
          </a:p>
          <a:p xmlns:a="http://schemas.openxmlformats.org/drawingml/2006/main">
            <a:r>
              <a:t>packages/coding-agent/test/agent-session-retry.test.ts</a:t>
            </a:r>
          </a:p>
          <a:p xmlns:a="http://schemas.openxmlformats.org/drawingml/2006/main">
            <a:r>
              <a:t/>
            </a:r>
          </a:p>
          <a:p xmlns:a="http://schemas.openxmlformats.org/drawingml/2006/main">
            <a:r>
              <a:t>packages/coding-agent/test/agent-session-stats.test.ts</a:t>
            </a:r>
          </a:p>
          <a:p xmlns:a="http://schemas.openxmlformats.org/drawingml/2006/main">
            <a:r>
              <a:t/>
            </a:r>
          </a:p>
          <a:p xmlns:a="http://schemas.openxmlformats.org/drawingml/2006/main">
            <a:r>
              <a:t>packages/coding-agent/test/branch-summarization.test.ts</a:t>
            </a:r>
          </a:p>
          <a:p xmlns:a="http://schemas.openxmlformats.org/drawingml/2006/main">
            <a:r>
              <a:t/>
            </a:r>
          </a:p>
          <a:p xmlns:a="http://schemas.openxmlformats.org/drawingml/2006/main">
            <a:r>
              <a:t>packages/coding-agent/test/cache-stats.test.ts</a:t>
            </a:r>
          </a:p>
          <a:p xmlns:a="http://schemas.openxmlformats.org/drawingml/2006/main">
            <a:r>
              <a:t/>
            </a:r>
          </a:p>
          <a:p xmlns:a="http://schemas.openxmlformats.org/drawingml/2006/main">
            <a:r>
              <a:t>packages/coding-agent/test/compaction.test.ts</a:t>
            </a:r>
          </a:p>
          <a:p xmlns:a="http://schemas.openxmlformats.org/drawingml/2006/main">
            <a:r>
              <a:t/>
            </a:r>
          </a:p>
          <a:p xmlns:a="http://schemas.openxmlformats.org/drawingml/2006/main">
            <a:r>
              <a:t>packages/coding-agent/test/export-html-cjk.test.ts</a:t>
            </a:r>
          </a:p>
          <a:p xmlns:a="http://schemas.openxmlformats.org/drawingml/2006/main">
            <a:r>
              <a:t/>
            </a:r>
          </a:p>
          <a:p xmlns:a="http://schemas.openxmlformats.org/drawingml/2006/main">
            <a:r>
              <a:t>packages/coding-agent/test/export-html-deep-tree.test.ts</a:t>
            </a:r>
          </a:p>
          <a:p xmlns:a="http://schemas.openxmlformats.org/drawingml/2006/main">
            <a:r>
              <a:t/>
            </a:r>
          </a:p>
          <a:p xmlns:a="http://schemas.openxmlformats.org/drawingml/2006/main">
            <a:r>
              <a:t>packages/coding-agent/test/format-resume-command.test.ts</a:t>
            </a:r>
          </a:p>
          <a:p xmlns:a="http://schemas.openxmlformats.org/drawingml/2006/main">
            <a:r>
              <a:t/>
            </a:r>
          </a:p>
          <a:p xmlns:a="http://schemas.openxmlformats.org/drawingml/2006/main">
            <a:r>
              <a:t>packages/coding-agent/test/interactive-mode-compaction.test.ts</a:t>
            </a:r>
          </a:p>
          <a:p xmlns:a="http://schemas.openxmlformats.org/drawingml/2006/main">
            <a:r>
              <a:t/>
            </a:r>
          </a:p>
          <a:p xmlns:a="http://schemas.openxmlformats.org/drawingml/2006/main">
            <a:r>
              <a:t>packages/coding-agent/test/model-resolver.test.ts</a:t>
            </a:r>
          </a:p>
          <a:p xmlns:a="http://schemas.openxmlformats.org/drawingml/2006/main">
            <a:r>
              <a:t/>
            </a:r>
          </a:p>
          <a:p xmlns:a="http://schemas.openxmlformats.org/drawingml/2006/main">
            <a:r>
              <a:t>packages/coding-agent/test/session-context-edit.test.ts</a:t>
            </a:r>
          </a:p>
          <a:p xmlns:a="http://schemas.openxmlformats.org/drawingml/2006/main">
            <a:r>
              <a:t/>
            </a:r>
          </a:p>
          <a:p xmlns:a="http://schemas.openxmlformats.org/drawingml/2006/main">
            <a:r>
              <a:t>packages/coding-agent/test/session-id-readonly.test.ts</a:t>
            </a:r>
          </a:p>
          <a:p xmlns:a="http://schemas.openxmlformats.org/drawingml/2006/main">
            <a:r>
              <a:t/>
            </a:r>
          </a:p>
          <a:p xmlns:a="http://schemas.openxmlformats.org/drawingml/2006/main">
            <a:r>
              <a:t>packages/coding-agent/test/session-info-modified-timestamp.test.ts</a:t>
            </a:r>
          </a:p>
          <a:p xmlns:a="http://schemas.openxmlformats.org/drawingml/2006/main">
            <a:r>
              <a:t/>
            </a:r>
          </a:p>
          <a:p xmlns:a="http://schemas.openxmlformats.org/drawingml/2006/main">
            <a:r>
              <a:t>packages/coding-agent/test/session-manager/build-context.test.ts</a:t>
            </a:r>
          </a:p>
          <a:p xmlns:a="http://schemas.openxmlformats.org/drawingml/2006/main">
            <a:r>
              <a:t/>
            </a:r>
          </a:p>
          <a:p xmlns:a="http://schemas.openxmlformats.org/drawingml/2006/main">
            <a:r>
              <a:t>packages/coding-agent/test/session-manager/custom-session-id.test.ts</a:t>
            </a:r>
          </a:p>
          <a:p xmlns:a="http://schemas.openxmlformats.org/drawingml/2006/main">
            <a:r>
              <a:t/>
            </a:r>
          </a:p>
          <a:p xmlns:a="http://schemas.openxmlformats.org/drawingml/2006/main">
            <a:r>
              <a:t>packages/coding-agent/test/session-manager/file-operations.test.ts</a:t>
            </a:r>
          </a:p>
          <a:p xmlns:a="http://schemas.openxmlformats.org/drawingml/2006/main">
            <a:r>
              <a:t/>
            </a:r>
          </a:p>
          <a:p xmlns:a="http://schemas.openxmlformats.org/drawingml/2006/main">
            <a:r>
              <a:t>packages/coding-agent/test/session-manager/labels.test.ts</a:t>
            </a:r>
          </a:p>
          <a:p xmlns:a="http://schemas.openxmlformats.org/drawingml/2006/main">
            <a:r>
              <a:t/>
            </a:r>
          </a:p>
          <a:p xmlns:a="http://schemas.openxmlformats.org/drawingml/2006/main">
            <a:r>
              <a:t>packages/coding-agent/test/session-manager/load-entries.test.ts</a:t>
            </a:r>
          </a:p>
          <a:p xmlns:a="http://schemas.openxmlformats.org/drawingml/2006/main">
            <a:r>
              <a:t/>
            </a:r>
          </a:p>
          <a:p xmlns:a="http://schemas.openxmlformats.org/drawingml/2006/main">
            <a:r>
              <a:t>packages/coding-agent/test/session-manager/migration.test.ts</a:t>
            </a:r>
          </a:p>
          <a:p xmlns:a="http://schemas.openxmlformats.org/drawingml/2006/main">
            <a:r>
              <a:t/>
            </a:r>
          </a:p>
          <a:p xmlns:a="http://schemas.openxmlformats.org/drawingml/2006/main">
            <a:r>
              <a:t>packages/coding-agent/test/session-manager/save-entry.test.ts</a:t>
            </a:r>
          </a:p>
          <a:p xmlns:a="http://schemas.openxmlformats.org/drawingml/2006/main">
            <a:r>
              <a:t/>
            </a:r>
          </a:p>
          <a:p xmlns:a="http://schemas.openxmlformats.org/drawingml/2006/main">
            <a:r>
              <a:t>packages/coding-agent/test/session-manager/tree-traversal.test.ts</a:t>
            </a:r>
          </a:p>
          <a:p xmlns:a="http://schemas.openxmlformats.org/drawingml/2006/main">
            <a:r>
              <a:t/>
            </a:r>
          </a:p>
          <a:p xmlns:a="http://schemas.openxmlformats.org/drawingml/2006/main">
            <a:r>
              <a:t>packages/coding-agent/test/suite/lax-message-content.test.ts</a:t>
            </a:r>
          </a:p>
          <a:p xmlns:a="http://schemas.openxmlformats.org/drawingml/2006/main">
            <a:r>
              <a:t/>
            </a:r>
          </a:p>
          <a:p xmlns:a="http://schemas.openxmlformats.org/drawingml/2006/main">
            <a:r>
              <a:t>packages/coding-agent/test/suite/regressions/5080-signal-shutdown-extension-cleanup.test.ts</a:t>
            </a:r>
          </a:p>
          <a:p xmlns:a="http://schemas.openxmlformats.org/drawingml/2006/main">
            <a:r>
              <a:t/>
            </a:r>
          </a:p>
          <a:p xmlns:a="http://schemas.openxmlformats.org/drawingml/2006/main">
            <a:r>
              <a:t>packages/coding-agent/test/suite/regressions/5596-missing-theme-export.test.ts</a:t>
            </a:r>
          </a:p>
          <a:p xmlns:a="http://schemas.openxmlformats.org/drawingml/2006/main">
            <a:r>
              <a:t/>
            </a:r>
          </a:p>
          <a:p xmlns:a="http://schemas.openxmlformats.org/drawingml/2006/main">
            <a:r>
              <a:t>packages/coding-agent/test/suite/regressions/7497-session-discovery-symlink.test.ts</a:t>
            </a:r>
          </a:p>
          <a:p xmlns:a="http://schemas.openxmlformats.org/drawingml/2006/main">
            <a:r>
              <a:t/>
            </a:r>
          </a:p>
          <a:p xmlns:a="http://schemas.openxmlformats.org/drawingml/2006/main">
            <a:r>
              <a:t>packages/coding-agent/test/suite/regressions/8989-fork-compaction-label-boundary.test.ts</a:t>
            </a:r>
          </a:p>
          <a:p xmlns:a="http://schemas.openxmlformats.org/drawingml/2006/main">
            <a:r>
              <a:t/>
            </a:r>
          </a:p>
          <a:p xmlns:a="http://schemas.openxmlformats.org/drawingml/2006/main">
            <a:r>
              <a:t>packages/coding-agent/test/test-harness.ts</a:t>
            </a:r>
          </a:p>
          <a:p xmlns:a="http://schemas.openxmlformats.org/drawingml/2006/main">
            <a:r>
              <a:t/>
            </a:r>
          </a:p>
          <a:p xmlns:a="http://schemas.openxmlformats.org/drawingml/2006/main">
            <a:r>
              <a:t>packages/coding-agent/test/jev-router-example.test.ts</a:t>
            </a:r>
          </a:p>
          <a:p xmlns:a="http://schemas.openxmlformats.org/drawingml/2006/main">
            <a:r>
              <a:t/>
            </a:r>
          </a:p>
          <a:p xmlns:a="http://schemas.openxmlformats.org/drawingml/2006/main">
            <a:r>
              <a:t>packages/coding-agent/test/bash-close-hang-windows.test.ts</a:t>
            </a:r>
          </a:p>
          <a:p xmlns:a="http://schemas.openxmlformats.org/drawingml/2006/main">
            <a:r>
              <a:t/>
            </a:r>
          </a:p>
          <a:p xmlns:a="http://schemas.openxmlformats.org/drawingml/2006/main">
            <a:r>
              <a:t>packages/coding-agent/test/suite/agent-session-bash-persistence.test.ts</a:t>
            </a:r>
          </a:p>
          <a:p xmlns:a="http://schemas.openxmlformats.org/drawingml/2006/main">
            <a:r>
              <a:t/>
            </a:r>
          </a:p>
          <a:p xmlns:a="http://schemas.openxmlformats.org/drawingml/2006/main">
            <a:r>
              <a:t>packages/coding-agent/test/suite/regressions/5208-late-bash-output.test.ts</a:t>
            </a:r>
          </a:p>
          <a:p xmlns:a="http://schemas.openxmlformats.org/drawingml/2006/main">
            <a:r>
              <a:t/>
            </a:r>
          </a:p>
          <a:p xmlns:a="http://schemas.openxmlformats.org/drawingml/2006/main">
            <a:r>
              <a:t>packages/coding-agent/test/tool-system-prompt-contributions.test.ts</a:t>
            </a:r>
          </a:p>
          <a:p xmlns:a="http://schemas.openxmlformats.org/drawingml/2006/main">
            <a:r>
              <a:t/>
            </a:r>
          </a:p>
          <a:p xmlns:a="http://schemas.openxmlformats.org/drawingml/2006/main">
            <a:r>
              <a:t>packages/coding-agent/test/powershell-config.test.ts</a:t>
            </a:r>
          </a:p>
          <a:p xmlns:a="http://schemas.openxmlformats.org/drawingml/2006/main">
            <a:r>
              <a:t/>
            </a:r>
          </a:p>
          <a:p xmlns:a="http://schemas.openxmlformats.org/drawingml/2006/main">
            <a:r>
              <a:t>packages/coding-agent/test/powershell-tool.test.ts</a:t>
            </a:r>
          </a:p>
          <a:p xmlns:a="http://schemas.openxmlformats.org/drawingml/2006/main">
            <a:r>
              <a:t/>
            </a:r>
          </a:p>
          <a:p xmlns:a="http://schemas.openxmlformats.org/drawingml/2006/main">
            <a:r>
              <a:t>packages/coding-agent/test/resolve-config-value.test.ts</a:t>
            </a:r>
          </a:p>
          <a:p xmlns:a="http://schemas.openxmlformats.org/drawingml/2006/main">
            <a:r>
              <a:t/>
            </a:r>
          </a:p>
          <a:p xmlns:a="http://schemas.openxmlformats.org/drawingml/2006/main">
            <a:r>
              <a:t>packages/coding-agent/test/shell-kill-process-tree.test.ts</a:t>
            </a:r>
          </a:p>
          <a:p xmlns:a="http://schemas.openxmlformats.org/drawingml/2006/main">
            <a:r>
              <a:t/>
            </a:r>
          </a:p>
          <a:p xmlns:a="http://schemas.openxmlformats.org/drawingml/2006/main">
            <a:r>
              <a:t>packages/coding-agent/test/shell-path-exists.test.ts</a:t>
            </a:r>
          </a:p>
          <a:p xmlns:a="http://schemas.openxmlformats.org/drawingml/2006/main">
            <a:r>
              <a:t/>
            </a:r>
          </a:p>
          <a:p xmlns:a="http://schemas.openxmlformats.org/drawingml/2006/main">
            <a:r>
              <a:t>packages/coding-agent/test/suite/regressions/6596-taskkill-enoent.test.ts</a:t>
            </a:r>
          </a:p>
          <a:p xmlns:a="http://schemas.openxmlformats.org/drawingml/2006/main">
            <a:r>
              <a:t/>
            </a:r>
          </a:p>
          <a:p xmlns:a="http://schemas.openxmlformats.org/drawingml/2006/main">
            <a:r>
              <a:t>packages/coding-agent/test/windows-shell-config.test.ts</a:t>
            </a:r>
          </a:p>
          <a:p xmlns:a="http://schemas.openxmlformats.org/drawingml/2006/main">
            <a:r>
              <a:t/>
            </a:r>
          </a:p>
          <a:p xmlns:a="http://schemas.openxmlformats.org/drawingml/2006/main">
            <a:r>
              <a:t>packages/coding-agent/test/program-status-reporter.test.ts</a:t>
            </a:r>
          </a:p>
          <a:p xmlns:a="http://schemas.openxmlformats.org/drawingml/2006/main">
            <a:r>
              <a:t/>
            </a:r>
          </a:p>
          <a:p xmlns:a="http://schemas.openxmlformats.org/drawingml/2006/main">
            <a:r>
              <a:t>packages/coding-agent/test/suite/regressions/5943-session-start-notify.test.ts</a:t>
            </a:r>
          </a:p>
          <a:p xmlns:a="http://schemas.openxmlformats.org/drawingml/2006/main">
            <a:r>
              <a:t/>
            </a:r>
          </a:p>
          <a:p xmlns:a="http://schemas.openxmlformats.org/drawingml/2006/main">
            <a:r>
              <a:t>packages/coding-agent/test/suite/regressions/7150-rpc-prompt-during-compaction.test.ts</a:t>
            </a:r>
          </a:p>
          <a:p xmlns:a="http://schemas.openxmlformats.org/drawingml/2006/main">
            <a:r>
              <a:t/>
            </a:r>
          </a:p>
          <a:p xmlns:a="http://schemas.openxmlformats.org/drawingml/2006/main">
            <a:r>
              <a:t>packages/coding-agent/test/suite/regressions/8537-custom-message-tool-result-ordering.test.ts</a:t>
            </a:r>
          </a:p>
          <a:p xmlns:a="http://schemas.openxmlformats.org/drawingml/2006/main">
            <a:r>
              <a:t/>
            </a:r>
          </a:p>
          <a:p xmlns:a="http://schemas.openxmlformats.org/drawingml/2006/main">
            <a:r>
              <a:t>功能编号：</a:t>
            </a:r>
          </a:p>
          <a:p xmlns:a="http://schemas.openxmlformats.org/drawingml/2006/main">
            <a:r>
              <a:t/>
            </a:r>
          </a:p>
          <a:p xmlns:a="http://schemas.openxmlformats.org/drawingml/2006/main">
            <a:r>
              <a:t>CFG-10 · 运行中重载 [内置] 重新读取快捷键、扩展、技能、模板、主题和上下文配置，方便开发和调整资源。</a:t>
            </a:r>
          </a:p>
          <a:p xmlns:a="http://schemas.openxmlformats.org/drawingml/2006/main">
            <a:r>
              <a:t/>
            </a:r>
          </a:p>
          <a:p xmlns:a="http://schemas.openxmlformats.org/drawingml/2006/main">
            <a:r>
              <a:t>EXT-01 · TypeScript／JavaScript 扩展加载 [可选] 以工厂函数注册能力，单文件或目录入口均可；jiti 使本地 TypeScript 扩展无需单独编译，异步工厂会等待完成。</a:t>
            </a:r>
          </a:p>
          <a:p xmlns:a="http://schemas.openxmlformats.org/drawingml/2006/main">
            <a:r>
              <a:t/>
            </a:r>
          </a:p>
          <a:p xmlns:a="http://schemas.openxmlformats.org/drawingml/2006/main">
            <a:r>
              <a:t>EXT-02 · 生命周期事件 [库] 观察或调整资源发现、会话、输入、模型、消息、工具和运行生命周期；按注册顺序调用并可取消订阅。</a:t>
            </a:r>
          </a:p>
          <a:p xmlns:a="http://schemas.openxmlformats.org/drawingml/2006/main">
            <a:r>
              <a:t/>
            </a:r>
          </a:p>
          <a:p xmlns:a="http://schemas.openxmlformats.org/drawingml/2006/main">
            <a:r>
              <a:t>EXT-05 · 最终消息改写 [库] 在完成消息边界替换内容，同时保留消息角色，便于过滤或规范化输出。</a:t>
            </a:r>
          </a:p>
          <a:p xmlns:a="http://schemas.openxmlformats.org/drawingml/2006/main">
            <a:r>
              <a:t/>
            </a:r>
          </a:p>
          <a:p xmlns:a="http://schemas.openxmlformats.org/drawingml/2006/main">
            <a:r>
              <a:t>EXT-06 · 自定义模型工具 [库] 注册带 TypeBox 参数、执行函数、模型内容和 UI details 的工具；支持进度、错误和用量上报。</a:t>
            </a:r>
          </a:p>
          <a:p xmlns:a="http://schemas.openxmlformats.org/drawingml/2006/main">
            <a:r>
              <a:t/>
            </a:r>
          </a:p>
          <a:p xmlns:a="http://schemas.openxmlformats.org/drawingml/2006/main">
            <a:r>
              <a:t>EXT-07 · 工具输入拦截 [库] 校验后、执行前改写参数或阻止调用，适合审批和路径保护；处理器失败时阻止执行。</a:t>
            </a:r>
          </a:p>
          <a:p xmlns:a="http://schemas.openxmlformats.org/drawingml/2006/main">
            <a:r>
              <a:t/>
            </a:r>
          </a:p>
          <a:p xmlns:a="http://schemas.openxmlformats.org/drawingml/2006/main">
            <a:r>
              <a:t>EXT-08 · 工具结果处理 [库] 修改或脱敏结果，各处理器可看到先前修改；结构化结果需与文本一并处理。</a:t>
            </a:r>
          </a:p>
          <a:p xmlns:a="http://schemas.openxmlformats.org/drawingml/2006/main">
            <a:r>
              <a:t/>
            </a:r>
          </a:p>
          <a:p xmlns:a="http://schemas.openxmlformats.org/drawingml/2006/main">
            <a:r>
              <a:t>EXT-16 · 自定义命令、参数和快捷键 [库] 注册斜杠命令及参数补全、命令行长参数和快捷键，将常见工作流变成直接操作。</a:t>
            </a:r>
          </a:p>
          <a:p xmlns:a="http://schemas.openxmlformats.org/drawingml/2006/main">
            <a:r>
              <a:t/>
            </a:r>
          </a:p>
          <a:p xmlns:a="http://schemas.openxmlformats.org/drawingml/2006/main">
            <a:r>
              <a:t>EXT-17 · 工具呈现覆盖 [库] 为工具调用与结果提供紧凑或详细显示，并可为尚未注册的 MCP 工具匹配渲染器；适用于 TUI 和 HTML 导出。</a:t>
            </a:r>
          </a:p>
          <a:p xmlns:a="http://schemas.openxmlformats.org/drawingml/2006/main">
            <a:r>
              <a:t/>
            </a:r>
          </a:p>
          <a:p xmlns:a="http://schemas.openxmlformats.org/drawingml/2006/main">
            <a:r>
              <a:t>EXT-18 · 对话框与通知 [库] 向用户提供选择、确认、输入、多行编辑、状态和通知；RPC 可转发支持的 UI 请求。</a:t>
            </a:r>
          </a:p>
          <a:p xmlns:a="http://schemas.openxmlformats.org/drawingml/2006/main">
            <a:r>
              <a:t/>
            </a:r>
          </a:p>
          <a:p xmlns:a="http://schemas.openxmlformats.org/drawingml/2006/main">
            <a:r>
              <a:t>EXT-19 · 自定义终端界面 [库] 插入组件、覆盖层、编辑器、页眉页脚、工作指示器和补全器，创建专用交互。</a:t>
            </a:r>
          </a:p>
          <a:p xmlns:a="http://schemas.openxmlformats.org/drawingml/2006/main">
            <a:r>
              <a:t/>
            </a:r>
          </a:p>
          <a:p xmlns:a="http://schemas.openxmlformats.org/drawingml/2006/main">
            <a:r>
              <a:t>EXT-20 · 会话状态持久化 [库] 工具 details 保存随分支变化的状态，自定义条目保存不发模型的数据，自定义消息保存可见上下文。</a:t>
            </a:r>
          </a:p>
          <a:p xmlns:a="http://schemas.openxmlformats.org/drawingml/2006/main">
            <a:r>
              <a:t/>
            </a:r>
          </a:p>
          <a:p xmlns:a="http://schemas.openxmlformats.org/drawingml/2006/main">
            <a:r>
              <a:t>EXT-21 · 自定义消息与条目渲染 [库] 将扩展保存的消息或非模型条目显示为专门界面，例如调试记录、状态卡片。</a:t>
            </a:r>
          </a:p>
          <a:p xmlns:a="http://schemas.openxmlformats.org/drawingml/2006/main">
            <a:r>
              <a:t/>
            </a:r>
          </a:p>
          <a:p xmlns:a="http://schemas.openxmlformats.org/drawingml/2006/main">
            <a:r>
              <a:t>EXT-22 · 会话控制与安全切换 [库] 命令上下文可等待空闲、重载、导航与替换会话；替换后应使用新上下文和重新绑定监听。</a:t>
            </a:r>
          </a:p>
          <a:p xmlns:a="http://schemas.openxmlformats.org/drawingml/2006/main">
            <a:r>
              <a:t/>
            </a:r>
          </a:p>
          <a:p xmlns:a="http://schemas.openxmlformats.org/drawingml/2006/main">
            <a:r>
              <a:t>EXT-25 · 提供商和虚拟模型扩展 [库] 注册自定义流式协议、认证和模型发现，或逐请求进行模型路由，复用 Pi 会话和选择器。</a:t>
            </a:r>
          </a:p>
          <a:p xmlns:a="http://schemas.openxmlformats.org/drawingml/2006/main">
            <a:r>
              <a:t/>
            </a:r>
          </a:p>
          <a:p xmlns:a="http://schemas.openxmlformats.org/drawingml/2006/main">
            <a:r>
              <a:t>EXT-27 · 扩展间事件总线 [库] 在同一进程的多个扩展间传递事件，减少彼此直接引用内部实现。</a:t>
            </a:r>
          </a:p>
          <a:p xmlns:a="http://schemas.openxmlformats.org/drawingml/2006/main">
            <a:r>
              <a:t/>
            </a:r>
          </a:p>
          <a:p xmlns:a="http://schemas.openxmlformats.org/drawingml/2006/main">
            <a:r>
              <a:t>EXT-28 · 原始提供商事件观察 [库] 在标准化前读取解析后的提供商事件以排查专有字段；不是原始网络字节，也不会默认持久化。</a:t>
            </a:r>
          </a:p>
          <a:p xmlns:a="http://schemas.openxmlformats.org/drawingml/2006/main">
            <a:r>
              <a:t/>
            </a:r>
          </a:p>
          <a:p xmlns:a="http://schemas.openxmlformats.org/drawingml/2006/main">
            <a:r>
              <a:t>EXT-30 · 用户命令重定向与资源清理 [库] 拦截 `!` 执行到替代后端，并通过 session_start／session_shutdown 管理进程、监听等资源。</a:t>
            </a:r>
          </a:p>
          <a:p xmlns:a="http://schemas.openxmlformats.org/drawingml/2006/main">
            <a:r>
              <a:t/>
            </a:r>
          </a:p>
          <a:p xmlns:a="http://schemas.openxmlformats.org/drawingml/2006/main">
            <a:r>
              <a:t>INT-01 · 进程内创建会话 [库] 在 Node.js／Bun 应用中直接创建 AgentSession，复用 Pi 的模型、工具、配置、会话和扩展，而无需启动终端。</a:t>
            </a:r>
          </a:p>
          <a:p xmlns:a="http://schemas.openxmlformats.org/drawingml/2006/main">
            <a:r>
              <a:t/>
            </a:r>
          </a:p>
          <a:p xmlns:a="http://schemas.openxmlformats.org/drawingml/2006/main">
            <a:r>
              <a:t>INT-03 · 等待、取消和销毁 [库] 等待真正空闲，或取消工作并等待结束；销毁会话时清除监听和旧扩展上下文。</a:t>
            </a:r>
          </a:p>
          <a:p xmlns:a="http://schemas.openxmlformats.org/drawingml/2006/main">
            <a:r>
              <a:t/>
            </a:r>
          </a:p>
          <a:p xmlns:a="http://schemas.openxmlformats.org/drawingml/2006/main">
            <a:r>
              <a:t>INT-04 · 会话事件订阅 [库] 接收文本增量、工具进度、队列、重试、压缩及最终静止事件，以驱动自己的界面。</a:t>
            </a:r>
          </a:p>
          <a:p xmlns:a="http://schemas.openxmlformats.org/drawingml/2006/main">
            <a:r>
              <a:t/>
            </a:r>
          </a:p>
          <a:p xmlns:a="http://schemas.openxmlformats.org/drawingml/2006/main">
            <a:r>
              <a:t>INT-05 · 宿主依赖注入 [库] 替换 ModelRuntime、SettingsManager、SessionManager、ResourceLoader 与工具集合，让宿主控制存储和资源边界。</a:t>
            </a:r>
          </a:p>
          <a:p xmlns:a="http://schemas.openxmlformats.org/drawingml/2006/main">
            <a:r>
              <a:t/>
            </a:r>
          </a:p>
          <a:p xmlns:a="http://schemas.openxmlformats.org/drawingml/2006/main">
            <a:r>
              <a:t>INT-06 · 内联扩展 [库] 在宿主代码中直接定义扩展工厂，可设置诊断名称、可替代标记或内置扩展身份。</a:t>
            </a:r>
          </a:p>
          <a:p xmlns:a="http://schemas.openxmlformats.org/drawingml/2006/main">
            <a:r>
              <a:t/>
            </a:r>
          </a:p>
          <a:p xmlns:a="http://schemas.openxmlformats.org/drawingml/2006/main">
            <a:r>
              <a:t>INT-07 · 会话运行时替换 [库] 在同一宿主中新建、切换、分叉或导入会话，按目标工作目录重新创建服务；旧订阅需要重绑。</a:t>
            </a:r>
          </a:p>
          <a:p xmlns:a="http://schemas.openxmlformats.org/drawingml/2006/main">
            <a:r>
              <a:t/>
            </a:r>
          </a:p>
          <a:p xmlns:a="http://schemas.openxmlformats.org/drawingml/2006/main">
            <a:r>
              <a:t>OTH-01 · 危险命令确认示例 [示例] 在 bash 调用前识别示例中的危险命令并询问用户，演示如何用 Hook 自建审批；不是默认完整权限系统。</a:t>
            </a:r>
          </a:p>
          <a:p xmlns:a="http://schemas.openxmlformats.org/drawingml/2006/main">
            <a:r>
              <a:t/>
            </a:r>
          </a:p>
          <a:p xmlns:a="http://schemas.openxmlformats.org/drawingml/2006/main">
            <a:r>
              <a:t>OTH-02 · 项目信任 Hook 示例 [示例] 演示用户或 CLI 扩展参与项目信任决策的入口和时机。</a:t>
            </a:r>
          </a:p>
          <a:p xmlns:a="http://schemas.openxmlformats.org/drawingml/2006/main">
            <a:r>
              <a:t/>
            </a:r>
          </a:p>
          <a:p xmlns:a="http://schemas.openxmlformats.org/drawingml/2006/main">
            <a:r>
              <a:t>OTH-03 · 受保护路径示例 [示例] 在工具管线上阻止修改 `.env`、`.git`、node_modules 等示例路径，展示精细规则。</a:t>
            </a:r>
          </a:p>
          <a:p xmlns:a="http://schemas.openxmlformats.org/drawingml/2006/main">
            <a:r>
              <a:t/>
            </a:r>
          </a:p>
          <a:p xmlns:a="http://schemas.openxmlformats.org/drawingml/2006/main">
            <a:r>
              <a:t>OTH-04 · 会话破坏性操作确认 [示例] 在清空、切换、分叉等会话操作前弹出确认，避免用户误操作丢失当前工作位置。</a:t>
            </a:r>
          </a:p>
          <a:p xmlns:a="http://schemas.openxmlformats.org/drawingml/2006/main">
            <a:r>
              <a:t/>
            </a:r>
          </a:p>
          <a:p xmlns:a="http://schemas.openxmlformats.org/drawingml/2006/main">
            <a:r>
              <a:t>OTH-05 · 未提交变更保护 [示例] 检测 Git 工作区存在未提交变更时阻止会话切换类操作，展示工作区检查与生命周期结合。</a:t>
            </a:r>
          </a:p>
          <a:p xmlns:a="http://schemas.openxmlformats.org/drawingml/2006/main">
            <a:r>
              <a:t/>
            </a:r>
          </a:p>
          <a:p xmlns:a="http://schemas.openxmlformats.org/drawingml/2006/main">
            <a:r>
              <a:t>OTH-43 · Git 检查点 [示例] 在轮次边界创建 stash 检查点并在分叉时恢复代码状态；这只是扩展示例，普通会话分叉不自动回滚文件。</a:t>
            </a:r>
          </a:p>
          <a:p xmlns:a="http://schemas.openxmlformats.org/drawingml/2006/main">
            <a:r>
              <a:t/>
            </a:r>
          </a:p>
          <a:p xmlns:a="http://schemas.openxmlformats.org/drawingml/2006/main">
            <a:r>
              <a:t>OTH-44 · 退出自动提交 [示例] 使用最后助手内容形成提交说明并在退出时提交；需主动加载，Pi 默认不会因此自动提交。</a:t>
            </a:r>
          </a:p>
          <a:p xmlns:a="http://schemas.openxmlformats.org/drawingml/2006/main">
            <a:r>
              <a:t/>
            </a:r>
          </a:p>
          <a:p xmlns:a="http://schemas.openxmlformats.org/drawingml/2006/main">
            <a:r>
              <a:t>OTH-56 · SDK 完整演练集 [示例] 14 个示例覆盖最小调用、模型、提示、技能、工具、扩展、上下文、模板、认证、设置、会话、完全替换宿主、runtime 切换、MCP／Codemode。</a:t>
            </a:r>
          </a:p>
          <a:p xmlns:a="http://schemas.openxmlformats.org/drawingml/2006/main">
            <a:r>
              <a:t/>
            </a:r>
          </a:p>
          <a:p xmlns:a="http://schemas.openxmlformats.org/drawingml/2006/main">
            <a:r>
              <a:t>OTH-84 · 依赖供应链检查 [工程支持] 固定直接外部依赖，检查锁文件及安装锁，默认忽略依赖生命周期脚本，并进行相应审计。</a:t>
            </a:r>
          </a:p>
          <a:p xmlns:a="http://schemas.openxmlformats.org/drawingml/2006/main">
            <a:r>
              <a:t/>
            </a:r>
          </a:p>
          <a:p xmlns:a="http://schemas.openxmlformats.org/drawingml/2006/main">
            <a:r>
              <a:t>OTH-85 · 静态检查与定向测试 [工程支持] 根 check 检查格式、类型及依赖等；测试按包和具体文件运行，交互测试另有专门流程。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源码基线：136b87e8a7f5a3e5186de0289523ba327dc592fc</a:t>
            </a:r>
          </a:p>
          <a:p xmlns:a="http://schemas.openxmlformats.org/drawingml/2006/main">
            <a:r>
              <a:t/>
            </a:r>
          </a:p>
          <a:p xmlns:a="http://schemas.openxmlformats.org/drawingml/2006/main">
            <a:r>
              <a:t>课程：08 独立改造 / change-deliver / 完成一次独立扩展与源码改造</a:t>
            </a:r>
          </a:p>
          <a:p xmlns:a="http://schemas.openxmlformats.org/drawingml/2006/main">
            <a:r>
              <a:t/>
            </a:r>
          </a:p>
          <a:p xmlns:a="http://schemas.openxmlformats.org/drawingml/2006/main">
            <a:r>
              <a:t>场景：从需求到可审查修改，能说明每一处改变的理由。</a:t>
            </a:r>
          </a:p>
          <a:p xmlns:a="http://schemas.openxmlformats.org/drawingml/2006/main">
            <a:r>
              <a:t/>
            </a:r>
          </a:p>
          <a:p xmlns:a="http://schemas.openxmlformats.org/drawingml/2006/main">
            <a:r>
              <a:t>以下是教学追踪顺序，具体运行分支以源码为准。</a:t>
            </a:r>
          </a:p>
          <a:p xmlns:a="http://schemas.openxmlformats.org/drawingml/2006/main">
            <a:r>
              <a:t/>
            </a:r>
          </a:p>
          <a:p xmlns:a="http://schemas.openxmlformats.org/drawingml/2006/main">
            <a:r>
              <a:t>1. 把需求变成行为</a:t>
            </a:r>
          </a:p>
          <a:p xmlns:a="http://schemas.openxmlformats.org/drawingml/2006/main">
            <a:r>
              <a:t>先写触发条件、预期结果、失败和取消行为，判断扩展接口能否完成，再决定是否修改核心。</a:t>
            </a:r>
          </a:p>
          <a:p xmlns:a="http://schemas.openxmlformats.org/drawingml/2006/main">
            <a:r>
              <a:t>输入：具体需求</a:t>
            </a:r>
          </a:p>
          <a:p xmlns:a="http://schemas.openxmlformats.org/drawingml/2006/main">
            <a:r>
              <a:t>输出：可测试的行为说明</a:t>
            </a:r>
          </a:p>
          <a:p xmlns:a="http://schemas.openxmlformats.org/drawingml/2006/main">
            <a:r>
              <a:t>入口：--extension；/reload；ExtensionAPI</a:t>
            </a:r>
          </a:p>
          <a:p xmlns:a="http://schemas.openxmlformats.org/drawingml/2006/main">
            <a:r>
              <a:t>行为与边界：工厂负责注册，runner 提供上下文与分发；原始类型注释可在 API 清单中逐项阅读。</a:t>
            </a:r>
          </a:p>
          <a:p xmlns:a="http://schemas.openxmlformats.org/drawingml/2006/main">
            <a:r>
              <a:t>源码：packages/coding-agent/src/core/event-bus.ts:1</a:t>
            </a:r>
          </a:p>
          <a:p xmlns:a="http://schemas.openxmlformats.org/drawingml/2006/main">
            <a:r>
              <a:t>源码：packages/coding-agent/src/core/extensions/index.ts:1</a:t>
            </a:r>
          </a:p>
          <a:p xmlns:a="http://schemas.openxmlformats.org/drawingml/2006/main">
            <a:r>
              <a:t>源码：packages/coding-agent/src/core/extensions/jiti-loader.ts:1</a:t>
            </a:r>
          </a:p>
          <a:p xmlns:a="http://schemas.openxmlformats.org/drawingml/2006/main">
            <a:r>
              <a:t>源码：packages/coding-agent/src/core/extensions/jiti-static-loader.ts:1</a:t>
            </a:r>
          </a:p>
          <a:p xmlns:a="http://schemas.openxmlformats.org/drawingml/2006/main">
            <a:r>
              <a:t>源码：packages/coding-agent/src/core/extensions/loader.ts:1</a:t>
            </a:r>
          </a:p>
          <a:p xmlns:a="http://schemas.openxmlformats.org/drawingml/2006/main">
            <a:r>
              <a:t>源码：packages/coding-agent/src/core/extensions/runner.ts:1</a:t>
            </a:r>
          </a:p>
          <a:p xmlns:a="http://schemas.openxmlformats.org/drawingml/2006/main">
            <a:r>
              <a:t>源码：packages/coding-agent/src/core/extensions/types.ts:1</a:t>
            </a:r>
          </a:p>
          <a:p xmlns:a="http://schemas.openxmlformats.org/drawingml/2006/main">
            <a:r>
              <a:t>源码：packages/coding-agent/src/core/extensions/virtual-modules.ts:1</a:t>
            </a:r>
          </a:p>
          <a:p xmlns:a="http://schemas.openxmlformats.org/drawingml/2006/main">
            <a:r>
              <a:t>源码：packages/coding-agent/src/core/extensions/wrapper.ts:1</a:t>
            </a:r>
          </a:p>
          <a:p xmlns:a="http://schemas.openxmlformats.org/drawingml/2006/main">
            <a:r>
              <a:t/>
            </a:r>
          </a:p>
          <a:p xmlns:a="http://schemas.openxmlformats.org/drawingml/2006/main">
            <a:r>
              <a:t>2. 定位契约与调用者</a:t>
            </a:r>
          </a:p>
          <a:p xmlns:a="http://schemas.openxmlformats.org/drawingml/2006/main">
            <a:r>
              <a:t>找到公开类型、实际消费位置和相关测试，检查改动影响的配置、SDK 与界面路径。</a:t>
            </a:r>
          </a:p>
          <a:p xmlns:a="http://schemas.openxmlformats.org/drawingml/2006/main">
            <a:r>
              <a:t>输入：行为说明</a:t>
            </a:r>
          </a:p>
          <a:p xmlns:a="http://schemas.openxmlformats.org/drawingml/2006/main">
            <a:r>
              <a:t>输出：最小修改范围</a:t>
            </a:r>
          </a:p>
          <a:p xmlns:a="http://schemas.openxmlformats.org/drawingml/2006/main">
            <a:r>
              <a:t>入口：createAgentSession / createAgentSessionRuntime</a:t>
            </a:r>
          </a:p>
          <a:p xmlns:a="http://schemas.openxmlformats.org/drawingml/2006/main">
            <a:r>
              <a:t>行为与边界：SDK 注入流函数、配置、工具与存储；运行时负责会话替换和重新绑定。</a:t>
            </a:r>
          </a:p>
          <a:p xmlns:a="http://schemas.openxmlformats.org/drawingml/2006/main">
            <a:r>
              <a:t>源码：packages/coding-agent/src/core/agent-session-runtime.ts:1</a:t>
            </a:r>
          </a:p>
          <a:p xmlns:a="http://schemas.openxmlformats.org/drawingml/2006/main">
            <a:r>
              <a:t>源码：packages/coding-agent/src/core/agent-session-services.ts:1</a:t>
            </a:r>
          </a:p>
          <a:p xmlns:a="http://schemas.openxmlformats.org/drawingml/2006/main">
            <a:r>
              <a:t>源码：packages/coding-agent/src/core/sdk.ts:1</a:t>
            </a:r>
          </a:p>
          <a:p xmlns:a="http://schemas.openxmlformats.org/drawingml/2006/main">
            <a:r>
              <a:t/>
            </a:r>
          </a:p>
          <a:p xmlns:a="http://schemas.openxmlformats.org/drawingml/2006/main">
            <a:r>
              <a:t>3. 先定义回归用例</a:t>
            </a:r>
          </a:p>
          <a:p xmlns:a="http://schemas.openxmlformats.org/drawingml/2006/main">
            <a:r>
              <a:t>选择可复现行为断言，先验证旧实现的缺陷，再实现修改，避免把实现细节直接复制成测试。</a:t>
            </a:r>
          </a:p>
          <a:p xmlns:a="http://schemas.openxmlformats.org/drawingml/2006/main">
            <a:r>
              <a:t>输入：失败场景</a:t>
            </a:r>
          </a:p>
          <a:p xmlns:a="http://schemas.openxmlformats.org/drawingml/2006/main">
            <a:r>
              <a:t>输出：修复前失败、修复后通过的用例</a:t>
            </a:r>
          </a:p>
          <a:p xmlns:a="http://schemas.openxmlformats.org/drawingml/2006/main">
            <a:r>
              <a:t>入口：npm run check</a:t>
            </a:r>
          </a:p>
          <a:p xmlns:a="http://schemas.openxmlformats.org/drawingml/2006/main">
            <a:r>
              <a:t>行为与边界：检查失败不是修改业务代码或降级依赖的理由。</a:t>
            </a:r>
          </a:p>
          <a:p xmlns:a="http://schemas.openxmlformats.org/drawingml/2006/main">
            <a:r>
              <a:t>源码：packages/ai/scripts/check-model-data.ts:1</a:t>
            </a:r>
          </a:p>
          <a:p xmlns:a="http://schemas.openxmlformats.org/drawingml/2006/main">
            <a:r>
              <a:t>源码：scripts/check-browser-smoke.mjs:1</a:t>
            </a:r>
          </a:p>
          <a:p xmlns:a="http://schemas.openxmlformats.org/drawingml/2006/main">
            <a:r>
              <a:t>源码：scripts/check-entry-graphs.mjs:1</a:t>
            </a:r>
          </a:p>
          <a:p xmlns:a="http://schemas.openxmlformats.org/drawingml/2006/main">
            <a:r>
              <a:t>源码：scripts/check-lockfile-commit.mjs:1</a:t>
            </a:r>
          </a:p>
          <a:p xmlns:a="http://schemas.openxmlformats.org/drawingml/2006/main">
            <a:r>
              <a:t>源码：scripts/check-model-catalog-compat.mjs:1</a:t>
            </a:r>
          </a:p>
          <a:p xmlns:a="http://schemas.openxmlformats.org/drawingml/2006/main">
            <a:r>
              <a:t>源码：scripts/check-package-install.mjs:1</a:t>
            </a:r>
          </a:p>
          <a:p xmlns:a="http://schemas.openxmlformats.org/drawingml/2006/main">
            <a:r>
              <a:t>源码：scripts/check-pinned-deps.mjs:1</a:t>
            </a:r>
          </a:p>
          <a:p xmlns:a="http://schemas.openxmlformats.org/drawingml/2006/main">
            <a:r>
              <a:t>源码：scripts/check-runtime-deps.mjs:1</a:t>
            </a:r>
          </a:p>
          <a:p xmlns:a="http://schemas.openxmlformats.org/drawingml/2006/main">
            <a:r>
              <a:t>源码：scripts/check-ts-relative-imports.mjs:1</a:t>
            </a:r>
          </a:p>
          <a:p xmlns:a="http://schemas.openxmlformats.org/drawingml/2006/main">
            <a:r>
              <a:t/>
            </a:r>
          </a:p>
          <a:p xmlns:a="http://schemas.openxmlformats.org/drawingml/2006/main">
            <a:r>
              <a:t>4. 审查并交付</a:t>
            </a:r>
          </a:p>
          <a:p xmlns:a="http://schemas.openxmlformats.org/drawingml/2006/main">
            <a:r>
              <a:t>检查 diff、定向测试与整体检查结果，记录环境限制和剩余风险；提交仅在获得明确要求时执行。</a:t>
            </a:r>
          </a:p>
          <a:p xmlns:a="http://schemas.openxmlformats.org/drawingml/2006/main">
            <a:r>
              <a:t>输入：完成的修改</a:t>
            </a:r>
          </a:p>
          <a:p xmlns:a="http://schemas.openxmlformats.org/drawingml/2006/main">
            <a:r>
              <a:t>输出：可审查的变更与验证说明</a:t>
            </a:r>
          </a:p>
          <a:p xmlns:a="http://schemas.openxmlformats.org/drawingml/2006/main">
            <a:r>
              <a:t>入口：npm run check</a:t>
            </a:r>
          </a:p>
          <a:p xmlns:a="http://schemas.openxmlformats.org/drawingml/2006/main">
            <a:r>
              <a:t>行为与边界：检查失败不是修改业务代码或降级依赖的理由。</a:t>
            </a:r>
          </a:p>
          <a:p xmlns:a="http://schemas.openxmlformats.org/drawingml/2006/main">
            <a:r>
              <a:t>源码：packages/ai/scripts/check-model-data.ts:1</a:t>
            </a:r>
          </a:p>
          <a:p xmlns:a="http://schemas.openxmlformats.org/drawingml/2006/main">
            <a:r>
              <a:t>源码：scripts/check-browser-smoke.mjs:1</a:t>
            </a:r>
          </a:p>
          <a:p xmlns:a="http://schemas.openxmlformats.org/drawingml/2006/main">
            <a:r>
              <a:t>源码：scripts/check-entry-graphs.mjs:1</a:t>
            </a:r>
          </a:p>
          <a:p xmlns:a="http://schemas.openxmlformats.org/drawingml/2006/main">
            <a:r>
              <a:t>源码：scripts/check-lockfile-commit.mjs:1</a:t>
            </a:r>
          </a:p>
          <a:p xmlns:a="http://schemas.openxmlformats.org/drawingml/2006/main">
            <a:r>
              <a:t>源码：scripts/check-model-catalog-compat.mjs:1</a:t>
            </a:r>
          </a:p>
          <a:p xmlns:a="http://schemas.openxmlformats.org/drawingml/2006/main">
            <a:r>
              <a:t>源码：scripts/check-package-install.mjs:1</a:t>
            </a:r>
          </a:p>
          <a:p xmlns:a="http://schemas.openxmlformats.org/drawingml/2006/main">
            <a:r>
              <a:t>源码：scripts/check-pinned-deps.mjs:1</a:t>
            </a:r>
          </a:p>
          <a:p xmlns:a="http://schemas.openxmlformats.org/drawingml/2006/main">
            <a:r>
              <a:t>源码：scripts/check-runtime-deps.mjs:1</a:t>
            </a:r>
          </a:p>
          <a:p xmlns:a="http://schemas.openxmlformats.org/drawingml/2006/main">
            <a:r>
              <a:t>源码：scripts/check-ts-relative-imports.mjs:1</a:t>
            </a:r>
          </a:p>
          <a:p xmlns:a="http://schemas.openxmlformats.org/drawingml/2006/main">
            <a:r>
              <a:t/>
            </a:r>
          </a:p>
          <a:p xmlns:a="http://schemas.openxmlformats.org/drawingml/2006/main">
            <a:r>
              <a:t>失败与恢复：一个测试通过不能证明所有配置路径都正确。新增接口前应先查询已有契约及复用点。</a:t>
            </a:r>
          </a:p>
          <a:p xmlns:a="http://schemas.openxmlformats.org/drawingml/2006/main">
            <a:r>
              <a:t/>
            </a:r>
          </a:p>
          <a:p xmlns:a="http://schemas.openxmlformats.org/drawingml/2006/main">
            <a:r>
              <a:t>练习：选择一个现成工具扩展示例，增加一个无外部副作用的能力，并提交一份行为、调用链和验证笔记。</a:t>
            </a:r>
          </a:p>
          <a:p xmlns:a="http://schemas.openxmlformats.org/drawingml/2006/main">
            <a:r>
              <a:t>参考判断：合格结果包含成功/失败/取消说明、真实源码依据、相关测试结果和明确扩展边界。</a:t>
            </a:r>
          </a:p>
          <a:p xmlns:a="http://schemas.openxmlformats.org/drawingml/2006/main">
            <a:r>
              <a:t/>
            </a:r>
          </a:p>
          <a:p xmlns:a="http://schemas.openxmlformats.org/drawingml/2006/main">
            <a:r>
              <a:t>关联专题与当前接口：</a:t>
            </a:r>
          </a:p>
          <a:p xmlns:a="http://schemas.openxmlformats.org/drawingml/2006/main">
            <a:r>
              <a:t/>
            </a:r>
          </a:p>
          <a:p xmlns:a="http://schemas.openxmlformats.org/drawingml/2006/main">
            <a:r>
              <a:t>扩展发现、注册与事件分发</a:t>
            </a:r>
          </a:p>
          <a:p xmlns:a="http://schemas.openxmlformats.org/drawingml/2006/main">
            <a:r>
              <a:t>加载 TS/JS 扩展，注册工具、命令、快捷键、提供商与事件。</a:t>
            </a:r>
          </a:p>
          <a:p xmlns:a="http://schemas.openxmlformats.org/drawingml/2006/main">
            <a:r>
              <a:t>入口：--extension；/reload；ExtensionAPI</a:t>
            </a:r>
          </a:p>
          <a:p xmlns:a="http://schemas.openxmlformats.org/drawingml/2006/main">
            <a:r>
              <a:t>边界：工厂负责注册，runner 提供上下文与分发；原始类型注释可在 API 清单中逐项阅读。</a:t>
            </a:r>
          </a:p>
          <a:p xmlns:a="http://schemas.openxmlformats.org/drawingml/2006/main">
            <a:r>
              <a:t/>
            </a:r>
          </a:p>
          <a:p xmlns:a="http://schemas.openxmlformats.org/drawingml/2006/main">
            <a:r>
              <a:t>SDK 创建与替换运行时</a:t>
            </a:r>
          </a:p>
          <a:p xmlns:a="http://schemas.openxmlformats.org/drawingml/2006/main">
            <a:r>
              <a:t>让应用在进程内创建、继续或替换编码智能体会话。</a:t>
            </a:r>
          </a:p>
          <a:p xmlns:a="http://schemas.openxmlformats.org/drawingml/2006/main">
            <a:r>
              <a:t>入口：createAgentSession / createAgentSessionRuntime</a:t>
            </a:r>
          </a:p>
          <a:p xmlns:a="http://schemas.openxmlformats.org/drawingml/2006/main">
            <a:r>
              <a:t>边界：SDK 注入流函数、配置、工具与存储；运行时负责会话替换和重新绑定。</a:t>
            </a:r>
          </a:p>
          <a:p xmlns:a="http://schemas.openxmlformats.org/drawingml/2006/main">
            <a:r>
              <a:t/>
            </a:r>
          </a:p>
          <a:p xmlns:a="http://schemas.openxmlformats.org/drawingml/2006/main">
            <a:r>
              <a:t>依赖、导入与构建边界校验</a:t>
            </a:r>
          </a:p>
          <a:p xmlns:a="http://schemas.openxmlformats.org/drawingml/2006/main">
            <a:r>
              <a:t>验证精确依赖、运行依赖、TS 导入、入口图与浏览器兼容。</a:t>
            </a:r>
          </a:p>
          <a:p xmlns:a="http://schemas.openxmlformats.org/drawingml/2006/main">
            <a:r>
              <a:t>入口：npm run check</a:t>
            </a:r>
          </a:p>
          <a:p xmlns:a="http://schemas.openxmlformats.org/drawingml/2006/main">
            <a:r>
              <a:t>边界：检查失败不是修改业务代码或降级依赖的理由。</a:t>
            </a:r>
          </a:p>
          <a:p xmlns:a="http://schemas.openxmlformats.org/drawingml/2006/main">
            <a:r>
              <a:t/>
            </a:r>
          </a:p>
          <a:p xmlns:a="http://schemas.openxmlformats.org/drawingml/2006/main">
            <a:r>
              <a:t>资源发现、来源与冲突诊断</a:t>
            </a:r>
          </a:p>
          <a:p xmlns:a="http://schemas.openxmlformats.org/drawingml/2006/main">
            <a:r>
              <a:t>统一发现扩展、技能、模板、主题与项目上下文文件。</a:t>
            </a:r>
          </a:p>
          <a:p xmlns:a="http://schemas.openxmlformats.org/drawingml/2006/main">
            <a:r>
              <a:t>入口：DefaultResourceLoader.reload；资源路径设置</a:t>
            </a:r>
          </a:p>
          <a:p xmlns:a="http://schemas.openxmlformats.org/drawingml/2006/main">
            <a:r>
              <a:t>边界：记录来源并处理碰撞；项目资源需遵守信任加载顺序。</a:t>
            </a:r>
          </a:p>
          <a:p xmlns:a="http://schemas.openxmlformats.org/drawingml/2006/main">
            <a:r>
              <a:t/>
            </a:r>
          </a:p>
          <a:p xmlns:a="http://schemas.openxmlformats.org/drawingml/2006/main">
            <a:r>
              <a:t>独立工具管线与前后 Hook</a:t>
            </a:r>
          </a:p>
          <a:p xmlns:a="http://schemas.openxmlformats.org/drawingml/2006/main">
            <a:r>
              <a:t>让宿主通过 runToolCall 复用参数校验、beforeToolCall、执行及 afterToolCall。</a:t>
            </a:r>
          </a:p>
          <a:p xmlns:a="http://schemas.openxmlformats.org/drawingml/2006/main">
            <a:r>
              <a:t>入口：runToolCall / AgentToolCallOutcome</a:t>
            </a:r>
          </a:p>
          <a:p xmlns:a="http://schemas.openxmlformats.org/drawingml/2006/main">
            <a:r>
              <a:t>边界：适合嵌套调用；宿主直接调用 tool.execute 会跳过此管线。</a:t>
            </a:r>
          </a:p>
          <a:p xmlns:a="http://schemas.openxmlformats.org/drawingml/2006/main">
            <a:r>
              <a:t/>
            </a:r>
          </a:p>
          <a:p xmlns:a="http://schemas.openxmlformats.org/drawingml/2006/main">
            <a:r>
              <a:t>选择器、消息与工具 UI 组件</a:t>
            </a:r>
          </a:p>
          <a:p xmlns:a="http://schemas.openxmlformats.org/drawingml/2006/main">
            <a:r>
              <a:t>提供模型/会话/设置选择与不同消息、工具结果的呈现。</a:t>
            </a:r>
          </a:p>
          <a:p xmlns:a="http://schemas.openxmlformats.org/drawingml/2006/main">
            <a:r>
              <a:t>入口：InteractiveMode；扩展自定义 UI</a:t>
            </a:r>
          </a:p>
          <a:p xmlns:a="http://schemas.openxmlformats.org/drawingml/2006/main">
            <a:r>
              <a:t>边界：组件清单按源码保留，可从符号和原始注释追踪每个组件。</a:t>
            </a:r>
          </a:p>
          <a:p xmlns:a="http://schemas.openxmlformats.org/drawingml/2006/main">
            <a:r>
              <a:t/>
            </a:r>
          </a:p>
          <a:p xmlns:a="http://schemas.openxmlformats.org/drawingml/2006/main">
            <a:r>
              <a:t>布局、滚动、输入与选择组件</a:t>
            </a:r>
          </a:p>
          <a:p xmlns:a="http://schemas.openxmlformats.org/drawingml/2006/main">
            <a:r>
              <a:t>提供盒子、横纵布局、编辑器、列表、Markdown、图像和加载指示。</a:t>
            </a:r>
          </a:p>
          <a:p xmlns:a="http://schemas.openxmlformats.org/drawingml/2006/main">
            <a:r>
              <a:t>入口：Component / Editor / ScrollView 等</a:t>
            </a:r>
          </a:p>
          <a:p xmlns:a="http://schemas.openxmlformats.org/drawingml/2006/main">
            <a:r>
              <a:t>边界：每种组件的具体属性与方法在符号清单中可查。</a:t>
            </a:r>
          </a:p>
          <a:p xmlns:a="http://schemas.openxmlformats.org/drawingml/2006/main">
            <a:r>
              <a:t/>
            </a:r>
          </a:p>
          <a:p xmlns:a="http://schemas.openxmlformats.org/drawingml/2006/main">
            <a:r>
              <a:t>会话保存、恢复与命名</a:t>
            </a:r>
          </a:p>
          <a:p xmlns:a="http://schemas.openxmlformats.org/drawingml/2006/main">
            <a:r>
              <a:t>保存树形会话记录，并按项目、路径或 ID 恢复。</a:t>
            </a:r>
          </a:p>
          <a:p xmlns:a="http://schemas.openxmlformats.org/drawingml/2006/main">
            <a:r>
              <a:t>入口：--continue；--resume；--session；--name</a:t>
            </a:r>
          </a:p>
          <a:p xmlns:a="http://schemas.openxmlformats.org/drawingml/2006/main">
            <a:r>
              <a:t>边界：当前分支重建下一次模型上下文，内存会话可关闭持久化。</a:t>
            </a:r>
          </a:p>
          <a:p xmlns:a="http://schemas.openxmlformats.org/drawingml/2006/main">
            <a:r>
              <a:t/>
            </a:r>
          </a:p>
          <a:p xmlns:a="http://schemas.openxmlformats.org/drawingml/2006/main">
            <a:r>
              <a:t>虚拟模型与请求路由</a:t>
            </a:r>
          </a:p>
          <a:p xmlns:a="http://schemas.openxmlformats.org/drawingml/2006/main">
            <a:r>
              <a:t>允许选择逻辑模型，并将每次请求路由到物理模型。</a:t>
            </a:r>
          </a:p>
          <a:p xmlns:a="http://schemas.openxmlformats.org/drawingml/2006/main">
            <a:r>
              <a:t>入口：VirtualModelDefinition / ModelRoute</a:t>
            </a:r>
          </a:p>
          <a:p xmlns:a="http://schemas.openxmlformats.org/drawingml/2006/main">
            <a:r>
              <a:t>边界：虚拟模型不会直接到达提供商；路由状态可跟随会话分支保存。</a:t>
            </a:r>
          </a:p>
          <a:p xmlns:a="http://schemas.openxmlformats.org/drawingml/2006/main">
            <a:r>
              <a:t/>
            </a:r>
          </a:p>
          <a:p xmlns:a="http://schemas.openxmlformats.org/drawingml/2006/main">
            <a:r>
              <a:t>bash：Shell 执行与输出</a:t>
            </a:r>
          </a:p>
          <a:p xmlns:a="http://schemas.openxmlformats.org/drawingml/2006/main">
            <a:r>
              <a:t>执行 shell 命令并将输出、退出状态和截断信息传回模型。</a:t>
            </a:r>
          </a:p>
          <a:p xmlns:a="http://schemas.openxmlformats.org/drawingml/2006/main">
            <a:r>
              <a:t>入口：默认启用工具 bash；用户 ! 命令</a:t>
            </a:r>
          </a:p>
          <a:p xmlns:a="http://schemas.openxmlformats.org/drawingml/2006/main">
            <a:r>
              <a:t>边界：信号、超时、子进程与输出捕获由执行层协作处理。</a:t>
            </a:r>
          </a:p>
          <a:p xmlns:a="http://schemas.openxmlformats.org/drawingml/2006/main">
            <a:r>
              <a:t/>
            </a:r>
          </a:p>
          <a:p xmlns:a="http://schemas.openxmlformats.org/drawingml/2006/main">
            <a:r>
              <a:t>输入处理、排队与任务收尾</a:t>
            </a:r>
          </a:p>
          <a:p xmlns:a="http://schemas.openxmlformats.org/drawingml/2006/main">
            <a:r>
              <a:t>协调扩展命令、输入转换、steering/follow-up、重试与最终通知。</a:t>
            </a:r>
          </a:p>
          <a:p xmlns:a="http://schemas.openxmlformats.org/drawingml/2006/main">
            <a:r>
              <a:t>入口：AgentSession.prompt / steer / followUp</a:t>
            </a:r>
          </a:p>
          <a:p xmlns:a="http://schemas.openxmlformats.org/drawingml/2006/main">
            <a:r>
              <a:t>边界：agent_end 后仍可能继续；agent_settled 是完成自动处理后的通知边界。</a:t>
            </a:r>
          </a:p>
          <a:p xmlns:a="http://schemas.openxmlformats.org/drawingml/2006/main">
            <a:r>
              <a:t/>
            </a:r>
          </a:p>
          <a:p xmlns:a="http://schemas.openxmlformats.org/drawingml/2006/main">
            <a:r>
              <a:t>extensions/permission-gate · 示例</a:t>
            </a:r>
          </a:p>
          <a:p xmlns:a="http://schemas.openxmlformats.org/drawingml/2006/main">
            <a:r>
              <a:t>展示 extensions/permission-gate.ts 对应的扩展或 SDK 用法。具体场景以入口文件的原始说明、注册代码和配套 README 为依据。</a:t>
            </a:r>
          </a:p>
          <a:p xmlns:a="http://schemas.openxmlformats.org/drawingml/2006/main">
            <a:r>
              <a:t>入口：packages/coding-agent/examples/extensions/permission-gate.ts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extensions/project-trust · 示例</a:t>
            </a:r>
          </a:p>
          <a:p xmlns:a="http://schemas.openxmlformats.org/drawingml/2006/main">
            <a:r>
              <a:t>展示 extensions/project-trust.ts 对应的扩展或 SDK 用法。具体场景以入口文件的原始说明、注册代码和配套 README 为依据。</a:t>
            </a:r>
          </a:p>
          <a:p xmlns:a="http://schemas.openxmlformats.org/drawingml/2006/main">
            <a:r>
              <a:t>入口：packages/coding-agent/examples/extensions/project-trust.ts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extensions/protected-paths · 示例</a:t>
            </a:r>
          </a:p>
          <a:p xmlns:a="http://schemas.openxmlformats.org/drawingml/2006/main">
            <a:r>
              <a:t>展示 extensions/protected-paths.ts 对应的扩展或 SDK 用法。具体场景以入口文件的原始说明、注册代码和配套 README 为依据。</a:t>
            </a:r>
          </a:p>
          <a:p xmlns:a="http://schemas.openxmlformats.org/drawingml/2006/main">
            <a:r>
              <a:t>入口：packages/coding-agent/examples/extensions/protected-paths.ts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extensions/confirm-destructive · 示例</a:t>
            </a:r>
          </a:p>
          <a:p xmlns:a="http://schemas.openxmlformats.org/drawingml/2006/main">
            <a:r>
              <a:t>展示 extensions/confirm-destructive.ts 对应的扩展或 SDK 用法。具体场景以入口文件的原始说明、注册代码和配套 README 为依据。</a:t>
            </a:r>
          </a:p>
          <a:p xmlns:a="http://schemas.openxmlformats.org/drawingml/2006/main">
            <a:r>
              <a:t>入口：packages/coding-agent/examples/extensions/confirm-destructive.ts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extensions/dirty-repo-guard · 示例</a:t>
            </a:r>
          </a:p>
          <a:p xmlns:a="http://schemas.openxmlformats.org/drawingml/2006/main">
            <a:r>
              <a:t>展示 extensions/dirty-repo-guard.ts 对应的扩展或 SDK 用法。具体场景以入口文件的原始说明、注册代码和配套 README 为依据。</a:t>
            </a:r>
          </a:p>
          <a:p xmlns:a="http://schemas.openxmlformats.org/drawingml/2006/main">
            <a:r>
              <a:t>入口：packages/coding-agent/examples/extensions/dirty-repo-guard.ts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extensions/git-checkpoint · 示例</a:t>
            </a:r>
          </a:p>
          <a:p xmlns:a="http://schemas.openxmlformats.org/drawingml/2006/main">
            <a:r>
              <a:t>展示 extensions/git-checkpoint.ts 对应的扩展或 SDK 用法。具体场景以入口文件的原始说明、注册代码和配套 README 为依据。</a:t>
            </a:r>
          </a:p>
          <a:p xmlns:a="http://schemas.openxmlformats.org/drawingml/2006/main">
            <a:r>
              <a:t>入口：packages/coding-agent/examples/extensions/git-checkpoint.ts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extensions/auto-commit-on-exit · 示例</a:t>
            </a:r>
          </a:p>
          <a:p xmlns:a="http://schemas.openxmlformats.org/drawingml/2006/main">
            <a:r>
              <a:t>展示 extensions/auto-commit-on-exit.ts 对应的扩展或 SDK 用法。具体场景以入口文件的原始说明、注册代码和配套 README 为依据。</a:t>
            </a:r>
          </a:p>
          <a:p xmlns:a="http://schemas.openxmlformats.org/drawingml/2006/main">
            <a:r>
              <a:t>入口：packages/coding-agent/examples/extensions/auto-commit-on-exit.ts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sdk/01-minimal · 示例</a:t>
            </a:r>
          </a:p>
          <a:p xmlns:a="http://schemas.openxmlformats.org/drawingml/2006/main">
            <a:r>
              <a:t>展示 sdk/01-minimal.ts 对应的扩展或 SDK 用法。具体场景以入口文件的原始说明、注册代码和配套 README 为依据。</a:t>
            </a:r>
          </a:p>
          <a:p xmlns:a="http://schemas.openxmlformats.org/drawingml/2006/main">
            <a:r>
              <a:t>入口：packages/coding-agent/examples/sdk/01-minimal.ts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sdk/02-custom-model · 示例</a:t>
            </a:r>
          </a:p>
          <a:p xmlns:a="http://schemas.openxmlformats.org/drawingml/2006/main">
            <a:r>
              <a:t>展示 sdk/02-custom-model.ts 对应的扩展或 SDK 用法。具体场景以入口文件的原始说明、注册代码和配套 README 为依据。</a:t>
            </a:r>
          </a:p>
          <a:p xmlns:a="http://schemas.openxmlformats.org/drawingml/2006/main">
            <a:r>
              <a:t>入口：packages/coding-agent/examples/sdk/02-custom-model.ts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sdk/03-custom-prompt · 示例</a:t>
            </a:r>
          </a:p>
          <a:p xmlns:a="http://schemas.openxmlformats.org/drawingml/2006/main">
            <a:r>
              <a:t>展示 sdk/03-custom-prompt.ts 对应的扩展或 SDK 用法。具体场景以入口文件的原始说明、注册代码和配套 README 为依据。</a:t>
            </a:r>
          </a:p>
          <a:p xmlns:a="http://schemas.openxmlformats.org/drawingml/2006/main">
            <a:r>
              <a:t>入口：packages/coding-agent/examples/sdk/03-custom-prompt.ts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sdk/04-skills · 示例</a:t>
            </a:r>
          </a:p>
          <a:p xmlns:a="http://schemas.openxmlformats.org/drawingml/2006/main">
            <a:r>
              <a:t>展示 sdk/04-skills.ts 对应的扩展或 SDK 用法。具体场景以入口文件的原始说明、注册代码和配套 README 为依据。</a:t>
            </a:r>
          </a:p>
          <a:p xmlns:a="http://schemas.openxmlformats.org/drawingml/2006/main">
            <a:r>
              <a:t>入口：packages/coding-agent/examples/sdk/04-skills.ts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sdk/05-tools · 示例</a:t>
            </a:r>
          </a:p>
          <a:p xmlns:a="http://schemas.openxmlformats.org/drawingml/2006/main">
            <a:r>
              <a:t>展示 sdk/05-tools.ts 对应的扩展或 SDK 用法。具体场景以入口文件的原始说明、注册代码和配套 README 为依据。</a:t>
            </a:r>
          </a:p>
          <a:p xmlns:a="http://schemas.openxmlformats.org/drawingml/2006/main">
            <a:r>
              <a:t>入口：packages/coding-agent/examples/sdk/05-tools.ts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sdk/06-extensions · 示例</a:t>
            </a:r>
          </a:p>
          <a:p xmlns:a="http://schemas.openxmlformats.org/drawingml/2006/main">
            <a:r>
              <a:t>展示 sdk/06-extensions.ts 对应的扩展或 SDK 用法。具体场景以入口文件的原始说明、注册代码和配套 README 为依据。</a:t>
            </a:r>
          </a:p>
          <a:p xmlns:a="http://schemas.openxmlformats.org/drawingml/2006/main">
            <a:r>
              <a:t>入口：packages/coding-agent/examples/sdk/06-extensions.ts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sdk/07-context-files · 示例</a:t>
            </a:r>
          </a:p>
          <a:p xmlns:a="http://schemas.openxmlformats.org/drawingml/2006/main">
            <a:r>
              <a:t>展示 sdk/07-context-files.ts 对应的扩展或 SDK 用法。具体场景以入口文件的原始说明、注册代码和配套 README 为依据。</a:t>
            </a:r>
          </a:p>
          <a:p xmlns:a="http://schemas.openxmlformats.org/drawingml/2006/main">
            <a:r>
              <a:t>入口：packages/coding-agent/examples/sdk/07-context-files.ts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sdk/08-prompt-templates · 示例</a:t>
            </a:r>
          </a:p>
          <a:p xmlns:a="http://schemas.openxmlformats.org/drawingml/2006/main">
            <a:r>
              <a:t>展示 sdk/08-prompt-templates.ts 对应的扩展或 SDK 用法。具体场景以入口文件的原始说明、注册代码和配套 README 为依据。</a:t>
            </a:r>
          </a:p>
          <a:p xmlns:a="http://schemas.openxmlformats.org/drawingml/2006/main">
            <a:r>
              <a:t>入口：packages/coding-agent/examples/sdk/08-prompt-templates.ts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sdk/09-api-keys-and-oauth · 示例</a:t>
            </a:r>
          </a:p>
          <a:p xmlns:a="http://schemas.openxmlformats.org/drawingml/2006/main">
            <a:r>
              <a:t>展示 sdk/09-api-keys-and-oauth.ts 对应的扩展或 SDK 用法。具体场景以入口文件的原始说明、注册代码和配套 README 为依据。</a:t>
            </a:r>
          </a:p>
          <a:p xmlns:a="http://schemas.openxmlformats.org/drawingml/2006/main">
            <a:r>
              <a:t>入口：packages/coding-agent/examples/sdk/09-api-keys-and-oauth.ts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sdk/10-settings · 示例</a:t>
            </a:r>
          </a:p>
          <a:p xmlns:a="http://schemas.openxmlformats.org/drawingml/2006/main">
            <a:r>
              <a:t>展示 sdk/10-settings.ts 对应的扩展或 SDK 用法。具体场景以入口文件的原始说明、注册代码和配套 README 为依据。</a:t>
            </a:r>
          </a:p>
          <a:p xmlns:a="http://schemas.openxmlformats.org/drawingml/2006/main">
            <a:r>
              <a:t>入口：packages/coding-agent/examples/sdk/10-settings.ts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sdk/11-sessions · 示例</a:t>
            </a:r>
          </a:p>
          <a:p xmlns:a="http://schemas.openxmlformats.org/drawingml/2006/main">
            <a:r>
              <a:t>展示 sdk/11-sessions.ts 对应的扩展或 SDK 用法。具体场景以入口文件的原始说明、注册代码和配套 README 为依据。</a:t>
            </a:r>
          </a:p>
          <a:p xmlns:a="http://schemas.openxmlformats.org/drawingml/2006/main">
            <a:r>
              <a:t>入口：packages/coding-agent/examples/sdk/11-sessions.ts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sdk/12-full-control · 示例</a:t>
            </a:r>
          </a:p>
          <a:p xmlns:a="http://schemas.openxmlformats.org/drawingml/2006/main">
            <a:r>
              <a:t>展示 sdk/12-full-control.ts 对应的扩展或 SDK 用法。具体场景以入口文件的原始说明、注册代码和配套 README 为依据。</a:t>
            </a:r>
          </a:p>
          <a:p xmlns:a="http://schemas.openxmlformats.org/drawingml/2006/main">
            <a:r>
              <a:t>入口：packages/coding-agent/examples/sdk/12-full-control.ts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sdk/13-session-runtime · 示例</a:t>
            </a:r>
          </a:p>
          <a:p xmlns:a="http://schemas.openxmlformats.org/drawingml/2006/main">
            <a:r>
              <a:t>展示 sdk/13-session-runtime.ts 对应的扩展或 SDK 用法。具体场景以入口文件的原始说明、注册代码和配套 README 为依据。</a:t>
            </a:r>
          </a:p>
          <a:p xmlns:a="http://schemas.openxmlformats.org/drawingml/2006/main">
            <a:r>
              <a:t>入口：packages/coding-agent/examples/sdk/13-session-runtime.ts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sdk/14-codemode-mcp · 示例</a:t>
            </a:r>
          </a:p>
          <a:p xmlns:a="http://schemas.openxmlformats.org/drawingml/2006/main">
            <a:r>
              <a:t>展示 sdk/14-codemode-mcp.ts 对应的扩展或 SDK 用法。具体场景以入口文件的原始说明、注册代码和配套 README 为依据。</a:t>
            </a:r>
          </a:p>
          <a:p xmlns:a="http://schemas.openxmlformats.org/drawingml/2006/main">
            <a:r>
              <a:t>入口：packages/coding-agent/examples/sdk/14-codemode-mcp.ts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安装锁生成与生命周期脚本审查</a:t>
            </a:r>
          </a:p>
          <a:p xmlns:a="http://schemas.openxmlformats.org/drawingml/2006/main">
            <a:r>
              <a:t>生成并核验独立安装时使用的固定依赖图与批准的生命周期脚本清单。</a:t>
            </a:r>
          </a:p>
          <a:p xmlns:a="http://schemas.openxmlformats.org/drawingml/2006/main">
            <a:r>
              <a:t>入口：install-lock:coding-agent；check:install-lock:coding-agent</a:t>
            </a:r>
          </a:p>
          <a:p xmlns:a="http://schemas.openxmlformats.org/drawingml/2006/main">
            <a:r>
              <a:t>边界：当前使用 install-lock；旧发布 npm-shrinkwrap 已移除，常规 npm 使用其自身依赖解析。</a:t>
            </a:r>
          </a:p>
          <a:p xmlns:a="http://schemas.openxmlformats.org/drawingml/2006/main">
            <a:r>
              <a:t/>
            </a:r>
          </a:p>
          <a:p xmlns:a="http://schemas.openxmlformats.org/drawingml/2006/main">
            <a:r>
              <a:t>文档：</a:t>
            </a:r>
          </a:p>
          <a:p xmlns:a="http://schemas.openxmlformats.org/drawingml/2006/main">
            <a:r>
              <a:t/>
            </a:r>
          </a:p>
          <a:p xmlns:a="http://schemas.openxmlformats.org/drawingml/2006/main">
            <a:r>
              <a:t>packages/coding-agent/docs/cli.md</a:t>
            </a:r>
          </a:p>
          <a:p xmlns:a="http://schemas.openxmlformats.org/drawingml/2006/main">
            <a:r>
              <a:t/>
            </a:r>
          </a:p>
          <a:p xmlns:a="http://schemas.openxmlformats.org/drawingml/2006/main">
            <a:r>
              <a:t>AGENTS.md</a:t>
            </a:r>
          </a:p>
          <a:p xmlns:a="http://schemas.openxmlformats.org/drawingml/2006/main">
            <a:r>
              <a:t/>
            </a:r>
          </a:p>
          <a:p xmlns:a="http://schemas.openxmlformats.org/drawingml/2006/main">
            <a:r>
              <a:t>packages/agent/README.md</a:t>
            </a:r>
          </a:p>
          <a:p xmlns:a="http://schemas.openxmlformats.org/drawingml/2006/main">
            <a:r>
              <a:t/>
            </a:r>
          </a:p>
          <a:p xmlns:a="http://schemas.openxmlformats.org/drawingml/2006/main">
            <a:r>
              <a:t>packages/tui/README.md</a:t>
            </a:r>
          </a:p>
          <a:p xmlns:a="http://schemas.openxmlformats.org/drawingml/2006/main">
            <a:r>
              <a:t/>
            </a:r>
          </a:p>
          <a:p xmlns:a="http://schemas.openxmlformats.org/drawingml/2006/main">
            <a:r>
              <a:t>packages/coding-agent/examples/extensions/README.md</a:t>
            </a:r>
          </a:p>
          <a:p xmlns:a="http://schemas.openxmlformats.org/drawingml/2006/main">
            <a:r>
              <a:t/>
            </a:r>
          </a:p>
          <a:p xmlns:a="http://schemas.openxmlformats.org/drawingml/2006/main">
            <a:r>
              <a:t>packages/coding-agent/docs/slash-commands.md</a:t>
            </a:r>
          </a:p>
          <a:p xmlns:a="http://schemas.openxmlformats.org/drawingml/2006/main">
            <a:r>
              <a:t/>
            </a:r>
          </a:p>
          <a:p xmlns:a="http://schemas.openxmlformats.org/drawingml/2006/main">
            <a:r>
              <a:t>packages/coding-agent/docs/extensions.md</a:t>
            </a:r>
          </a:p>
          <a:p xmlns:a="http://schemas.openxmlformats.org/drawingml/2006/main">
            <a:r>
              <a:t/>
            </a:r>
          </a:p>
          <a:p xmlns:a="http://schemas.openxmlformats.org/drawingml/2006/main">
            <a:r>
              <a:t>packages/coding-agent/docs/rpc-extension-ui.md</a:t>
            </a:r>
          </a:p>
          <a:p xmlns:a="http://schemas.openxmlformats.org/drawingml/2006/main">
            <a:r>
              <a:t/>
            </a:r>
          </a:p>
          <a:p xmlns:a="http://schemas.openxmlformats.org/drawingml/2006/main">
            <a:r>
              <a:t>packages/coding-agent/docs/virtual-models.md</a:t>
            </a:r>
          </a:p>
          <a:p xmlns:a="http://schemas.openxmlformats.org/drawingml/2006/main">
            <a:r>
              <a:t/>
            </a:r>
          </a:p>
          <a:p xmlns:a="http://schemas.openxmlformats.org/drawingml/2006/main">
            <a:r>
              <a:t>packages/coding-agent/docs/sdk.md</a:t>
            </a:r>
          </a:p>
          <a:p xmlns:a="http://schemas.openxmlformats.org/drawingml/2006/main">
            <a:r>
              <a:t/>
            </a:r>
          </a:p>
          <a:p xmlns:a="http://schemas.openxmlformats.org/drawingml/2006/main">
            <a:r>
              <a:t>README.md</a:t>
            </a:r>
          </a:p>
          <a:p xmlns:a="http://schemas.openxmlformats.org/drawingml/2006/main">
            <a:r>
              <a:t/>
            </a:r>
          </a:p>
          <a:p xmlns:a="http://schemas.openxmlformats.org/drawingml/2006/main">
            <a:r>
              <a:t>相关测试（列出路径不代表已运行）：</a:t>
            </a:r>
          </a:p>
          <a:p xmlns:a="http://schemas.openxmlformats.org/drawingml/2006/main">
            <a:r>
              <a:t/>
            </a:r>
          </a:p>
          <a:p xmlns:a="http://schemas.openxmlformats.org/drawingml/2006/main">
            <a:r>
              <a:t>packages/coding-agent/test/cache-warmer.test.ts</a:t>
            </a:r>
          </a:p>
          <a:p xmlns:a="http://schemas.openxmlformats.org/drawingml/2006/main">
            <a:r>
              <a:t/>
            </a:r>
          </a:p>
          <a:p xmlns:a="http://schemas.openxmlformats.org/drawingml/2006/main">
            <a:r>
              <a:t>packages/coding-agent/test/extensions-runner.test.ts</a:t>
            </a:r>
          </a:p>
          <a:p xmlns:a="http://schemas.openxmlformats.org/drawingml/2006/main">
            <a:r>
              <a:t/>
            </a:r>
          </a:p>
          <a:p xmlns:a="http://schemas.openxmlformats.org/drawingml/2006/main">
            <a:r>
              <a:t>packages/coding-agent/test/llama-extension.test.ts</a:t>
            </a:r>
          </a:p>
          <a:p xmlns:a="http://schemas.openxmlformats.org/drawingml/2006/main">
            <a:r>
              <a:t/>
            </a:r>
          </a:p>
          <a:p xmlns:a="http://schemas.openxmlformats.org/drawingml/2006/main">
            <a:r>
              <a:t>packages/coding-agent/test/suite/regressions/7193-event-bus-lifecycle.test.ts</a:t>
            </a:r>
          </a:p>
          <a:p xmlns:a="http://schemas.openxmlformats.org/drawingml/2006/main">
            <a:r>
              <a:t/>
            </a:r>
          </a:p>
          <a:p xmlns:a="http://schemas.openxmlformats.org/drawingml/2006/main">
            <a:r>
              <a:t>packages/coding-agent/test/suite/regressions/8423-extension-factory-failure.test.ts</a:t>
            </a:r>
          </a:p>
          <a:p xmlns:a="http://schemas.openxmlformats.org/drawingml/2006/main">
            <a:r>
              <a:t/>
            </a:r>
          </a:p>
          <a:p xmlns:a="http://schemas.openxmlformats.org/drawingml/2006/main">
            <a:r>
              <a:t>packages/coding-agent/test/utilities.ts</a:t>
            </a:r>
          </a:p>
          <a:p xmlns:a="http://schemas.openxmlformats.org/drawingml/2006/main">
            <a:r>
              <a:t/>
            </a:r>
          </a:p>
          <a:p xmlns:a="http://schemas.openxmlformats.org/drawingml/2006/main">
            <a:r>
              <a:t>packages/coding-agent/test/compaction-extensions-example.test.ts</a:t>
            </a:r>
          </a:p>
          <a:p xmlns:a="http://schemas.openxmlformats.org/drawingml/2006/main">
            <a:r>
              <a:t/>
            </a:r>
          </a:p>
          <a:p xmlns:a="http://schemas.openxmlformats.org/drawingml/2006/main">
            <a:r>
              <a:t>packages/coding-agent/test/compaction-extensions.test.ts</a:t>
            </a:r>
          </a:p>
          <a:p xmlns:a="http://schemas.openxmlformats.org/drawingml/2006/main">
            <a:r>
              <a:t/>
            </a:r>
          </a:p>
          <a:p xmlns:a="http://schemas.openxmlformats.org/drawingml/2006/main">
            <a:r>
              <a:t>packages/coding-agent/test/git-merge-and-resolve-extension.test.ts</a:t>
            </a:r>
          </a:p>
          <a:p xmlns:a="http://schemas.openxmlformats.org/drawingml/2006/main">
            <a:r>
              <a:t/>
            </a:r>
          </a:p>
          <a:p xmlns:a="http://schemas.openxmlformats.org/drawingml/2006/main">
            <a:r>
              <a:t>packages/coding-agent/test/input-transform-streaming-example.test.ts</a:t>
            </a:r>
          </a:p>
          <a:p xmlns:a="http://schemas.openxmlformats.org/drawingml/2006/main">
            <a:r>
              <a:t/>
            </a:r>
          </a:p>
          <a:p xmlns:a="http://schemas.openxmlformats.org/drawingml/2006/main">
            <a:r>
              <a:t>packages/coding-agent/test/plan-mode-extension.test.ts</a:t>
            </a:r>
          </a:p>
          <a:p xmlns:a="http://schemas.openxmlformats.org/drawingml/2006/main">
            <a:r>
              <a:t/>
            </a:r>
          </a:p>
          <a:p xmlns:a="http://schemas.openxmlformats.org/drawingml/2006/main">
            <a:r>
              <a:t>packages/coding-agent/test/rpc-prompt-response-semantics.test.ts</a:t>
            </a:r>
          </a:p>
          <a:p xmlns:a="http://schemas.openxmlformats.org/drawingml/2006/main">
            <a:r>
              <a:t/>
            </a:r>
          </a:p>
          <a:p xmlns:a="http://schemas.openxmlformats.org/drawingml/2006/main">
            <a:r>
              <a:t>packages/coding-agent/test/suite/agent-session-compaction-model-overrides.test.ts</a:t>
            </a:r>
          </a:p>
          <a:p xmlns:a="http://schemas.openxmlformats.org/drawingml/2006/main">
            <a:r>
              <a:t/>
            </a:r>
          </a:p>
          <a:p xmlns:a="http://schemas.openxmlformats.org/drawingml/2006/main">
            <a:r>
              <a:t>packages/coding-agent/test/suite/agent-session-prompt.test.ts</a:t>
            </a:r>
          </a:p>
          <a:p xmlns:a="http://schemas.openxmlformats.org/drawingml/2006/main">
            <a:r>
              <a:t/>
            </a:r>
          </a:p>
          <a:p xmlns:a="http://schemas.openxmlformats.org/drawingml/2006/main">
            <a:r>
              <a:t>packages/coding-agent/test/suite/harness.ts</a:t>
            </a:r>
          </a:p>
          <a:p xmlns:a="http://schemas.openxmlformats.org/drawingml/2006/main">
            <a:r>
              <a:t/>
            </a:r>
          </a:p>
          <a:p xmlns:a="http://schemas.openxmlformats.org/drawingml/2006/main">
            <a:r>
              <a:t>packages/coding-agent/test/suite/regressions/8261-subagent-project-trust.test.ts</a:t>
            </a:r>
          </a:p>
          <a:p xmlns:a="http://schemas.openxmlformats.org/drawingml/2006/main">
            <a:r>
              <a:t/>
            </a:r>
          </a:p>
          <a:p xmlns:a="http://schemas.openxmlformats.org/drawingml/2006/main">
            <a:r>
              <a:t>packages/coding-agent/test/suite/virtual-models.test.ts</a:t>
            </a:r>
          </a:p>
          <a:p xmlns:a="http://schemas.openxmlformats.org/drawingml/2006/main">
            <a:r>
              <a:t/>
            </a:r>
          </a:p>
          <a:p xmlns:a="http://schemas.openxmlformats.org/drawingml/2006/main">
            <a:r>
              <a:t>packages/coding-agent/test/trigger-compact-extension.test.ts</a:t>
            </a:r>
          </a:p>
          <a:p xmlns:a="http://schemas.openxmlformats.org/drawingml/2006/main">
            <a:r>
              <a:t/>
            </a:r>
          </a:p>
          <a:p xmlns:a="http://schemas.openxmlformats.org/drawingml/2006/main">
            <a:r>
              <a:t>packages/coding-agent/test/extensions-discovery.test.ts</a:t>
            </a:r>
          </a:p>
          <a:p xmlns:a="http://schemas.openxmlformats.org/drawingml/2006/main">
            <a:r>
              <a:t/>
            </a:r>
          </a:p>
          <a:p xmlns:a="http://schemas.openxmlformats.org/drawingml/2006/main">
            <a:r>
              <a:t>packages/coding-agent/test/extensions-input-event.test.ts</a:t>
            </a:r>
          </a:p>
          <a:p xmlns:a="http://schemas.openxmlformats.org/drawingml/2006/main">
            <a:r>
              <a:t/>
            </a:r>
          </a:p>
          <a:p xmlns:a="http://schemas.openxmlformats.org/drawingml/2006/main">
            <a:r>
              <a:t>packages/coding-agent/test/sdk-codex-cache-probe-tool-loop.ts</a:t>
            </a:r>
          </a:p>
          <a:p xmlns:a="http://schemas.openxmlformats.org/drawingml/2006/main">
            <a:r>
              <a:t/>
            </a:r>
          </a:p>
          <a:p xmlns:a="http://schemas.openxmlformats.org/drawingml/2006/main">
            <a:r>
              <a:t>packages/coding-agent/test/sdk-skills.test.ts</a:t>
            </a:r>
          </a:p>
          <a:p xmlns:a="http://schemas.openxmlformats.org/drawingml/2006/main">
            <a:r>
              <a:t/>
            </a:r>
          </a:p>
          <a:p xmlns:a="http://schemas.openxmlformats.org/drawingml/2006/main">
            <a:r>
              <a:t>packages/coding-agent/test/suite/regressions/8237-node-sea-extension-loading.test.ts</a:t>
            </a:r>
          </a:p>
          <a:p xmlns:a="http://schemas.openxmlformats.org/drawingml/2006/main">
            <a:r>
              <a:t/>
            </a:r>
          </a:p>
          <a:p xmlns:a="http://schemas.openxmlformats.org/drawingml/2006/main">
            <a:r>
              <a:t>packages/coding-agent/test/suite/regressions/9540-extension-loader-lazy.test.ts</a:t>
            </a:r>
          </a:p>
          <a:p xmlns:a="http://schemas.openxmlformats.org/drawingml/2006/main">
            <a:r>
              <a:t/>
            </a:r>
          </a:p>
          <a:p xmlns:a="http://schemas.openxmlformats.org/drawingml/2006/main">
            <a:r>
              <a:t>packages/coding-agent/test/suite/regressions/extension-factory-cache.test.ts</a:t>
            </a:r>
          </a:p>
          <a:p xmlns:a="http://schemas.openxmlformats.org/drawingml/2006/main">
            <a:r>
              <a:t/>
            </a:r>
          </a:p>
          <a:p xmlns:a="http://schemas.openxmlformats.org/drawingml/2006/main">
            <a:r>
              <a:t>packages/coding-agent/test/resource-loader.test.ts</a:t>
            </a:r>
          </a:p>
          <a:p xmlns:a="http://schemas.openxmlformats.org/drawingml/2006/main">
            <a:r>
              <a:t/>
            </a:r>
          </a:p>
          <a:p xmlns:a="http://schemas.openxmlformats.org/drawingml/2006/main">
            <a:r>
              <a:t>packages/coding-agent/test/suite/agent-session-mcp-oauth.test.ts</a:t>
            </a:r>
          </a:p>
          <a:p xmlns:a="http://schemas.openxmlformats.org/drawingml/2006/main">
            <a:r>
              <a:t/>
            </a:r>
          </a:p>
          <a:p xmlns:a="http://schemas.openxmlformats.org/drawingml/2006/main">
            <a:r>
              <a:t>packages/coding-agent/test/codemode-renderer.test.ts</a:t>
            </a:r>
          </a:p>
          <a:p xmlns:a="http://schemas.openxmlformats.org/drawingml/2006/main">
            <a:r>
              <a:t/>
            </a:r>
          </a:p>
          <a:p xmlns:a="http://schemas.openxmlformats.org/drawingml/2006/main">
            <a:r>
              <a:t>packages/coding-agent/test/custom-message.test.ts</a:t>
            </a:r>
          </a:p>
          <a:p xmlns:a="http://schemas.openxmlformats.org/drawingml/2006/main">
            <a:r>
              <a:t/>
            </a:r>
          </a:p>
          <a:p xmlns:a="http://schemas.openxmlformats.org/drawingml/2006/main">
            <a:r>
              <a:t>packages/coding-agent/test/edit-tool-legacy-input.test.ts</a:t>
            </a:r>
          </a:p>
          <a:p xmlns:a="http://schemas.openxmlformats.org/drawingml/2006/main">
            <a:r>
              <a:t/>
            </a:r>
          </a:p>
          <a:p xmlns:a="http://schemas.openxmlformats.org/drawingml/2006/main">
            <a:r>
              <a:t>packages/coding-agent/test/export-html-whitespace.test.ts</a:t>
            </a:r>
          </a:p>
          <a:p xmlns:a="http://schemas.openxmlformats.org/drawingml/2006/main">
            <a:r>
              <a:t/>
            </a:r>
          </a:p>
          <a:p xmlns:a="http://schemas.openxmlformats.org/drawingml/2006/main">
            <a:r>
              <a:t>packages/coding-agent/test/export-jsonl-share.test.ts</a:t>
            </a:r>
          </a:p>
          <a:p xmlns:a="http://schemas.openxmlformats.org/drawingml/2006/main">
            <a:r>
              <a:t/>
            </a:r>
          </a:p>
          <a:p xmlns:a="http://schemas.openxmlformats.org/drawingml/2006/main">
            <a:r>
              <a:t>packages/coding-agent/test/image-resize-callers.test.ts</a:t>
            </a:r>
          </a:p>
          <a:p xmlns:a="http://schemas.openxmlformats.org/drawingml/2006/main">
            <a:r>
              <a:t/>
            </a:r>
          </a:p>
          <a:p xmlns:a="http://schemas.openxmlformats.org/drawingml/2006/main">
            <a:r>
              <a:t>packages/coding-agent/test/interactive-mode-status.test.ts</a:t>
            </a:r>
          </a:p>
          <a:p xmlns:a="http://schemas.openxmlformats.org/drawingml/2006/main">
            <a:r>
              <a:t/>
            </a:r>
          </a:p>
          <a:p xmlns:a="http://schemas.openxmlformats.org/drawingml/2006/main">
            <a:r>
              <a:t>packages/coding-agent/test/mermaid.test.ts</a:t>
            </a:r>
          </a:p>
          <a:p xmlns:a="http://schemas.openxmlformats.org/drawingml/2006/main">
            <a:r>
              <a:t/>
            </a:r>
          </a:p>
          <a:p xmlns:a="http://schemas.openxmlformats.org/drawingml/2006/main">
            <a:r>
              <a:t>packages/coding-agent/test/output-pad.test.ts</a:t>
            </a:r>
          </a:p>
          <a:p xmlns:a="http://schemas.openxmlformats.org/drawingml/2006/main">
            <a:r>
              <a:t/>
            </a:r>
          </a:p>
          <a:p xmlns:a="http://schemas.openxmlformats.org/drawingml/2006/main">
            <a:r>
              <a:t>packages/coding-agent/test/sdk-stream-options.test.ts</a:t>
            </a:r>
          </a:p>
          <a:p xmlns:a="http://schemas.openxmlformats.org/drawingml/2006/main">
            <a:r>
              <a:t/>
            </a:r>
          </a:p>
          <a:p xmlns:a="http://schemas.openxmlformats.org/drawingml/2006/main">
            <a:r>
              <a:t>packages/coding-agent/test/suite/agent-session-codemode.test.ts</a:t>
            </a:r>
          </a:p>
          <a:p xmlns:a="http://schemas.openxmlformats.org/drawingml/2006/main">
            <a:r>
              <a:t/>
            </a:r>
          </a:p>
          <a:p xmlns:a="http://schemas.openxmlformats.org/drawingml/2006/main">
            <a:r>
              <a:t>packages/coding-agent/test/suite/agent-session-mcp.test.ts</a:t>
            </a:r>
          </a:p>
          <a:p xmlns:a="http://schemas.openxmlformats.org/drawingml/2006/main">
            <a:r>
              <a:t/>
            </a:r>
          </a:p>
          <a:p xmlns:a="http://schemas.openxmlformats.org/drawingml/2006/main">
            <a:r>
              <a:t>packages/coding-agent/test/suite/agent-session-tool-orchestration.test.ts</a:t>
            </a:r>
          </a:p>
          <a:p xmlns:a="http://schemas.openxmlformats.org/drawingml/2006/main">
            <a:r>
              <a:t/>
            </a:r>
          </a:p>
          <a:p xmlns:a="http://schemas.openxmlformats.org/drawingml/2006/main">
            <a:r>
              <a:t>packages/coding-agent/test/suite/regressions/10285-mcp-tool-renderers.test.ts</a:t>
            </a:r>
          </a:p>
          <a:p xmlns:a="http://schemas.openxmlformats.org/drawingml/2006/main">
            <a:r>
              <a:t/>
            </a:r>
          </a:p>
          <a:p xmlns:a="http://schemas.openxmlformats.org/drawingml/2006/main">
            <a:r>
              <a:t>packages/coding-agent/test/suite/regressions/9068-user-bash-fail-closed.test.ts</a:t>
            </a:r>
          </a:p>
          <a:p xmlns:a="http://schemas.openxmlformats.org/drawingml/2006/main">
            <a:r>
              <a:t/>
            </a:r>
          </a:p>
          <a:p xmlns:a="http://schemas.openxmlformats.org/drawingml/2006/main">
            <a:r>
              <a:t>packages/coding-agent/test/tool-execution-component.test.ts</a:t>
            </a:r>
          </a:p>
          <a:p xmlns:a="http://schemas.openxmlformats.org/drawingml/2006/main">
            <a:r>
              <a:t/>
            </a:r>
          </a:p>
          <a:p xmlns:a="http://schemas.openxmlformats.org/drawingml/2006/main">
            <a:r>
              <a:t>packages/coding-agent/test/tool-renderer-examples.test.ts</a:t>
            </a:r>
          </a:p>
          <a:p xmlns:a="http://schemas.openxmlformats.org/drawingml/2006/main">
            <a:r>
              <a:t/>
            </a:r>
          </a:p>
          <a:p xmlns:a="http://schemas.openxmlformats.org/drawingml/2006/main">
            <a:r>
              <a:t>packages/coding-agent/test/tool-search.test.ts</a:t>
            </a:r>
          </a:p>
          <a:p xmlns:a="http://schemas.openxmlformats.org/drawingml/2006/main">
            <a:r>
              <a:t/>
            </a:r>
          </a:p>
          <a:p xmlns:a="http://schemas.openxmlformats.org/drawingml/2006/main">
            <a:r>
              <a:t>packages/coding-agent/test/tools.test.ts</a:t>
            </a:r>
          </a:p>
          <a:p xmlns:a="http://schemas.openxmlformats.org/drawingml/2006/main">
            <a:r>
              <a:t/>
            </a:r>
          </a:p>
          <a:p xmlns:a="http://schemas.openxmlformats.org/drawingml/2006/main">
            <a:r>
              <a:t>packages/coding-agent/test/suite/regressions/11156-pi-ai-models-virtual-module.test.ts</a:t>
            </a:r>
          </a:p>
          <a:p xmlns:a="http://schemas.openxmlformats.org/drawingml/2006/main">
            <a:r>
              <a:t/>
            </a:r>
          </a:p>
          <a:p xmlns:a="http://schemas.openxmlformats.org/drawingml/2006/main">
            <a:r>
              <a:t>packages/coding-agent/test/agent-session-branching.test.ts</a:t>
            </a:r>
          </a:p>
          <a:p xmlns:a="http://schemas.openxmlformats.org/drawingml/2006/main">
            <a:r>
              <a:t/>
            </a:r>
          </a:p>
          <a:p xmlns:a="http://schemas.openxmlformats.org/drawingml/2006/main">
            <a:r>
              <a:t>packages/coding-agent/test/agent-session-runtime-events.test.ts</a:t>
            </a:r>
          </a:p>
          <a:p xmlns:a="http://schemas.openxmlformats.org/drawingml/2006/main">
            <a:r>
              <a:t/>
            </a:r>
          </a:p>
          <a:p xmlns:a="http://schemas.openxmlformats.org/drawingml/2006/main">
            <a:r>
              <a:t>packages/coding-agent/test/interactive-mode-import-command.test.ts</a:t>
            </a:r>
          </a:p>
          <a:p xmlns:a="http://schemas.openxmlformats.org/drawingml/2006/main">
            <a:r>
              <a:t/>
            </a:r>
          </a:p>
          <a:p xmlns:a="http://schemas.openxmlformats.org/drawingml/2006/main">
            <a:r>
              <a:t>packages/coding-agent/test/session-cwd.test.ts</a:t>
            </a:r>
          </a:p>
          <a:p xmlns:a="http://schemas.openxmlformats.org/drawingml/2006/main">
            <a:r>
              <a:t/>
            </a:r>
          </a:p>
          <a:p xmlns:a="http://schemas.openxmlformats.org/drawingml/2006/main">
            <a:r>
              <a:t>packages/coding-agent/test/suite/agent-session-runtime.test.ts</a:t>
            </a:r>
          </a:p>
          <a:p xmlns:a="http://schemas.openxmlformats.org/drawingml/2006/main">
            <a:r>
              <a:t/>
            </a:r>
          </a:p>
          <a:p xmlns:a="http://schemas.openxmlformats.org/drawingml/2006/main">
            <a:r>
              <a:t>packages/coding-agent/test/suite/regressions/2753-reload-stale-resource-settings.test.ts</a:t>
            </a:r>
          </a:p>
          <a:p xmlns:a="http://schemas.openxmlformats.org/drawingml/2006/main">
            <a:r>
              <a:t/>
            </a:r>
          </a:p>
          <a:p xmlns:a="http://schemas.openxmlformats.org/drawingml/2006/main">
            <a:r>
              <a:t>packages/coding-agent/test/suite/regressions/2860-replaced-session-context.test.ts</a:t>
            </a:r>
          </a:p>
          <a:p xmlns:a="http://schemas.openxmlformats.org/drawingml/2006/main">
            <a:r>
              <a:t/>
            </a:r>
          </a:p>
          <a:p xmlns:a="http://schemas.openxmlformats.org/drawingml/2006/main">
            <a:r>
              <a:t>packages/coding-agent/test/suite/regressions/5868-rpc-unknown-command-id.test.ts</a:t>
            </a:r>
          </a:p>
          <a:p xmlns:a="http://schemas.openxmlformats.org/drawingml/2006/main">
            <a:r>
              <a:t/>
            </a:r>
          </a:p>
          <a:p xmlns:a="http://schemas.openxmlformats.org/drawingml/2006/main">
            <a:r>
              <a:t>packages/coding-agent/test/suite/regressions/8724-in-memory-fork-active-tool.test.ts</a:t>
            </a:r>
          </a:p>
          <a:p xmlns:a="http://schemas.openxmlformats.org/drawingml/2006/main">
            <a:r>
              <a:t/>
            </a:r>
          </a:p>
          <a:p xmlns:a="http://schemas.openxmlformats.org/drawingml/2006/main">
            <a:r>
              <a:t>packages/coding-agent/test/default-tools-setting.test.ts</a:t>
            </a:r>
          </a:p>
          <a:p xmlns:a="http://schemas.openxmlformats.org/drawingml/2006/main">
            <a:r>
              <a:t/>
            </a:r>
          </a:p>
          <a:p xmlns:a="http://schemas.openxmlformats.org/drawingml/2006/main">
            <a:r>
              <a:t>packages/coding-agent/test/suite/regressions/3592-no-builtin-tools-keeps-extension-tools.test.ts</a:t>
            </a:r>
          </a:p>
          <a:p xmlns:a="http://schemas.openxmlformats.org/drawingml/2006/main">
            <a:r>
              <a:t/>
            </a:r>
          </a:p>
          <a:p xmlns:a="http://schemas.openxmlformats.org/drawingml/2006/main">
            <a:r>
              <a:t>packages/coding-agent/test/suite/regressions/7829-invalid-settings-warning.test.ts</a:t>
            </a:r>
          </a:p>
          <a:p xmlns:a="http://schemas.openxmlformats.org/drawingml/2006/main">
            <a:r>
              <a:t/>
            </a:r>
          </a:p>
          <a:p xmlns:a="http://schemas.openxmlformats.org/drawingml/2006/main">
            <a:r>
              <a:t>packages/coding-agent/test/agent-session-dynamic-provider.test.ts</a:t>
            </a:r>
          </a:p>
          <a:p xmlns:a="http://schemas.openxmlformats.org/drawingml/2006/main">
            <a:r>
              <a:t/>
            </a:r>
          </a:p>
          <a:p xmlns:a="http://schemas.openxmlformats.org/drawingml/2006/main">
            <a:r>
              <a:t>packages/coding-agent/test/agent-session-dynamic-tools.test.ts</a:t>
            </a:r>
          </a:p>
          <a:p xmlns:a="http://schemas.openxmlformats.org/drawingml/2006/main">
            <a:r>
              <a:t/>
            </a:r>
          </a:p>
          <a:p xmlns:a="http://schemas.openxmlformats.org/drawingml/2006/main">
            <a:r>
              <a:t>packages/coding-agent/test/builtin-tool-strict-mode.test.ts</a:t>
            </a:r>
          </a:p>
          <a:p xmlns:a="http://schemas.openxmlformats.org/drawingml/2006/main">
            <a:r>
              <a:t/>
            </a:r>
          </a:p>
          <a:p xmlns:a="http://schemas.openxmlformats.org/drawingml/2006/main">
            <a:r>
              <a:t>packages/coding-agent/test/sdk-client-identity.test.ts</a:t>
            </a:r>
          </a:p>
          <a:p xmlns:a="http://schemas.openxmlformats.org/drawingml/2006/main">
            <a:r>
              <a:t/>
            </a:r>
          </a:p>
          <a:p xmlns:a="http://schemas.openxmlformats.org/drawingml/2006/main">
            <a:r>
              <a:t>packages/coding-agent/test/sdk-session-manager.test.ts</a:t>
            </a:r>
          </a:p>
          <a:p xmlns:a="http://schemas.openxmlformats.org/drawingml/2006/main">
            <a:r>
              <a:t/>
            </a:r>
          </a:p>
          <a:p xmlns:a="http://schemas.openxmlformats.org/drawingml/2006/main">
            <a:r>
              <a:t>packages/coding-agent/test/suite/regressions/2835-tools-allowlist-filters-extension-tools.test.ts</a:t>
            </a:r>
          </a:p>
          <a:p xmlns:a="http://schemas.openxmlformats.org/drawingml/2006/main">
            <a:r>
              <a:t/>
            </a:r>
          </a:p>
          <a:p xmlns:a="http://schemas.openxmlformats.org/drawingml/2006/main">
            <a:r>
              <a:t>packages/coding-agent/test/system-prompt-updates.test.ts</a:t>
            </a:r>
          </a:p>
          <a:p xmlns:a="http://schemas.openxmlformats.org/drawingml/2006/main">
            <a:r>
              <a:t/>
            </a:r>
          </a:p>
          <a:p xmlns:a="http://schemas.openxmlformats.org/drawingml/2006/main">
            <a:r>
              <a:t>packages/coding-agent/test/virtual-models.test.ts</a:t>
            </a:r>
          </a:p>
          <a:p xmlns:a="http://schemas.openxmlformats.org/drawingml/2006/main">
            <a:r>
              <a:t/>
            </a:r>
          </a:p>
          <a:p xmlns:a="http://schemas.openxmlformats.org/drawingml/2006/main">
            <a:r>
              <a:t>packages/coding-agent/test/resource-loader-theme.test.ts</a:t>
            </a:r>
          </a:p>
          <a:p xmlns:a="http://schemas.openxmlformats.org/drawingml/2006/main">
            <a:r>
              <a:t/>
            </a:r>
          </a:p>
          <a:p xmlns:a="http://schemas.openxmlformats.org/drawingml/2006/main">
            <a:r>
              <a:t>packages/coding-agent/test/suite/regressions/2781-skill-collision-precedence.test.ts</a:t>
            </a:r>
          </a:p>
          <a:p xmlns:a="http://schemas.openxmlformats.org/drawingml/2006/main">
            <a:r>
              <a:t/>
            </a:r>
          </a:p>
          <a:p xmlns:a="http://schemas.openxmlformats.org/drawingml/2006/main">
            <a:r>
              <a:t>packages/coding-agent/test/suite/regressions/3616-settings-inmemory-reload.test.ts</a:t>
            </a:r>
          </a:p>
          <a:p xmlns:a="http://schemas.openxmlformats.org/drawingml/2006/main">
            <a:r>
              <a:t/>
            </a:r>
          </a:p>
          <a:p xmlns:a="http://schemas.openxmlformats.org/drawingml/2006/main">
            <a:r>
              <a:t>packages/coding-agent/test/suite/regressions/6260-inline-extension-naming.test.ts</a:t>
            </a:r>
          </a:p>
          <a:p xmlns:a="http://schemas.openxmlformats.org/drawingml/2006/main">
            <a:r>
              <a:t/>
            </a:r>
          </a:p>
          <a:p xmlns:a="http://schemas.openxmlformats.org/drawingml/2006/main">
            <a:r>
              <a:t>packages/coding-agent/test/skills.test.ts</a:t>
            </a:r>
          </a:p>
          <a:p xmlns:a="http://schemas.openxmlformats.org/drawingml/2006/main">
            <a:r>
              <a:t/>
            </a:r>
          </a:p>
          <a:p xmlns:a="http://schemas.openxmlformats.org/drawingml/2006/main">
            <a:r>
              <a:t>packages/coding-agent/test/system-prompt.test.ts</a:t>
            </a:r>
          </a:p>
          <a:p xmlns:a="http://schemas.openxmlformats.org/drawingml/2006/main">
            <a:r>
              <a:t/>
            </a:r>
          </a:p>
          <a:p xmlns:a="http://schemas.openxmlformats.org/drawingml/2006/main">
            <a:r>
              <a:t>packages/agent/test/agent-loop.test.ts</a:t>
            </a:r>
          </a:p>
          <a:p xmlns:a="http://schemas.openxmlformats.org/drawingml/2006/main">
            <a:r>
              <a:t/>
            </a:r>
          </a:p>
          <a:p xmlns:a="http://schemas.openxmlformats.org/drawingml/2006/main">
            <a:r>
              <a:t>packages/agent/test/utils/calculate.ts</a:t>
            </a:r>
          </a:p>
          <a:p xmlns:a="http://schemas.openxmlformats.org/drawingml/2006/main">
            <a:r>
              <a:t/>
            </a:r>
          </a:p>
          <a:p xmlns:a="http://schemas.openxmlformats.org/drawingml/2006/main">
            <a:r>
              <a:t>packages/agent/test/utils/get-current-time.ts</a:t>
            </a:r>
          </a:p>
          <a:p xmlns:a="http://schemas.openxmlformats.org/drawingml/2006/main">
            <a:r>
              <a:t/>
            </a:r>
          </a:p>
          <a:p xmlns:a="http://schemas.openxmlformats.org/drawingml/2006/main">
            <a:r>
              <a:t>packages/coding-agent/test/read-line-range-display.test.ts</a:t>
            </a:r>
          </a:p>
          <a:p xmlns:a="http://schemas.openxmlformats.org/drawingml/2006/main">
            <a:r>
              <a:t/>
            </a:r>
          </a:p>
          <a:p xmlns:a="http://schemas.openxmlformats.org/drawingml/2006/main">
            <a:r>
              <a:t>packages/coding-agent/test/assistant-message.test.ts</a:t>
            </a:r>
          </a:p>
          <a:p xmlns:a="http://schemas.openxmlformats.org/drawingml/2006/main">
            <a:r>
              <a:t/>
            </a:r>
          </a:p>
          <a:p xmlns:a="http://schemas.openxmlformats.org/drawingml/2006/main">
            <a:r>
              <a:t>packages/coding-agent/test/streaming-render-debug.ts</a:t>
            </a:r>
          </a:p>
          <a:p xmlns:a="http://schemas.openxmlformats.org/drawingml/2006/main">
            <a:r>
              <a:t/>
            </a:r>
          </a:p>
          <a:p xmlns:a="http://schemas.openxmlformats.org/drawingml/2006/main">
            <a:r>
              <a:t>packages/coding-agent/test/bash-execution-width.test.ts</a:t>
            </a:r>
          </a:p>
          <a:p xmlns:a="http://schemas.openxmlformats.org/drawingml/2006/main">
            <a:r>
              <a:t/>
            </a:r>
          </a:p>
          <a:p xmlns:a="http://schemas.openxmlformats.org/drawingml/2006/main">
            <a:r>
              <a:t>packages/coding-agent/test/collapsible-message-components.test.ts</a:t>
            </a:r>
          </a:p>
          <a:p xmlns:a="http://schemas.openxmlformats.org/drawingml/2006/main">
            <a:r>
              <a:t/>
            </a:r>
          </a:p>
          <a:p xmlns:a="http://schemas.openxmlformats.org/drawingml/2006/main">
            <a:r>
              <a:t>packages/coding-agent/test/package-command-paths.test.ts</a:t>
            </a:r>
          </a:p>
          <a:p xmlns:a="http://schemas.openxmlformats.org/drawingml/2006/main">
            <a:r>
              <a:t/>
            </a:r>
          </a:p>
          <a:p xmlns:a="http://schemas.openxmlformats.org/drawingml/2006/main">
            <a:r>
              <a:t>packages/coding-agent/test/custom-editor-history-keybindings.test.ts</a:t>
            </a:r>
          </a:p>
          <a:p xmlns:a="http://schemas.openxmlformats.org/drawingml/2006/main">
            <a:r>
              <a:t/>
            </a:r>
          </a:p>
          <a:p xmlns:a="http://schemas.openxmlformats.org/drawingml/2006/main">
            <a:r>
              <a:t>packages/coding-agent/test/status-indicator.test.ts</a:t>
            </a:r>
          </a:p>
          <a:p xmlns:a="http://schemas.openxmlformats.org/drawingml/2006/main">
            <a:r>
              <a:t/>
            </a:r>
          </a:p>
          <a:p xmlns:a="http://schemas.openxmlformats.org/drawingml/2006/main">
            <a:r>
              <a:t>packages/coding-agent/test/bug-report.test.ts</a:t>
            </a:r>
          </a:p>
          <a:p xmlns:a="http://schemas.openxmlformats.org/drawingml/2006/main">
            <a:r>
              <a:t/>
            </a:r>
          </a:p>
          <a:p xmlns:a="http://schemas.openxmlformats.org/drawingml/2006/main">
            <a:r>
              <a:t>packages/coding-agent/test/footer-width.test.ts</a:t>
            </a:r>
          </a:p>
          <a:p xmlns:a="http://schemas.openxmlformats.org/drawingml/2006/main">
            <a:r>
              <a:t/>
            </a:r>
          </a:p>
          <a:p xmlns:a="http://schemas.openxmlformats.org/drawingml/2006/main">
            <a:r>
              <a:t>packages/coding-agent/test/auth-url-copy.test.ts</a:t>
            </a:r>
          </a:p>
          <a:p xmlns:a="http://schemas.openxmlformats.org/drawingml/2006/main">
            <a:r>
              <a:t/>
            </a:r>
          </a:p>
          <a:p xmlns:a="http://schemas.openxmlformats.org/drawingml/2006/main">
            <a:r>
              <a:t>packages/coding-agent/test/login-dialog-device-code.test.ts</a:t>
            </a:r>
          </a:p>
          <a:p xmlns:a="http://schemas.openxmlformats.org/drawingml/2006/main">
            <a:r>
              <a:t/>
            </a:r>
          </a:p>
          <a:p xmlns:a="http://schemas.openxmlformats.org/drawingml/2006/main">
            <a:r>
              <a:t>packages/coding-agent/test/suite/regressions/5433-extension-oauth-prompt-input.test.ts</a:t>
            </a:r>
          </a:p>
          <a:p xmlns:a="http://schemas.openxmlformats.org/drawingml/2006/main">
            <a:r>
              <a:t/>
            </a:r>
          </a:p>
          <a:p xmlns:a="http://schemas.openxmlformats.org/drawingml/2006/main">
            <a:r>
              <a:t>packages/coding-agent/test/model-selector.test.ts</a:t>
            </a:r>
          </a:p>
          <a:p xmlns:a="http://schemas.openxmlformats.org/drawingml/2006/main">
            <a:r>
              <a:t/>
            </a:r>
          </a:p>
          <a:p xmlns:a="http://schemas.openxmlformats.org/drawingml/2006/main">
            <a:r>
              <a:t>packages/coding-agent/test/suite/regressions/3217-scoped-model-order.test.ts</a:t>
            </a:r>
          </a:p>
          <a:p xmlns:a="http://schemas.openxmlformats.org/drawingml/2006/main">
            <a:r>
              <a:t/>
            </a:r>
          </a:p>
          <a:p xmlns:a="http://schemas.openxmlformats.org/drawingml/2006/main">
            <a:r>
              <a:t>packages/coding-agent/test/suite/regressions/6999-models-json-hot-reload.test.ts</a:t>
            </a:r>
          </a:p>
          <a:p xmlns:a="http://schemas.openxmlformats.org/drawingml/2006/main">
            <a:r>
              <a:t/>
            </a:r>
          </a:p>
          <a:p xmlns:a="http://schemas.openxmlformats.org/drawingml/2006/main">
            <a:r>
              <a:t>packages/coding-agent/test/suite/regressions/7209-model-selector-filter-resets-selection.test.ts</a:t>
            </a:r>
          </a:p>
          <a:p xmlns:a="http://schemas.openxmlformats.org/drawingml/2006/main">
            <a:r>
              <a:t/>
            </a:r>
          </a:p>
          <a:p xmlns:a="http://schemas.openxmlformats.org/drawingml/2006/main">
            <a:r>
              <a:t>packages/coding-agent/test/oauth-selector.test.ts</a:t>
            </a:r>
          </a:p>
          <a:p xmlns:a="http://schemas.openxmlformats.org/drawingml/2006/main">
            <a:r>
              <a:t/>
            </a:r>
          </a:p>
          <a:p xmlns:a="http://schemas.openxmlformats.org/drawingml/2006/main">
            <a:r>
              <a:t>packages/coding-agent/test/scoped-models-selector.test.ts</a:t>
            </a:r>
          </a:p>
          <a:p xmlns:a="http://schemas.openxmlformats.org/drawingml/2006/main">
            <a:r>
              <a:t/>
            </a:r>
          </a:p>
          <a:p xmlns:a="http://schemas.openxmlformats.org/drawingml/2006/main">
            <a:r>
              <a:t>packages/coding-agent/test/suite/regressions/6949-unavailable-scoped-model.test.ts</a:t>
            </a:r>
          </a:p>
          <a:p xmlns:a="http://schemas.openxmlformats.org/drawingml/2006/main">
            <a:r>
              <a:t/>
            </a:r>
          </a:p>
          <a:p xmlns:a="http://schemas.openxmlformats.org/drawingml/2006/main">
            <a:r>
              <a:t>packages/coding-agent/test/suite/regressions/7153-scoped-models-refresh.test.ts</a:t>
            </a:r>
          </a:p>
          <a:p xmlns:a="http://schemas.openxmlformats.org/drawingml/2006/main">
            <a:r>
              <a:t/>
            </a:r>
          </a:p>
          <a:p xmlns:a="http://schemas.openxmlformats.org/drawingml/2006/main">
            <a:r>
              <a:t>packages/coding-agent/test/session-selector-search.test.ts</a:t>
            </a:r>
          </a:p>
          <a:p xmlns:a="http://schemas.openxmlformats.org/drawingml/2006/main">
            <a:r>
              <a:t/>
            </a:r>
          </a:p>
          <a:p xmlns:a="http://schemas.openxmlformats.org/drawingml/2006/main">
            <a:r>
              <a:t>packages/coding-agent/test/session-selector-path-delete.test.ts</a:t>
            </a:r>
          </a:p>
          <a:p xmlns:a="http://schemas.openxmlformats.org/drawingml/2006/main">
            <a:r>
              <a:t/>
            </a:r>
          </a:p>
          <a:p xmlns:a="http://schemas.openxmlformats.org/drawingml/2006/main">
            <a:r>
              <a:t>packages/coding-agent/test/session-selector-rename.test.ts</a:t>
            </a:r>
          </a:p>
          <a:p xmlns:a="http://schemas.openxmlformats.org/drawingml/2006/main">
            <a:r>
              <a:t/>
            </a:r>
          </a:p>
          <a:p xmlns:a="http://schemas.openxmlformats.org/drawingml/2006/main">
            <a:r>
              <a:t>packages/coding-agent/test/settings-selector.test.ts</a:t>
            </a:r>
          </a:p>
          <a:p xmlns:a="http://schemas.openxmlformats.org/drawingml/2006/main">
            <a:r>
              <a:t/>
            </a:r>
          </a:p>
          <a:p xmlns:a="http://schemas.openxmlformats.org/drawingml/2006/main">
            <a:r>
              <a:t>packages/coding-agent/test/interactive-mode-tree-navigation.test.ts</a:t>
            </a:r>
          </a:p>
          <a:p xmlns:a="http://schemas.openxmlformats.org/drawingml/2006/main">
            <a:r>
              <a:t/>
            </a:r>
          </a:p>
          <a:p xmlns:a="http://schemas.openxmlformats.org/drawingml/2006/main">
            <a:r>
              <a:t>packages/coding-agent/test/interactive-tui.test.ts</a:t>
            </a:r>
          </a:p>
          <a:p xmlns:a="http://schemas.openxmlformats.org/drawingml/2006/main">
            <a:r>
              <a:t/>
            </a:r>
          </a:p>
          <a:p xmlns:a="http://schemas.openxmlformats.org/drawingml/2006/main">
            <a:r>
              <a:t>packages/coding-agent/test/themed-text.test.ts</a:t>
            </a:r>
          </a:p>
          <a:p xmlns:a="http://schemas.openxmlformats.org/drawingml/2006/main">
            <a:r>
              <a:t/>
            </a:r>
          </a:p>
          <a:p xmlns:a="http://schemas.openxmlformats.org/drawingml/2006/main">
            <a:r>
              <a:t>packages/coding-agent/test/thinking-selector.test.ts</a:t>
            </a:r>
          </a:p>
          <a:p xmlns:a="http://schemas.openxmlformats.org/drawingml/2006/main">
            <a:r>
              <a:t/>
            </a:r>
          </a:p>
          <a:p xmlns:a="http://schemas.openxmlformats.org/drawingml/2006/main">
            <a:r>
              <a:t>packages/coding-agent/test/edit-tool-no-full-redraw.test.ts</a:t>
            </a:r>
          </a:p>
          <a:p xmlns:a="http://schemas.openxmlformats.org/drawingml/2006/main">
            <a:r>
              <a:t/>
            </a:r>
          </a:p>
          <a:p xmlns:a="http://schemas.openxmlformats.org/drawingml/2006/main">
            <a:r>
              <a:t>packages/coding-agent/test/suite/regressions/4167-thinking-toggle-pending-tool-render.test.ts</a:t>
            </a:r>
          </a:p>
          <a:p xmlns:a="http://schemas.openxmlformats.org/drawingml/2006/main">
            <a:r>
              <a:t/>
            </a:r>
          </a:p>
          <a:p xmlns:a="http://schemas.openxmlformats.org/drawingml/2006/main">
            <a:r>
              <a:t>packages/coding-agent/test/suite/regressions/8611-thinking-toggle-pending-bash-output.test.ts</a:t>
            </a:r>
          </a:p>
          <a:p xmlns:a="http://schemas.openxmlformats.org/drawingml/2006/main">
            <a:r>
              <a:t/>
            </a:r>
          </a:p>
          <a:p xmlns:a="http://schemas.openxmlformats.org/drawingml/2006/main">
            <a:r>
              <a:t>packages/coding-agent/test/tree-selector.test.ts</a:t>
            </a:r>
          </a:p>
          <a:p xmlns:a="http://schemas.openxmlformats.org/drawingml/2006/main">
            <a:r>
              <a:t/>
            </a:r>
          </a:p>
          <a:p xmlns:a="http://schemas.openxmlformats.org/drawingml/2006/main">
            <a:r>
              <a:t>packages/coding-agent/test/trust-selector.test.ts</a:t>
            </a:r>
          </a:p>
          <a:p xmlns:a="http://schemas.openxmlformats.org/drawingml/2006/main">
            <a:r>
              <a:t/>
            </a:r>
          </a:p>
          <a:p xmlns:a="http://schemas.openxmlformats.org/drawingml/2006/main">
            <a:r>
              <a:t>packages/coding-agent/test/user-message.test.ts</a:t>
            </a:r>
          </a:p>
          <a:p xmlns:a="http://schemas.openxmlformats.org/drawingml/2006/main">
            <a:r>
              <a:t/>
            </a:r>
          </a:p>
          <a:p xmlns:a="http://schemas.openxmlformats.org/drawingml/2006/main">
            <a:r>
              <a:t>packages/tui/test/tui-alt-screen.test.ts</a:t>
            </a:r>
          </a:p>
          <a:p xmlns:a="http://schemas.openxmlformats.org/drawingml/2006/main">
            <a:r>
              <a:t/>
            </a:r>
          </a:p>
          <a:p xmlns:a="http://schemas.openxmlformats.org/drawingml/2006/main">
            <a:r>
              <a:t>packages/tui/test/chat-simple.ts</a:t>
            </a:r>
          </a:p>
          <a:p xmlns:a="http://schemas.openxmlformats.org/drawingml/2006/main">
            <a:r>
              <a:t/>
            </a:r>
          </a:p>
          <a:p xmlns:a="http://schemas.openxmlformats.org/drawingml/2006/main">
            <a:r>
              <a:t>packages/tui/test/editor-history-keybindings.test.ts</a:t>
            </a:r>
          </a:p>
          <a:p xmlns:a="http://schemas.openxmlformats.org/drawingml/2006/main">
            <a:r>
              <a:t/>
            </a:r>
          </a:p>
          <a:p xmlns:a="http://schemas.openxmlformats.org/drawingml/2006/main">
            <a:r>
              <a:t>packages/tui/test/editor.test.ts</a:t>
            </a:r>
          </a:p>
          <a:p xmlns:a="http://schemas.openxmlformats.org/drawingml/2006/main">
            <a:r>
              <a:t/>
            </a:r>
          </a:p>
          <a:p xmlns:a="http://schemas.openxmlformats.org/drawingml/2006/main">
            <a:r>
              <a:t>packages/tui/test/mouse-components.test.ts</a:t>
            </a:r>
          </a:p>
          <a:p xmlns:a="http://schemas.openxmlformats.org/drawingml/2006/main">
            <a:r>
              <a:t/>
            </a:r>
          </a:p>
          <a:p xmlns:a="http://schemas.openxmlformats.org/drawingml/2006/main">
            <a:r>
              <a:t>packages/tui/test/layout.test.ts</a:t>
            </a:r>
          </a:p>
          <a:p xmlns:a="http://schemas.openxmlformats.org/drawingml/2006/main">
            <a:r>
              <a:t/>
            </a:r>
          </a:p>
          <a:p xmlns:a="http://schemas.openxmlformats.org/drawingml/2006/main">
            <a:r>
              <a:t>packages/tui/test/image-test.ts</a:t>
            </a:r>
          </a:p>
          <a:p xmlns:a="http://schemas.openxmlformats.org/drawingml/2006/main">
            <a:r>
              <a:t/>
            </a:r>
          </a:p>
          <a:p xmlns:a="http://schemas.openxmlformats.org/drawingml/2006/main">
            <a:r>
              <a:t>packages/tui/test/terminal-image.test.ts</a:t>
            </a:r>
          </a:p>
          <a:p xmlns:a="http://schemas.openxmlformats.org/drawingml/2006/main">
            <a:r>
              <a:t/>
            </a:r>
          </a:p>
          <a:p xmlns:a="http://schemas.openxmlformats.org/drawingml/2006/main">
            <a:r>
              <a:t>packages/tui/test/tui-render.test.ts</a:t>
            </a:r>
          </a:p>
          <a:p xmlns:a="http://schemas.openxmlformats.org/drawingml/2006/main">
            <a:r>
              <a:t/>
            </a:r>
          </a:p>
          <a:p xmlns:a="http://schemas.openxmlformats.org/drawingml/2006/main">
            <a:r>
              <a:t>packages/tui/test/input.test.ts</a:t>
            </a:r>
          </a:p>
          <a:p xmlns:a="http://schemas.openxmlformats.org/drawingml/2006/main">
            <a:r>
              <a:t/>
            </a:r>
          </a:p>
          <a:p xmlns:a="http://schemas.openxmlformats.org/drawingml/2006/main">
            <a:r>
              <a:t>packages/tui/test/alt-screen-large-transcript-bench.ts</a:t>
            </a:r>
          </a:p>
          <a:p xmlns:a="http://schemas.openxmlformats.org/drawingml/2006/main">
            <a:r>
              <a:t/>
            </a:r>
          </a:p>
          <a:p xmlns:a="http://schemas.openxmlformats.org/drawingml/2006/main">
            <a:r>
              <a:t>packages/tui/test/markdown.test.ts</a:t>
            </a:r>
          </a:p>
          <a:p xmlns:a="http://schemas.openxmlformats.org/drawingml/2006/main">
            <a:r>
              <a:t/>
            </a:r>
          </a:p>
          <a:p xmlns:a="http://schemas.openxmlformats.org/drawingml/2006/main">
            <a:r>
              <a:t>packages/tui/test/render-churn-bench.ts</a:t>
            </a:r>
          </a:p>
          <a:p xmlns:a="http://schemas.openxmlformats.org/drawingml/2006/main">
            <a:r>
              <a:t/>
            </a:r>
          </a:p>
          <a:p xmlns:a="http://schemas.openxmlformats.org/drawingml/2006/main">
            <a:r>
              <a:t>packages/tui/test/select-list.test.ts</a:t>
            </a:r>
          </a:p>
          <a:p xmlns:a="http://schemas.openxmlformats.org/drawingml/2006/main">
            <a:r>
              <a:t/>
            </a:r>
          </a:p>
          <a:p xmlns:a="http://schemas.openxmlformats.org/drawingml/2006/main">
            <a:r>
              <a:t>packages/tui/test/settings-list.test.ts</a:t>
            </a:r>
          </a:p>
          <a:p xmlns:a="http://schemas.openxmlformats.org/drawingml/2006/main">
            <a:r>
              <a:t/>
            </a:r>
          </a:p>
          <a:p xmlns:a="http://schemas.openxmlformats.org/drawingml/2006/main">
            <a:r>
              <a:t>packages/tui/test/truncated-text.test.ts</a:t>
            </a:r>
          </a:p>
          <a:p xmlns:a="http://schemas.openxmlformats.org/drawingml/2006/main">
            <a:r>
              <a:t/>
            </a:r>
          </a:p>
          <a:p xmlns:a="http://schemas.openxmlformats.org/drawingml/2006/main">
            <a:r>
              <a:t>packages/coding-agent/test/agent-session-auto-compaction-queue.test.ts</a:t>
            </a:r>
          </a:p>
          <a:p xmlns:a="http://schemas.openxmlformats.org/drawingml/2006/main">
            <a:r>
              <a:t/>
            </a:r>
          </a:p>
          <a:p xmlns:a="http://schemas.openxmlformats.org/drawingml/2006/main">
            <a:r>
              <a:t>packages/coding-agent/test/agent-session-compaction.test.ts</a:t>
            </a:r>
          </a:p>
          <a:p xmlns:a="http://schemas.openxmlformats.org/drawingml/2006/main">
            <a:r>
              <a:t/>
            </a:r>
          </a:p>
          <a:p xmlns:a="http://schemas.openxmlformats.org/drawingml/2006/main">
            <a:r>
              <a:t>packages/coding-agent/test/agent-session-concurrent.test.ts</a:t>
            </a:r>
          </a:p>
          <a:p xmlns:a="http://schemas.openxmlformats.org/drawingml/2006/main">
            <a:r>
              <a:t/>
            </a:r>
          </a:p>
          <a:p xmlns:a="http://schemas.openxmlformats.org/drawingml/2006/main">
            <a:r>
              <a:t>packages/coding-agent/test/agent-session-retry.test.ts</a:t>
            </a:r>
          </a:p>
          <a:p xmlns:a="http://schemas.openxmlformats.org/drawingml/2006/main">
            <a:r>
              <a:t/>
            </a:r>
          </a:p>
          <a:p xmlns:a="http://schemas.openxmlformats.org/drawingml/2006/main">
            <a:r>
              <a:t>packages/coding-agent/test/agent-session-stats.test.ts</a:t>
            </a:r>
          </a:p>
          <a:p xmlns:a="http://schemas.openxmlformats.org/drawingml/2006/main">
            <a:r>
              <a:t/>
            </a:r>
          </a:p>
          <a:p xmlns:a="http://schemas.openxmlformats.org/drawingml/2006/main">
            <a:r>
              <a:t>packages/coding-agent/test/branch-summarization.test.ts</a:t>
            </a:r>
          </a:p>
          <a:p xmlns:a="http://schemas.openxmlformats.org/drawingml/2006/main">
            <a:r>
              <a:t/>
            </a:r>
          </a:p>
          <a:p xmlns:a="http://schemas.openxmlformats.org/drawingml/2006/main">
            <a:r>
              <a:t>packages/coding-agent/test/cache-stats.test.ts</a:t>
            </a:r>
          </a:p>
          <a:p xmlns:a="http://schemas.openxmlformats.org/drawingml/2006/main">
            <a:r>
              <a:t/>
            </a:r>
          </a:p>
          <a:p xmlns:a="http://schemas.openxmlformats.org/drawingml/2006/main">
            <a:r>
              <a:t>packages/coding-agent/test/compaction.test.ts</a:t>
            </a:r>
          </a:p>
          <a:p xmlns:a="http://schemas.openxmlformats.org/drawingml/2006/main">
            <a:r>
              <a:t/>
            </a:r>
          </a:p>
          <a:p xmlns:a="http://schemas.openxmlformats.org/drawingml/2006/main">
            <a:r>
              <a:t>packages/coding-agent/test/export-html-cjk.test.ts</a:t>
            </a:r>
          </a:p>
          <a:p xmlns:a="http://schemas.openxmlformats.org/drawingml/2006/main">
            <a:r>
              <a:t/>
            </a:r>
          </a:p>
          <a:p xmlns:a="http://schemas.openxmlformats.org/drawingml/2006/main">
            <a:r>
              <a:t>packages/coding-agent/test/export-html-deep-tree.test.ts</a:t>
            </a:r>
          </a:p>
          <a:p xmlns:a="http://schemas.openxmlformats.org/drawingml/2006/main">
            <a:r>
              <a:t/>
            </a:r>
          </a:p>
          <a:p xmlns:a="http://schemas.openxmlformats.org/drawingml/2006/main">
            <a:r>
              <a:t>packages/coding-agent/test/format-resume-command.test.ts</a:t>
            </a:r>
          </a:p>
          <a:p xmlns:a="http://schemas.openxmlformats.org/drawingml/2006/main">
            <a:r>
              <a:t/>
            </a:r>
          </a:p>
          <a:p xmlns:a="http://schemas.openxmlformats.org/drawingml/2006/main">
            <a:r>
              <a:t>packages/coding-agent/test/interactive-mode-compaction.test.ts</a:t>
            </a:r>
          </a:p>
          <a:p xmlns:a="http://schemas.openxmlformats.org/drawingml/2006/main">
            <a:r>
              <a:t/>
            </a:r>
          </a:p>
          <a:p xmlns:a="http://schemas.openxmlformats.org/drawingml/2006/main">
            <a:r>
              <a:t>packages/coding-agent/test/model-resolver.test.ts</a:t>
            </a:r>
          </a:p>
          <a:p xmlns:a="http://schemas.openxmlformats.org/drawingml/2006/main">
            <a:r>
              <a:t/>
            </a:r>
          </a:p>
          <a:p xmlns:a="http://schemas.openxmlformats.org/drawingml/2006/main">
            <a:r>
              <a:t>packages/coding-agent/test/session-context-edit.test.ts</a:t>
            </a:r>
          </a:p>
          <a:p xmlns:a="http://schemas.openxmlformats.org/drawingml/2006/main">
            <a:r>
              <a:t/>
            </a:r>
          </a:p>
          <a:p xmlns:a="http://schemas.openxmlformats.org/drawingml/2006/main">
            <a:r>
              <a:t>packages/coding-agent/test/session-id-readonly.test.ts</a:t>
            </a:r>
          </a:p>
          <a:p xmlns:a="http://schemas.openxmlformats.org/drawingml/2006/main">
            <a:r>
              <a:t/>
            </a:r>
          </a:p>
          <a:p xmlns:a="http://schemas.openxmlformats.org/drawingml/2006/main">
            <a:r>
              <a:t>packages/coding-agent/test/session-info-modified-timestamp.test.ts</a:t>
            </a:r>
          </a:p>
          <a:p xmlns:a="http://schemas.openxmlformats.org/drawingml/2006/main">
            <a:r>
              <a:t/>
            </a:r>
          </a:p>
          <a:p xmlns:a="http://schemas.openxmlformats.org/drawingml/2006/main">
            <a:r>
              <a:t>packages/coding-agent/test/session-manager/build-context.test.ts</a:t>
            </a:r>
          </a:p>
          <a:p xmlns:a="http://schemas.openxmlformats.org/drawingml/2006/main">
            <a:r>
              <a:t/>
            </a:r>
          </a:p>
          <a:p xmlns:a="http://schemas.openxmlformats.org/drawingml/2006/main">
            <a:r>
              <a:t>packages/coding-agent/test/session-manager/custom-session-id.test.ts</a:t>
            </a:r>
          </a:p>
          <a:p xmlns:a="http://schemas.openxmlformats.org/drawingml/2006/main">
            <a:r>
              <a:t/>
            </a:r>
          </a:p>
          <a:p xmlns:a="http://schemas.openxmlformats.org/drawingml/2006/main">
            <a:r>
              <a:t>packages/coding-agent/test/session-manager/file-operations.test.ts</a:t>
            </a:r>
          </a:p>
          <a:p xmlns:a="http://schemas.openxmlformats.org/drawingml/2006/main">
            <a:r>
              <a:t/>
            </a:r>
          </a:p>
          <a:p xmlns:a="http://schemas.openxmlformats.org/drawingml/2006/main">
            <a:r>
              <a:t>packages/coding-agent/test/session-manager/labels.test.ts</a:t>
            </a:r>
          </a:p>
          <a:p xmlns:a="http://schemas.openxmlformats.org/drawingml/2006/main">
            <a:r>
              <a:t/>
            </a:r>
          </a:p>
          <a:p xmlns:a="http://schemas.openxmlformats.org/drawingml/2006/main">
            <a:r>
              <a:t>packages/coding-agent/test/session-manager/load-entries.test.ts</a:t>
            </a:r>
          </a:p>
          <a:p xmlns:a="http://schemas.openxmlformats.org/drawingml/2006/main">
            <a:r>
              <a:t/>
            </a:r>
          </a:p>
          <a:p xmlns:a="http://schemas.openxmlformats.org/drawingml/2006/main">
            <a:r>
              <a:t>packages/coding-agent/test/session-manager/migration.test.ts</a:t>
            </a:r>
          </a:p>
          <a:p xmlns:a="http://schemas.openxmlformats.org/drawingml/2006/main">
            <a:r>
              <a:t/>
            </a:r>
          </a:p>
          <a:p xmlns:a="http://schemas.openxmlformats.org/drawingml/2006/main">
            <a:r>
              <a:t>packages/coding-agent/test/session-manager/save-entry.test.ts</a:t>
            </a:r>
          </a:p>
          <a:p xmlns:a="http://schemas.openxmlformats.org/drawingml/2006/main">
            <a:r>
              <a:t/>
            </a:r>
          </a:p>
          <a:p xmlns:a="http://schemas.openxmlformats.org/drawingml/2006/main">
            <a:r>
              <a:t>packages/coding-agent/test/session-manager/tree-traversal.test.ts</a:t>
            </a:r>
          </a:p>
          <a:p xmlns:a="http://schemas.openxmlformats.org/drawingml/2006/main">
            <a:r>
              <a:t/>
            </a:r>
          </a:p>
          <a:p xmlns:a="http://schemas.openxmlformats.org/drawingml/2006/main">
            <a:r>
              <a:t>packages/coding-agent/test/suite/lax-message-content.test.ts</a:t>
            </a:r>
          </a:p>
          <a:p xmlns:a="http://schemas.openxmlformats.org/drawingml/2006/main">
            <a:r>
              <a:t/>
            </a:r>
          </a:p>
          <a:p xmlns:a="http://schemas.openxmlformats.org/drawingml/2006/main">
            <a:r>
              <a:t>packages/coding-agent/test/suite/regressions/5080-signal-shutdown-extension-cleanup.test.ts</a:t>
            </a:r>
          </a:p>
          <a:p xmlns:a="http://schemas.openxmlformats.org/drawingml/2006/main">
            <a:r>
              <a:t/>
            </a:r>
          </a:p>
          <a:p xmlns:a="http://schemas.openxmlformats.org/drawingml/2006/main">
            <a:r>
              <a:t>packages/coding-agent/test/suite/regressions/5596-missing-theme-export.test.ts</a:t>
            </a:r>
          </a:p>
          <a:p xmlns:a="http://schemas.openxmlformats.org/drawingml/2006/main">
            <a:r>
              <a:t/>
            </a:r>
          </a:p>
          <a:p xmlns:a="http://schemas.openxmlformats.org/drawingml/2006/main">
            <a:r>
              <a:t>packages/coding-agent/test/suite/regressions/7497-session-discovery-symlink.test.ts</a:t>
            </a:r>
          </a:p>
          <a:p xmlns:a="http://schemas.openxmlformats.org/drawingml/2006/main">
            <a:r>
              <a:t/>
            </a:r>
          </a:p>
          <a:p xmlns:a="http://schemas.openxmlformats.org/drawingml/2006/main">
            <a:r>
              <a:t>packages/coding-agent/test/suite/regressions/8989-fork-compaction-label-boundary.test.ts</a:t>
            </a:r>
          </a:p>
          <a:p xmlns:a="http://schemas.openxmlformats.org/drawingml/2006/main">
            <a:r>
              <a:t/>
            </a:r>
          </a:p>
          <a:p xmlns:a="http://schemas.openxmlformats.org/drawingml/2006/main">
            <a:r>
              <a:t>packages/coding-agent/test/test-harness.ts</a:t>
            </a:r>
          </a:p>
          <a:p xmlns:a="http://schemas.openxmlformats.org/drawingml/2006/main">
            <a:r>
              <a:t/>
            </a:r>
          </a:p>
          <a:p xmlns:a="http://schemas.openxmlformats.org/drawingml/2006/main">
            <a:r>
              <a:t>packages/coding-agent/test/jev-router-example.test.ts</a:t>
            </a:r>
          </a:p>
          <a:p xmlns:a="http://schemas.openxmlformats.org/drawingml/2006/main">
            <a:r>
              <a:t/>
            </a:r>
          </a:p>
          <a:p xmlns:a="http://schemas.openxmlformats.org/drawingml/2006/main">
            <a:r>
              <a:t>packages/coding-agent/test/bash-close-hang-windows.test.ts</a:t>
            </a:r>
          </a:p>
          <a:p xmlns:a="http://schemas.openxmlformats.org/drawingml/2006/main">
            <a:r>
              <a:t/>
            </a:r>
          </a:p>
          <a:p xmlns:a="http://schemas.openxmlformats.org/drawingml/2006/main">
            <a:r>
              <a:t>packages/coding-agent/test/suite/agent-session-bash-persistence.test.ts</a:t>
            </a:r>
          </a:p>
          <a:p xmlns:a="http://schemas.openxmlformats.org/drawingml/2006/main">
            <a:r>
              <a:t/>
            </a:r>
          </a:p>
          <a:p xmlns:a="http://schemas.openxmlformats.org/drawingml/2006/main">
            <a:r>
              <a:t>packages/coding-agent/test/suite/regressions/5208-late-bash-output.test.ts</a:t>
            </a:r>
          </a:p>
          <a:p xmlns:a="http://schemas.openxmlformats.org/drawingml/2006/main">
            <a:r>
              <a:t/>
            </a:r>
          </a:p>
          <a:p xmlns:a="http://schemas.openxmlformats.org/drawingml/2006/main">
            <a:r>
              <a:t>packages/coding-agent/test/tool-system-prompt-contributions.test.ts</a:t>
            </a:r>
          </a:p>
          <a:p xmlns:a="http://schemas.openxmlformats.org/drawingml/2006/main">
            <a:r>
              <a:t/>
            </a:r>
          </a:p>
          <a:p xmlns:a="http://schemas.openxmlformats.org/drawingml/2006/main">
            <a:r>
              <a:t>packages/coding-agent/test/powershell-config.test.ts</a:t>
            </a:r>
          </a:p>
          <a:p xmlns:a="http://schemas.openxmlformats.org/drawingml/2006/main">
            <a:r>
              <a:t/>
            </a:r>
          </a:p>
          <a:p xmlns:a="http://schemas.openxmlformats.org/drawingml/2006/main">
            <a:r>
              <a:t>packages/coding-agent/test/powershell-tool.test.ts</a:t>
            </a:r>
          </a:p>
          <a:p xmlns:a="http://schemas.openxmlformats.org/drawingml/2006/main">
            <a:r>
              <a:t/>
            </a:r>
          </a:p>
          <a:p xmlns:a="http://schemas.openxmlformats.org/drawingml/2006/main">
            <a:r>
              <a:t>packages/coding-agent/test/resolve-config-value.test.ts</a:t>
            </a:r>
          </a:p>
          <a:p xmlns:a="http://schemas.openxmlformats.org/drawingml/2006/main">
            <a:r>
              <a:t/>
            </a:r>
          </a:p>
          <a:p xmlns:a="http://schemas.openxmlformats.org/drawingml/2006/main">
            <a:r>
              <a:t>packages/coding-agent/test/shell-kill-process-tree.test.ts</a:t>
            </a:r>
          </a:p>
          <a:p xmlns:a="http://schemas.openxmlformats.org/drawingml/2006/main">
            <a:r>
              <a:t/>
            </a:r>
          </a:p>
          <a:p xmlns:a="http://schemas.openxmlformats.org/drawingml/2006/main">
            <a:r>
              <a:t>packages/coding-agent/test/shell-path-exists.test.ts</a:t>
            </a:r>
          </a:p>
          <a:p xmlns:a="http://schemas.openxmlformats.org/drawingml/2006/main">
            <a:r>
              <a:t/>
            </a:r>
          </a:p>
          <a:p xmlns:a="http://schemas.openxmlformats.org/drawingml/2006/main">
            <a:r>
              <a:t>packages/coding-agent/test/suite/regressions/6596-taskkill-enoent.test.ts</a:t>
            </a:r>
          </a:p>
          <a:p xmlns:a="http://schemas.openxmlformats.org/drawingml/2006/main">
            <a:r>
              <a:t/>
            </a:r>
          </a:p>
          <a:p xmlns:a="http://schemas.openxmlformats.org/drawingml/2006/main">
            <a:r>
              <a:t>packages/coding-agent/test/windows-shell-config.test.ts</a:t>
            </a:r>
          </a:p>
          <a:p xmlns:a="http://schemas.openxmlformats.org/drawingml/2006/main">
            <a:r>
              <a:t/>
            </a:r>
          </a:p>
          <a:p xmlns:a="http://schemas.openxmlformats.org/drawingml/2006/main">
            <a:r>
              <a:t>packages/coding-agent/test/program-status-reporter.test.ts</a:t>
            </a:r>
          </a:p>
          <a:p xmlns:a="http://schemas.openxmlformats.org/drawingml/2006/main">
            <a:r>
              <a:t/>
            </a:r>
          </a:p>
          <a:p xmlns:a="http://schemas.openxmlformats.org/drawingml/2006/main">
            <a:r>
              <a:t>packages/coding-agent/test/suite/regressions/5943-session-start-notify.test.ts</a:t>
            </a:r>
          </a:p>
          <a:p xmlns:a="http://schemas.openxmlformats.org/drawingml/2006/main">
            <a:r>
              <a:t/>
            </a:r>
          </a:p>
          <a:p xmlns:a="http://schemas.openxmlformats.org/drawingml/2006/main">
            <a:r>
              <a:t>packages/coding-agent/test/suite/regressions/7150-rpc-prompt-during-compaction.test.ts</a:t>
            </a:r>
          </a:p>
          <a:p xmlns:a="http://schemas.openxmlformats.org/drawingml/2006/main">
            <a:r>
              <a:t/>
            </a:r>
          </a:p>
          <a:p xmlns:a="http://schemas.openxmlformats.org/drawingml/2006/main">
            <a:r>
              <a:t>packages/coding-agent/test/suite/regressions/8537-custom-message-tool-result-ordering.test.ts</a:t>
            </a:r>
          </a:p>
          <a:p xmlns:a="http://schemas.openxmlformats.org/drawingml/2006/main">
            <a:r>
              <a:t/>
            </a:r>
          </a:p>
          <a:p xmlns:a="http://schemas.openxmlformats.org/drawingml/2006/main">
            <a:r>
              <a:t>功能编号：</a:t>
            </a:r>
          </a:p>
          <a:p xmlns:a="http://schemas.openxmlformats.org/drawingml/2006/main">
            <a:r>
              <a:t/>
            </a:r>
          </a:p>
          <a:p xmlns:a="http://schemas.openxmlformats.org/drawingml/2006/main">
            <a:r>
              <a:t>CFG-10 · 运行中重载 [内置] 重新读取快捷键、扩展、技能、模板、主题和上下文配置，方便开发和调整资源。</a:t>
            </a:r>
          </a:p>
          <a:p xmlns:a="http://schemas.openxmlformats.org/drawingml/2006/main">
            <a:r>
              <a:t/>
            </a:r>
          </a:p>
          <a:p xmlns:a="http://schemas.openxmlformats.org/drawingml/2006/main">
            <a:r>
              <a:t>EXT-01 · TypeScript／JavaScript 扩展加载 [可选] 以工厂函数注册能力，单文件或目录入口均可；jiti 使本地 TypeScript 扩展无需单独编译，异步工厂会等待完成。</a:t>
            </a:r>
          </a:p>
          <a:p xmlns:a="http://schemas.openxmlformats.org/drawingml/2006/main">
            <a:r>
              <a:t/>
            </a:r>
          </a:p>
          <a:p xmlns:a="http://schemas.openxmlformats.org/drawingml/2006/main">
            <a:r>
              <a:t>EXT-02 · 生命周期事件 [库] 观察或调整资源发现、会话、输入、模型、消息、工具和运行生命周期；按注册顺序调用并可取消订阅。</a:t>
            </a:r>
          </a:p>
          <a:p xmlns:a="http://schemas.openxmlformats.org/drawingml/2006/main">
            <a:r>
              <a:t/>
            </a:r>
          </a:p>
          <a:p xmlns:a="http://schemas.openxmlformats.org/drawingml/2006/main">
            <a:r>
              <a:t>EXT-05 · 最终消息改写 [库] 在完成消息边界替换内容，同时保留消息角色，便于过滤或规范化输出。</a:t>
            </a:r>
          </a:p>
          <a:p xmlns:a="http://schemas.openxmlformats.org/drawingml/2006/main">
            <a:r>
              <a:t/>
            </a:r>
          </a:p>
          <a:p xmlns:a="http://schemas.openxmlformats.org/drawingml/2006/main">
            <a:r>
              <a:t>EXT-06 · 自定义模型工具 [库] 注册带 TypeBox 参数、执行函数、模型内容和 UI details 的工具；支持进度、错误和用量上报。</a:t>
            </a:r>
          </a:p>
          <a:p xmlns:a="http://schemas.openxmlformats.org/drawingml/2006/main">
            <a:r>
              <a:t/>
            </a:r>
          </a:p>
          <a:p xmlns:a="http://schemas.openxmlformats.org/drawingml/2006/main">
            <a:r>
              <a:t>EXT-07 · 工具输入拦截 [库] 校验后、执行前改写参数或阻止调用，适合审批和路径保护；处理器失败时阻止执行。</a:t>
            </a:r>
          </a:p>
          <a:p xmlns:a="http://schemas.openxmlformats.org/drawingml/2006/main">
            <a:r>
              <a:t/>
            </a:r>
          </a:p>
          <a:p xmlns:a="http://schemas.openxmlformats.org/drawingml/2006/main">
            <a:r>
              <a:t>EXT-08 · 工具结果处理 [库] 修改或脱敏结果，各处理器可看到先前修改；结构化结果需与文本一并处理。</a:t>
            </a:r>
          </a:p>
          <a:p xmlns:a="http://schemas.openxmlformats.org/drawingml/2006/main">
            <a:r>
              <a:t/>
            </a:r>
          </a:p>
          <a:p xmlns:a="http://schemas.openxmlformats.org/drawingml/2006/main">
            <a:r>
              <a:t>EXT-16 · 自定义命令、参数和快捷键 [库] 注册斜杠命令及参数补全、命令行长参数和快捷键，将常见工作流变成直接操作。</a:t>
            </a:r>
          </a:p>
          <a:p xmlns:a="http://schemas.openxmlformats.org/drawingml/2006/main">
            <a:r>
              <a:t/>
            </a:r>
          </a:p>
          <a:p xmlns:a="http://schemas.openxmlformats.org/drawingml/2006/main">
            <a:r>
              <a:t>EXT-17 · 工具呈现覆盖 [库] 为工具调用与结果提供紧凑或详细显示，并可为尚未注册的 MCP 工具匹配渲染器；适用于 TUI 和 HTML 导出。</a:t>
            </a:r>
          </a:p>
          <a:p xmlns:a="http://schemas.openxmlformats.org/drawingml/2006/main">
            <a:r>
              <a:t/>
            </a:r>
          </a:p>
          <a:p xmlns:a="http://schemas.openxmlformats.org/drawingml/2006/main">
            <a:r>
              <a:t>EXT-18 · 对话框与通知 [库] 向用户提供选择、确认、输入、多行编辑、状态和通知；RPC 可转发支持的 UI 请求。</a:t>
            </a:r>
          </a:p>
          <a:p xmlns:a="http://schemas.openxmlformats.org/drawingml/2006/main">
            <a:r>
              <a:t/>
            </a:r>
          </a:p>
          <a:p xmlns:a="http://schemas.openxmlformats.org/drawingml/2006/main">
            <a:r>
              <a:t>EXT-19 · 自定义终端界面 [库] 插入组件、覆盖层、编辑器、页眉页脚、工作指示器和补全器，创建专用交互。</a:t>
            </a:r>
          </a:p>
          <a:p xmlns:a="http://schemas.openxmlformats.org/drawingml/2006/main">
            <a:r>
              <a:t/>
            </a:r>
          </a:p>
          <a:p xmlns:a="http://schemas.openxmlformats.org/drawingml/2006/main">
            <a:r>
              <a:t>EXT-20 · 会话状态持久化 [库] 工具 details 保存随分支变化的状态，自定义条目保存不发模型的数据，自定义消息保存可见上下文。</a:t>
            </a:r>
          </a:p>
          <a:p xmlns:a="http://schemas.openxmlformats.org/drawingml/2006/main">
            <a:r>
              <a:t/>
            </a:r>
          </a:p>
          <a:p xmlns:a="http://schemas.openxmlformats.org/drawingml/2006/main">
            <a:r>
              <a:t>EXT-21 · 自定义消息与条目渲染 [库] 将扩展保存的消息或非模型条目显示为专门界面，例如调试记录、状态卡片。</a:t>
            </a:r>
          </a:p>
          <a:p xmlns:a="http://schemas.openxmlformats.org/drawingml/2006/main">
            <a:r>
              <a:t/>
            </a:r>
          </a:p>
          <a:p xmlns:a="http://schemas.openxmlformats.org/drawingml/2006/main">
            <a:r>
              <a:t>EXT-22 · 会话控制与安全切换 [库] 命令上下文可等待空闲、重载、导航与替换会话；替换后应使用新上下文和重新绑定监听。</a:t>
            </a:r>
          </a:p>
          <a:p xmlns:a="http://schemas.openxmlformats.org/drawingml/2006/main">
            <a:r>
              <a:t/>
            </a:r>
          </a:p>
          <a:p xmlns:a="http://schemas.openxmlformats.org/drawingml/2006/main">
            <a:r>
              <a:t>EXT-25 · 提供商和虚拟模型扩展 [库] 注册自定义流式协议、认证和模型发现，或逐请求进行模型路由，复用 Pi 会话和选择器。</a:t>
            </a:r>
          </a:p>
          <a:p xmlns:a="http://schemas.openxmlformats.org/drawingml/2006/main">
            <a:r>
              <a:t/>
            </a:r>
          </a:p>
          <a:p xmlns:a="http://schemas.openxmlformats.org/drawingml/2006/main">
            <a:r>
              <a:t>EXT-27 · 扩展间事件总线 [库] 在同一进程的多个扩展间传递事件，减少彼此直接引用内部实现。</a:t>
            </a:r>
          </a:p>
          <a:p xmlns:a="http://schemas.openxmlformats.org/drawingml/2006/main">
            <a:r>
              <a:t/>
            </a:r>
          </a:p>
          <a:p xmlns:a="http://schemas.openxmlformats.org/drawingml/2006/main">
            <a:r>
              <a:t>EXT-28 · 原始提供商事件观察 [库] 在标准化前读取解析后的提供商事件以排查专有字段；不是原始网络字节，也不会默认持久化。</a:t>
            </a:r>
          </a:p>
          <a:p xmlns:a="http://schemas.openxmlformats.org/drawingml/2006/main">
            <a:r>
              <a:t/>
            </a:r>
          </a:p>
          <a:p xmlns:a="http://schemas.openxmlformats.org/drawingml/2006/main">
            <a:r>
              <a:t>EXT-30 · 用户命令重定向与资源清理 [库] 拦截 `!` 执行到替代后端，并通过 session_start／session_shutdown 管理进程、监听等资源。</a:t>
            </a:r>
          </a:p>
          <a:p xmlns:a="http://schemas.openxmlformats.org/drawingml/2006/main">
            <a:r>
              <a:t/>
            </a:r>
          </a:p>
          <a:p xmlns:a="http://schemas.openxmlformats.org/drawingml/2006/main">
            <a:r>
              <a:t>INT-01 · 进程内创建会话 [库] 在 Node.js／Bun 应用中直接创建 AgentSession，复用 Pi 的模型、工具、配置、会话和扩展，而无需启动终端。</a:t>
            </a:r>
          </a:p>
          <a:p xmlns:a="http://schemas.openxmlformats.org/drawingml/2006/main">
            <a:r>
              <a:t/>
            </a:r>
          </a:p>
          <a:p xmlns:a="http://schemas.openxmlformats.org/drawingml/2006/main">
            <a:r>
              <a:t>INT-03 · 等待、取消和销毁 [库] 等待真正空闲，或取消工作并等待结束；销毁会话时清除监听和旧扩展上下文。</a:t>
            </a:r>
          </a:p>
          <a:p xmlns:a="http://schemas.openxmlformats.org/drawingml/2006/main">
            <a:r>
              <a:t/>
            </a:r>
          </a:p>
          <a:p xmlns:a="http://schemas.openxmlformats.org/drawingml/2006/main">
            <a:r>
              <a:t>INT-04 · 会话事件订阅 [库] 接收文本增量、工具进度、队列、重试、压缩及最终静止事件，以驱动自己的界面。</a:t>
            </a:r>
          </a:p>
          <a:p xmlns:a="http://schemas.openxmlformats.org/drawingml/2006/main">
            <a:r>
              <a:t/>
            </a:r>
          </a:p>
          <a:p xmlns:a="http://schemas.openxmlformats.org/drawingml/2006/main">
            <a:r>
              <a:t>INT-05 · 宿主依赖注入 [库] 替换 ModelRuntime、SettingsManager、SessionManager、ResourceLoader 与工具集合，让宿主控制存储和资源边界。</a:t>
            </a:r>
          </a:p>
          <a:p xmlns:a="http://schemas.openxmlformats.org/drawingml/2006/main">
            <a:r>
              <a:t/>
            </a:r>
          </a:p>
          <a:p xmlns:a="http://schemas.openxmlformats.org/drawingml/2006/main">
            <a:r>
              <a:t>INT-06 · 内联扩展 [库] 在宿主代码中直接定义扩展工厂，可设置诊断名称、可替代标记或内置扩展身份。</a:t>
            </a:r>
          </a:p>
          <a:p xmlns:a="http://schemas.openxmlformats.org/drawingml/2006/main">
            <a:r>
              <a:t/>
            </a:r>
          </a:p>
          <a:p xmlns:a="http://schemas.openxmlformats.org/drawingml/2006/main">
            <a:r>
              <a:t>INT-07 · 会话运行时替换 [库] 在同一宿主中新建、切换、分叉或导入会话，按目标工作目录重新创建服务；旧订阅需要重绑。</a:t>
            </a:r>
          </a:p>
          <a:p xmlns:a="http://schemas.openxmlformats.org/drawingml/2006/main">
            <a:r>
              <a:t/>
            </a:r>
          </a:p>
          <a:p xmlns:a="http://schemas.openxmlformats.org/drawingml/2006/main">
            <a:r>
              <a:t>OTH-01 · 危险命令确认示例 [示例] 在 bash 调用前识别示例中的危险命令并询问用户，演示如何用 Hook 自建审批；不是默认完整权限系统。</a:t>
            </a:r>
          </a:p>
          <a:p xmlns:a="http://schemas.openxmlformats.org/drawingml/2006/main">
            <a:r>
              <a:t/>
            </a:r>
          </a:p>
          <a:p xmlns:a="http://schemas.openxmlformats.org/drawingml/2006/main">
            <a:r>
              <a:t>OTH-02 · 项目信任 Hook 示例 [示例] 演示用户或 CLI 扩展参与项目信任决策的入口和时机。</a:t>
            </a:r>
          </a:p>
          <a:p xmlns:a="http://schemas.openxmlformats.org/drawingml/2006/main">
            <a:r>
              <a:t/>
            </a:r>
          </a:p>
          <a:p xmlns:a="http://schemas.openxmlformats.org/drawingml/2006/main">
            <a:r>
              <a:t>OTH-03 · 受保护路径示例 [示例] 在工具管线上阻止修改 `.env`、`.git`、node_modules 等示例路径，展示精细规则。</a:t>
            </a:r>
          </a:p>
          <a:p xmlns:a="http://schemas.openxmlformats.org/drawingml/2006/main">
            <a:r>
              <a:t/>
            </a:r>
          </a:p>
          <a:p xmlns:a="http://schemas.openxmlformats.org/drawingml/2006/main">
            <a:r>
              <a:t>OTH-04 · 会话破坏性操作确认 [示例] 在清空、切换、分叉等会话操作前弹出确认，避免用户误操作丢失当前工作位置。</a:t>
            </a:r>
          </a:p>
          <a:p xmlns:a="http://schemas.openxmlformats.org/drawingml/2006/main">
            <a:r>
              <a:t/>
            </a:r>
          </a:p>
          <a:p xmlns:a="http://schemas.openxmlformats.org/drawingml/2006/main">
            <a:r>
              <a:t>OTH-05 · 未提交变更保护 [示例] 检测 Git 工作区存在未提交变更时阻止会话切换类操作，展示工作区检查与生命周期结合。</a:t>
            </a:r>
          </a:p>
          <a:p xmlns:a="http://schemas.openxmlformats.org/drawingml/2006/main">
            <a:r>
              <a:t/>
            </a:r>
          </a:p>
          <a:p xmlns:a="http://schemas.openxmlformats.org/drawingml/2006/main">
            <a:r>
              <a:t>OTH-43 · Git 检查点 [示例] 在轮次边界创建 stash 检查点并在分叉时恢复代码状态；这只是扩展示例，普通会话分叉不自动回滚文件。</a:t>
            </a:r>
          </a:p>
          <a:p xmlns:a="http://schemas.openxmlformats.org/drawingml/2006/main">
            <a:r>
              <a:t/>
            </a:r>
          </a:p>
          <a:p xmlns:a="http://schemas.openxmlformats.org/drawingml/2006/main">
            <a:r>
              <a:t>OTH-44 · 退出自动提交 [示例] 使用最后助手内容形成提交说明并在退出时提交；需主动加载，Pi 默认不会因此自动提交。</a:t>
            </a:r>
          </a:p>
          <a:p xmlns:a="http://schemas.openxmlformats.org/drawingml/2006/main">
            <a:r>
              <a:t/>
            </a:r>
          </a:p>
          <a:p xmlns:a="http://schemas.openxmlformats.org/drawingml/2006/main">
            <a:r>
              <a:t>OTH-56 · SDK 完整演练集 [示例] 14 个示例覆盖最小调用、模型、提示、技能、工具、扩展、上下文、模板、认证、设置、会话、完全替换宿主、runtime 切换、MCP／Codemode。</a:t>
            </a:r>
          </a:p>
          <a:p xmlns:a="http://schemas.openxmlformats.org/drawingml/2006/main">
            <a:r>
              <a:t/>
            </a:r>
          </a:p>
          <a:p xmlns:a="http://schemas.openxmlformats.org/drawingml/2006/main">
            <a:r>
              <a:t>OTH-84 · 依赖供应链检查 [工程支持] 固定直接外部依赖，检查锁文件及安装锁，默认忽略依赖生命周期脚本，并进行相应审计。</a:t>
            </a:r>
          </a:p>
          <a:p xmlns:a="http://schemas.openxmlformats.org/drawingml/2006/main">
            <a:r>
              <a:t/>
            </a:r>
          </a:p>
          <a:p xmlns:a="http://schemas.openxmlformats.org/drawingml/2006/main">
            <a:r>
              <a:t>OTH-85 · 静态检查与定向测试 [工程支持] 根 check 检查格式、类型及依赖等；测试按包和具体文件运行，交互测试另有专门流程。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源码基线：136b87e8a7f5a3e5186de0289523ba327dc592fc</a:t>
            </a:r>
          </a:p>
          <a:p xmlns:a="http://schemas.openxmlformats.org/drawingml/2006/main">
            <a:r>
              <a:t/>
            </a:r>
          </a:p>
          <a:p xmlns:a="http://schemas.openxmlformats.org/drawingml/2006/main">
            <a:r>
              <a:t>课程：08 独立改造 / change-deliver / 完成一次独立扩展与源码改造</a:t>
            </a:r>
          </a:p>
          <a:p xmlns:a="http://schemas.openxmlformats.org/drawingml/2006/main">
            <a:r>
              <a:t/>
            </a:r>
          </a:p>
          <a:p xmlns:a="http://schemas.openxmlformats.org/drawingml/2006/main">
            <a:r>
              <a:t>场景：从需求到可审查修改，能说明每一处改变的理由。</a:t>
            </a:r>
          </a:p>
          <a:p xmlns:a="http://schemas.openxmlformats.org/drawingml/2006/main">
            <a:r>
              <a:t/>
            </a:r>
          </a:p>
          <a:p xmlns:a="http://schemas.openxmlformats.org/drawingml/2006/main">
            <a:r>
              <a:t>以下是教学追踪顺序，具体运行分支以源码为准。</a:t>
            </a:r>
          </a:p>
          <a:p xmlns:a="http://schemas.openxmlformats.org/drawingml/2006/main">
            <a:r>
              <a:t/>
            </a:r>
          </a:p>
          <a:p xmlns:a="http://schemas.openxmlformats.org/drawingml/2006/main">
            <a:r>
              <a:t>1. 把需求变成行为</a:t>
            </a:r>
          </a:p>
          <a:p xmlns:a="http://schemas.openxmlformats.org/drawingml/2006/main">
            <a:r>
              <a:t>先写触发条件、预期结果、失败和取消行为，判断扩展接口能否完成，再决定是否修改核心。</a:t>
            </a:r>
          </a:p>
          <a:p xmlns:a="http://schemas.openxmlformats.org/drawingml/2006/main">
            <a:r>
              <a:t>输入：具体需求</a:t>
            </a:r>
          </a:p>
          <a:p xmlns:a="http://schemas.openxmlformats.org/drawingml/2006/main">
            <a:r>
              <a:t>输出：可测试的行为说明</a:t>
            </a:r>
          </a:p>
          <a:p xmlns:a="http://schemas.openxmlformats.org/drawingml/2006/main">
            <a:r>
              <a:t>入口：--extension；/reload；ExtensionAPI</a:t>
            </a:r>
          </a:p>
          <a:p xmlns:a="http://schemas.openxmlformats.org/drawingml/2006/main">
            <a:r>
              <a:t>行为与边界：工厂负责注册，runner 提供上下文与分发；原始类型注释可在 API 清单中逐项阅读。</a:t>
            </a:r>
          </a:p>
          <a:p xmlns:a="http://schemas.openxmlformats.org/drawingml/2006/main">
            <a:r>
              <a:t>源码：packages/coding-agent/src/core/event-bus.ts:1</a:t>
            </a:r>
          </a:p>
          <a:p xmlns:a="http://schemas.openxmlformats.org/drawingml/2006/main">
            <a:r>
              <a:t>源码：packages/coding-agent/src/core/extensions/index.ts:1</a:t>
            </a:r>
          </a:p>
          <a:p xmlns:a="http://schemas.openxmlformats.org/drawingml/2006/main">
            <a:r>
              <a:t>源码：packages/coding-agent/src/core/extensions/jiti-loader.ts:1</a:t>
            </a:r>
          </a:p>
          <a:p xmlns:a="http://schemas.openxmlformats.org/drawingml/2006/main">
            <a:r>
              <a:t>源码：packages/coding-agent/src/core/extensions/jiti-static-loader.ts:1</a:t>
            </a:r>
          </a:p>
          <a:p xmlns:a="http://schemas.openxmlformats.org/drawingml/2006/main">
            <a:r>
              <a:t>源码：packages/coding-agent/src/core/extensions/loader.ts:1</a:t>
            </a:r>
          </a:p>
          <a:p xmlns:a="http://schemas.openxmlformats.org/drawingml/2006/main">
            <a:r>
              <a:t>源码：packages/coding-agent/src/core/extensions/runner.ts:1</a:t>
            </a:r>
          </a:p>
          <a:p xmlns:a="http://schemas.openxmlformats.org/drawingml/2006/main">
            <a:r>
              <a:t>源码：packages/coding-agent/src/core/extensions/types.ts:1</a:t>
            </a:r>
          </a:p>
          <a:p xmlns:a="http://schemas.openxmlformats.org/drawingml/2006/main">
            <a:r>
              <a:t>源码：packages/coding-agent/src/core/extensions/virtual-modules.ts:1</a:t>
            </a:r>
          </a:p>
          <a:p xmlns:a="http://schemas.openxmlformats.org/drawingml/2006/main">
            <a:r>
              <a:t>源码：packages/coding-agent/src/core/extensions/wrapper.ts:1</a:t>
            </a:r>
          </a:p>
          <a:p xmlns:a="http://schemas.openxmlformats.org/drawingml/2006/main">
            <a:r>
              <a:t/>
            </a:r>
          </a:p>
          <a:p xmlns:a="http://schemas.openxmlformats.org/drawingml/2006/main">
            <a:r>
              <a:t>2. 定位契约与调用者</a:t>
            </a:r>
          </a:p>
          <a:p xmlns:a="http://schemas.openxmlformats.org/drawingml/2006/main">
            <a:r>
              <a:t>找到公开类型、实际消费位置和相关测试，检查改动影响的配置、SDK 与界面路径。</a:t>
            </a:r>
          </a:p>
          <a:p xmlns:a="http://schemas.openxmlformats.org/drawingml/2006/main">
            <a:r>
              <a:t>输入：行为说明</a:t>
            </a:r>
          </a:p>
          <a:p xmlns:a="http://schemas.openxmlformats.org/drawingml/2006/main">
            <a:r>
              <a:t>输出：最小修改范围</a:t>
            </a:r>
          </a:p>
          <a:p xmlns:a="http://schemas.openxmlformats.org/drawingml/2006/main">
            <a:r>
              <a:t>入口：createAgentSession / createAgentSessionRuntime</a:t>
            </a:r>
          </a:p>
          <a:p xmlns:a="http://schemas.openxmlformats.org/drawingml/2006/main">
            <a:r>
              <a:t>行为与边界：SDK 注入流函数、配置、工具与存储；运行时负责会话替换和重新绑定。</a:t>
            </a:r>
          </a:p>
          <a:p xmlns:a="http://schemas.openxmlformats.org/drawingml/2006/main">
            <a:r>
              <a:t>源码：packages/coding-agent/src/core/agent-session-runtime.ts:1</a:t>
            </a:r>
          </a:p>
          <a:p xmlns:a="http://schemas.openxmlformats.org/drawingml/2006/main">
            <a:r>
              <a:t>源码：packages/coding-agent/src/core/agent-session-services.ts:1</a:t>
            </a:r>
          </a:p>
          <a:p xmlns:a="http://schemas.openxmlformats.org/drawingml/2006/main">
            <a:r>
              <a:t>源码：packages/coding-agent/src/core/sdk.ts:1</a:t>
            </a:r>
          </a:p>
          <a:p xmlns:a="http://schemas.openxmlformats.org/drawingml/2006/main">
            <a:r>
              <a:t/>
            </a:r>
          </a:p>
          <a:p xmlns:a="http://schemas.openxmlformats.org/drawingml/2006/main">
            <a:r>
              <a:t>3. 先定义回归用例</a:t>
            </a:r>
          </a:p>
          <a:p xmlns:a="http://schemas.openxmlformats.org/drawingml/2006/main">
            <a:r>
              <a:t>选择可复现行为断言，先验证旧实现的缺陷，再实现修改，避免把实现细节直接复制成测试。</a:t>
            </a:r>
          </a:p>
          <a:p xmlns:a="http://schemas.openxmlformats.org/drawingml/2006/main">
            <a:r>
              <a:t>输入：失败场景</a:t>
            </a:r>
          </a:p>
          <a:p xmlns:a="http://schemas.openxmlformats.org/drawingml/2006/main">
            <a:r>
              <a:t>输出：修复前失败、修复后通过的用例</a:t>
            </a:r>
          </a:p>
          <a:p xmlns:a="http://schemas.openxmlformats.org/drawingml/2006/main">
            <a:r>
              <a:t>入口：npm run check</a:t>
            </a:r>
          </a:p>
          <a:p xmlns:a="http://schemas.openxmlformats.org/drawingml/2006/main">
            <a:r>
              <a:t>行为与边界：检查失败不是修改业务代码或降级依赖的理由。</a:t>
            </a:r>
          </a:p>
          <a:p xmlns:a="http://schemas.openxmlformats.org/drawingml/2006/main">
            <a:r>
              <a:t>源码：packages/ai/scripts/check-model-data.ts:1</a:t>
            </a:r>
          </a:p>
          <a:p xmlns:a="http://schemas.openxmlformats.org/drawingml/2006/main">
            <a:r>
              <a:t>源码：scripts/check-browser-smoke.mjs:1</a:t>
            </a:r>
          </a:p>
          <a:p xmlns:a="http://schemas.openxmlformats.org/drawingml/2006/main">
            <a:r>
              <a:t>源码：scripts/check-entry-graphs.mjs:1</a:t>
            </a:r>
          </a:p>
          <a:p xmlns:a="http://schemas.openxmlformats.org/drawingml/2006/main">
            <a:r>
              <a:t>源码：scripts/check-lockfile-commit.mjs:1</a:t>
            </a:r>
          </a:p>
          <a:p xmlns:a="http://schemas.openxmlformats.org/drawingml/2006/main">
            <a:r>
              <a:t>源码：scripts/check-model-catalog-compat.mjs:1</a:t>
            </a:r>
          </a:p>
          <a:p xmlns:a="http://schemas.openxmlformats.org/drawingml/2006/main">
            <a:r>
              <a:t>源码：scripts/check-package-install.mjs:1</a:t>
            </a:r>
          </a:p>
          <a:p xmlns:a="http://schemas.openxmlformats.org/drawingml/2006/main">
            <a:r>
              <a:t>源码：scripts/check-pinned-deps.mjs:1</a:t>
            </a:r>
          </a:p>
          <a:p xmlns:a="http://schemas.openxmlformats.org/drawingml/2006/main">
            <a:r>
              <a:t>源码：scripts/check-runtime-deps.mjs:1</a:t>
            </a:r>
          </a:p>
          <a:p xmlns:a="http://schemas.openxmlformats.org/drawingml/2006/main">
            <a:r>
              <a:t>源码：scripts/check-ts-relative-imports.mjs:1</a:t>
            </a:r>
          </a:p>
          <a:p xmlns:a="http://schemas.openxmlformats.org/drawingml/2006/main">
            <a:r>
              <a:t/>
            </a:r>
          </a:p>
          <a:p xmlns:a="http://schemas.openxmlformats.org/drawingml/2006/main">
            <a:r>
              <a:t>4. 审查并交付</a:t>
            </a:r>
          </a:p>
          <a:p xmlns:a="http://schemas.openxmlformats.org/drawingml/2006/main">
            <a:r>
              <a:t>检查 diff、定向测试与整体检查结果，记录环境限制和剩余风险；提交仅在获得明确要求时执行。</a:t>
            </a:r>
          </a:p>
          <a:p xmlns:a="http://schemas.openxmlformats.org/drawingml/2006/main">
            <a:r>
              <a:t>输入：完成的修改</a:t>
            </a:r>
          </a:p>
          <a:p xmlns:a="http://schemas.openxmlformats.org/drawingml/2006/main">
            <a:r>
              <a:t>输出：可审查的变更与验证说明</a:t>
            </a:r>
          </a:p>
          <a:p xmlns:a="http://schemas.openxmlformats.org/drawingml/2006/main">
            <a:r>
              <a:t>入口：npm run check</a:t>
            </a:r>
          </a:p>
          <a:p xmlns:a="http://schemas.openxmlformats.org/drawingml/2006/main">
            <a:r>
              <a:t>行为与边界：检查失败不是修改业务代码或降级依赖的理由。</a:t>
            </a:r>
          </a:p>
          <a:p xmlns:a="http://schemas.openxmlformats.org/drawingml/2006/main">
            <a:r>
              <a:t>源码：packages/ai/scripts/check-model-data.ts:1</a:t>
            </a:r>
          </a:p>
          <a:p xmlns:a="http://schemas.openxmlformats.org/drawingml/2006/main">
            <a:r>
              <a:t>源码：scripts/check-browser-smoke.mjs:1</a:t>
            </a:r>
          </a:p>
          <a:p xmlns:a="http://schemas.openxmlformats.org/drawingml/2006/main">
            <a:r>
              <a:t>源码：scripts/check-entry-graphs.mjs:1</a:t>
            </a:r>
          </a:p>
          <a:p xmlns:a="http://schemas.openxmlformats.org/drawingml/2006/main">
            <a:r>
              <a:t>源码：scripts/check-lockfile-commit.mjs:1</a:t>
            </a:r>
          </a:p>
          <a:p xmlns:a="http://schemas.openxmlformats.org/drawingml/2006/main">
            <a:r>
              <a:t>源码：scripts/check-model-catalog-compat.mjs:1</a:t>
            </a:r>
          </a:p>
          <a:p xmlns:a="http://schemas.openxmlformats.org/drawingml/2006/main">
            <a:r>
              <a:t>源码：scripts/check-package-install.mjs:1</a:t>
            </a:r>
          </a:p>
          <a:p xmlns:a="http://schemas.openxmlformats.org/drawingml/2006/main">
            <a:r>
              <a:t>源码：scripts/check-pinned-deps.mjs:1</a:t>
            </a:r>
          </a:p>
          <a:p xmlns:a="http://schemas.openxmlformats.org/drawingml/2006/main">
            <a:r>
              <a:t>源码：scripts/check-runtime-deps.mjs:1</a:t>
            </a:r>
          </a:p>
          <a:p xmlns:a="http://schemas.openxmlformats.org/drawingml/2006/main">
            <a:r>
              <a:t>源码：scripts/check-ts-relative-imports.mjs:1</a:t>
            </a:r>
          </a:p>
          <a:p xmlns:a="http://schemas.openxmlformats.org/drawingml/2006/main">
            <a:r>
              <a:t/>
            </a:r>
          </a:p>
          <a:p xmlns:a="http://schemas.openxmlformats.org/drawingml/2006/main">
            <a:r>
              <a:t>失败与恢复：一个测试通过不能证明所有配置路径都正确。新增接口前应先查询已有契约及复用点。</a:t>
            </a:r>
          </a:p>
          <a:p xmlns:a="http://schemas.openxmlformats.org/drawingml/2006/main">
            <a:r>
              <a:t/>
            </a:r>
          </a:p>
          <a:p xmlns:a="http://schemas.openxmlformats.org/drawingml/2006/main">
            <a:r>
              <a:t>练习：选择一个现成工具扩展示例，增加一个无外部副作用的能力，并提交一份行为、调用链和验证笔记。</a:t>
            </a:r>
          </a:p>
          <a:p xmlns:a="http://schemas.openxmlformats.org/drawingml/2006/main">
            <a:r>
              <a:t>参考判断：合格结果包含成功/失败/取消说明、真实源码依据、相关测试结果和明确扩展边界。</a:t>
            </a:r>
          </a:p>
          <a:p xmlns:a="http://schemas.openxmlformats.org/drawingml/2006/main">
            <a:r>
              <a:t/>
            </a:r>
          </a:p>
          <a:p xmlns:a="http://schemas.openxmlformats.org/drawingml/2006/main">
            <a:r>
              <a:t>关联专题与当前接口：</a:t>
            </a:r>
          </a:p>
          <a:p xmlns:a="http://schemas.openxmlformats.org/drawingml/2006/main">
            <a:r>
              <a:t/>
            </a:r>
          </a:p>
          <a:p xmlns:a="http://schemas.openxmlformats.org/drawingml/2006/main">
            <a:r>
              <a:t>扩展发现、注册与事件分发</a:t>
            </a:r>
          </a:p>
          <a:p xmlns:a="http://schemas.openxmlformats.org/drawingml/2006/main">
            <a:r>
              <a:t>加载 TS/JS 扩展，注册工具、命令、快捷键、提供商与事件。</a:t>
            </a:r>
          </a:p>
          <a:p xmlns:a="http://schemas.openxmlformats.org/drawingml/2006/main">
            <a:r>
              <a:t>入口：--extension；/reload；ExtensionAPI</a:t>
            </a:r>
          </a:p>
          <a:p xmlns:a="http://schemas.openxmlformats.org/drawingml/2006/main">
            <a:r>
              <a:t>边界：工厂负责注册，runner 提供上下文与分发；原始类型注释可在 API 清单中逐项阅读。</a:t>
            </a:r>
          </a:p>
          <a:p xmlns:a="http://schemas.openxmlformats.org/drawingml/2006/main">
            <a:r>
              <a:t/>
            </a:r>
          </a:p>
          <a:p xmlns:a="http://schemas.openxmlformats.org/drawingml/2006/main">
            <a:r>
              <a:t>SDK 创建与替换运行时</a:t>
            </a:r>
          </a:p>
          <a:p xmlns:a="http://schemas.openxmlformats.org/drawingml/2006/main">
            <a:r>
              <a:t>让应用在进程内创建、继续或替换编码智能体会话。</a:t>
            </a:r>
          </a:p>
          <a:p xmlns:a="http://schemas.openxmlformats.org/drawingml/2006/main">
            <a:r>
              <a:t>入口：createAgentSession / createAgentSessionRuntime</a:t>
            </a:r>
          </a:p>
          <a:p xmlns:a="http://schemas.openxmlformats.org/drawingml/2006/main">
            <a:r>
              <a:t>边界：SDK 注入流函数、配置、工具与存储；运行时负责会话替换和重新绑定。</a:t>
            </a:r>
          </a:p>
          <a:p xmlns:a="http://schemas.openxmlformats.org/drawingml/2006/main">
            <a:r>
              <a:t/>
            </a:r>
          </a:p>
          <a:p xmlns:a="http://schemas.openxmlformats.org/drawingml/2006/main">
            <a:r>
              <a:t>依赖、导入与构建边界校验</a:t>
            </a:r>
          </a:p>
          <a:p xmlns:a="http://schemas.openxmlformats.org/drawingml/2006/main">
            <a:r>
              <a:t>验证精确依赖、运行依赖、TS 导入、入口图与浏览器兼容。</a:t>
            </a:r>
          </a:p>
          <a:p xmlns:a="http://schemas.openxmlformats.org/drawingml/2006/main">
            <a:r>
              <a:t>入口：npm run check</a:t>
            </a:r>
          </a:p>
          <a:p xmlns:a="http://schemas.openxmlformats.org/drawingml/2006/main">
            <a:r>
              <a:t>边界：检查失败不是修改业务代码或降级依赖的理由。</a:t>
            </a:r>
          </a:p>
          <a:p xmlns:a="http://schemas.openxmlformats.org/drawingml/2006/main">
            <a:r>
              <a:t/>
            </a:r>
          </a:p>
          <a:p xmlns:a="http://schemas.openxmlformats.org/drawingml/2006/main">
            <a:r>
              <a:t>资源发现、来源与冲突诊断</a:t>
            </a:r>
          </a:p>
          <a:p xmlns:a="http://schemas.openxmlformats.org/drawingml/2006/main">
            <a:r>
              <a:t>统一发现扩展、技能、模板、主题与项目上下文文件。</a:t>
            </a:r>
          </a:p>
          <a:p xmlns:a="http://schemas.openxmlformats.org/drawingml/2006/main">
            <a:r>
              <a:t>入口：DefaultResourceLoader.reload；资源路径设置</a:t>
            </a:r>
          </a:p>
          <a:p xmlns:a="http://schemas.openxmlformats.org/drawingml/2006/main">
            <a:r>
              <a:t>边界：记录来源并处理碰撞；项目资源需遵守信任加载顺序。</a:t>
            </a:r>
          </a:p>
          <a:p xmlns:a="http://schemas.openxmlformats.org/drawingml/2006/main">
            <a:r>
              <a:t/>
            </a:r>
          </a:p>
          <a:p xmlns:a="http://schemas.openxmlformats.org/drawingml/2006/main">
            <a:r>
              <a:t>独立工具管线与前后 Hook</a:t>
            </a:r>
          </a:p>
          <a:p xmlns:a="http://schemas.openxmlformats.org/drawingml/2006/main">
            <a:r>
              <a:t>让宿主通过 runToolCall 复用参数校验、beforeToolCall、执行及 afterToolCall。</a:t>
            </a:r>
          </a:p>
          <a:p xmlns:a="http://schemas.openxmlformats.org/drawingml/2006/main">
            <a:r>
              <a:t>入口：runToolCall / AgentToolCallOutcome</a:t>
            </a:r>
          </a:p>
          <a:p xmlns:a="http://schemas.openxmlformats.org/drawingml/2006/main">
            <a:r>
              <a:t>边界：适合嵌套调用；宿主直接调用 tool.execute 会跳过此管线。</a:t>
            </a:r>
          </a:p>
          <a:p xmlns:a="http://schemas.openxmlformats.org/drawingml/2006/main">
            <a:r>
              <a:t/>
            </a:r>
          </a:p>
          <a:p xmlns:a="http://schemas.openxmlformats.org/drawingml/2006/main">
            <a:r>
              <a:t>选择器、消息与工具 UI 组件</a:t>
            </a:r>
          </a:p>
          <a:p xmlns:a="http://schemas.openxmlformats.org/drawingml/2006/main">
            <a:r>
              <a:t>提供模型/会话/设置选择与不同消息、工具结果的呈现。</a:t>
            </a:r>
          </a:p>
          <a:p xmlns:a="http://schemas.openxmlformats.org/drawingml/2006/main">
            <a:r>
              <a:t>入口：InteractiveMode；扩展自定义 UI</a:t>
            </a:r>
          </a:p>
          <a:p xmlns:a="http://schemas.openxmlformats.org/drawingml/2006/main">
            <a:r>
              <a:t>边界：组件清单按源码保留，可从符号和原始注释追踪每个组件。</a:t>
            </a:r>
          </a:p>
          <a:p xmlns:a="http://schemas.openxmlformats.org/drawingml/2006/main">
            <a:r>
              <a:t/>
            </a:r>
          </a:p>
          <a:p xmlns:a="http://schemas.openxmlformats.org/drawingml/2006/main">
            <a:r>
              <a:t>布局、滚动、输入与选择组件</a:t>
            </a:r>
          </a:p>
          <a:p xmlns:a="http://schemas.openxmlformats.org/drawingml/2006/main">
            <a:r>
              <a:t>提供盒子、横纵布局、编辑器、列表、Markdown、图像和加载指示。</a:t>
            </a:r>
          </a:p>
          <a:p xmlns:a="http://schemas.openxmlformats.org/drawingml/2006/main">
            <a:r>
              <a:t>入口：Component / Editor / ScrollView 等</a:t>
            </a:r>
          </a:p>
          <a:p xmlns:a="http://schemas.openxmlformats.org/drawingml/2006/main">
            <a:r>
              <a:t>边界：每种组件的具体属性与方法在符号清单中可查。</a:t>
            </a:r>
          </a:p>
          <a:p xmlns:a="http://schemas.openxmlformats.org/drawingml/2006/main">
            <a:r>
              <a:t/>
            </a:r>
          </a:p>
          <a:p xmlns:a="http://schemas.openxmlformats.org/drawingml/2006/main">
            <a:r>
              <a:t>会话保存、恢复与命名</a:t>
            </a:r>
          </a:p>
          <a:p xmlns:a="http://schemas.openxmlformats.org/drawingml/2006/main">
            <a:r>
              <a:t>保存树形会话记录，并按项目、路径或 ID 恢复。</a:t>
            </a:r>
          </a:p>
          <a:p xmlns:a="http://schemas.openxmlformats.org/drawingml/2006/main">
            <a:r>
              <a:t>入口：--continue；--resume；--session；--name</a:t>
            </a:r>
          </a:p>
          <a:p xmlns:a="http://schemas.openxmlformats.org/drawingml/2006/main">
            <a:r>
              <a:t>边界：当前分支重建下一次模型上下文，内存会话可关闭持久化。</a:t>
            </a:r>
          </a:p>
          <a:p xmlns:a="http://schemas.openxmlformats.org/drawingml/2006/main">
            <a:r>
              <a:t/>
            </a:r>
          </a:p>
          <a:p xmlns:a="http://schemas.openxmlformats.org/drawingml/2006/main">
            <a:r>
              <a:t>虚拟模型与请求路由</a:t>
            </a:r>
          </a:p>
          <a:p xmlns:a="http://schemas.openxmlformats.org/drawingml/2006/main">
            <a:r>
              <a:t>允许选择逻辑模型，并将每次请求路由到物理模型。</a:t>
            </a:r>
          </a:p>
          <a:p xmlns:a="http://schemas.openxmlformats.org/drawingml/2006/main">
            <a:r>
              <a:t>入口：VirtualModelDefinition / ModelRoute</a:t>
            </a:r>
          </a:p>
          <a:p xmlns:a="http://schemas.openxmlformats.org/drawingml/2006/main">
            <a:r>
              <a:t>边界：虚拟模型不会直接到达提供商；路由状态可跟随会话分支保存。</a:t>
            </a:r>
          </a:p>
          <a:p xmlns:a="http://schemas.openxmlformats.org/drawingml/2006/main">
            <a:r>
              <a:t/>
            </a:r>
          </a:p>
          <a:p xmlns:a="http://schemas.openxmlformats.org/drawingml/2006/main">
            <a:r>
              <a:t>bash：Shell 执行与输出</a:t>
            </a:r>
          </a:p>
          <a:p xmlns:a="http://schemas.openxmlformats.org/drawingml/2006/main">
            <a:r>
              <a:t>执行 shell 命令并将输出、退出状态和截断信息传回模型。</a:t>
            </a:r>
          </a:p>
          <a:p xmlns:a="http://schemas.openxmlformats.org/drawingml/2006/main">
            <a:r>
              <a:t>入口：默认启用工具 bash；用户 ! 命令</a:t>
            </a:r>
          </a:p>
          <a:p xmlns:a="http://schemas.openxmlformats.org/drawingml/2006/main">
            <a:r>
              <a:t>边界：信号、超时、子进程与输出捕获由执行层协作处理。</a:t>
            </a:r>
          </a:p>
          <a:p xmlns:a="http://schemas.openxmlformats.org/drawingml/2006/main">
            <a:r>
              <a:t/>
            </a:r>
          </a:p>
          <a:p xmlns:a="http://schemas.openxmlformats.org/drawingml/2006/main">
            <a:r>
              <a:t>输入处理、排队与任务收尾</a:t>
            </a:r>
          </a:p>
          <a:p xmlns:a="http://schemas.openxmlformats.org/drawingml/2006/main">
            <a:r>
              <a:t>协调扩展命令、输入转换、steering/follow-up、重试与最终通知。</a:t>
            </a:r>
          </a:p>
          <a:p xmlns:a="http://schemas.openxmlformats.org/drawingml/2006/main">
            <a:r>
              <a:t>入口：AgentSession.prompt / steer / followUp</a:t>
            </a:r>
          </a:p>
          <a:p xmlns:a="http://schemas.openxmlformats.org/drawingml/2006/main">
            <a:r>
              <a:t>边界：agent_end 后仍可能继续；agent_settled 是完成自动处理后的通知边界。</a:t>
            </a:r>
          </a:p>
          <a:p xmlns:a="http://schemas.openxmlformats.org/drawingml/2006/main">
            <a:r>
              <a:t/>
            </a:r>
          </a:p>
          <a:p xmlns:a="http://schemas.openxmlformats.org/drawingml/2006/main">
            <a:r>
              <a:t>extensions/permission-gate · 示例</a:t>
            </a:r>
          </a:p>
          <a:p xmlns:a="http://schemas.openxmlformats.org/drawingml/2006/main">
            <a:r>
              <a:t>展示 extensions/permission-gate.ts 对应的扩展或 SDK 用法。具体场景以入口文件的原始说明、注册代码和配套 README 为依据。</a:t>
            </a:r>
          </a:p>
          <a:p xmlns:a="http://schemas.openxmlformats.org/drawingml/2006/main">
            <a:r>
              <a:t>入口：packages/coding-agent/examples/extensions/permission-gate.ts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extensions/project-trust · 示例</a:t>
            </a:r>
          </a:p>
          <a:p xmlns:a="http://schemas.openxmlformats.org/drawingml/2006/main">
            <a:r>
              <a:t>展示 extensions/project-trust.ts 对应的扩展或 SDK 用法。具体场景以入口文件的原始说明、注册代码和配套 README 为依据。</a:t>
            </a:r>
          </a:p>
          <a:p xmlns:a="http://schemas.openxmlformats.org/drawingml/2006/main">
            <a:r>
              <a:t>入口：packages/coding-agent/examples/extensions/project-trust.ts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extensions/protected-paths · 示例</a:t>
            </a:r>
          </a:p>
          <a:p xmlns:a="http://schemas.openxmlformats.org/drawingml/2006/main">
            <a:r>
              <a:t>展示 extensions/protected-paths.ts 对应的扩展或 SDK 用法。具体场景以入口文件的原始说明、注册代码和配套 README 为依据。</a:t>
            </a:r>
          </a:p>
          <a:p xmlns:a="http://schemas.openxmlformats.org/drawingml/2006/main">
            <a:r>
              <a:t>入口：packages/coding-agent/examples/extensions/protected-paths.ts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extensions/confirm-destructive · 示例</a:t>
            </a:r>
          </a:p>
          <a:p xmlns:a="http://schemas.openxmlformats.org/drawingml/2006/main">
            <a:r>
              <a:t>展示 extensions/confirm-destructive.ts 对应的扩展或 SDK 用法。具体场景以入口文件的原始说明、注册代码和配套 README 为依据。</a:t>
            </a:r>
          </a:p>
          <a:p xmlns:a="http://schemas.openxmlformats.org/drawingml/2006/main">
            <a:r>
              <a:t>入口：packages/coding-agent/examples/extensions/confirm-destructive.ts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extensions/dirty-repo-guard · 示例</a:t>
            </a:r>
          </a:p>
          <a:p xmlns:a="http://schemas.openxmlformats.org/drawingml/2006/main">
            <a:r>
              <a:t>展示 extensions/dirty-repo-guard.ts 对应的扩展或 SDK 用法。具体场景以入口文件的原始说明、注册代码和配套 README 为依据。</a:t>
            </a:r>
          </a:p>
          <a:p xmlns:a="http://schemas.openxmlformats.org/drawingml/2006/main">
            <a:r>
              <a:t>入口：packages/coding-agent/examples/extensions/dirty-repo-guard.ts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extensions/git-checkpoint · 示例</a:t>
            </a:r>
          </a:p>
          <a:p xmlns:a="http://schemas.openxmlformats.org/drawingml/2006/main">
            <a:r>
              <a:t>展示 extensions/git-checkpoint.ts 对应的扩展或 SDK 用法。具体场景以入口文件的原始说明、注册代码和配套 README 为依据。</a:t>
            </a:r>
          </a:p>
          <a:p xmlns:a="http://schemas.openxmlformats.org/drawingml/2006/main">
            <a:r>
              <a:t>入口：packages/coding-agent/examples/extensions/git-checkpoint.ts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extensions/auto-commit-on-exit · 示例</a:t>
            </a:r>
          </a:p>
          <a:p xmlns:a="http://schemas.openxmlformats.org/drawingml/2006/main">
            <a:r>
              <a:t>展示 extensions/auto-commit-on-exit.ts 对应的扩展或 SDK 用法。具体场景以入口文件的原始说明、注册代码和配套 README 为依据。</a:t>
            </a:r>
          </a:p>
          <a:p xmlns:a="http://schemas.openxmlformats.org/drawingml/2006/main">
            <a:r>
              <a:t>入口：packages/coding-agent/examples/extensions/auto-commit-on-exit.ts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sdk/01-minimal · 示例</a:t>
            </a:r>
          </a:p>
          <a:p xmlns:a="http://schemas.openxmlformats.org/drawingml/2006/main">
            <a:r>
              <a:t>展示 sdk/01-minimal.ts 对应的扩展或 SDK 用法。具体场景以入口文件的原始说明、注册代码和配套 README 为依据。</a:t>
            </a:r>
          </a:p>
          <a:p xmlns:a="http://schemas.openxmlformats.org/drawingml/2006/main">
            <a:r>
              <a:t>入口：packages/coding-agent/examples/sdk/01-minimal.ts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sdk/02-custom-model · 示例</a:t>
            </a:r>
          </a:p>
          <a:p xmlns:a="http://schemas.openxmlformats.org/drawingml/2006/main">
            <a:r>
              <a:t>展示 sdk/02-custom-model.ts 对应的扩展或 SDK 用法。具体场景以入口文件的原始说明、注册代码和配套 README 为依据。</a:t>
            </a:r>
          </a:p>
          <a:p xmlns:a="http://schemas.openxmlformats.org/drawingml/2006/main">
            <a:r>
              <a:t>入口：packages/coding-agent/examples/sdk/02-custom-model.ts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sdk/03-custom-prompt · 示例</a:t>
            </a:r>
          </a:p>
          <a:p xmlns:a="http://schemas.openxmlformats.org/drawingml/2006/main">
            <a:r>
              <a:t>展示 sdk/03-custom-prompt.ts 对应的扩展或 SDK 用法。具体场景以入口文件的原始说明、注册代码和配套 README 为依据。</a:t>
            </a:r>
          </a:p>
          <a:p xmlns:a="http://schemas.openxmlformats.org/drawingml/2006/main">
            <a:r>
              <a:t>入口：packages/coding-agent/examples/sdk/03-custom-prompt.ts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sdk/04-skills · 示例</a:t>
            </a:r>
          </a:p>
          <a:p xmlns:a="http://schemas.openxmlformats.org/drawingml/2006/main">
            <a:r>
              <a:t>展示 sdk/04-skills.ts 对应的扩展或 SDK 用法。具体场景以入口文件的原始说明、注册代码和配套 README 为依据。</a:t>
            </a:r>
          </a:p>
          <a:p xmlns:a="http://schemas.openxmlformats.org/drawingml/2006/main">
            <a:r>
              <a:t>入口：packages/coding-agent/examples/sdk/04-skills.ts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sdk/05-tools · 示例</a:t>
            </a:r>
          </a:p>
          <a:p xmlns:a="http://schemas.openxmlformats.org/drawingml/2006/main">
            <a:r>
              <a:t>展示 sdk/05-tools.ts 对应的扩展或 SDK 用法。具体场景以入口文件的原始说明、注册代码和配套 README 为依据。</a:t>
            </a:r>
          </a:p>
          <a:p xmlns:a="http://schemas.openxmlformats.org/drawingml/2006/main">
            <a:r>
              <a:t>入口：packages/coding-agent/examples/sdk/05-tools.ts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sdk/06-extensions · 示例</a:t>
            </a:r>
          </a:p>
          <a:p xmlns:a="http://schemas.openxmlformats.org/drawingml/2006/main">
            <a:r>
              <a:t>展示 sdk/06-extensions.ts 对应的扩展或 SDK 用法。具体场景以入口文件的原始说明、注册代码和配套 README 为依据。</a:t>
            </a:r>
          </a:p>
          <a:p xmlns:a="http://schemas.openxmlformats.org/drawingml/2006/main">
            <a:r>
              <a:t>入口：packages/coding-agent/examples/sdk/06-extensions.ts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sdk/07-context-files · 示例</a:t>
            </a:r>
          </a:p>
          <a:p xmlns:a="http://schemas.openxmlformats.org/drawingml/2006/main">
            <a:r>
              <a:t>展示 sdk/07-context-files.ts 对应的扩展或 SDK 用法。具体场景以入口文件的原始说明、注册代码和配套 README 为依据。</a:t>
            </a:r>
          </a:p>
          <a:p xmlns:a="http://schemas.openxmlformats.org/drawingml/2006/main">
            <a:r>
              <a:t>入口：packages/coding-agent/examples/sdk/07-context-files.ts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sdk/08-prompt-templates · 示例</a:t>
            </a:r>
          </a:p>
          <a:p xmlns:a="http://schemas.openxmlformats.org/drawingml/2006/main">
            <a:r>
              <a:t>展示 sdk/08-prompt-templates.ts 对应的扩展或 SDK 用法。具体场景以入口文件的原始说明、注册代码和配套 README 为依据。</a:t>
            </a:r>
          </a:p>
          <a:p xmlns:a="http://schemas.openxmlformats.org/drawingml/2006/main">
            <a:r>
              <a:t>入口：packages/coding-agent/examples/sdk/08-prompt-templates.ts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sdk/09-api-keys-and-oauth · 示例</a:t>
            </a:r>
          </a:p>
          <a:p xmlns:a="http://schemas.openxmlformats.org/drawingml/2006/main">
            <a:r>
              <a:t>展示 sdk/09-api-keys-and-oauth.ts 对应的扩展或 SDK 用法。具体场景以入口文件的原始说明、注册代码和配套 README 为依据。</a:t>
            </a:r>
          </a:p>
          <a:p xmlns:a="http://schemas.openxmlformats.org/drawingml/2006/main">
            <a:r>
              <a:t>入口：packages/coding-agent/examples/sdk/09-api-keys-and-oauth.ts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sdk/10-settings · 示例</a:t>
            </a:r>
          </a:p>
          <a:p xmlns:a="http://schemas.openxmlformats.org/drawingml/2006/main">
            <a:r>
              <a:t>展示 sdk/10-settings.ts 对应的扩展或 SDK 用法。具体场景以入口文件的原始说明、注册代码和配套 README 为依据。</a:t>
            </a:r>
          </a:p>
          <a:p xmlns:a="http://schemas.openxmlformats.org/drawingml/2006/main">
            <a:r>
              <a:t>入口：packages/coding-agent/examples/sdk/10-settings.ts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sdk/11-sessions · 示例</a:t>
            </a:r>
          </a:p>
          <a:p xmlns:a="http://schemas.openxmlformats.org/drawingml/2006/main">
            <a:r>
              <a:t>展示 sdk/11-sessions.ts 对应的扩展或 SDK 用法。具体场景以入口文件的原始说明、注册代码和配套 README 为依据。</a:t>
            </a:r>
          </a:p>
          <a:p xmlns:a="http://schemas.openxmlformats.org/drawingml/2006/main">
            <a:r>
              <a:t>入口：packages/coding-agent/examples/sdk/11-sessions.ts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sdk/12-full-control · 示例</a:t>
            </a:r>
          </a:p>
          <a:p xmlns:a="http://schemas.openxmlformats.org/drawingml/2006/main">
            <a:r>
              <a:t>展示 sdk/12-full-control.ts 对应的扩展或 SDK 用法。具体场景以入口文件的原始说明、注册代码和配套 README 为依据。</a:t>
            </a:r>
          </a:p>
          <a:p xmlns:a="http://schemas.openxmlformats.org/drawingml/2006/main">
            <a:r>
              <a:t>入口：packages/coding-agent/examples/sdk/12-full-control.ts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sdk/13-session-runtime · 示例</a:t>
            </a:r>
          </a:p>
          <a:p xmlns:a="http://schemas.openxmlformats.org/drawingml/2006/main">
            <a:r>
              <a:t>展示 sdk/13-session-runtime.ts 对应的扩展或 SDK 用法。具体场景以入口文件的原始说明、注册代码和配套 README 为依据。</a:t>
            </a:r>
          </a:p>
          <a:p xmlns:a="http://schemas.openxmlformats.org/drawingml/2006/main">
            <a:r>
              <a:t>入口：packages/coding-agent/examples/sdk/13-session-runtime.ts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sdk/14-codemode-mcp · 示例</a:t>
            </a:r>
          </a:p>
          <a:p xmlns:a="http://schemas.openxmlformats.org/drawingml/2006/main">
            <a:r>
              <a:t>展示 sdk/14-codemode-mcp.ts 对应的扩展或 SDK 用法。具体场景以入口文件的原始说明、注册代码和配套 README 为依据。</a:t>
            </a:r>
          </a:p>
          <a:p xmlns:a="http://schemas.openxmlformats.org/drawingml/2006/main">
            <a:r>
              <a:t>入口：packages/coding-agent/examples/sdk/14-codemode-mcp.ts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安装锁生成与生命周期脚本审查</a:t>
            </a:r>
          </a:p>
          <a:p xmlns:a="http://schemas.openxmlformats.org/drawingml/2006/main">
            <a:r>
              <a:t>生成并核验独立安装时使用的固定依赖图与批准的生命周期脚本清单。</a:t>
            </a:r>
          </a:p>
          <a:p xmlns:a="http://schemas.openxmlformats.org/drawingml/2006/main">
            <a:r>
              <a:t>入口：install-lock:coding-agent；check:install-lock:coding-agent</a:t>
            </a:r>
          </a:p>
          <a:p xmlns:a="http://schemas.openxmlformats.org/drawingml/2006/main">
            <a:r>
              <a:t>边界：当前使用 install-lock；旧发布 npm-shrinkwrap 已移除，常规 npm 使用其自身依赖解析。</a:t>
            </a:r>
          </a:p>
          <a:p xmlns:a="http://schemas.openxmlformats.org/drawingml/2006/main">
            <a:r>
              <a:t/>
            </a:r>
          </a:p>
          <a:p xmlns:a="http://schemas.openxmlformats.org/drawingml/2006/main">
            <a:r>
              <a:t>文档：</a:t>
            </a:r>
          </a:p>
          <a:p xmlns:a="http://schemas.openxmlformats.org/drawingml/2006/main">
            <a:r>
              <a:t/>
            </a:r>
          </a:p>
          <a:p xmlns:a="http://schemas.openxmlformats.org/drawingml/2006/main">
            <a:r>
              <a:t>packages/coding-agent/docs/cli.md</a:t>
            </a:r>
          </a:p>
          <a:p xmlns:a="http://schemas.openxmlformats.org/drawingml/2006/main">
            <a:r>
              <a:t/>
            </a:r>
          </a:p>
          <a:p xmlns:a="http://schemas.openxmlformats.org/drawingml/2006/main">
            <a:r>
              <a:t>AGENTS.md</a:t>
            </a:r>
          </a:p>
          <a:p xmlns:a="http://schemas.openxmlformats.org/drawingml/2006/main">
            <a:r>
              <a:t/>
            </a:r>
          </a:p>
          <a:p xmlns:a="http://schemas.openxmlformats.org/drawingml/2006/main">
            <a:r>
              <a:t>packages/agent/README.md</a:t>
            </a:r>
          </a:p>
          <a:p xmlns:a="http://schemas.openxmlformats.org/drawingml/2006/main">
            <a:r>
              <a:t/>
            </a:r>
          </a:p>
          <a:p xmlns:a="http://schemas.openxmlformats.org/drawingml/2006/main">
            <a:r>
              <a:t>packages/tui/README.md</a:t>
            </a:r>
          </a:p>
          <a:p xmlns:a="http://schemas.openxmlformats.org/drawingml/2006/main">
            <a:r>
              <a:t/>
            </a:r>
          </a:p>
          <a:p xmlns:a="http://schemas.openxmlformats.org/drawingml/2006/main">
            <a:r>
              <a:t>packages/coding-agent/examples/extensions/README.md</a:t>
            </a:r>
          </a:p>
          <a:p xmlns:a="http://schemas.openxmlformats.org/drawingml/2006/main">
            <a:r>
              <a:t/>
            </a:r>
          </a:p>
          <a:p xmlns:a="http://schemas.openxmlformats.org/drawingml/2006/main">
            <a:r>
              <a:t>packages/coding-agent/docs/slash-commands.md</a:t>
            </a:r>
          </a:p>
          <a:p xmlns:a="http://schemas.openxmlformats.org/drawingml/2006/main">
            <a:r>
              <a:t/>
            </a:r>
          </a:p>
          <a:p xmlns:a="http://schemas.openxmlformats.org/drawingml/2006/main">
            <a:r>
              <a:t>packages/coding-agent/docs/extensions.md</a:t>
            </a:r>
          </a:p>
          <a:p xmlns:a="http://schemas.openxmlformats.org/drawingml/2006/main">
            <a:r>
              <a:t/>
            </a:r>
          </a:p>
          <a:p xmlns:a="http://schemas.openxmlformats.org/drawingml/2006/main">
            <a:r>
              <a:t>packages/coding-agent/docs/rpc-extension-ui.md</a:t>
            </a:r>
          </a:p>
          <a:p xmlns:a="http://schemas.openxmlformats.org/drawingml/2006/main">
            <a:r>
              <a:t/>
            </a:r>
          </a:p>
          <a:p xmlns:a="http://schemas.openxmlformats.org/drawingml/2006/main">
            <a:r>
              <a:t>packages/coding-agent/docs/virtual-models.md</a:t>
            </a:r>
          </a:p>
          <a:p xmlns:a="http://schemas.openxmlformats.org/drawingml/2006/main">
            <a:r>
              <a:t/>
            </a:r>
          </a:p>
          <a:p xmlns:a="http://schemas.openxmlformats.org/drawingml/2006/main">
            <a:r>
              <a:t>packages/coding-agent/docs/sdk.md</a:t>
            </a:r>
          </a:p>
          <a:p xmlns:a="http://schemas.openxmlformats.org/drawingml/2006/main">
            <a:r>
              <a:t/>
            </a:r>
          </a:p>
          <a:p xmlns:a="http://schemas.openxmlformats.org/drawingml/2006/main">
            <a:r>
              <a:t>README.md</a:t>
            </a:r>
          </a:p>
          <a:p xmlns:a="http://schemas.openxmlformats.org/drawingml/2006/main">
            <a:r>
              <a:t/>
            </a:r>
          </a:p>
          <a:p xmlns:a="http://schemas.openxmlformats.org/drawingml/2006/main">
            <a:r>
              <a:t>相关测试（列出路径不代表已运行）：</a:t>
            </a:r>
          </a:p>
          <a:p xmlns:a="http://schemas.openxmlformats.org/drawingml/2006/main">
            <a:r>
              <a:t/>
            </a:r>
          </a:p>
          <a:p xmlns:a="http://schemas.openxmlformats.org/drawingml/2006/main">
            <a:r>
              <a:t>packages/coding-agent/test/cache-warmer.test.ts</a:t>
            </a:r>
          </a:p>
          <a:p xmlns:a="http://schemas.openxmlformats.org/drawingml/2006/main">
            <a:r>
              <a:t/>
            </a:r>
          </a:p>
          <a:p xmlns:a="http://schemas.openxmlformats.org/drawingml/2006/main">
            <a:r>
              <a:t>packages/coding-agent/test/extensions-runner.test.ts</a:t>
            </a:r>
          </a:p>
          <a:p xmlns:a="http://schemas.openxmlformats.org/drawingml/2006/main">
            <a:r>
              <a:t/>
            </a:r>
          </a:p>
          <a:p xmlns:a="http://schemas.openxmlformats.org/drawingml/2006/main">
            <a:r>
              <a:t>packages/coding-agent/test/llama-extension.test.ts</a:t>
            </a:r>
          </a:p>
          <a:p xmlns:a="http://schemas.openxmlformats.org/drawingml/2006/main">
            <a:r>
              <a:t/>
            </a:r>
          </a:p>
          <a:p xmlns:a="http://schemas.openxmlformats.org/drawingml/2006/main">
            <a:r>
              <a:t>packages/coding-agent/test/suite/regressions/7193-event-bus-lifecycle.test.ts</a:t>
            </a:r>
          </a:p>
          <a:p xmlns:a="http://schemas.openxmlformats.org/drawingml/2006/main">
            <a:r>
              <a:t/>
            </a:r>
          </a:p>
          <a:p xmlns:a="http://schemas.openxmlformats.org/drawingml/2006/main">
            <a:r>
              <a:t>packages/coding-agent/test/suite/regressions/8423-extension-factory-failure.test.ts</a:t>
            </a:r>
          </a:p>
          <a:p xmlns:a="http://schemas.openxmlformats.org/drawingml/2006/main">
            <a:r>
              <a:t/>
            </a:r>
          </a:p>
          <a:p xmlns:a="http://schemas.openxmlformats.org/drawingml/2006/main">
            <a:r>
              <a:t>packages/coding-agent/test/utilities.ts</a:t>
            </a:r>
          </a:p>
          <a:p xmlns:a="http://schemas.openxmlformats.org/drawingml/2006/main">
            <a:r>
              <a:t/>
            </a:r>
          </a:p>
          <a:p xmlns:a="http://schemas.openxmlformats.org/drawingml/2006/main">
            <a:r>
              <a:t>packages/coding-agent/test/compaction-extensions-example.test.ts</a:t>
            </a:r>
          </a:p>
          <a:p xmlns:a="http://schemas.openxmlformats.org/drawingml/2006/main">
            <a:r>
              <a:t/>
            </a:r>
          </a:p>
          <a:p xmlns:a="http://schemas.openxmlformats.org/drawingml/2006/main">
            <a:r>
              <a:t>packages/coding-agent/test/compaction-extensions.test.ts</a:t>
            </a:r>
          </a:p>
          <a:p xmlns:a="http://schemas.openxmlformats.org/drawingml/2006/main">
            <a:r>
              <a:t/>
            </a:r>
          </a:p>
          <a:p xmlns:a="http://schemas.openxmlformats.org/drawingml/2006/main">
            <a:r>
              <a:t>packages/coding-agent/test/git-merge-and-resolve-extension.test.ts</a:t>
            </a:r>
          </a:p>
          <a:p xmlns:a="http://schemas.openxmlformats.org/drawingml/2006/main">
            <a:r>
              <a:t/>
            </a:r>
          </a:p>
          <a:p xmlns:a="http://schemas.openxmlformats.org/drawingml/2006/main">
            <a:r>
              <a:t>packages/coding-agent/test/input-transform-streaming-example.test.ts</a:t>
            </a:r>
          </a:p>
          <a:p xmlns:a="http://schemas.openxmlformats.org/drawingml/2006/main">
            <a:r>
              <a:t/>
            </a:r>
          </a:p>
          <a:p xmlns:a="http://schemas.openxmlformats.org/drawingml/2006/main">
            <a:r>
              <a:t>packages/coding-agent/test/plan-mode-extension.test.ts</a:t>
            </a:r>
          </a:p>
          <a:p xmlns:a="http://schemas.openxmlformats.org/drawingml/2006/main">
            <a:r>
              <a:t/>
            </a:r>
          </a:p>
          <a:p xmlns:a="http://schemas.openxmlformats.org/drawingml/2006/main">
            <a:r>
              <a:t>packages/coding-agent/test/rpc-prompt-response-semantics.test.ts</a:t>
            </a:r>
          </a:p>
          <a:p xmlns:a="http://schemas.openxmlformats.org/drawingml/2006/main">
            <a:r>
              <a:t/>
            </a:r>
          </a:p>
          <a:p xmlns:a="http://schemas.openxmlformats.org/drawingml/2006/main">
            <a:r>
              <a:t>packages/coding-agent/test/suite/agent-session-compaction-model-overrides.test.ts</a:t>
            </a:r>
          </a:p>
          <a:p xmlns:a="http://schemas.openxmlformats.org/drawingml/2006/main">
            <a:r>
              <a:t/>
            </a:r>
          </a:p>
          <a:p xmlns:a="http://schemas.openxmlformats.org/drawingml/2006/main">
            <a:r>
              <a:t>packages/coding-agent/test/suite/agent-session-prompt.test.ts</a:t>
            </a:r>
          </a:p>
          <a:p xmlns:a="http://schemas.openxmlformats.org/drawingml/2006/main">
            <a:r>
              <a:t/>
            </a:r>
          </a:p>
          <a:p xmlns:a="http://schemas.openxmlformats.org/drawingml/2006/main">
            <a:r>
              <a:t>packages/coding-agent/test/suite/harness.ts</a:t>
            </a:r>
          </a:p>
          <a:p xmlns:a="http://schemas.openxmlformats.org/drawingml/2006/main">
            <a:r>
              <a:t/>
            </a:r>
          </a:p>
          <a:p xmlns:a="http://schemas.openxmlformats.org/drawingml/2006/main">
            <a:r>
              <a:t>packages/coding-agent/test/suite/regressions/8261-subagent-project-trust.test.ts</a:t>
            </a:r>
          </a:p>
          <a:p xmlns:a="http://schemas.openxmlformats.org/drawingml/2006/main">
            <a:r>
              <a:t/>
            </a:r>
          </a:p>
          <a:p xmlns:a="http://schemas.openxmlformats.org/drawingml/2006/main">
            <a:r>
              <a:t>packages/coding-agent/test/suite/virtual-models.test.ts</a:t>
            </a:r>
          </a:p>
          <a:p xmlns:a="http://schemas.openxmlformats.org/drawingml/2006/main">
            <a:r>
              <a:t/>
            </a:r>
          </a:p>
          <a:p xmlns:a="http://schemas.openxmlformats.org/drawingml/2006/main">
            <a:r>
              <a:t>packages/coding-agent/test/trigger-compact-extension.test.ts</a:t>
            </a:r>
          </a:p>
          <a:p xmlns:a="http://schemas.openxmlformats.org/drawingml/2006/main">
            <a:r>
              <a:t/>
            </a:r>
          </a:p>
          <a:p xmlns:a="http://schemas.openxmlformats.org/drawingml/2006/main">
            <a:r>
              <a:t>packages/coding-agent/test/extensions-discovery.test.ts</a:t>
            </a:r>
          </a:p>
          <a:p xmlns:a="http://schemas.openxmlformats.org/drawingml/2006/main">
            <a:r>
              <a:t/>
            </a:r>
          </a:p>
          <a:p xmlns:a="http://schemas.openxmlformats.org/drawingml/2006/main">
            <a:r>
              <a:t>packages/coding-agent/test/extensions-input-event.test.ts</a:t>
            </a:r>
          </a:p>
          <a:p xmlns:a="http://schemas.openxmlformats.org/drawingml/2006/main">
            <a:r>
              <a:t/>
            </a:r>
          </a:p>
          <a:p xmlns:a="http://schemas.openxmlformats.org/drawingml/2006/main">
            <a:r>
              <a:t>packages/coding-agent/test/sdk-codex-cache-probe-tool-loop.ts</a:t>
            </a:r>
          </a:p>
          <a:p xmlns:a="http://schemas.openxmlformats.org/drawingml/2006/main">
            <a:r>
              <a:t/>
            </a:r>
          </a:p>
          <a:p xmlns:a="http://schemas.openxmlformats.org/drawingml/2006/main">
            <a:r>
              <a:t>packages/coding-agent/test/sdk-skills.test.ts</a:t>
            </a:r>
          </a:p>
          <a:p xmlns:a="http://schemas.openxmlformats.org/drawingml/2006/main">
            <a:r>
              <a:t/>
            </a:r>
          </a:p>
          <a:p xmlns:a="http://schemas.openxmlformats.org/drawingml/2006/main">
            <a:r>
              <a:t>packages/coding-agent/test/suite/regressions/8237-node-sea-extension-loading.test.ts</a:t>
            </a:r>
          </a:p>
          <a:p xmlns:a="http://schemas.openxmlformats.org/drawingml/2006/main">
            <a:r>
              <a:t/>
            </a:r>
          </a:p>
          <a:p xmlns:a="http://schemas.openxmlformats.org/drawingml/2006/main">
            <a:r>
              <a:t>packages/coding-agent/test/suite/regressions/9540-extension-loader-lazy.test.ts</a:t>
            </a:r>
          </a:p>
          <a:p xmlns:a="http://schemas.openxmlformats.org/drawingml/2006/main">
            <a:r>
              <a:t/>
            </a:r>
          </a:p>
          <a:p xmlns:a="http://schemas.openxmlformats.org/drawingml/2006/main">
            <a:r>
              <a:t>packages/coding-agent/test/suite/regressions/extension-factory-cache.test.ts</a:t>
            </a:r>
          </a:p>
          <a:p xmlns:a="http://schemas.openxmlformats.org/drawingml/2006/main">
            <a:r>
              <a:t/>
            </a:r>
          </a:p>
          <a:p xmlns:a="http://schemas.openxmlformats.org/drawingml/2006/main">
            <a:r>
              <a:t>packages/coding-agent/test/resource-loader.test.ts</a:t>
            </a:r>
          </a:p>
          <a:p xmlns:a="http://schemas.openxmlformats.org/drawingml/2006/main">
            <a:r>
              <a:t/>
            </a:r>
          </a:p>
          <a:p xmlns:a="http://schemas.openxmlformats.org/drawingml/2006/main">
            <a:r>
              <a:t>packages/coding-agent/test/suite/agent-session-mcp-oauth.test.ts</a:t>
            </a:r>
          </a:p>
          <a:p xmlns:a="http://schemas.openxmlformats.org/drawingml/2006/main">
            <a:r>
              <a:t/>
            </a:r>
          </a:p>
          <a:p xmlns:a="http://schemas.openxmlformats.org/drawingml/2006/main">
            <a:r>
              <a:t>packages/coding-agent/test/codemode-renderer.test.ts</a:t>
            </a:r>
          </a:p>
          <a:p xmlns:a="http://schemas.openxmlformats.org/drawingml/2006/main">
            <a:r>
              <a:t/>
            </a:r>
          </a:p>
          <a:p xmlns:a="http://schemas.openxmlformats.org/drawingml/2006/main">
            <a:r>
              <a:t>packages/coding-agent/test/custom-message.test.ts</a:t>
            </a:r>
          </a:p>
          <a:p xmlns:a="http://schemas.openxmlformats.org/drawingml/2006/main">
            <a:r>
              <a:t/>
            </a:r>
          </a:p>
          <a:p xmlns:a="http://schemas.openxmlformats.org/drawingml/2006/main">
            <a:r>
              <a:t>packages/coding-agent/test/edit-tool-legacy-input.test.ts</a:t>
            </a:r>
          </a:p>
          <a:p xmlns:a="http://schemas.openxmlformats.org/drawingml/2006/main">
            <a:r>
              <a:t/>
            </a:r>
          </a:p>
          <a:p xmlns:a="http://schemas.openxmlformats.org/drawingml/2006/main">
            <a:r>
              <a:t>packages/coding-agent/test/export-html-whitespace.test.ts</a:t>
            </a:r>
          </a:p>
          <a:p xmlns:a="http://schemas.openxmlformats.org/drawingml/2006/main">
            <a:r>
              <a:t/>
            </a:r>
          </a:p>
          <a:p xmlns:a="http://schemas.openxmlformats.org/drawingml/2006/main">
            <a:r>
              <a:t>packages/coding-agent/test/export-jsonl-share.test.ts</a:t>
            </a:r>
          </a:p>
          <a:p xmlns:a="http://schemas.openxmlformats.org/drawingml/2006/main">
            <a:r>
              <a:t/>
            </a:r>
          </a:p>
          <a:p xmlns:a="http://schemas.openxmlformats.org/drawingml/2006/main">
            <a:r>
              <a:t>packages/coding-agent/test/image-resize-callers.test.ts</a:t>
            </a:r>
          </a:p>
          <a:p xmlns:a="http://schemas.openxmlformats.org/drawingml/2006/main">
            <a:r>
              <a:t/>
            </a:r>
          </a:p>
          <a:p xmlns:a="http://schemas.openxmlformats.org/drawingml/2006/main">
            <a:r>
              <a:t>packages/coding-agent/test/interactive-mode-status.test.ts</a:t>
            </a:r>
          </a:p>
          <a:p xmlns:a="http://schemas.openxmlformats.org/drawingml/2006/main">
            <a:r>
              <a:t/>
            </a:r>
          </a:p>
          <a:p xmlns:a="http://schemas.openxmlformats.org/drawingml/2006/main">
            <a:r>
              <a:t>packages/coding-agent/test/mermaid.test.ts</a:t>
            </a:r>
          </a:p>
          <a:p xmlns:a="http://schemas.openxmlformats.org/drawingml/2006/main">
            <a:r>
              <a:t/>
            </a:r>
          </a:p>
          <a:p xmlns:a="http://schemas.openxmlformats.org/drawingml/2006/main">
            <a:r>
              <a:t>packages/coding-agent/test/output-pad.test.ts</a:t>
            </a:r>
          </a:p>
          <a:p xmlns:a="http://schemas.openxmlformats.org/drawingml/2006/main">
            <a:r>
              <a:t/>
            </a:r>
          </a:p>
          <a:p xmlns:a="http://schemas.openxmlformats.org/drawingml/2006/main">
            <a:r>
              <a:t>packages/coding-agent/test/sdk-stream-options.test.ts</a:t>
            </a:r>
          </a:p>
          <a:p xmlns:a="http://schemas.openxmlformats.org/drawingml/2006/main">
            <a:r>
              <a:t/>
            </a:r>
          </a:p>
          <a:p xmlns:a="http://schemas.openxmlformats.org/drawingml/2006/main">
            <a:r>
              <a:t>packages/coding-agent/test/suite/agent-session-codemode.test.ts</a:t>
            </a:r>
          </a:p>
          <a:p xmlns:a="http://schemas.openxmlformats.org/drawingml/2006/main">
            <a:r>
              <a:t/>
            </a:r>
          </a:p>
          <a:p xmlns:a="http://schemas.openxmlformats.org/drawingml/2006/main">
            <a:r>
              <a:t>packages/coding-agent/test/suite/agent-session-mcp.test.ts</a:t>
            </a:r>
          </a:p>
          <a:p xmlns:a="http://schemas.openxmlformats.org/drawingml/2006/main">
            <a:r>
              <a:t/>
            </a:r>
          </a:p>
          <a:p xmlns:a="http://schemas.openxmlformats.org/drawingml/2006/main">
            <a:r>
              <a:t>packages/coding-agent/test/suite/agent-session-tool-orchestration.test.ts</a:t>
            </a:r>
          </a:p>
          <a:p xmlns:a="http://schemas.openxmlformats.org/drawingml/2006/main">
            <a:r>
              <a:t/>
            </a:r>
          </a:p>
          <a:p xmlns:a="http://schemas.openxmlformats.org/drawingml/2006/main">
            <a:r>
              <a:t>packages/coding-agent/test/suite/regressions/10285-mcp-tool-renderers.test.ts</a:t>
            </a:r>
          </a:p>
          <a:p xmlns:a="http://schemas.openxmlformats.org/drawingml/2006/main">
            <a:r>
              <a:t/>
            </a:r>
          </a:p>
          <a:p xmlns:a="http://schemas.openxmlformats.org/drawingml/2006/main">
            <a:r>
              <a:t>packages/coding-agent/test/suite/regressions/9068-user-bash-fail-closed.test.ts</a:t>
            </a:r>
          </a:p>
          <a:p xmlns:a="http://schemas.openxmlformats.org/drawingml/2006/main">
            <a:r>
              <a:t/>
            </a:r>
          </a:p>
          <a:p xmlns:a="http://schemas.openxmlformats.org/drawingml/2006/main">
            <a:r>
              <a:t>packages/coding-agent/test/tool-execution-component.test.ts</a:t>
            </a:r>
          </a:p>
          <a:p xmlns:a="http://schemas.openxmlformats.org/drawingml/2006/main">
            <a:r>
              <a:t/>
            </a:r>
          </a:p>
          <a:p xmlns:a="http://schemas.openxmlformats.org/drawingml/2006/main">
            <a:r>
              <a:t>packages/coding-agent/test/tool-renderer-examples.test.ts</a:t>
            </a:r>
          </a:p>
          <a:p xmlns:a="http://schemas.openxmlformats.org/drawingml/2006/main">
            <a:r>
              <a:t/>
            </a:r>
          </a:p>
          <a:p xmlns:a="http://schemas.openxmlformats.org/drawingml/2006/main">
            <a:r>
              <a:t>packages/coding-agent/test/tool-search.test.ts</a:t>
            </a:r>
          </a:p>
          <a:p xmlns:a="http://schemas.openxmlformats.org/drawingml/2006/main">
            <a:r>
              <a:t/>
            </a:r>
          </a:p>
          <a:p xmlns:a="http://schemas.openxmlformats.org/drawingml/2006/main">
            <a:r>
              <a:t>packages/coding-agent/test/tools.test.ts</a:t>
            </a:r>
          </a:p>
          <a:p xmlns:a="http://schemas.openxmlformats.org/drawingml/2006/main">
            <a:r>
              <a:t/>
            </a:r>
          </a:p>
          <a:p xmlns:a="http://schemas.openxmlformats.org/drawingml/2006/main">
            <a:r>
              <a:t>packages/coding-agent/test/suite/regressions/11156-pi-ai-models-virtual-module.test.ts</a:t>
            </a:r>
          </a:p>
          <a:p xmlns:a="http://schemas.openxmlformats.org/drawingml/2006/main">
            <a:r>
              <a:t/>
            </a:r>
          </a:p>
          <a:p xmlns:a="http://schemas.openxmlformats.org/drawingml/2006/main">
            <a:r>
              <a:t>packages/coding-agent/test/agent-session-branching.test.ts</a:t>
            </a:r>
          </a:p>
          <a:p xmlns:a="http://schemas.openxmlformats.org/drawingml/2006/main">
            <a:r>
              <a:t/>
            </a:r>
          </a:p>
          <a:p xmlns:a="http://schemas.openxmlformats.org/drawingml/2006/main">
            <a:r>
              <a:t>packages/coding-agent/test/agent-session-runtime-events.test.ts</a:t>
            </a:r>
          </a:p>
          <a:p xmlns:a="http://schemas.openxmlformats.org/drawingml/2006/main">
            <a:r>
              <a:t/>
            </a:r>
          </a:p>
          <a:p xmlns:a="http://schemas.openxmlformats.org/drawingml/2006/main">
            <a:r>
              <a:t>packages/coding-agent/test/interactive-mode-import-command.test.ts</a:t>
            </a:r>
          </a:p>
          <a:p xmlns:a="http://schemas.openxmlformats.org/drawingml/2006/main">
            <a:r>
              <a:t/>
            </a:r>
          </a:p>
          <a:p xmlns:a="http://schemas.openxmlformats.org/drawingml/2006/main">
            <a:r>
              <a:t>packages/coding-agent/test/session-cwd.test.ts</a:t>
            </a:r>
          </a:p>
          <a:p xmlns:a="http://schemas.openxmlformats.org/drawingml/2006/main">
            <a:r>
              <a:t/>
            </a:r>
          </a:p>
          <a:p xmlns:a="http://schemas.openxmlformats.org/drawingml/2006/main">
            <a:r>
              <a:t>packages/coding-agent/test/suite/agent-session-runtime.test.ts</a:t>
            </a:r>
          </a:p>
          <a:p xmlns:a="http://schemas.openxmlformats.org/drawingml/2006/main">
            <a:r>
              <a:t/>
            </a:r>
          </a:p>
          <a:p xmlns:a="http://schemas.openxmlformats.org/drawingml/2006/main">
            <a:r>
              <a:t>packages/coding-agent/test/suite/regressions/2753-reload-stale-resource-settings.test.ts</a:t>
            </a:r>
          </a:p>
          <a:p xmlns:a="http://schemas.openxmlformats.org/drawingml/2006/main">
            <a:r>
              <a:t/>
            </a:r>
          </a:p>
          <a:p xmlns:a="http://schemas.openxmlformats.org/drawingml/2006/main">
            <a:r>
              <a:t>packages/coding-agent/test/suite/regressions/2860-replaced-session-context.test.ts</a:t>
            </a:r>
          </a:p>
          <a:p xmlns:a="http://schemas.openxmlformats.org/drawingml/2006/main">
            <a:r>
              <a:t/>
            </a:r>
          </a:p>
          <a:p xmlns:a="http://schemas.openxmlformats.org/drawingml/2006/main">
            <a:r>
              <a:t>packages/coding-agent/test/suite/regressions/5868-rpc-unknown-command-id.test.ts</a:t>
            </a:r>
          </a:p>
          <a:p xmlns:a="http://schemas.openxmlformats.org/drawingml/2006/main">
            <a:r>
              <a:t/>
            </a:r>
          </a:p>
          <a:p xmlns:a="http://schemas.openxmlformats.org/drawingml/2006/main">
            <a:r>
              <a:t>packages/coding-agent/test/suite/regressions/8724-in-memory-fork-active-tool.test.ts</a:t>
            </a:r>
          </a:p>
          <a:p xmlns:a="http://schemas.openxmlformats.org/drawingml/2006/main">
            <a:r>
              <a:t/>
            </a:r>
          </a:p>
          <a:p xmlns:a="http://schemas.openxmlformats.org/drawingml/2006/main">
            <a:r>
              <a:t>packages/coding-agent/test/default-tools-setting.test.ts</a:t>
            </a:r>
          </a:p>
          <a:p xmlns:a="http://schemas.openxmlformats.org/drawingml/2006/main">
            <a:r>
              <a:t/>
            </a:r>
          </a:p>
          <a:p xmlns:a="http://schemas.openxmlformats.org/drawingml/2006/main">
            <a:r>
              <a:t>packages/coding-agent/test/suite/regressions/3592-no-builtin-tools-keeps-extension-tools.test.ts</a:t>
            </a:r>
          </a:p>
          <a:p xmlns:a="http://schemas.openxmlformats.org/drawingml/2006/main">
            <a:r>
              <a:t/>
            </a:r>
          </a:p>
          <a:p xmlns:a="http://schemas.openxmlformats.org/drawingml/2006/main">
            <a:r>
              <a:t>packages/coding-agent/test/suite/regressions/7829-invalid-settings-warning.test.ts</a:t>
            </a:r>
          </a:p>
          <a:p xmlns:a="http://schemas.openxmlformats.org/drawingml/2006/main">
            <a:r>
              <a:t/>
            </a:r>
          </a:p>
          <a:p xmlns:a="http://schemas.openxmlformats.org/drawingml/2006/main">
            <a:r>
              <a:t>packages/coding-agent/test/agent-session-dynamic-provider.test.ts</a:t>
            </a:r>
          </a:p>
          <a:p xmlns:a="http://schemas.openxmlformats.org/drawingml/2006/main">
            <a:r>
              <a:t/>
            </a:r>
          </a:p>
          <a:p xmlns:a="http://schemas.openxmlformats.org/drawingml/2006/main">
            <a:r>
              <a:t>packages/coding-agent/test/agent-session-dynamic-tools.test.ts</a:t>
            </a:r>
          </a:p>
          <a:p xmlns:a="http://schemas.openxmlformats.org/drawingml/2006/main">
            <a:r>
              <a:t/>
            </a:r>
          </a:p>
          <a:p xmlns:a="http://schemas.openxmlformats.org/drawingml/2006/main">
            <a:r>
              <a:t>packages/coding-agent/test/builtin-tool-strict-mode.test.ts</a:t>
            </a:r>
          </a:p>
          <a:p xmlns:a="http://schemas.openxmlformats.org/drawingml/2006/main">
            <a:r>
              <a:t/>
            </a:r>
          </a:p>
          <a:p xmlns:a="http://schemas.openxmlformats.org/drawingml/2006/main">
            <a:r>
              <a:t>packages/coding-agent/test/sdk-client-identity.test.ts</a:t>
            </a:r>
          </a:p>
          <a:p xmlns:a="http://schemas.openxmlformats.org/drawingml/2006/main">
            <a:r>
              <a:t/>
            </a:r>
          </a:p>
          <a:p xmlns:a="http://schemas.openxmlformats.org/drawingml/2006/main">
            <a:r>
              <a:t>packages/coding-agent/test/sdk-session-manager.test.ts</a:t>
            </a:r>
          </a:p>
          <a:p xmlns:a="http://schemas.openxmlformats.org/drawingml/2006/main">
            <a:r>
              <a:t/>
            </a:r>
          </a:p>
          <a:p xmlns:a="http://schemas.openxmlformats.org/drawingml/2006/main">
            <a:r>
              <a:t>packages/coding-agent/test/suite/regressions/2835-tools-allowlist-filters-extension-tools.test.ts</a:t>
            </a:r>
          </a:p>
          <a:p xmlns:a="http://schemas.openxmlformats.org/drawingml/2006/main">
            <a:r>
              <a:t/>
            </a:r>
          </a:p>
          <a:p xmlns:a="http://schemas.openxmlformats.org/drawingml/2006/main">
            <a:r>
              <a:t>packages/coding-agent/test/system-prompt-updates.test.ts</a:t>
            </a:r>
          </a:p>
          <a:p xmlns:a="http://schemas.openxmlformats.org/drawingml/2006/main">
            <a:r>
              <a:t/>
            </a:r>
          </a:p>
          <a:p xmlns:a="http://schemas.openxmlformats.org/drawingml/2006/main">
            <a:r>
              <a:t>packages/coding-agent/test/virtual-models.test.ts</a:t>
            </a:r>
          </a:p>
          <a:p xmlns:a="http://schemas.openxmlformats.org/drawingml/2006/main">
            <a:r>
              <a:t/>
            </a:r>
          </a:p>
          <a:p xmlns:a="http://schemas.openxmlformats.org/drawingml/2006/main">
            <a:r>
              <a:t>packages/coding-agent/test/resource-loader-theme.test.ts</a:t>
            </a:r>
          </a:p>
          <a:p xmlns:a="http://schemas.openxmlformats.org/drawingml/2006/main">
            <a:r>
              <a:t/>
            </a:r>
          </a:p>
          <a:p xmlns:a="http://schemas.openxmlformats.org/drawingml/2006/main">
            <a:r>
              <a:t>packages/coding-agent/test/suite/regressions/2781-skill-collision-precedence.test.ts</a:t>
            </a:r>
          </a:p>
          <a:p xmlns:a="http://schemas.openxmlformats.org/drawingml/2006/main">
            <a:r>
              <a:t/>
            </a:r>
          </a:p>
          <a:p xmlns:a="http://schemas.openxmlformats.org/drawingml/2006/main">
            <a:r>
              <a:t>packages/coding-agent/test/suite/regressions/3616-settings-inmemory-reload.test.ts</a:t>
            </a:r>
          </a:p>
          <a:p xmlns:a="http://schemas.openxmlformats.org/drawingml/2006/main">
            <a:r>
              <a:t/>
            </a:r>
          </a:p>
          <a:p xmlns:a="http://schemas.openxmlformats.org/drawingml/2006/main">
            <a:r>
              <a:t>packages/coding-agent/test/suite/regressions/6260-inline-extension-naming.test.ts</a:t>
            </a:r>
          </a:p>
          <a:p xmlns:a="http://schemas.openxmlformats.org/drawingml/2006/main">
            <a:r>
              <a:t/>
            </a:r>
          </a:p>
          <a:p xmlns:a="http://schemas.openxmlformats.org/drawingml/2006/main">
            <a:r>
              <a:t>packages/coding-agent/test/skills.test.ts</a:t>
            </a:r>
          </a:p>
          <a:p xmlns:a="http://schemas.openxmlformats.org/drawingml/2006/main">
            <a:r>
              <a:t/>
            </a:r>
          </a:p>
          <a:p xmlns:a="http://schemas.openxmlformats.org/drawingml/2006/main">
            <a:r>
              <a:t>packages/coding-agent/test/system-prompt.test.ts</a:t>
            </a:r>
          </a:p>
          <a:p xmlns:a="http://schemas.openxmlformats.org/drawingml/2006/main">
            <a:r>
              <a:t/>
            </a:r>
          </a:p>
          <a:p xmlns:a="http://schemas.openxmlformats.org/drawingml/2006/main">
            <a:r>
              <a:t>packages/agent/test/agent-loop.test.ts</a:t>
            </a:r>
          </a:p>
          <a:p xmlns:a="http://schemas.openxmlformats.org/drawingml/2006/main">
            <a:r>
              <a:t/>
            </a:r>
          </a:p>
          <a:p xmlns:a="http://schemas.openxmlformats.org/drawingml/2006/main">
            <a:r>
              <a:t>packages/agent/test/utils/calculate.ts</a:t>
            </a:r>
          </a:p>
          <a:p xmlns:a="http://schemas.openxmlformats.org/drawingml/2006/main">
            <a:r>
              <a:t/>
            </a:r>
          </a:p>
          <a:p xmlns:a="http://schemas.openxmlformats.org/drawingml/2006/main">
            <a:r>
              <a:t>packages/agent/test/utils/get-current-time.ts</a:t>
            </a:r>
          </a:p>
          <a:p xmlns:a="http://schemas.openxmlformats.org/drawingml/2006/main">
            <a:r>
              <a:t/>
            </a:r>
          </a:p>
          <a:p xmlns:a="http://schemas.openxmlformats.org/drawingml/2006/main">
            <a:r>
              <a:t>packages/coding-agent/test/read-line-range-display.test.ts</a:t>
            </a:r>
          </a:p>
          <a:p xmlns:a="http://schemas.openxmlformats.org/drawingml/2006/main">
            <a:r>
              <a:t/>
            </a:r>
          </a:p>
          <a:p xmlns:a="http://schemas.openxmlformats.org/drawingml/2006/main">
            <a:r>
              <a:t>packages/coding-agent/test/assistant-message.test.ts</a:t>
            </a:r>
          </a:p>
          <a:p xmlns:a="http://schemas.openxmlformats.org/drawingml/2006/main">
            <a:r>
              <a:t/>
            </a:r>
          </a:p>
          <a:p xmlns:a="http://schemas.openxmlformats.org/drawingml/2006/main">
            <a:r>
              <a:t>packages/coding-agent/test/streaming-render-debug.ts</a:t>
            </a:r>
          </a:p>
          <a:p xmlns:a="http://schemas.openxmlformats.org/drawingml/2006/main">
            <a:r>
              <a:t/>
            </a:r>
          </a:p>
          <a:p xmlns:a="http://schemas.openxmlformats.org/drawingml/2006/main">
            <a:r>
              <a:t>packages/coding-agent/test/bash-execution-width.test.ts</a:t>
            </a:r>
          </a:p>
          <a:p xmlns:a="http://schemas.openxmlformats.org/drawingml/2006/main">
            <a:r>
              <a:t/>
            </a:r>
          </a:p>
          <a:p xmlns:a="http://schemas.openxmlformats.org/drawingml/2006/main">
            <a:r>
              <a:t>packages/coding-agent/test/collapsible-message-components.test.ts</a:t>
            </a:r>
          </a:p>
          <a:p xmlns:a="http://schemas.openxmlformats.org/drawingml/2006/main">
            <a:r>
              <a:t/>
            </a:r>
          </a:p>
          <a:p xmlns:a="http://schemas.openxmlformats.org/drawingml/2006/main">
            <a:r>
              <a:t>packages/coding-agent/test/package-command-paths.test.ts</a:t>
            </a:r>
          </a:p>
          <a:p xmlns:a="http://schemas.openxmlformats.org/drawingml/2006/main">
            <a:r>
              <a:t/>
            </a:r>
          </a:p>
          <a:p xmlns:a="http://schemas.openxmlformats.org/drawingml/2006/main">
            <a:r>
              <a:t>packages/coding-agent/test/custom-editor-history-keybindings.test.ts</a:t>
            </a:r>
          </a:p>
          <a:p xmlns:a="http://schemas.openxmlformats.org/drawingml/2006/main">
            <a:r>
              <a:t/>
            </a:r>
          </a:p>
          <a:p xmlns:a="http://schemas.openxmlformats.org/drawingml/2006/main">
            <a:r>
              <a:t>packages/coding-agent/test/status-indicator.test.ts</a:t>
            </a:r>
          </a:p>
          <a:p xmlns:a="http://schemas.openxmlformats.org/drawingml/2006/main">
            <a:r>
              <a:t/>
            </a:r>
          </a:p>
          <a:p xmlns:a="http://schemas.openxmlformats.org/drawingml/2006/main">
            <a:r>
              <a:t>packages/coding-agent/test/bug-report.test.ts</a:t>
            </a:r>
          </a:p>
          <a:p xmlns:a="http://schemas.openxmlformats.org/drawingml/2006/main">
            <a:r>
              <a:t/>
            </a:r>
          </a:p>
          <a:p xmlns:a="http://schemas.openxmlformats.org/drawingml/2006/main">
            <a:r>
              <a:t>packages/coding-agent/test/footer-width.test.ts</a:t>
            </a:r>
          </a:p>
          <a:p xmlns:a="http://schemas.openxmlformats.org/drawingml/2006/main">
            <a:r>
              <a:t/>
            </a:r>
          </a:p>
          <a:p xmlns:a="http://schemas.openxmlformats.org/drawingml/2006/main">
            <a:r>
              <a:t>packages/coding-agent/test/auth-url-copy.test.ts</a:t>
            </a:r>
          </a:p>
          <a:p xmlns:a="http://schemas.openxmlformats.org/drawingml/2006/main">
            <a:r>
              <a:t/>
            </a:r>
          </a:p>
          <a:p xmlns:a="http://schemas.openxmlformats.org/drawingml/2006/main">
            <a:r>
              <a:t>packages/coding-agent/test/login-dialog-device-code.test.ts</a:t>
            </a:r>
          </a:p>
          <a:p xmlns:a="http://schemas.openxmlformats.org/drawingml/2006/main">
            <a:r>
              <a:t/>
            </a:r>
          </a:p>
          <a:p xmlns:a="http://schemas.openxmlformats.org/drawingml/2006/main">
            <a:r>
              <a:t>packages/coding-agent/test/suite/regressions/5433-extension-oauth-prompt-input.test.ts</a:t>
            </a:r>
          </a:p>
          <a:p xmlns:a="http://schemas.openxmlformats.org/drawingml/2006/main">
            <a:r>
              <a:t/>
            </a:r>
          </a:p>
          <a:p xmlns:a="http://schemas.openxmlformats.org/drawingml/2006/main">
            <a:r>
              <a:t>packages/coding-agent/test/model-selector.test.ts</a:t>
            </a:r>
          </a:p>
          <a:p xmlns:a="http://schemas.openxmlformats.org/drawingml/2006/main">
            <a:r>
              <a:t/>
            </a:r>
          </a:p>
          <a:p xmlns:a="http://schemas.openxmlformats.org/drawingml/2006/main">
            <a:r>
              <a:t>packages/coding-agent/test/suite/regressions/3217-scoped-model-order.test.ts</a:t>
            </a:r>
          </a:p>
          <a:p xmlns:a="http://schemas.openxmlformats.org/drawingml/2006/main">
            <a:r>
              <a:t/>
            </a:r>
          </a:p>
          <a:p xmlns:a="http://schemas.openxmlformats.org/drawingml/2006/main">
            <a:r>
              <a:t>packages/coding-agent/test/suite/regressions/6999-models-json-hot-reload.test.ts</a:t>
            </a:r>
          </a:p>
          <a:p xmlns:a="http://schemas.openxmlformats.org/drawingml/2006/main">
            <a:r>
              <a:t/>
            </a:r>
          </a:p>
          <a:p xmlns:a="http://schemas.openxmlformats.org/drawingml/2006/main">
            <a:r>
              <a:t>packages/coding-agent/test/suite/regressions/7209-model-selector-filter-resets-selection.test.ts</a:t>
            </a:r>
          </a:p>
          <a:p xmlns:a="http://schemas.openxmlformats.org/drawingml/2006/main">
            <a:r>
              <a:t/>
            </a:r>
          </a:p>
          <a:p xmlns:a="http://schemas.openxmlformats.org/drawingml/2006/main">
            <a:r>
              <a:t>packages/coding-agent/test/oauth-selector.test.ts</a:t>
            </a:r>
          </a:p>
          <a:p xmlns:a="http://schemas.openxmlformats.org/drawingml/2006/main">
            <a:r>
              <a:t/>
            </a:r>
          </a:p>
          <a:p xmlns:a="http://schemas.openxmlformats.org/drawingml/2006/main">
            <a:r>
              <a:t>packages/coding-agent/test/scoped-models-selector.test.ts</a:t>
            </a:r>
          </a:p>
          <a:p xmlns:a="http://schemas.openxmlformats.org/drawingml/2006/main">
            <a:r>
              <a:t/>
            </a:r>
          </a:p>
          <a:p xmlns:a="http://schemas.openxmlformats.org/drawingml/2006/main">
            <a:r>
              <a:t>packages/coding-agent/test/suite/regressions/6949-unavailable-scoped-model.test.ts</a:t>
            </a:r>
          </a:p>
          <a:p xmlns:a="http://schemas.openxmlformats.org/drawingml/2006/main">
            <a:r>
              <a:t/>
            </a:r>
          </a:p>
          <a:p xmlns:a="http://schemas.openxmlformats.org/drawingml/2006/main">
            <a:r>
              <a:t>packages/coding-agent/test/suite/regressions/7153-scoped-models-refresh.test.ts</a:t>
            </a:r>
          </a:p>
          <a:p xmlns:a="http://schemas.openxmlformats.org/drawingml/2006/main">
            <a:r>
              <a:t/>
            </a:r>
          </a:p>
          <a:p xmlns:a="http://schemas.openxmlformats.org/drawingml/2006/main">
            <a:r>
              <a:t>packages/coding-agent/test/session-selector-search.test.ts</a:t>
            </a:r>
          </a:p>
          <a:p xmlns:a="http://schemas.openxmlformats.org/drawingml/2006/main">
            <a:r>
              <a:t/>
            </a:r>
          </a:p>
          <a:p xmlns:a="http://schemas.openxmlformats.org/drawingml/2006/main">
            <a:r>
              <a:t>packages/coding-agent/test/session-selector-path-delete.test.ts</a:t>
            </a:r>
          </a:p>
          <a:p xmlns:a="http://schemas.openxmlformats.org/drawingml/2006/main">
            <a:r>
              <a:t/>
            </a:r>
          </a:p>
          <a:p xmlns:a="http://schemas.openxmlformats.org/drawingml/2006/main">
            <a:r>
              <a:t>packages/coding-agent/test/session-selector-rename.test.ts</a:t>
            </a:r>
          </a:p>
          <a:p xmlns:a="http://schemas.openxmlformats.org/drawingml/2006/main">
            <a:r>
              <a:t/>
            </a:r>
          </a:p>
          <a:p xmlns:a="http://schemas.openxmlformats.org/drawingml/2006/main">
            <a:r>
              <a:t>packages/coding-agent/test/settings-selector.test.ts</a:t>
            </a:r>
          </a:p>
          <a:p xmlns:a="http://schemas.openxmlformats.org/drawingml/2006/main">
            <a:r>
              <a:t/>
            </a:r>
          </a:p>
          <a:p xmlns:a="http://schemas.openxmlformats.org/drawingml/2006/main">
            <a:r>
              <a:t>packages/coding-agent/test/interactive-mode-tree-navigation.test.ts</a:t>
            </a:r>
          </a:p>
          <a:p xmlns:a="http://schemas.openxmlformats.org/drawingml/2006/main">
            <a:r>
              <a:t/>
            </a:r>
          </a:p>
          <a:p xmlns:a="http://schemas.openxmlformats.org/drawingml/2006/main">
            <a:r>
              <a:t>packages/coding-agent/test/interactive-tui.test.ts</a:t>
            </a:r>
          </a:p>
          <a:p xmlns:a="http://schemas.openxmlformats.org/drawingml/2006/main">
            <a:r>
              <a:t/>
            </a:r>
          </a:p>
          <a:p xmlns:a="http://schemas.openxmlformats.org/drawingml/2006/main">
            <a:r>
              <a:t>packages/coding-agent/test/themed-text.test.ts</a:t>
            </a:r>
          </a:p>
          <a:p xmlns:a="http://schemas.openxmlformats.org/drawingml/2006/main">
            <a:r>
              <a:t/>
            </a:r>
          </a:p>
          <a:p xmlns:a="http://schemas.openxmlformats.org/drawingml/2006/main">
            <a:r>
              <a:t>packages/coding-agent/test/thinking-selector.test.ts</a:t>
            </a:r>
          </a:p>
          <a:p xmlns:a="http://schemas.openxmlformats.org/drawingml/2006/main">
            <a:r>
              <a:t/>
            </a:r>
          </a:p>
          <a:p xmlns:a="http://schemas.openxmlformats.org/drawingml/2006/main">
            <a:r>
              <a:t>packages/coding-agent/test/edit-tool-no-full-redraw.test.ts</a:t>
            </a:r>
          </a:p>
          <a:p xmlns:a="http://schemas.openxmlformats.org/drawingml/2006/main">
            <a:r>
              <a:t/>
            </a:r>
          </a:p>
          <a:p xmlns:a="http://schemas.openxmlformats.org/drawingml/2006/main">
            <a:r>
              <a:t>packages/coding-agent/test/suite/regressions/4167-thinking-toggle-pending-tool-render.test.ts</a:t>
            </a:r>
          </a:p>
          <a:p xmlns:a="http://schemas.openxmlformats.org/drawingml/2006/main">
            <a:r>
              <a:t/>
            </a:r>
          </a:p>
          <a:p xmlns:a="http://schemas.openxmlformats.org/drawingml/2006/main">
            <a:r>
              <a:t>packages/coding-agent/test/suite/regressions/8611-thinking-toggle-pending-bash-output.test.ts</a:t>
            </a:r>
          </a:p>
          <a:p xmlns:a="http://schemas.openxmlformats.org/drawingml/2006/main">
            <a:r>
              <a:t/>
            </a:r>
          </a:p>
          <a:p xmlns:a="http://schemas.openxmlformats.org/drawingml/2006/main">
            <a:r>
              <a:t>packages/coding-agent/test/tree-selector.test.ts</a:t>
            </a:r>
          </a:p>
          <a:p xmlns:a="http://schemas.openxmlformats.org/drawingml/2006/main">
            <a:r>
              <a:t/>
            </a:r>
          </a:p>
          <a:p xmlns:a="http://schemas.openxmlformats.org/drawingml/2006/main">
            <a:r>
              <a:t>packages/coding-agent/test/trust-selector.test.ts</a:t>
            </a:r>
          </a:p>
          <a:p xmlns:a="http://schemas.openxmlformats.org/drawingml/2006/main">
            <a:r>
              <a:t/>
            </a:r>
          </a:p>
          <a:p xmlns:a="http://schemas.openxmlformats.org/drawingml/2006/main">
            <a:r>
              <a:t>packages/coding-agent/test/user-message.test.ts</a:t>
            </a:r>
          </a:p>
          <a:p xmlns:a="http://schemas.openxmlformats.org/drawingml/2006/main">
            <a:r>
              <a:t/>
            </a:r>
          </a:p>
          <a:p xmlns:a="http://schemas.openxmlformats.org/drawingml/2006/main">
            <a:r>
              <a:t>packages/tui/test/tui-alt-screen.test.ts</a:t>
            </a:r>
          </a:p>
          <a:p xmlns:a="http://schemas.openxmlformats.org/drawingml/2006/main">
            <a:r>
              <a:t/>
            </a:r>
          </a:p>
          <a:p xmlns:a="http://schemas.openxmlformats.org/drawingml/2006/main">
            <a:r>
              <a:t>packages/tui/test/chat-simple.ts</a:t>
            </a:r>
          </a:p>
          <a:p xmlns:a="http://schemas.openxmlformats.org/drawingml/2006/main">
            <a:r>
              <a:t/>
            </a:r>
          </a:p>
          <a:p xmlns:a="http://schemas.openxmlformats.org/drawingml/2006/main">
            <a:r>
              <a:t>packages/tui/test/editor-history-keybindings.test.ts</a:t>
            </a:r>
          </a:p>
          <a:p xmlns:a="http://schemas.openxmlformats.org/drawingml/2006/main">
            <a:r>
              <a:t/>
            </a:r>
          </a:p>
          <a:p xmlns:a="http://schemas.openxmlformats.org/drawingml/2006/main">
            <a:r>
              <a:t>packages/tui/test/editor.test.ts</a:t>
            </a:r>
          </a:p>
          <a:p xmlns:a="http://schemas.openxmlformats.org/drawingml/2006/main">
            <a:r>
              <a:t/>
            </a:r>
          </a:p>
          <a:p xmlns:a="http://schemas.openxmlformats.org/drawingml/2006/main">
            <a:r>
              <a:t>packages/tui/test/mouse-components.test.ts</a:t>
            </a:r>
          </a:p>
          <a:p xmlns:a="http://schemas.openxmlformats.org/drawingml/2006/main">
            <a:r>
              <a:t/>
            </a:r>
          </a:p>
          <a:p xmlns:a="http://schemas.openxmlformats.org/drawingml/2006/main">
            <a:r>
              <a:t>packages/tui/test/layout.test.ts</a:t>
            </a:r>
          </a:p>
          <a:p xmlns:a="http://schemas.openxmlformats.org/drawingml/2006/main">
            <a:r>
              <a:t/>
            </a:r>
          </a:p>
          <a:p xmlns:a="http://schemas.openxmlformats.org/drawingml/2006/main">
            <a:r>
              <a:t>packages/tui/test/image-test.ts</a:t>
            </a:r>
          </a:p>
          <a:p xmlns:a="http://schemas.openxmlformats.org/drawingml/2006/main">
            <a:r>
              <a:t/>
            </a:r>
          </a:p>
          <a:p xmlns:a="http://schemas.openxmlformats.org/drawingml/2006/main">
            <a:r>
              <a:t>packages/tui/test/terminal-image.test.ts</a:t>
            </a:r>
          </a:p>
          <a:p xmlns:a="http://schemas.openxmlformats.org/drawingml/2006/main">
            <a:r>
              <a:t/>
            </a:r>
          </a:p>
          <a:p xmlns:a="http://schemas.openxmlformats.org/drawingml/2006/main">
            <a:r>
              <a:t>packages/tui/test/tui-render.test.ts</a:t>
            </a:r>
          </a:p>
          <a:p xmlns:a="http://schemas.openxmlformats.org/drawingml/2006/main">
            <a:r>
              <a:t/>
            </a:r>
          </a:p>
          <a:p xmlns:a="http://schemas.openxmlformats.org/drawingml/2006/main">
            <a:r>
              <a:t>packages/tui/test/input.test.ts</a:t>
            </a:r>
          </a:p>
          <a:p xmlns:a="http://schemas.openxmlformats.org/drawingml/2006/main">
            <a:r>
              <a:t/>
            </a:r>
          </a:p>
          <a:p xmlns:a="http://schemas.openxmlformats.org/drawingml/2006/main">
            <a:r>
              <a:t>packages/tui/test/alt-screen-large-transcript-bench.ts</a:t>
            </a:r>
          </a:p>
          <a:p xmlns:a="http://schemas.openxmlformats.org/drawingml/2006/main">
            <a:r>
              <a:t/>
            </a:r>
          </a:p>
          <a:p xmlns:a="http://schemas.openxmlformats.org/drawingml/2006/main">
            <a:r>
              <a:t>packages/tui/test/markdown.test.ts</a:t>
            </a:r>
          </a:p>
          <a:p xmlns:a="http://schemas.openxmlformats.org/drawingml/2006/main">
            <a:r>
              <a:t/>
            </a:r>
          </a:p>
          <a:p xmlns:a="http://schemas.openxmlformats.org/drawingml/2006/main">
            <a:r>
              <a:t>packages/tui/test/render-churn-bench.ts</a:t>
            </a:r>
          </a:p>
          <a:p xmlns:a="http://schemas.openxmlformats.org/drawingml/2006/main">
            <a:r>
              <a:t/>
            </a:r>
          </a:p>
          <a:p xmlns:a="http://schemas.openxmlformats.org/drawingml/2006/main">
            <a:r>
              <a:t>packages/tui/test/select-list.test.ts</a:t>
            </a:r>
          </a:p>
          <a:p xmlns:a="http://schemas.openxmlformats.org/drawingml/2006/main">
            <a:r>
              <a:t/>
            </a:r>
          </a:p>
          <a:p xmlns:a="http://schemas.openxmlformats.org/drawingml/2006/main">
            <a:r>
              <a:t>packages/tui/test/settings-list.test.ts</a:t>
            </a:r>
          </a:p>
          <a:p xmlns:a="http://schemas.openxmlformats.org/drawingml/2006/main">
            <a:r>
              <a:t/>
            </a:r>
          </a:p>
          <a:p xmlns:a="http://schemas.openxmlformats.org/drawingml/2006/main">
            <a:r>
              <a:t>packages/tui/test/truncated-text.test.ts</a:t>
            </a:r>
          </a:p>
          <a:p xmlns:a="http://schemas.openxmlformats.org/drawingml/2006/main">
            <a:r>
              <a:t/>
            </a:r>
          </a:p>
          <a:p xmlns:a="http://schemas.openxmlformats.org/drawingml/2006/main">
            <a:r>
              <a:t>packages/coding-agent/test/agent-session-auto-compaction-queue.test.ts</a:t>
            </a:r>
          </a:p>
          <a:p xmlns:a="http://schemas.openxmlformats.org/drawingml/2006/main">
            <a:r>
              <a:t/>
            </a:r>
          </a:p>
          <a:p xmlns:a="http://schemas.openxmlformats.org/drawingml/2006/main">
            <a:r>
              <a:t>packages/coding-agent/test/agent-session-compaction.test.ts</a:t>
            </a:r>
          </a:p>
          <a:p xmlns:a="http://schemas.openxmlformats.org/drawingml/2006/main">
            <a:r>
              <a:t/>
            </a:r>
          </a:p>
          <a:p xmlns:a="http://schemas.openxmlformats.org/drawingml/2006/main">
            <a:r>
              <a:t>packages/coding-agent/test/agent-session-concurrent.test.ts</a:t>
            </a:r>
          </a:p>
          <a:p xmlns:a="http://schemas.openxmlformats.org/drawingml/2006/main">
            <a:r>
              <a:t/>
            </a:r>
          </a:p>
          <a:p xmlns:a="http://schemas.openxmlformats.org/drawingml/2006/main">
            <a:r>
              <a:t>packages/coding-agent/test/agent-session-retry.test.ts</a:t>
            </a:r>
          </a:p>
          <a:p xmlns:a="http://schemas.openxmlformats.org/drawingml/2006/main">
            <a:r>
              <a:t/>
            </a:r>
          </a:p>
          <a:p xmlns:a="http://schemas.openxmlformats.org/drawingml/2006/main">
            <a:r>
              <a:t>packages/coding-agent/test/agent-session-stats.test.ts</a:t>
            </a:r>
          </a:p>
          <a:p xmlns:a="http://schemas.openxmlformats.org/drawingml/2006/main">
            <a:r>
              <a:t/>
            </a:r>
          </a:p>
          <a:p xmlns:a="http://schemas.openxmlformats.org/drawingml/2006/main">
            <a:r>
              <a:t>packages/coding-agent/test/branch-summarization.test.ts</a:t>
            </a:r>
          </a:p>
          <a:p xmlns:a="http://schemas.openxmlformats.org/drawingml/2006/main">
            <a:r>
              <a:t/>
            </a:r>
          </a:p>
          <a:p xmlns:a="http://schemas.openxmlformats.org/drawingml/2006/main">
            <a:r>
              <a:t>packages/coding-agent/test/cache-stats.test.ts</a:t>
            </a:r>
          </a:p>
          <a:p xmlns:a="http://schemas.openxmlformats.org/drawingml/2006/main">
            <a:r>
              <a:t/>
            </a:r>
          </a:p>
          <a:p xmlns:a="http://schemas.openxmlformats.org/drawingml/2006/main">
            <a:r>
              <a:t>packages/coding-agent/test/compaction.test.ts</a:t>
            </a:r>
          </a:p>
          <a:p xmlns:a="http://schemas.openxmlformats.org/drawingml/2006/main">
            <a:r>
              <a:t/>
            </a:r>
          </a:p>
          <a:p xmlns:a="http://schemas.openxmlformats.org/drawingml/2006/main">
            <a:r>
              <a:t>packages/coding-agent/test/export-html-cjk.test.ts</a:t>
            </a:r>
          </a:p>
          <a:p xmlns:a="http://schemas.openxmlformats.org/drawingml/2006/main">
            <a:r>
              <a:t/>
            </a:r>
          </a:p>
          <a:p xmlns:a="http://schemas.openxmlformats.org/drawingml/2006/main">
            <a:r>
              <a:t>packages/coding-agent/test/export-html-deep-tree.test.ts</a:t>
            </a:r>
          </a:p>
          <a:p xmlns:a="http://schemas.openxmlformats.org/drawingml/2006/main">
            <a:r>
              <a:t/>
            </a:r>
          </a:p>
          <a:p xmlns:a="http://schemas.openxmlformats.org/drawingml/2006/main">
            <a:r>
              <a:t>packages/coding-agent/test/format-resume-command.test.ts</a:t>
            </a:r>
          </a:p>
          <a:p xmlns:a="http://schemas.openxmlformats.org/drawingml/2006/main">
            <a:r>
              <a:t/>
            </a:r>
          </a:p>
          <a:p xmlns:a="http://schemas.openxmlformats.org/drawingml/2006/main">
            <a:r>
              <a:t>packages/coding-agent/test/interactive-mode-compaction.test.ts</a:t>
            </a:r>
          </a:p>
          <a:p xmlns:a="http://schemas.openxmlformats.org/drawingml/2006/main">
            <a:r>
              <a:t/>
            </a:r>
          </a:p>
          <a:p xmlns:a="http://schemas.openxmlformats.org/drawingml/2006/main">
            <a:r>
              <a:t>packages/coding-agent/test/model-resolver.test.ts</a:t>
            </a:r>
          </a:p>
          <a:p xmlns:a="http://schemas.openxmlformats.org/drawingml/2006/main">
            <a:r>
              <a:t/>
            </a:r>
          </a:p>
          <a:p xmlns:a="http://schemas.openxmlformats.org/drawingml/2006/main">
            <a:r>
              <a:t>packages/coding-agent/test/session-context-edit.test.ts</a:t>
            </a:r>
          </a:p>
          <a:p xmlns:a="http://schemas.openxmlformats.org/drawingml/2006/main">
            <a:r>
              <a:t/>
            </a:r>
          </a:p>
          <a:p xmlns:a="http://schemas.openxmlformats.org/drawingml/2006/main">
            <a:r>
              <a:t>packages/coding-agent/test/session-id-readonly.test.ts</a:t>
            </a:r>
          </a:p>
          <a:p xmlns:a="http://schemas.openxmlformats.org/drawingml/2006/main">
            <a:r>
              <a:t/>
            </a:r>
          </a:p>
          <a:p xmlns:a="http://schemas.openxmlformats.org/drawingml/2006/main">
            <a:r>
              <a:t>packages/coding-agent/test/session-info-modified-timestamp.test.ts</a:t>
            </a:r>
          </a:p>
          <a:p xmlns:a="http://schemas.openxmlformats.org/drawingml/2006/main">
            <a:r>
              <a:t/>
            </a:r>
          </a:p>
          <a:p xmlns:a="http://schemas.openxmlformats.org/drawingml/2006/main">
            <a:r>
              <a:t>packages/coding-agent/test/session-manager/build-context.test.ts</a:t>
            </a:r>
          </a:p>
          <a:p xmlns:a="http://schemas.openxmlformats.org/drawingml/2006/main">
            <a:r>
              <a:t/>
            </a:r>
          </a:p>
          <a:p xmlns:a="http://schemas.openxmlformats.org/drawingml/2006/main">
            <a:r>
              <a:t>packages/coding-agent/test/session-manager/custom-session-id.test.ts</a:t>
            </a:r>
          </a:p>
          <a:p xmlns:a="http://schemas.openxmlformats.org/drawingml/2006/main">
            <a:r>
              <a:t/>
            </a:r>
          </a:p>
          <a:p xmlns:a="http://schemas.openxmlformats.org/drawingml/2006/main">
            <a:r>
              <a:t>packages/coding-agent/test/session-manager/file-operations.test.ts</a:t>
            </a:r>
          </a:p>
          <a:p xmlns:a="http://schemas.openxmlformats.org/drawingml/2006/main">
            <a:r>
              <a:t/>
            </a:r>
          </a:p>
          <a:p xmlns:a="http://schemas.openxmlformats.org/drawingml/2006/main">
            <a:r>
              <a:t>packages/coding-agent/test/session-manager/labels.test.ts</a:t>
            </a:r>
          </a:p>
          <a:p xmlns:a="http://schemas.openxmlformats.org/drawingml/2006/main">
            <a:r>
              <a:t/>
            </a:r>
          </a:p>
          <a:p xmlns:a="http://schemas.openxmlformats.org/drawingml/2006/main">
            <a:r>
              <a:t>packages/coding-agent/test/session-manager/load-entries.test.ts</a:t>
            </a:r>
          </a:p>
          <a:p xmlns:a="http://schemas.openxmlformats.org/drawingml/2006/main">
            <a:r>
              <a:t/>
            </a:r>
          </a:p>
          <a:p xmlns:a="http://schemas.openxmlformats.org/drawingml/2006/main">
            <a:r>
              <a:t>packages/coding-agent/test/session-manager/migration.test.ts</a:t>
            </a:r>
          </a:p>
          <a:p xmlns:a="http://schemas.openxmlformats.org/drawingml/2006/main">
            <a:r>
              <a:t/>
            </a:r>
          </a:p>
          <a:p xmlns:a="http://schemas.openxmlformats.org/drawingml/2006/main">
            <a:r>
              <a:t>packages/coding-agent/test/session-manager/save-entry.test.ts</a:t>
            </a:r>
          </a:p>
          <a:p xmlns:a="http://schemas.openxmlformats.org/drawingml/2006/main">
            <a:r>
              <a:t/>
            </a:r>
          </a:p>
          <a:p xmlns:a="http://schemas.openxmlformats.org/drawingml/2006/main">
            <a:r>
              <a:t>packages/coding-agent/test/session-manager/tree-traversal.test.ts</a:t>
            </a:r>
          </a:p>
          <a:p xmlns:a="http://schemas.openxmlformats.org/drawingml/2006/main">
            <a:r>
              <a:t/>
            </a:r>
          </a:p>
          <a:p xmlns:a="http://schemas.openxmlformats.org/drawingml/2006/main">
            <a:r>
              <a:t>packages/coding-agent/test/suite/lax-message-content.test.ts</a:t>
            </a:r>
          </a:p>
          <a:p xmlns:a="http://schemas.openxmlformats.org/drawingml/2006/main">
            <a:r>
              <a:t/>
            </a:r>
          </a:p>
          <a:p xmlns:a="http://schemas.openxmlformats.org/drawingml/2006/main">
            <a:r>
              <a:t>packages/coding-agent/test/suite/regressions/5080-signal-shutdown-extension-cleanup.test.ts</a:t>
            </a:r>
          </a:p>
          <a:p xmlns:a="http://schemas.openxmlformats.org/drawingml/2006/main">
            <a:r>
              <a:t/>
            </a:r>
          </a:p>
          <a:p xmlns:a="http://schemas.openxmlformats.org/drawingml/2006/main">
            <a:r>
              <a:t>packages/coding-agent/test/suite/regressions/5596-missing-theme-export.test.ts</a:t>
            </a:r>
          </a:p>
          <a:p xmlns:a="http://schemas.openxmlformats.org/drawingml/2006/main">
            <a:r>
              <a:t/>
            </a:r>
          </a:p>
          <a:p xmlns:a="http://schemas.openxmlformats.org/drawingml/2006/main">
            <a:r>
              <a:t>packages/coding-agent/test/suite/regressions/7497-session-discovery-symlink.test.ts</a:t>
            </a:r>
          </a:p>
          <a:p xmlns:a="http://schemas.openxmlformats.org/drawingml/2006/main">
            <a:r>
              <a:t/>
            </a:r>
          </a:p>
          <a:p xmlns:a="http://schemas.openxmlformats.org/drawingml/2006/main">
            <a:r>
              <a:t>packages/coding-agent/test/suite/regressions/8989-fork-compaction-label-boundary.test.ts</a:t>
            </a:r>
          </a:p>
          <a:p xmlns:a="http://schemas.openxmlformats.org/drawingml/2006/main">
            <a:r>
              <a:t/>
            </a:r>
          </a:p>
          <a:p xmlns:a="http://schemas.openxmlformats.org/drawingml/2006/main">
            <a:r>
              <a:t>packages/coding-agent/test/test-harness.ts</a:t>
            </a:r>
          </a:p>
          <a:p xmlns:a="http://schemas.openxmlformats.org/drawingml/2006/main">
            <a:r>
              <a:t/>
            </a:r>
          </a:p>
          <a:p xmlns:a="http://schemas.openxmlformats.org/drawingml/2006/main">
            <a:r>
              <a:t>packages/coding-agent/test/jev-router-example.test.ts</a:t>
            </a:r>
          </a:p>
          <a:p xmlns:a="http://schemas.openxmlformats.org/drawingml/2006/main">
            <a:r>
              <a:t/>
            </a:r>
          </a:p>
          <a:p xmlns:a="http://schemas.openxmlformats.org/drawingml/2006/main">
            <a:r>
              <a:t>packages/coding-agent/test/bash-close-hang-windows.test.ts</a:t>
            </a:r>
          </a:p>
          <a:p xmlns:a="http://schemas.openxmlformats.org/drawingml/2006/main">
            <a:r>
              <a:t/>
            </a:r>
          </a:p>
          <a:p xmlns:a="http://schemas.openxmlformats.org/drawingml/2006/main">
            <a:r>
              <a:t>packages/coding-agent/test/suite/agent-session-bash-persistence.test.ts</a:t>
            </a:r>
          </a:p>
          <a:p xmlns:a="http://schemas.openxmlformats.org/drawingml/2006/main">
            <a:r>
              <a:t/>
            </a:r>
          </a:p>
          <a:p xmlns:a="http://schemas.openxmlformats.org/drawingml/2006/main">
            <a:r>
              <a:t>packages/coding-agent/test/suite/regressions/5208-late-bash-output.test.ts</a:t>
            </a:r>
          </a:p>
          <a:p xmlns:a="http://schemas.openxmlformats.org/drawingml/2006/main">
            <a:r>
              <a:t/>
            </a:r>
          </a:p>
          <a:p xmlns:a="http://schemas.openxmlformats.org/drawingml/2006/main">
            <a:r>
              <a:t>packages/coding-agent/test/tool-system-prompt-contributions.test.ts</a:t>
            </a:r>
          </a:p>
          <a:p xmlns:a="http://schemas.openxmlformats.org/drawingml/2006/main">
            <a:r>
              <a:t/>
            </a:r>
          </a:p>
          <a:p xmlns:a="http://schemas.openxmlformats.org/drawingml/2006/main">
            <a:r>
              <a:t>packages/coding-agent/test/powershell-config.test.ts</a:t>
            </a:r>
          </a:p>
          <a:p xmlns:a="http://schemas.openxmlformats.org/drawingml/2006/main">
            <a:r>
              <a:t/>
            </a:r>
          </a:p>
          <a:p xmlns:a="http://schemas.openxmlformats.org/drawingml/2006/main">
            <a:r>
              <a:t>packages/coding-agent/test/powershell-tool.test.ts</a:t>
            </a:r>
          </a:p>
          <a:p xmlns:a="http://schemas.openxmlformats.org/drawingml/2006/main">
            <a:r>
              <a:t/>
            </a:r>
          </a:p>
          <a:p xmlns:a="http://schemas.openxmlformats.org/drawingml/2006/main">
            <a:r>
              <a:t>packages/coding-agent/test/resolve-config-value.test.ts</a:t>
            </a:r>
          </a:p>
          <a:p xmlns:a="http://schemas.openxmlformats.org/drawingml/2006/main">
            <a:r>
              <a:t/>
            </a:r>
          </a:p>
          <a:p xmlns:a="http://schemas.openxmlformats.org/drawingml/2006/main">
            <a:r>
              <a:t>packages/coding-agent/test/shell-kill-process-tree.test.ts</a:t>
            </a:r>
          </a:p>
          <a:p xmlns:a="http://schemas.openxmlformats.org/drawingml/2006/main">
            <a:r>
              <a:t/>
            </a:r>
          </a:p>
          <a:p xmlns:a="http://schemas.openxmlformats.org/drawingml/2006/main">
            <a:r>
              <a:t>packages/coding-agent/test/shell-path-exists.test.ts</a:t>
            </a:r>
          </a:p>
          <a:p xmlns:a="http://schemas.openxmlformats.org/drawingml/2006/main">
            <a:r>
              <a:t/>
            </a:r>
          </a:p>
          <a:p xmlns:a="http://schemas.openxmlformats.org/drawingml/2006/main">
            <a:r>
              <a:t>packages/coding-agent/test/suite/regressions/6596-taskkill-enoent.test.ts</a:t>
            </a:r>
          </a:p>
          <a:p xmlns:a="http://schemas.openxmlformats.org/drawingml/2006/main">
            <a:r>
              <a:t/>
            </a:r>
          </a:p>
          <a:p xmlns:a="http://schemas.openxmlformats.org/drawingml/2006/main">
            <a:r>
              <a:t>packages/coding-agent/test/windows-shell-config.test.ts</a:t>
            </a:r>
          </a:p>
          <a:p xmlns:a="http://schemas.openxmlformats.org/drawingml/2006/main">
            <a:r>
              <a:t/>
            </a:r>
          </a:p>
          <a:p xmlns:a="http://schemas.openxmlformats.org/drawingml/2006/main">
            <a:r>
              <a:t>packages/coding-agent/test/program-status-reporter.test.ts</a:t>
            </a:r>
          </a:p>
          <a:p xmlns:a="http://schemas.openxmlformats.org/drawingml/2006/main">
            <a:r>
              <a:t/>
            </a:r>
          </a:p>
          <a:p xmlns:a="http://schemas.openxmlformats.org/drawingml/2006/main">
            <a:r>
              <a:t>packages/coding-agent/test/suite/regressions/5943-session-start-notify.test.ts</a:t>
            </a:r>
          </a:p>
          <a:p xmlns:a="http://schemas.openxmlformats.org/drawingml/2006/main">
            <a:r>
              <a:t/>
            </a:r>
          </a:p>
          <a:p xmlns:a="http://schemas.openxmlformats.org/drawingml/2006/main">
            <a:r>
              <a:t>packages/coding-agent/test/suite/regressions/7150-rpc-prompt-during-compaction.test.ts</a:t>
            </a:r>
          </a:p>
          <a:p xmlns:a="http://schemas.openxmlformats.org/drawingml/2006/main">
            <a:r>
              <a:t/>
            </a:r>
          </a:p>
          <a:p xmlns:a="http://schemas.openxmlformats.org/drawingml/2006/main">
            <a:r>
              <a:t>packages/coding-agent/test/suite/regressions/8537-custom-message-tool-result-ordering.test.ts</a:t>
            </a:r>
          </a:p>
          <a:p xmlns:a="http://schemas.openxmlformats.org/drawingml/2006/main">
            <a:r>
              <a:t/>
            </a:r>
          </a:p>
          <a:p xmlns:a="http://schemas.openxmlformats.org/drawingml/2006/main">
            <a:r>
              <a:t>功能编号：</a:t>
            </a:r>
          </a:p>
          <a:p xmlns:a="http://schemas.openxmlformats.org/drawingml/2006/main">
            <a:r>
              <a:t/>
            </a:r>
          </a:p>
          <a:p xmlns:a="http://schemas.openxmlformats.org/drawingml/2006/main">
            <a:r>
              <a:t>CFG-10 · 运行中重载 [内置] 重新读取快捷键、扩展、技能、模板、主题和上下文配置，方便开发和调整资源。</a:t>
            </a:r>
          </a:p>
          <a:p xmlns:a="http://schemas.openxmlformats.org/drawingml/2006/main">
            <a:r>
              <a:t/>
            </a:r>
          </a:p>
          <a:p xmlns:a="http://schemas.openxmlformats.org/drawingml/2006/main">
            <a:r>
              <a:t>EXT-01 · TypeScript／JavaScript 扩展加载 [可选] 以工厂函数注册能力，单文件或目录入口均可；jiti 使本地 TypeScript 扩展无需单独编译，异步工厂会等待完成。</a:t>
            </a:r>
          </a:p>
          <a:p xmlns:a="http://schemas.openxmlformats.org/drawingml/2006/main">
            <a:r>
              <a:t/>
            </a:r>
          </a:p>
          <a:p xmlns:a="http://schemas.openxmlformats.org/drawingml/2006/main">
            <a:r>
              <a:t>EXT-02 · 生命周期事件 [库] 观察或调整资源发现、会话、输入、模型、消息、工具和运行生命周期；按注册顺序调用并可取消订阅。</a:t>
            </a:r>
          </a:p>
          <a:p xmlns:a="http://schemas.openxmlformats.org/drawingml/2006/main">
            <a:r>
              <a:t/>
            </a:r>
          </a:p>
          <a:p xmlns:a="http://schemas.openxmlformats.org/drawingml/2006/main">
            <a:r>
              <a:t>EXT-05 · 最终消息改写 [库] 在完成消息边界替换内容，同时保留消息角色，便于过滤或规范化输出。</a:t>
            </a:r>
          </a:p>
          <a:p xmlns:a="http://schemas.openxmlformats.org/drawingml/2006/main">
            <a:r>
              <a:t/>
            </a:r>
          </a:p>
          <a:p xmlns:a="http://schemas.openxmlformats.org/drawingml/2006/main">
            <a:r>
              <a:t>EXT-06 · 自定义模型工具 [库] 注册带 TypeBox 参数、执行函数、模型内容和 UI details 的工具；支持进度、错误和用量上报。</a:t>
            </a:r>
          </a:p>
          <a:p xmlns:a="http://schemas.openxmlformats.org/drawingml/2006/main">
            <a:r>
              <a:t/>
            </a:r>
          </a:p>
          <a:p xmlns:a="http://schemas.openxmlformats.org/drawingml/2006/main">
            <a:r>
              <a:t>EXT-07 · 工具输入拦截 [库] 校验后、执行前改写参数或阻止调用，适合审批和路径保护；处理器失败时阻止执行。</a:t>
            </a:r>
          </a:p>
          <a:p xmlns:a="http://schemas.openxmlformats.org/drawingml/2006/main">
            <a:r>
              <a:t/>
            </a:r>
          </a:p>
          <a:p xmlns:a="http://schemas.openxmlformats.org/drawingml/2006/main">
            <a:r>
              <a:t>EXT-08 · 工具结果处理 [库] 修改或脱敏结果，各处理器可看到先前修改；结构化结果需与文本一并处理。</a:t>
            </a:r>
          </a:p>
          <a:p xmlns:a="http://schemas.openxmlformats.org/drawingml/2006/main">
            <a:r>
              <a:t/>
            </a:r>
          </a:p>
          <a:p xmlns:a="http://schemas.openxmlformats.org/drawingml/2006/main">
            <a:r>
              <a:t>EXT-16 · 自定义命令、参数和快捷键 [库] 注册斜杠命令及参数补全、命令行长参数和快捷键，将常见工作流变成直接操作。</a:t>
            </a:r>
          </a:p>
          <a:p xmlns:a="http://schemas.openxmlformats.org/drawingml/2006/main">
            <a:r>
              <a:t/>
            </a:r>
          </a:p>
          <a:p xmlns:a="http://schemas.openxmlformats.org/drawingml/2006/main">
            <a:r>
              <a:t>EXT-17 · 工具呈现覆盖 [库] 为工具调用与结果提供紧凑或详细显示，并可为尚未注册的 MCP 工具匹配渲染器；适用于 TUI 和 HTML 导出。</a:t>
            </a:r>
          </a:p>
          <a:p xmlns:a="http://schemas.openxmlformats.org/drawingml/2006/main">
            <a:r>
              <a:t/>
            </a:r>
          </a:p>
          <a:p xmlns:a="http://schemas.openxmlformats.org/drawingml/2006/main">
            <a:r>
              <a:t>EXT-18 · 对话框与通知 [库] 向用户提供选择、确认、输入、多行编辑、状态和通知；RPC 可转发支持的 UI 请求。</a:t>
            </a:r>
          </a:p>
          <a:p xmlns:a="http://schemas.openxmlformats.org/drawingml/2006/main">
            <a:r>
              <a:t/>
            </a:r>
          </a:p>
          <a:p xmlns:a="http://schemas.openxmlformats.org/drawingml/2006/main">
            <a:r>
              <a:t>EXT-19 · 自定义终端界面 [库] 插入组件、覆盖层、编辑器、页眉页脚、工作指示器和补全器，创建专用交互。</a:t>
            </a:r>
          </a:p>
          <a:p xmlns:a="http://schemas.openxmlformats.org/drawingml/2006/main">
            <a:r>
              <a:t/>
            </a:r>
          </a:p>
          <a:p xmlns:a="http://schemas.openxmlformats.org/drawingml/2006/main">
            <a:r>
              <a:t>EXT-20 · 会话状态持久化 [库] 工具 details 保存随分支变化的状态，自定义条目保存不发模型的数据，自定义消息保存可见上下文。</a:t>
            </a:r>
          </a:p>
          <a:p xmlns:a="http://schemas.openxmlformats.org/drawingml/2006/main">
            <a:r>
              <a:t/>
            </a:r>
          </a:p>
          <a:p xmlns:a="http://schemas.openxmlformats.org/drawingml/2006/main">
            <a:r>
              <a:t>EXT-21 · 自定义消息与条目渲染 [库] 将扩展保存的消息或非模型条目显示为专门界面，例如调试记录、状态卡片。</a:t>
            </a:r>
          </a:p>
          <a:p xmlns:a="http://schemas.openxmlformats.org/drawingml/2006/main">
            <a:r>
              <a:t/>
            </a:r>
          </a:p>
          <a:p xmlns:a="http://schemas.openxmlformats.org/drawingml/2006/main">
            <a:r>
              <a:t>EXT-22 · 会话控制与安全切换 [库] 命令上下文可等待空闲、重载、导航与替换会话；替换后应使用新上下文和重新绑定监听。</a:t>
            </a:r>
          </a:p>
          <a:p xmlns:a="http://schemas.openxmlformats.org/drawingml/2006/main">
            <a:r>
              <a:t/>
            </a:r>
          </a:p>
          <a:p xmlns:a="http://schemas.openxmlformats.org/drawingml/2006/main">
            <a:r>
              <a:t>EXT-25 · 提供商和虚拟模型扩展 [库] 注册自定义流式协议、认证和模型发现，或逐请求进行模型路由，复用 Pi 会话和选择器。</a:t>
            </a:r>
          </a:p>
          <a:p xmlns:a="http://schemas.openxmlformats.org/drawingml/2006/main">
            <a:r>
              <a:t/>
            </a:r>
          </a:p>
          <a:p xmlns:a="http://schemas.openxmlformats.org/drawingml/2006/main">
            <a:r>
              <a:t>EXT-27 · 扩展间事件总线 [库] 在同一进程的多个扩展间传递事件，减少彼此直接引用内部实现。</a:t>
            </a:r>
          </a:p>
          <a:p xmlns:a="http://schemas.openxmlformats.org/drawingml/2006/main">
            <a:r>
              <a:t/>
            </a:r>
          </a:p>
          <a:p xmlns:a="http://schemas.openxmlformats.org/drawingml/2006/main">
            <a:r>
              <a:t>EXT-28 · 原始提供商事件观察 [库] 在标准化前读取解析后的提供商事件以排查专有字段；不是原始网络字节，也不会默认持久化。</a:t>
            </a:r>
          </a:p>
          <a:p xmlns:a="http://schemas.openxmlformats.org/drawingml/2006/main">
            <a:r>
              <a:t/>
            </a:r>
          </a:p>
          <a:p xmlns:a="http://schemas.openxmlformats.org/drawingml/2006/main">
            <a:r>
              <a:t>EXT-30 · 用户命令重定向与资源清理 [库] 拦截 `!` 执行到替代后端，并通过 session_start／session_shutdown 管理进程、监听等资源。</a:t>
            </a:r>
          </a:p>
          <a:p xmlns:a="http://schemas.openxmlformats.org/drawingml/2006/main">
            <a:r>
              <a:t/>
            </a:r>
          </a:p>
          <a:p xmlns:a="http://schemas.openxmlformats.org/drawingml/2006/main">
            <a:r>
              <a:t>INT-01 · 进程内创建会话 [库] 在 Node.js／Bun 应用中直接创建 AgentSession，复用 Pi 的模型、工具、配置、会话和扩展，而无需启动终端。</a:t>
            </a:r>
          </a:p>
          <a:p xmlns:a="http://schemas.openxmlformats.org/drawingml/2006/main">
            <a:r>
              <a:t/>
            </a:r>
          </a:p>
          <a:p xmlns:a="http://schemas.openxmlformats.org/drawingml/2006/main">
            <a:r>
              <a:t>INT-03 · 等待、取消和销毁 [库] 等待真正空闲，或取消工作并等待结束；销毁会话时清除监听和旧扩展上下文。</a:t>
            </a:r>
          </a:p>
          <a:p xmlns:a="http://schemas.openxmlformats.org/drawingml/2006/main">
            <a:r>
              <a:t/>
            </a:r>
          </a:p>
          <a:p xmlns:a="http://schemas.openxmlformats.org/drawingml/2006/main">
            <a:r>
              <a:t>INT-04 · 会话事件订阅 [库] 接收文本增量、工具进度、队列、重试、压缩及最终静止事件，以驱动自己的界面。</a:t>
            </a:r>
          </a:p>
          <a:p xmlns:a="http://schemas.openxmlformats.org/drawingml/2006/main">
            <a:r>
              <a:t/>
            </a:r>
          </a:p>
          <a:p xmlns:a="http://schemas.openxmlformats.org/drawingml/2006/main">
            <a:r>
              <a:t>INT-05 · 宿主依赖注入 [库] 替换 ModelRuntime、SettingsManager、SessionManager、ResourceLoader 与工具集合，让宿主控制存储和资源边界。</a:t>
            </a:r>
          </a:p>
          <a:p xmlns:a="http://schemas.openxmlformats.org/drawingml/2006/main">
            <a:r>
              <a:t/>
            </a:r>
          </a:p>
          <a:p xmlns:a="http://schemas.openxmlformats.org/drawingml/2006/main">
            <a:r>
              <a:t>INT-06 · 内联扩展 [库] 在宿主代码中直接定义扩展工厂，可设置诊断名称、可替代标记或内置扩展身份。</a:t>
            </a:r>
          </a:p>
          <a:p xmlns:a="http://schemas.openxmlformats.org/drawingml/2006/main">
            <a:r>
              <a:t/>
            </a:r>
          </a:p>
          <a:p xmlns:a="http://schemas.openxmlformats.org/drawingml/2006/main">
            <a:r>
              <a:t>INT-07 · 会话运行时替换 [库] 在同一宿主中新建、切换、分叉或导入会话，按目标工作目录重新创建服务；旧订阅需要重绑。</a:t>
            </a:r>
          </a:p>
          <a:p xmlns:a="http://schemas.openxmlformats.org/drawingml/2006/main">
            <a:r>
              <a:t/>
            </a:r>
          </a:p>
          <a:p xmlns:a="http://schemas.openxmlformats.org/drawingml/2006/main">
            <a:r>
              <a:t>OTH-01 · 危险命令确认示例 [示例] 在 bash 调用前识别示例中的危险命令并询问用户，演示如何用 Hook 自建审批；不是默认完整权限系统。</a:t>
            </a:r>
          </a:p>
          <a:p xmlns:a="http://schemas.openxmlformats.org/drawingml/2006/main">
            <a:r>
              <a:t/>
            </a:r>
          </a:p>
          <a:p xmlns:a="http://schemas.openxmlformats.org/drawingml/2006/main">
            <a:r>
              <a:t>OTH-02 · 项目信任 Hook 示例 [示例] 演示用户或 CLI 扩展参与项目信任决策的入口和时机。</a:t>
            </a:r>
          </a:p>
          <a:p xmlns:a="http://schemas.openxmlformats.org/drawingml/2006/main">
            <a:r>
              <a:t/>
            </a:r>
          </a:p>
          <a:p xmlns:a="http://schemas.openxmlformats.org/drawingml/2006/main">
            <a:r>
              <a:t>OTH-03 · 受保护路径示例 [示例] 在工具管线上阻止修改 `.env`、`.git`、node_modules 等示例路径，展示精细规则。</a:t>
            </a:r>
          </a:p>
          <a:p xmlns:a="http://schemas.openxmlformats.org/drawingml/2006/main">
            <a:r>
              <a:t/>
            </a:r>
          </a:p>
          <a:p xmlns:a="http://schemas.openxmlformats.org/drawingml/2006/main">
            <a:r>
              <a:t>OTH-04 · 会话破坏性操作确认 [示例] 在清空、切换、分叉等会话操作前弹出确认，避免用户误操作丢失当前工作位置。</a:t>
            </a:r>
          </a:p>
          <a:p xmlns:a="http://schemas.openxmlformats.org/drawingml/2006/main">
            <a:r>
              <a:t/>
            </a:r>
          </a:p>
          <a:p xmlns:a="http://schemas.openxmlformats.org/drawingml/2006/main">
            <a:r>
              <a:t>OTH-05 · 未提交变更保护 [示例] 检测 Git 工作区存在未提交变更时阻止会话切换类操作，展示工作区检查与生命周期结合。</a:t>
            </a:r>
          </a:p>
          <a:p xmlns:a="http://schemas.openxmlformats.org/drawingml/2006/main">
            <a:r>
              <a:t/>
            </a:r>
          </a:p>
          <a:p xmlns:a="http://schemas.openxmlformats.org/drawingml/2006/main">
            <a:r>
              <a:t>OTH-43 · Git 检查点 [示例] 在轮次边界创建 stash 检查点并在分叉时恢复代码状态；这只是扩展示例，普通会话分叉不自动回滚文件。</a:t>
            </a:r>
          </a:p>
          <a:p xmlns:a="http://schemas.openxmlformats.org/drawingml/2006/main">
            <a:r>
              <a:t/>
            </a:r>
          </a:p>
          <a:p xmlns:a="http://schemas.openxmlformats.org/drawingml/2006/main">
            <a:r>
              <a:t>OTH-44 · 退出自动提交 [示例] 使用最后助手内容形成提交说明并在退出时提交；需主动加载，Pi 默认不会因此自动提交。</a:t>
            </a:r>
          </a:p>
          <a:p xmlns:a="http://schemas.openxmlformats.org/drawingml/2006/main">
            <a:r>
              <a:t/>
            </a:r>
          </a:p>
          <a:p xmlns:a="http://schemas.openxmlformats.org/drawingml/2006/main">
            <a:r>
              <a:t>OTH-56 · SDK 完整演练集 [示例] 14 个示例覆盖最小调用、模型、提示、技能、工具、扩展、上下文、模板、认证、设置、会话、完全替换宿主、runtime 切换、MCP／Codemode。</a:t>
            </a:r>
          </a:p>
          <a:p xmlns:a="http://schemas.openxmlformats.org/drawingml/2006/main">
            <a:r>
              <a:t/>
            </a:r>
          </a:p>
          <a:p xmlns:a="http://schemas.openxmlformats.org/drawingml/2006/main">
            <a:r>
              <a:t>OTH-84 · 依赖供应链检查 [工程支持] 固定直接外部依赖，检查锁文件及安装锁，默认忽略依赖生命周期脚本，并进行相应审计。</a:t>
            </a:r>
          </a:p>
          <a:p xmlns:a="http://schemas.openxmlformats.org/drawingml/2006/main">
            <a:r>
              <a:t/>
            </a:r>
          </a:p>
          <a:p xmlns:a="http://schemas.openxmlformats.org/drawingml/2006/main">
            <a:r>
              <a:t>OTH-85 · 静态检查与定向测试 [工程支持] 根 check 检查格式、类型及依赖等；测试按包和具体文件运行，交互测试另有专门流程。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源码基线：136b87e8a7f5a3e5186de0289523ba327dc592fc</a:t>
            </a:r>
          </a:p>
          <a:p xmlns:a="http://schemas.openxmlformats.org/drawingml/2006/main">
            <a:r>
              <a:t/>
            </a:r>
          </a:p>
          <a:p xmlns:a="http://schemas.openxmlformats.org/drawingml/2006/main">
            <a:r>
              <a:t>课程：08 独立改造 / release-upgrade / 生成数据、打包部署与版本升级核对</a:t>
            </a:r>
          </a:p>
          <a:p xmlns:a="http://schemas.openxmlformats.org/drawingml/2006/main">
            <a:r>
              <a:t/>
            </a:r>
          </a:p>
          <a:p xmlns:a="http://schemas.openxmlformats.org/drawingml/2006/main">
            <a:r>
              <a:t>场景：源码修改完成后，需要理解发布产物和升级时的变化范围。</a:t>
            </a:r>
          </a:p>
          <a:p xmlns:a="http://schemas.openxmlformats.org/drawingml/2006/main">
            <a:r>
              <a:t/>
            </a:r>
          </a:p>
          <a:p xmlns:a="http://schemas.openxmlformats.org/drawingml/2006/main">
            <a:r>
              <a:t>以下是教学追踪顺序，具体运行分支以源码为准。</a:t>
            </a:r>
          </a:p>
          <a:p xmlns:a="http://schemas.openxmlformats.org/drawingml/2006/main">
            <a:r>
              <a:t/>
            </a:r>
          </a:p>
          <a:p xmlns:a="http://schemas.openxmlformats.org/drawingml/2006/main">
            <a:r>
              <a:t>1. 区分手写与生成文件</a:t>
            </a:r>
          </a:p>
          <a:p xmlns:a="http://schemas.openxmlformats.org/drawingml/2006/main">
            <a:r>
              <a:t>跟踪模型生成器、数据水合和元数据来源；生成表通过生成器维护，不直接手改。</a:t>
            </a:r>
          </a:p>
          <a:p xmlns:a="http://schemas.openxmlformats.org/drawingml/2006/main">
            <a:r>
              <a:t>输入：模型或配置变更</a:t>
            </a:r>
          </a:p>
          <a:p xmlns:a="http://schemas.openxmlformats.org/drawingml/2006/main">
            <a:r>
              <a:t>输出：正确的生成入口</a:t>
            </a:r>
          </a:p>
          <a:p xmlns:a="http://schemas.openxmlformats.org/drawingml/2006/main">
            <a:r>
              <a:t>入口：模型生成/差异脚本</a:t>
            </a:r>
          </a:p>
          <a:p xmlns:a="http://schemas.openxmlformats.org/drawingml/2006/main">
            <a:r>
              <a:t>行为与边界：生成代码应从其生成器维护。</a:t>
            </a:r>
          </a:p>
          <a:p xmlns:a="http://schemas.openxmlformats.org/drawingml/2006/main">
            <a:r>
              <a:t>源码：packages/ai/scripts/generate-models.ts:1</a:t>
            </a:r>
          </a:p>
          <a:p xmlns:a="http://schemas.openxmlformats.org/drawingml/2006/main">
            <a:r>
              <a:t>源码：packages/ai/scripts/generate-test-image.ts:1</a:t>
            </a:r>
          </a:p>
          <a:p xmlns:a="http://schemas.openxmlformats.org/drawingml/2006/main">
            <a:r>
              <a:t>源码：packages/coding-agent/scripts/generate-references.ts:1</a:t>
            </a:r>
          </a:p>
          <a:p xmlns:a="http://schemas.openxmlformats.org/drawingml/2006/main">
            <a:r>
              <a:t>源码：packages/coding-agent/scripts/generate-schemas.ts:1</a:t>
            </a:r>
          </a:p>
          <a:p xmlns:a="http://schemas.openxmlformats.org/drawingml/2006/main">
            <a:r>
              <a:t>源码：scripts/diff-model-catalog.mjs:1</a:t>
            </a:r>
          </a:p>
          <a:p xmlns:a="http://schemas.openxmlformats.org/drawingml/2006/main">
            <a:r>
              <a:t>源码：scripts/generate-coding-agent-install-lock.mjs:1</a:t>
            </a:r>
          </a:p>
          <a:p xmlns:a="http://schemas.openxmlformats.org/drawingml/2006/main">
            <a:r>
              <a:t>源码：scripts/generate-thinking-capabilities.mjs:1</a:t>
            </a:r>
          </a:p>
          <a:p xmlns:a="http://schemas.openxmlformats.org/drawingml/2006/main">
            <a:r>
              <a:t>源码：scripts/model-catalog-minimum-version.mjs:1</a:t>
            </a:r>
          </a:p>
          <a:p xmlns:a="http://schemas.openxmlformats.org/drawingml/2006/main">
            <a:r>
              <a:t>源码：scripts/model-catalog-protocol.ts:1</a:t>
            </a:r>
          </a:p>
          <a:p xmlns:a="http://schemas.openxmlformats.org/drawingml/2006/main">
            <a:r>
              <a:t/>
            </a:r>
          </a:p>
          <a:p xmlns:a="http://schemas.openxmlformats.org/drawingml/2006/main">
            <a:r>
              <a:t>2. 检查依赖与安装锁</a:t>
            </a:r>
          </a:p>
          <a:p xmlns:a="http://schemas.openxmlformats.org/drawingml/2006/main">
            <a:r>
              <a:t>阅读精确依赖和 coding-agent install-lock 的生成/检查流程，核对生命周期脚本的显式允许项。</a:t>
            </a:r>
          </a:p>
          <a:p xmlns:a="http://schemas.openxmlformats.org/drawingml/2006/main">
            <a:r>
              <a:t>输入：依赖元数据</a:t>
            </a:r>
          </a:p>
          <a:p xmlns:a="http://schemas.openxmlformats.org/drawingml/2006/main">
            <a:r>
              <a:t>输出：一致的锁文件与检查</a:t>
            </a:r>
          </a:p>
          <a:p xmlns:a="http://schemas.openxmlformats.org/drawingml/2006/main">
            <a:r>
              <a:t>入口：install-lock:coding-agent；check:install-lock:coding-agent</a:t>
            </a:r>
          </a:p>
          <a:p xmlns:a="http://schemas.openxmlformats.org/drawingml/2006/main">
            <a:r>
              <a:t>行为与边界：当前使用 install-lock；旧发布 npm-shrinkwrap 已移除，常规 npm 使用其自身依赖解析。</a:t>
            </a:r>
          </a:p>
          <a:p xmlns:a="http://schemas.openxmlformats.org/drawingml/2006/main">
            <a:r>
              <a:t>源码：scripts/generate-coding-agent-install-lock.mjs:1</a:t>
            </a:r>
          </a:p>
          <a:p xmlns:a="http://schemas.openxmlformats.org/drawingml/2006/main">
            <a:r>
              <a:t/>
            </a:r>
          </a:p>
          <a:p xmlns:a="http://schemas.openxmlformats.org/drawingml/2006/main">
            <a:r>
              <a:t>3. 理解发布产物</a:t>
            </a:r>
          </a:p>
          <a:p xmlns:a="http://schemas.openxmlformats.org/drawingml/2006/main">
            <a:r>
              <a:t>只读追踪 workspace 打包、消费者验证、二进制与版本同步；真正发布需按项目 release 技能执行。</a:t>
            </a:r>
          </a:p>
          <a:p xmlns:a="http://schemas.openxmlformats.org/drawingml/2006/main">
            <a:r>
              <a:t>输入：源码与版本</a:t>
            </a:r>
          </a:p>
          <a:p xmlns:a="http://schemas.openxmlformats.org/drawingml/2006/main">
            <a:r>
              <a:t>输出：待验证发布产物</a:t>
            </a:r>
          </a:p>
          <a:p xmlns:a="http://schemas.openxmlformats.org/drawingml/2006/main">
            <a:r>
              <a:t>入口：仓库维护脚本</a:t>
            </a:r>
          </a:p>
          <a:p xmlns:a="http://schemas.openxmlformats.org/drawingml/2006/main">
            <a:r>
              <a:t>行为与边界：涉及发布时必须遵守项目 release 技能；此清单只读。</a:t>
            </a:r>
          </a:p>
          <a:p xmlns:a="http://schemas.openxmlformats.org/drawingml/2006/main">
            <a:r>
              <a:t>源码：scripts/build-binaries.sh:1</a:t>
            </a:r>
          </a:p>
          <a:p xmlns:a="http://schemas.openxmlformats.org/drawingml/2006/main">
            <a:r>
              <a:t>源码：scripts/build-coding-agent-bundle.mjs:1</a:t>
            </a:r>
          </a:p>
          <a:p xmlns:a="http://schemas.openxmlformats.org/drawingml/2006/main">
            <a:r>
              <a:t>源码：scripts/create-source-archive.sh:1</a:t>
            </a:r>
          </a:p>
          <a:p xmlns:a="http://schemas.openxmlformats.org/drawingml/2006/main">
            <a:r>
              <a:t>源码：scripts/local-package-install.mjs:1</a:t>
            </a:r>
          </a:p>
          <a:p xmlns:a="http://schemas.openxmlformats.org/drawingml/2006/main">
            <a:r>
              <a:t>源码：scripts/local-release.mjs:1</a:t>
            </a:r>
          </a:p>
          <a:p xmlns:a="http://schemas.openxmlformats.org/drawingml/2006/main">
            <a:r>
              <a:t>源码：scripts/package-artifacts.mjs:1</a:t>
            </a:r>
          </a:p>
          <a:p xmlns:a="http://schemas.openxmlformats.org/drawingml/2006/main">
            <a:r>
              <a:t>源码：scripts/package-workspaces.mjs:1</a:t>
            </a:r>
          </a:p>
          <a:p xmlns:a="http://schemas.openxmlformats.org/drawingml/2006/main">
            <a:r>
              <a:t>源码：scripts/publish-model-catalog.mjs:1</a:t>
            </a:r>
          </a:p>
          <a:p xmlns:a="http://schemas.openxmlformats.org/drawingml/2006/main">
            <a:r>
              <a:t>源码：scripts/publish-release-announcement.mjs:1</a:t>
            </a:r>
          </a:p>
          <a:p xmlns:a="http://schemas.openxmlformats.org/drawingml/2006/main">
            <a:r>
              <a:t>源码：scripts/publish.mjs:1</a:t>
            </a:r>
          </a:p>
          <a:p xmlns:a="http://schemas.openxmlformats.org/drawingml/2006/main">
            <a:r>
              <a:t>源码：scripts/release-notes.mjs:1</a:t>
            </a:r>
          </a:p>
          <a:p xmlns:a="http://schemas.openxmlformats.org/drawingml/2006/main">
            <a:r>
              <a:t>源码：scripts/release-packages.mjs:1</a:t>
            </a:r>
          </a:p>
          <a:p xmlns:a="http://schemas.openxmlformats.org/drawingml/2006/main">
            <a:r>
              <a:t>源码：scripts/release.mjs:1</a:t>
            </a:r>
          </a:p>
          <a:p xmlns:a="http://schemas.openxmlformats.org/drawingml/2006/main">
            <a:r>
              <a:t>源码：scripts/sync-versions.js:1</a:t>
            </a:r>
          </a:p>
          <a:p xmlns:a="http://schemas.openxmlformats.org/drawingml/2006/main">
            <a:r>
              <a:t/>
            </a:r>
          </a:p>
          <a:p xmlns:a="http://schemas.openxmlformats.org/drawingml/2006/main">
            <a:r>
              <a:t>4. 回到用户运行场景</a:t>
            </a:r>
          </a:p>
          <a:p xmlns:a="http://schemas.openxmlformats.org/drawingml/2006/main">
            <a:r>
              <a:t>对照源码 resolver、npm 安装和 standalone 的资源路径，验证升级后的配置、会话与扩展入口。</a:t>
            </a:r>
          </a:p>
          <a:p xmlns:a="http://schemas.openxmlformats.org/drawingml/2006/main">
            <a:r>
              <a:t>输入：目标安装形态</a:t>
            </a:r>
          </a:p>
          <a:p xmlns:a="http://schemas.openxmlformats.org/drawingml/2006/main">
            <a:r>
              <a:t>输出：可复现的升级检查清单</a:t>
            </a:r>
          </a:p>
          <a:p xmlns:a="http://schemas.openxmlformats.org/drawingml/2006/main">
            <a:r>
              <a:t>入口：node --import source-resolver.ts src/cli.ts</a:t>
            </a:r>
          </a:p>
          <a:p xmlns:a="http://schemas.openxmlformats.org/drawingml/2006/main">
            <a:r>
              <a:t>行为与边界：实验 CLI 与服务栈已移除；experimental 中遗留中文 README 是历史资料，不能作为可运行应用入口。</a:t>
            </a:r>
          </a:p>
          <a:p xmlns:a="http://schemas.openxmlformats.org/drawingml/2006/main">
            <a:r>
              <a:t>源码：packages/coding-agent/src/experimental/source-resolver.ts:1</a:t>
            </a:r>
          </a:p>
          <a:p xmlns:a="http://schemas.openxmlformats.org/drawingml/2006/main">
            <a:r>
              <a:t/>
            </a:r>
          </a:p>
          <a:p xmlns:a="http://schemas.openxmlformats.org/drawingml/2006/main">
            <a:r>
              <a:t>失败与恢复：源码可运行不等于发布包完整；发布、部署和依赖安装不是阅读教程自动授权的动作。</a:t>
            </a:r>
          </a:p>
          <a:p xmlns:a="http://schemas.openxmlformats.org/drawingml/2006/main">
            <a:r>
              <a:t/>
            </a:r>
          </a:p>
          <a:p xmlns:a="http://schemas.openxmlformats.org/drawingml/2006/main">
            <a:r>
              <a:t>练习：任选一个 release 脚本说明输入产物和消费者检查；再记录一项本版本接口变化及受影响例子。</a:t>
            </a:r>
          </a:p>
          <a:p xmlns:a="http://schemas.openxmlformats.org/drawingml/2006/main">
            <a:r>
              <a:t>参考判断：结论必须基于当前脚本与实际验证；历史资料不能代替当前包的 exports 与契约。</a:t>
            </a:r>
          </a:p>
          <a:p xmlns:a="http://schemas.openxmlformats.org/drawingml/2006/main">
            <a:r>
              <a:t/>
            </a:r>
          </a:p>
          <a:p xmlns:a="http://schemas.openxmlformats.org/drawingml/2006/main">
            <a:r>
              <a:t>关联专题与当前接口：</a:t>
            </a:r>
          </a:p>
          <a:p xmlns:a="http://schemas.openxmlformats.org/drawingml/2006/main">
            <a:r>
              <a:t/>
            </a:r>
          </a:p>
          <a:p xmlns:a="http://schemas.openxmlformats.org/drawingml/2006/main">
            <a:r>
              <a:t>模型目录协议与生成维护</a:t>
            </a:r>
          </a:p>
          <a:p xmlns:a="http://schemas.openxmlformats.org/drawingml/2006/main">
            <a:r>
              <a:t>维护模型元数据协议、派生清单与锁定文件生成。</a:t>
            </a:r>
          </a:p>
          <a:p xmlns:a="http://schemas.openxmlformats.org/drawingml/2006/main">
            <a:r>
              <a:t>入口：模型生成/差异脚本</a:t>
            </a:r>
          </a:p>
          <a:p xmlns:a="http://schemas.openxmlformats.org/drawingml/2006/main">
            <a:r>
              <a:t>边界：生成代码应从其生成器维护。</a:t>
            </a:r>
          </a:p>
          <a:p xmlns:a="http://schemas.openxmlformats.org/drawingml/2006/main">
            <a:r>
              <a:t/>
            </a:r>
          </a:p>
          <a:p xmlns:a="http://schemas.openxmlformats.org/drawingml/2006/main">
            <a:r>
              <a:t>安装锁生成与生命周期脚本审查</a:t>
            </a:r>
          </a:p>
          <a:p xmlns:a="http://schemas.openxmlformats.org/drawingml/2006/main">
            <a:r>
              <a:t>生成并核验独立安装时使用的固定依赖图与批准的生命周期脚本清单。</a:t>
            </a:r>
          </a:p>
          <a:p xmlns:a="http://schemas.openxmlformats.org/drawingml/2006/main">
            <a:r>
              <a:t>入口：install-lock:coding-agent；check:install-lock:coding-agent</a:t>
            </a:r>
          </a:p>
          <a:p xmlns:a="http://schemas.openxmlformats.org/drawingml/2006/main">
            <a:r>
              <a:t>边界：当前使用 install-lock；旧发布 npm-shrinkwrap 已移除，常规 npm 使用其自身依赖解析。</a:t>
            </a:r>
          </a:p>
          <a:p xmlns:a="http://schemas.openxmlformats.org/drawingml/2006/main">
            <a:r>
              <a:t/>
            </a:r>
          </a:p>
          <a:p xmlns:a="http://schemas.openxmlformats.org/drawingml/2006/main">
            <a:r>
              <a:t>打包、发布与版本同步</a:t>
            </a:r>
          </a:p>
          <a:p xmlns:a="http://schemas.openxmlformats.org/drawingml/2006/main">
            <a:r>
              <a:t>组织包发布、消费者安装、二进制与版本流程。</a:t>
            </a:r>
          </a:p>
          <a:p xmlns:a="http://schemas.openxmlformats.org/drawingml/2006/main">
            <a:r>
              <a:t>入口：仓库维护脚本</a:t>
            </a:r>
          </a:p>
          <a:p xmlns:a="http://schemas.openxmlformats.org/drawingml/2006/main">
            <a:r>
              <a:t>边界：涉及发布时必须遵守项目 release 技能；此清单只读。</a:t>
            </a:r>
          </a:p>
          <a:p xmlns:a="http://schemas.openxmlformats.org/drawingml/2006/main">
            <a:r>
              <a:t/>
            </a:r>
          </a:p>
          <a:p xmlns:a="http://schemas.openxmlformats.org/drawingml/2006/main">
            <a:r>
              <a:t>源码解析器与历史实验资料</a:t>
            </a:r>
          </a:p>
          <a:p xmlns:a="http://schemas.openxmlformats.org/drawingml/2006/main">
            <a:r>
              <a:t>将工作区包导入解析到当前 TypeScript 源码，供本地运行和断点调试。</a:t>
            </a:r>
          </a:p>
          <a:p xmlns:a="http://schemas.openxmlformats.org/drawingml/2006/main">
            <a:r>
              <a:t>入口：node --import source-resolver.ts src/cli.ts</a:t>
            </a:r>
          </a:p>
          <a:p xmlns:a="http://schemas.openxmlformats.org/drawingml/2006/main">
            <a:r>
              <a:t>边界：实验 CLI 与服务栈已移除；experimental 中遗留中文 README 是历史资料，不能作为可运行应用入口。</a:t>
            </a:r>
          </a:p>
          <a:p xmlns:a="http://schemas.openxmlformats.org/drawingml/2006/main">
            <a:r>
              <a:t/>
            </a:r>
          </a:p>
          <a:p xmlns:a="http://schemas.openxmlformats.org/drawingml/2006/main">
            <a:r>
              <a:t>依赖、导入与构建边界校验</a:t>
            </a:r>
          </a:p>
          <a:p xmlns:a="http://schemas.openxmlformats.org/drawingml/2006/main">
            <a:r>
              <a:t>验证精确依赖、运行依赖、TS 导入、入口图与浏览器兼容。</a:t>
            </a:r>
          </a:p>
          <a:p xmlns:a="http://schemas.openxmlformats.org/drawingml/2006/main">
            <a:r>
              <a:t>入口：npm run check</a:t>
            </a:r>
          </a:p>
          <a:p xmlns:a="http://schemas.openxmlformats.org/drawingml/2006/main">
            <a:r>
              <a:t>边界：检查失败不是修改业务代码或降级依赖的理由。</a:t>
            </a:r>
          </a:p>
          <a:p xmlns:a="http://schemas.openxmlformats.org/drawingml/2006/main">
            <a:r>
              <a:t/>
            </a:r>
          </a:p>
          <a:p xmlns:a="http://schemas.openxmlformats.org/drawingml/2006/main">
            <a:r>
              <a:t>文档：</a:t>
            </a:r>
          </a:p>
          <a:p xmlns:a="http://schemas.openxmlformats.org/drawingml/2006/main">
            <a:r>
              <a:t/>
            </a:r>
          </a:p>
          <a:p xmlns:a="http://schemas.openxmlformats.org/drawingml/2006/main">
            <a:r>
              <a:t>AGENTS.md</a:t>
            </a:r>
          </a:p>
          <a:p xmlns:a="http://schemas.openxmlformats.org/drawingml/2006/main">
            <a:r>
              <a:t/>
            </a:r>
          </a:p>
          <a:p xmlns:a="http://schemas.openxmlformats.org/drawingml/2006/main">
            <a:r>
              <a:t>packages/coding-agent/docs/cli.md</a:t>
            </a:r>
          </a:p>
          <a:p xmlns:a="http://schemas.openxmlformats.org/drawingml/2006/main">
            <a:r>
              <a:t/>
            </a:r>
          </a:p>
          <a:p xmlns:a="http://schemas.openxmlformats.org/drawingml/2006/main">
            <a:r>
              <a:t>README.md</a:t>
            </a:r>
          </a:p>
          <a:p xmlns:a="http://schemas.openxmlformats.org/drawingml/2006/main">
            <a:r>
              <a:t/>
            </a:r>
          </a:p>
          <a:p xmlns:a="http://schemas.openxmlformats.org/drawingml/2006/main">
            <a:r>
              <a:t>packages/ai/README.md</a:t>
            </a:r>
          </a:p>
          <a:p xmlns:a="http://schemas.openxmlformats.org/drawingml/2006/main">
            <a:r>
              <a:t/>
            </a:r>
          </a:p>
          <a:p xmlns:a="http://schemas.openxmlformats.org/drawingml/2006/main">
            <a:r>
              <a:t>相关测试（列出路径不代表已运行）：</a:t>
            </a:r>
          </a:p>
          <a:p xmlns:a="http://schemas.openxmlformats.org/drawingml/2006/main">
            <a:r>
              <a:t/>
            </a:r>
          </a:p>
          <a:p xmlns:a="http://schemas.openxmlformats.org/drawingml/2006/main">
            <a:r>
              <a:t>packages/coding-agent/test/references.test.ts</a:t>
            </a:r>
          </a:p>
          <a:p xmlns:a="http://schemas.openxmlformats.org/drawingml/2006/main">
            <a:r>
              <a:t/>
            </a:r>
          </a:p>
          <a:p xmlns:a="http://schemas.openxmlformats.org/drawingml/2006/main">
            <a:r>
              <a:t>packages/coding-agent/test/config-schemas.test.ts</a:t>
            </a:r>
          </a:p>
          <a:p xmlns:a="http://schemas.openxmlformats.org/drawingml/2006/main">
            <a:r>
              <a:t/>
            </a:r>
          </a:p>
          <a:p xmlns:a="http://schemas.openxmlformats.org/drawingml/2006/main">
            <a:r>
              <a:t>packages/coding-agent/test/model-catalog-protocol.test.ts</a:t>
            </a:r>
          </a:p>
          <a:p xmlns:a="http://schemas.openxmlformats.org/drawingml/2006/main">
            <a:r>
              <a:t/>
            </a:r>
          </a:p>
          <a:p xmlns:a="http://schemas.openxmlformats.org/drawingml/2006/main">
            <a:r>
              <a:t>scripts/model-catalog-protocol.test.ts</a:t>
            </a:r>
          </a:p>
          <a:p xmlns:a="http://schemas.openxmlformats.org/drawingml/2006/main">
            <a:r>
              <a:t/>
            </a:r>
          </a:p>
          <a:p xmlns:a="http://schemas.openxmlformats.org/drawingml/2006/main">
            <a:r>
              <a:t>scripts/coding-agent-smoke.test.mjs</a:t>
            </a:r>
          </a:p>
          <a:p xmlns:a="http://schemas.openxmlformats.org/drawingml/2006/main">
            <a:r>
              <a:t/>
            </a:r>
          </a:p>
          <a:p xmlns:a="http://schemas.openxmlformats.org/drawingml/2006/main">
            <a:r>
              <a:t>scripts/local-package-install.test.mjs</a:t>
            </a:r>
          </a:p>
          <a:p xmlns:a="http://schemas.openxmlformats.org/drawingml/2006/main">
            <a:r>
              <a:t/>
            </a:r>
          </a:p>
          <a:p xmlns:a="http://schemas.openxmlformats.org/drawingml/2006/main">
            <a:r>
              <a:t>scripts/package-artifacts.test.mjs</a:t>
            </a:r>
          </a:p>
          <a:p xmlns:a="http://schemas.openxmlformats.org/drawingml/2006/main">
            <a:r>
              <a:t/>
            </a:r>
          </a:p>
          <a:p xmlns:a="http://schemas.openxmlformats.org/drawingml/2006/main">
            <a:r>
              <a:t>scripts/publish-release-announcement.test.mjs</a:t>
            </a:r>
          </a:p>
          <a:p xmlns:a="http://schemas.openxmlformats.org/drawingml/2006/main">
            <a:r>
              <a:t/>
            </a:r>
          </a:p>
          <a:p xmlns:a="http://schemas.openxmlformats.org/drawingml/2006/main">
            <a:r>
              <a:t>功能编号：</a:t>
            </a:r>
          </a:p>
          <a:p xmlns:a="http://schemas.openxmlformats.org/drawingml/2006/main">
            <a:r>
              <a:t/>
            </a:r>
          </a:p>
          <a:p xmlns:a="http://schemas.openxmlformats.org/drawingml/2006/main">
            <a:r>
              <a:t>OTH-82 · Nix 安装与固定版本 [工程支持] 使用 stable、tag 或源码版本构建／安装，离线构建用仓库固定的模型目录修订。</a:t>
            </a:r>
          </a:p>
          <a:p xmlns:a="http://schemas.openxmlformats.org/drawingml/2006/main">
            <a:r>
              <a:t/>
            </a:r>
          </a:p>
          <a:p xmlns:a="http://schemas.openxmlformats.org/drawingml/2006/main">
            <a:r>
              <a:t>OTH-83 · 独立二进制与源码归档 [工程支持] 发布流程可构建含运行资产的独立程序，并从带校验信息的发行源码重建。</a:t>
            </a:r>
          </a:p>
          <a:p xmlns:a="http://schemas.openxmlformats.org/drawingml/2006/main">
            <a:r>
              <a:t/>
            </a:r>
          </a:p>
          <a:p xmlns:a="http://schemas.openxmlformats.org/drawingml/2006/main">
            <a:r>
              <a:t>OTH-84 · 依赖供应链检查 [工程支持] 固定直接外部依赖，检查锁文件及安装锁，默认忽略依赖生命周期脚本，并进行相应审计。</a:t>
            </a:r>
          </a:p>
          <a:p xmlns:a="http://schemas.openxmlformats.org/drawingml/2006/main">
            <a:r>
              <a:t/>
            </a:r>
          </a:p>
          <a:p xmlns:a="http://schemas.openxmlformats.org/drawingml/2006/main">
            <a:r>
              <a:t>OTH-86 · 模型目录生成 [工程支持] 从生成脚本维护模型目录和各 provider 数据，避免直接手改生成文件，并提供固定目录更新流程。</a:t>
            </a:r>
          </a:p>
          <a:p xmlns:a="http://schemas.openxmlformats.org/drawingml/2006/main">
            <a:r>
              <a:t/>
            </a:r>
          </a:p>
          <a:p xmlns:a="http://schemas.openxmlformats.org/drawingml/2006/main">
            <a:r>
              <a:t>OTH-87 · 安装与发布验证 [工程支持] 仓库提供本地包构建、隔离 consumer 安装及 release smoke 流程，检查 npm／Bun 分发路径。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源码基线：136b87e8a7f5a3e5186de0289523ba327dc592fc</a:t>
            </a:r>
          </a:p>
          <a:p xmlns:a="http://schemas.openxmlformats.org/drawingml/2006/main">
            <a:r>
              <a:t/>
            </a:r>
          </a:p>
          <a:p xmlns:a="http://schemas.openxmlformats.org/drawingml/2006/main">
            <a:r>
              <a:t>课程：08 独立改造 / release-upgrade / 生成数据、打包部署与版本升级核对</a:t>
            </a:r>
          </a:p>
          <a:p xmlns:a="http://schemas.openxmlformats.org/drawingml/2006/main">
            <a:r>
              <a:t/>
            </a:r>
          </a:p>
          <a:p xmlns:a="http://schemas.openxmlformats.org/drawingml/2006/main">
            <a:r>
              <a:t>场景：源码修改完成后，需要理解发布产物和升级时的变化范围。</a:t>
            </a:r>
          </a:p>
          <a:p xmlns:a="http://schemas.openxmlformats.org/drawingml/2006/main">
            <a:r>
              <a:t/>
            </a:r>
          </a:p>
          <a:p xmlns:a="http://schemas.openxmlformats.org/drawingml/2006/main">
            <a:r>
              <a:t>以下是教学追踪顺序，具体运行分支以源码为准。</a:t>
            </a:r>
          </a:p>
          <a:p xmlns:a="http://schemas.openxmlformats.org/drawingml/2006/main">
            <a:r>
              <a:t/>
            </a:r>
          </a:p>
          <a:p xmlns:a="http://schemas.openxmlformats.org/drawingml/2006/main">
            <a:r>
              <a:t>1. 区分手写与生成文件</a:t>
            </a:r>
          </a:p>
          <a:p xmlns:a="http://schemas.openxmlformats.org/drawingml/2006/main">
            <a:r>
              <a:t>跟踪模型生成器、数据水合和元数据来源；生成表通过生成器维护，不直接手改。</a:t>
            </a:r>
          </a:p>
          <a:p xmlns:a="http://schemas.openxmlformats.org/drawingml/2006/main">
            <a:r>
              <a:t>输入：模型或配置变更</a:t>
            </a:r>
          </a:p>
          <a:p xmlns:a="http://schemas.openxmlformats.org/drawingml/2006/main">
            <a:r>
              <a:t>输出：正确的生成入口</a:t>
            </a:r>
          </a:p>
          <a:p xmlns:a="http://schemas.openxmlformats.org/drawingml/2006/main">
            <a:r>
              <a:t>入口：模型生成/差异脚本</a:t>
            </a:r>
          </a:p>
          <a:p xmlns:a="http://schemas.openxmlformats.org/drawingml/2006/main">
            <a:r>
              <a:t>行为与边界：生成代码应从其生成器维护。</a:t>
            </a:r>
          </a:p>
          <a:p xmlns:a="http://schemas.openxmlformats.org/drawingml/2006/main">
            <a:r>
              <a:t>源码：packages/ai/scripts/generate-models.ts:1</a:t>
            </a:r>
          </a:p>
          <a:p xmlns:a="http://schemas.openxmlformats.org/drawingml/2006/main">
            <a:r>
              <a:t>源码：packages/ai/scripts/generate-test-image.ts:1</a:t>
            </a:r>
          </a:p>
          <a:p xmlns:a="http://schemas.openxmlformats.org/drawingml/2006/main">
            <a:r>
              <a:t>源码：packages/coding-agent/scripts/generate-references.ts:1</a:t>
            </a:r>
          </a:p>
          <a:p xmlns:a="http://schemas.openxmlformats.org/drawingml/2006/main">
            <a:r>
              <a:t>源码：packages/coding-agent/scripts/generate-schemas.ts:1</a:t>
            </a:r>
          </a:p>
          <a:p xmlns:a="http://schemas.openxmlformats.org/drawingml/2006/main">
            <a:r>
              <a:t>源码：scripts/diff-model-catalog.mjs:1</a:t>
            </a:r>
          </a:p>
          <a:p xmlns:a="http://schemas.openxmlformats.org/drawingml/2006/main">
            <a:r>
              <a:t>源码：scripts/generate-coding-agent-install-lock.mjs:1</a:t>
            </a:r>
          </a:p>
          <a:p xmlns:a="http://schemas.openxmlformats.org/drawingml/2006/main">
            <a:r>
              <a:t>源码：scripts/generate-thinking-capabilities.mjs:1</a:t>
            </a:r>
          </a:p>
          <a:p xmlns:a="http://schemas.openxmlformats.org/drawingml/2006/main">
            <a:r>
              <a:t>源码：scripts/model-catalog-minimum-version.mjs:1</a:t>
            </a:r>
          </a:p>
          <a:p xmlns:a="http://schemas.openxmlformats.org/drawingml/2006/main">
            <a:r>
              <a:t>源码：scripts/model-catalog-protocol.ts:1</a:t>
            </a:r>
          </a:p>
          <a:p xmlns:a="http://schemas.openxmlformats.org/drawingml/2006/main">
            <a:r>
              <a:t/>
            </a:r>
          </a:p>
          <a:p xmlns:a="http://schemas.openxmlformats.org/drawingml/2006/main">
            <a:r>
              <a:t>2. 检查依赖与安装锁</a:t>
            </a:r>
          </a:p>
          <a:p xmlns:a="http://schemas.openxmlformats.org/drawingml/2006/main">
            <a:r>
              <a:t>阅读精确依赖和 coding-agent install-lock 的生成/检查流程，核对生命周期脚本的显式允许项。</a:t>
            </a:r>
          </a:p>
          <a:p xmlns:a="http://schemas.openxmlformats.org/drawingml/2006/main">
            <a:r>
              <a:t>输入：依赖元数据</a:t>
            </a:r>
          </a:p>
          <a:p xmlns:a="http://schemas.openxmlformats.org/drawingml/2006/main">
            <a:r>
              <a:t>输出：一致的锁文件与检查</a:t>
            </a:r>
          </a:p>
          <a:p xmlns:a="http://schemas.openxmlformats.org/drawingml/2006/main">
            <a:r>
              <a:t>入口：install-lock:coding-agent；check:install-lock:coding-agent</a:t>
            </a:r>
          </a:p>
          <a:p xmlns:a="http://schemas.openxmlformats.org/drawingml/2006/main">
            <a:r>
              <a:t>行为与边界：当前使用 install-lock；旧发布 npm-shrinkwrap 已移除，常规 npm 使用其自身依赖解析。</a:t>
            </a:r>
          </a:p>
          <a:p xmlns:a="http://schemas.openxmlformats.org/drawingml/2006/main">
            <a:r>
              <a:t>源码：scripts/generate-coding-agent-install-lock.mjs:1</a:t>
            </a:r>
          </a:p>
          <a:p xmlns:a="http://schemas.openxmlformats.org/drawingml/2006/main">
            <a:r>
              <a:t/>
            </a:r>
          </a:p>
          <a:p xmlns:a="http://schemas.openxmlformats.org/drawingml/2006/main">
            <a:r>
              <a:t>3. 理解发布产物</a:t>
            </a:r>
          </a:p>
          <a:p xmlns:a="http://schemas.openxmlformats.org/drawingml/2006/main">
            <a:r>
              <a:t>只读追踪 workspace 打包、消费者验证、二进制与版本同步；真正发布需按项目 release 技能执行。</a:t>
            </a:r>
          </a:p>
          <a:p xmlns:a="http://schemas.openxmlformats.org/drawingml/2006/main">
            <a:r>
              <a:t>输入：源码与版本</a:t>
            </a:r>
          </a:p>
          <a:p xmlns:a="http://schemas.openxmlformats.org/drawingml/2006/main">
            <a:r>
              <a:t>输出：待验证发布产物</a:t>
            </a:r>
          </a:p>
          <a:p xmlns:a="http://schemas.openxmlformats.org/drawingml/2006/main">
            <a:r>
              <a:t>入口：仓库维护脚本</a:t>
            </a:r>
          </a:p>
          <a:p xmlns:a="http://schemas.openxmlformats.org/drawingml/2006/main">
            <a:r>
              <a:t>行为与边界：涉及发布时必须遵守项目 release 技能；此清单只读。</a:t>
            </a:r>
          </a:p>
          <a:p xmlns:a="http://schemas.openxmlformats.org/drawingml/2006/main">
            <a:r>
              <a:t>源码：scripts/build-binaries.sh:1</a:t>
            </a:r>
          </a:p>
          <a:p xmlns:a="http://schemas.openxmlformats.org/drawingml/2006/main">
            <a:r>
              <a:t>源码：scripts/build-coding-agent-bundle.mjs:1</a:t>
            </a:r>
          </a:p>
          <a:p xmlns:a="http://schemas.openxmlformats.org/drawingml/2006/main">
            <a:r>
              <a:t>源码：scripts/create-source-archive.sh:1</a:t>
            </a:r>
          </a:p>
          <a:p xmlns:a="http://schemas.openxmlformats.org/drawingml/2006/main">
            <a:r>
              <a:t>源码：scripts/local-package-install.mjs:1</a:t>
            </a:r>
          </a:p>
          <a:p xmlns:a="http://schemas.openxmlformats.org/drawingml/2006/main">
            <a:r>
              <a:t>源码：scripts/local-release.mjs:1</a:t>
            </a:r>
          </a:p>
          <a:p xmlns:a="http://schemas.openxmlformats.org/drawingml/2006/main">
            <a:r>
              <a:t>源码：scripts/package-artifacts.mjs:1</a:t>
            </a:r>
          </a:p>
          <a:p xmlns:a="http://schemas.openxmlformats.org/drawingml/2006/main">
            <a:r>
              <a:t>源码：scripts/package-workspaces.mjs:1</a:t>
            </a:r>
          </a:p>
          <a:p xmlns:a="http://schemas.openxmlformats.org/drawingml/2006/main">
            <a:r>
              <a:t>源码：scripts/publish-model-catalog.mjs:1</a:t>
            </a:r>
          </a:p>
          <a:p xmlns:a="http://schemas.openxmlformats.org/drawingml/2006/main">
            <a:r>
              <a:t>源码：scripts/publish-release-announcement.mjs:1</a:t>
            </a:r>
          </a:p>
          <a:p xmlns:a="http://schemas.openxmlformats.org/drawingml/2006/main">
            <a:r>
              <a:t>源码：scripts/publish.mjs:1</a:t>
            </a:r>
          </a:p>
          <a:p xmlns:a="http://schemas.openxmlformats.org/drawingml/2006/main">
            <a:r>
              <a:t>源码：scripts/release-notes.mjs:1</a:t>
            </a:r>
          </a:p>
          <a:p xmlns:a="http://schemas.openxmlformats.org/drawingml/2006/main">
            <a:r>
              <a:t>源码：scripts/release-packages.mjs:1</a:t>
            </a:r>
          </a:p>
          <a:p xmlns:a="http://schemas.openxmlformats.org/drawingml/2006/main">
            <a:r>
              <a:t>源码：scripts/release.mjs:1</a:t>
            </a:r>
          </a:p>
          <a:p xmlns:a="http://schemas.openxmlformats.org/drawingml/2006/main">
            <a:r>
              <a:t>源码：scripts/sync-versions.js:1</a:t>
            </a:r>
          </a:p>
          <a:p xmlns:a="http://schemas.openxmlformats.org/drawingml/2006/main">
            <a:r>
              <a:t/>
            </a:r>
          </a:p>
          <a:p xmlns:a="http://schemas.openxmlformats.org/drawingml/2006/main">
            <a:r>
              <a:t>4. 回到用户运行场景</a:t>
            </a:r>
          </a:p>
          <a:p xmlns:a="http://schemas.openxmlformats.org/drawingml/2006/main">
            <a:r>
              <a:t>对照源码 resolver、npm 安装和 standalone 的资源路径，验证升级后的配置、会话与扩展入口。</a:t>
            </a:r>
          </a:p>
          <a:p xmlns:a="http://schemas.openxmlformats.org/drawingml/2006/main">
            <a:r>
              <a:t>输入：目标安装形态</a:t>
            </a:r>
          </a:p>
          <a:p xmlns:a="http://schemas.openxmlformats.org/drawingml/2006/main">
            <a:r>
              <a:t>输出：可复现的升级检查清单</a:t>
            </a:r>
          </a:p>
          <a:p xmlns:a="http://schemas.openxmlformats.org/drawingml/2006/main">
            <a:r>
              <a:t>入口：node --import source-resolver.ts src/cli.ts</a:t>
            </a:r>
          </a:p>
          <a:p xmlns:a="http://schemas.openxmlformats.org/drawingml/2006/main">
            <a:r>
              <a:t>行为与边界：实验 CLI 与服务栈已移除；experimental 中遗留中文 README 是历史资料，不能作为可运行应用入口。</a:t>
            </a:r>
          </a:p>
          <a:p xmlns:a="http://schemas.openxmlformats.org/drawingml/2006/main">
            <a:r>
              <a:t>源码：packages/coding-agent/src/experimental/source-resolver.ts:1</a:t>
            </a:r>
          </a:p>
          <a:p xmlns:a="http://schemas.openxmlformats.org/drawingml/2006/main">
            <a:r>
              <a:t/>
            </a:r>
          </a:p>
          <a:p xmlns:a="http://schemas.openxmlformats.org/drawingml/2006/main">
            <a:r>
              <a:t>失败与恢复：源码可运行不等于发布包完整；发布、部署和依赖安装不是阅读教程自动授权的动作。</a:t>
            </a:r>
          </a:p>
          <a:p xmlns:a="http://schemas.openxmlformats.org/drawingml/2006/main">
            <a:r>
              <a:t/>
            </a:r>
          </a:p>
          <a:p xmlns:a="http://schemas.openxmlformats.org/drawingml/2006/main">
            <a:r>
              <a:t>练习：任选一个 release 脚本说明输入产物和消费者检查；再记录一项本版本接口变化及受影响例子。</a:t>
            </a:r>
          </a:p>
          <a:p xmlns:a="http://schemas.openxmlformats.org/drawingml/2006/main">
            <a:r>
              <a:t>参考判断：结论必须基于当前脚本与实际验证；历史资料不能代替当前包的 exports 与契约。</a:t>
            </a:r>
          </a:p>
          <a:p xmlns:a="http://schemas.openxmlformats.org/drawingml/2006/main">
            <a:r>
              <a:t/>
            </a:r>
          </a:p>
          <a:p xmlns:a="http://schemas.openxmlformats.org/drawingml/2006/main">
            <a:r>
              <a:t>关联专题与当前接口：</a:t>
            </a:r>
          </a:p>
          <a:p xmlns:a="http://schemas.openxmlformats.org/drawingml/2006/main">
            <a:r>
              <a:t/>
            </a:r>
          </a:p>
          <a:p xmlns:a="http://schemas.openxmlformats.org/drawingml/2006/main">
            <a:r>
              <a:t>模型目录协议与生成维护</a:t>
            </a:r>
          </a:p>
          <a:p xmlns:a="http://schemas.openxmlformats.org/drawingml/2006/main">
            <a:r>
              <a:t>维护模型元数据协议、派生清单与锁定文件生成。</a:t>
            </a:r>
          </a:p>
          <a:p xmlns:a="http://schemas.openxmlformats.org/drawingml/2006/main">
            <a:r>
              <a:t>入口：模型生成/差异脚本</a:t>
            </a:r>
          </a:p>
          <a:p xmlns:a="http://schemas.openxmlformats.org/drawingml/2006/main">
            <a:r>
              <a:t>边界：生成代码应从其生成器维护。</a:t>
            </a:r>
          </a:p>
          <a:p xmlns:a="http://schemas.openxmlformats.org/drawingml/2006/main">
            <a:r>
              <a:t/>
            </a:r>
          </a:p>
          <a:p xmlns:a="http://schemas.openxmlformats.org/drawingml/2006/main">
            <a:r>
              <a:t>安装锁生成与生命周期脚本审查</a:t>
            </a:r>
          </a:p>
          <a:p xmlns:a="http://schemas.openxmlformats.org/drawingml/2006/main">
            <a:r>
              <a:t>生成并核验独立安装时使用的固定依赖图与批准的生命周期脚本清单。</a:t>
            </a:r>
          </a:p>
          <a:p xmlns:a="http://schemas.openxmlformats.org/drawingml/2006/main">
            <a:r>
              <a:t>入口：install-lock:coding-agent；check:install-lock:coding-agent</a:t>
            </a:r>
          </a:p>
          <a:p xmlns:a="http://schemas.openxmlformats.org/drawingml/2006/main">
            <a:r>
              <a:t>边界：当前使用 install-lock；旧发布 npm-shrinkwrap 已移除，常规 npm 使用其自身依赖解析。</a:t>
            </a:r>
          </a:p>
          <a:p xmlns:a="http://schemas.openxmlformats.org/drawingml/2006/main">
            <a:r>
              <a:t/>
            </a:r>
          </a:p>
          <a:p xmlns:a="http://schemas.openxmlformats.org/drawingml/2006/main">
            <a:r>
              <a:t>打包、发布与版本同步</a:t>
            </a:r>
          </a:p>
          <a:p xmlns:a="http://schemas.openxmlformats.org/drawingml/2006/main">
            <a:r>
              <a:t>组织包发布、消费者安装、二进制与版本流程。</a:t>
            </a:r>
          </a:p>
          <a:p xmlns:a="http://schemas.openxmlformats.org/drawingml/2006/main">
            <a:r>
              <a:t>入口：仓库维护脚本</a:t>
            </a:r>
          </a:p>
          <a:p xmlns:a="http://schemas.openxmlformats.org/drawingml/2006/main">
            <a:r>
              <a:t>边界：涉及发布时必须遵守项目 release 技能；此清单只读。</a:t>
            </a:r>
          </a:p>
          <a:p xmlns:a="http://schemas.openxmlformats.org/drawingml/2006/main">
            <a:r>
              <a:t/>
            </a:r>
          </a:p>
          <a:p xmlns:a="http://schemas.openxmlformats.org/drawingml/2006/main">
            <a:r>
              <a:t>源码解析器与历史实验资料</a:t>
            </a:r>
          </a:p>
          <a:p xmlns:a="http://schemas.openxmlformats.org/drawingml/2006/main">
            <a:r>
              <a:t>将工作区包导入解析到当前 TypeScript 源码，供本地运行和断点调试。</a:t>
            </a:r>
          </a:p>
          <a:p xmlns:a="http://schemas.openxmlformats.org/drawingml/2006/main">
            <a:r>
              <a:t>入口：node --import source-resolver.ts src/cli.ts</a:t>
            </a:r>
          </a:p>
          <a:p xmlns:a="http://schemas.openxmlformats.org/drawingml/2006/main">
            <a:r>
              <a:t>边界：实验 CLI 与服务栈已移除；experimental 中遗留中文 README 是历史资料，不能作为可运行应用入口。</a:t>
            </a:r>
          </a:p>
          <a:p xmlns:a="http://schemas.openxmlformats.org/drawingml/2006/main">
            <a:r>
              <a:t/>
            </a:r>
          </a:p>
          <a:p xmlns:a="http://schemas.openxmlformats.org/drawingml/2006/main">
            <a:r>
              <a:t>依赖、导入与构建边界校验</a:t>
            </a:r>
          </a:p>
          <a:p xmlns:a="http://schemas.openxmlformats.org/drawingml/2006/main">
            <a:r>
              <a:t>验证精确依赖、运行依赖、TS 导入、入口图与浏览器兼容。</a:t>
            </a:r>
          </a:p>
          <a:p xmlns:a="http://schemas.openxmlformats.org/drawingml/2006/main">
            <a:r>
              <a:t>入口：npm run check</a:t>
            </a:r>
          </a:p>
          <a:p xmlns:a="http://schemas.openxmlformats.org/drawingml/2006/main">
            <a:r>
              <a:t>边界：检查失败不是修改业务代码或降级依赖的理由。</a:t>
            </a:r>
          </a:p>
          <a:p xmlns:a="http://schemas.openxmlformats.org/drawingml/2006/main">
            <a:r>
              <a:t/>
            </a:r>
          </a:p>
          <a:p xmlns:a="http://schemas.openxmlformats.org/drawingml/2006/main">
            <a:r>
              <a:t>文档：</a:t>
            </a:r>
          </a:p>
          <a:p xmlns:a="http://schemas.openxmlformats.org/drawingml/2006/main">
            <a:r>
              <a:t/>
            </a:r>
          </a:p>
          <a:p xmlns:a="http://schemas.openxmlformats.org/drawingml/2006/main">
            <a:r>
              <a:t>AGENTS.md</a:t>
            </a:r>
          </a:p>
          <a:p xmlns:a="http://schemas.openxmlformats.org/drawingml/2006/main">
            <a:r>
              <a:t/>
            </a:r>
          </a:p>
          <a:p xmlns:a="http://schemas.openxmlformats.org/drawingml/2006/main">
            <a:r>
              <a:t>packages/coding-agent/docs/cli.md</a:t>
            </a:r>
          </a:p>
          <a:p xmlns:a="http://schemas.openxmlformats.org/drawingml/2006/main">
            <a:r>
              <a:t/>
            </a:r>
          </a:p>
          <a:p xmlns:a="http://schemas.openxmlformats.org/drawingml/2006/main">
            <a:r>
              <a:t>README.md</a:t>
            </a:r>
          </a:p>
          <a:p xmlns:a="http://schemas.openxmlformats.org/drawingml/2006/main">
            <a:r>
              <a:t/>
            </a:r>
          </a:p>
          <a:p xmlns:a="http://schemas.openxmlformats.org/drawingml/2006/main">
            <a:r>
              <a:t>packages/ai/README.md</a:t>
            </a:r>
          </a:p>
          <a:p xmlns:a="http://schemas.openxmlformats.org/drawingml/2006/main">
            <a:r>
              <a:t/>
            </a:r>
          </a:p>
          <a:p xmlns:a="http://schemas.openxmlformats.org/drawingml/2006/main">
            <a:r>
              <a:t>相关测试（列出路径不代表已运行）：</a:t>
            </a:r>
          </a:p>
          <a:p xmlns:a="http://schemas.openxmlformats.org/drawingml/2006/main">
            <a:r>
              <a:t/>
            </a:r>
          </a:p>
          <a:p xmlns:a="http://schemas.openxmlformats.org/drawingml/2006/main">
            <a:r>
              <a:t>packages/coding-agent/test/references.test.ts</a:t>
            </a:r>
          </a:p>
          <a:p xmlns:a="http://schemas.openxmlformats.org/drawingml/2006/main">
            <a:r>
              <a:t/>
            </a:r>
          </a:p>
          <a:p xmlns:a="http://schemas.openxmlformats.org/drawingml/2006/main">
            <a:r>
              <a:t>packages/coding-agent/test/config-schemas.test.ts</a:t>
            </a:r>
          </a:p>
          <a:p xmlns:a="http://schemas.openxmlformats.org/drawingml/2006/main">
            <a:r>
              <a:t/>
            </a:r>
          </a:p>
          <a:p xmlns:a="http://schemas.openxmlformats.org/drawingml/2006/main">
            <a:r>
              <a:t>packages/coding-agent/test/model-catalog-protocol.test.ts</a:t>
            </a:r>
          </a:p>
          <a:p xmlns:a="http://schemas.openxmlformats.org/drawingml/2006/main">
            <a:r>
              <a:t/>
            </a:r>
          </a:p>
          <a:p xmlns:a="http://schemas.openxmlformats.org/drawingml/2006/main">
            <a:r>
              <a:t>scripts/model-catalog-protocol.test.ts</a:t>
            </a:r>
          </a:p>
          <a:p xmlns:a="http://schemas.openxmlformats.org/drawingml/2006/main">
            <a:r>
              <a:t/>
            </a:r>
          </a:p>
          <a:p xmlns:a="http://schemas.openxmlformats.org/drawingml/2006/main">
            <a:r>
              <a:t>scripts/coding-agent-smoke.test.mjs</a:t>
            </a:r>
          </a:p>
          <a:p xmlns:a="http://schemas.openxmlformats.org/drawingml/2006/main">
            <a:r>
              <a:t/>
            </a:r>
          </a:p>
          <a:p xmlns:a="http://schemas.openxmlformats.org/drawingml/2006/main">
            <a:r>
              <a:t>scripts/local-package-install.test.mjs</a:t>
            </a:r>
          </a:p>
          <a:p xmlns:a="http://schemas.openxmlformats.org/drawingml/2006/main">
            <a:r>
              <a:t/>
            </a:r>
          </a:p>
          <a:p xmlns:a="http://schemas.openxmlformats.org/drawingml/2006/main">
            <a:r>
              <a:t>scripts/package-artifacts.test.mjs</a:t>
            </a:r>
          </a:p>
          <a:p xmlns:a="http://schemas.openxmlformats.org/drawingml/2006/main">
            <a:r>
              <a:t/>
            </a:r>
          </a:p>
          <a:p xmlns:a="http://schemas.openxmlformats.org/drawingml/2006/main">
            <a:r>
              <a:t>scripts/publish-release-announcement.test.mjs</a:t>
            </a:r>
          </a:p>
          <a:p xmlns:a="http://schemas.openxmlformats.org/drawingml/2006/main">
            <a:r>
              <a:t/>
            </a:r>
          </a:p>
          <a:p xmlns:a="http://schemas.openxmlformats.org/drawingml/2006/main">
            <a:r>
              <a:t>功能编号：</a:t>
            </a:r>
          </a:p>
          <a:p xmlns:a="http://schemas.openxmlformats.org/drawingml/2006/main">
            <a:r>
              <a:t/>
            </a:r>
          </a:p>
          <a:p xmlns:a="http://schemas.openxmlformats.org/drawingml/2006/main">
            <a:r>
              <a:t>OTH-82 · Nix 安装与固定版本 [工程支持] 使用 stable、tag 或源码版本构建／安装，离线构建用仓库固定的模型目录修订。</a:t>
            </a:r>
          </a:p>
          <a:p xmlns:a="http://schemas.openxmlformats.org/drawingml/2006/main">
            <a:r>
              <a:t/>
            </a:r>
          </a:p>
          <a:p xmlns:a="http://schemas.openxmlformats.org/drawingml/2006/main">
            <a:r>
              <a:t>OTH-83 · 独立二进制与源码归档 [工程支持] 发布流程可构建含运行资产的独立程序，并从带校验信息的发行源码重建。</a:t>
            </a:r>
          </a:p>
          <a:p xmlns:a="http://schemas.openxmlformats.org/drawingml/2006/main">
            <a:r>
              <a:t/>
            </a:r>
          </a:p>
          <a:p xmlns:a="http://schemas.openxmlformats.org/drawingml/2006/main">
            <a:r>
              <a:t>OTH-84 · 依赖供应链检查 [工程支持] 固定直接外部依赖，检查锁文件及安装锁，默认忽略依赖生命周期脚本，并进行相应审计。</a:t>
            </a:r>
          </a:p>
          <a:p xmlns:a="http://schemas.openxmlformats.org/drawingml/2006/main">
            <a:r>
              <a:t/>
            </a:r>
          </a:p>
          <a:p xmlns:a="http://schemas.openxmlformats.org/drawingml/2006/main">
            <a:r>
              <a:t>OTH-86 · 模型目录生成 [工程支持] 从生成脚本维护模型目录和各 provider 数据，避免直接手改生成文件，并提供固定目录更新流程。</a:t>
            </a:r>
          </a:p>
          <a:p xmlns:a="http://schemas.openxmlformats.org/drawingml/2006/main">
            <a:r>
              <a:t/>
            </a:r>
          </a:p>
          <a:p xmlns:a="http://schemas.openxmlformats.org/drawingml/2006/main">
            <a:r>
              <a:t>OTH-87 · 安装与发布验证 [工程支持] 仓库提供本地包构建、隔离 consumer 安装及 release smoke 流程，检查 npm／Bun 分发路径。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源码基线：136b87e8a7f5a3e5186de0289523ba327dc592fc</a:t>
            </a:r>
          </a:p>
          <a:p xmlns:a="http://schemas.openxmlformats.org/drawingml/2006/main">
            <a:r>
              <a:t/>
            </a:r>
          </a:p>
          <a:p xmlns:a="http://schemas.openxmlformats.org/drawingml/2006/main">
            <a:r>
              <a:t>课程：08 独立改造 / release-upgrade / 生成数据、打包部署与版本升级核对</a:t>
            </a:r>
          </a:p>
          <a:p xmlns:a="http://schemas.openxmlformats.org/drawingml/2006/main">
            <a:r>
              <a:t/>
            </a:r>
          </a:p>
          <a:p xmlns:a="http://schemas.openxmlformats.org/drawingml/2006/main">
            <a:r>
              <a:t>场景：源码修改完成后，需要理解发布产物和升级时的变化范围。</a:t>
            </a:r>
          </a:p>
          <a:p xmlns:a="http://schemas.openxmlformats.org/drawingml/2006/main">
            <a:r>
              <a:t/>
            </a:r>
          </a:p>
          <a:p xmlns:a="http://schemas.openxmlformats.org/drawingml/2006/main">
            <a:r>
              <a:t>以下是教学追踪顺序，具体运行分支以源码为准。</a:t>
            </a:r>
          </a:p>
          <a:p xmlns:a="http://schemas.openxmlformats.org/drawingml/2006/main">
            <a:r>
              <a:t/>
            </a:r>
          </a:p>
          <a:p xmlns:a="http://schemas.openxmlformats.org/drawingml/2006/main">
            <a:r>
              <a:t>1. 区分手写与生成文件</a:t>
            </a:r>
          </a:p>
          <a:p xmlns:a="http://schemas.openxmlformats.org/drawingml/2006/main">
            <a:r>
              <a:t>跟踪模型生成器、数据水合和元数据来源；生成表通过生成器维护，不直接手改。</a:t>
            </a:r>
          </a:p>
          <a:p xmlns:a="http://schemas.openxmlformats.org/drawingml/2006/main">
            <a:r>
              <a:t>输入：模型或配置变更</a:t>
            </a:r>
          </a:p>
          <a:p xmlns:a="http://schemas.openxmlformats.org/drawingml/2006/main">
            <a:r>
              <a:t>输出：正确的生成入口</a:t>
            </a:r>
          </a:p>
          <a:p xmlns:a="http://schemas.openxmlformats.org/drawingml/2006/main">
            <a:r>
              <a:t>入口：模型生成/差异脚本</a:t>
            </a:r>
          </a:p>
          <a:p xmlns:a="http://schemas.openxmlformats.org/drawingml/2006/main">
            <a:r>
              <a:t>行为与边界：生成代码应从其生成器维护。</a:t>
            </a:r>
          </a:p>
          <a:p xmlns:a="http://schemas.openxmlformats.org/drawingml/2006/main">
            <a:r>
              <a:t>源码：packages/ai/scripts/generate-models.ts:1</a:t>
            </a:r>
          </a:p>
          <a:p xmlns:a="http://schemas.openxmlformats.org/drawingml/2006/main">
            <a:r>
              <a:t>源码：packages/ai/scripts/generate-test-image.ts:1</a:t>
            </a:r>
          </a:p>
          <a:p xmlns:a="http://schemas.openxmlformats.org/drawingml/2006/main">
            <a:r>
              <a:t>源码：packages/coding-agent/scripts/generate-references.ts:1</a:t>
            </a:r>
          </a:p>
          <a:p xmlns:a="http://schemas.openxmlformats.org/drawingml/2006/main">
            <a:r>
              <a:t>源码：packages/coding-agent/scripts/generate-schemas.ts:1</a:t>
            </a:r>
          </a:p>
          <a:p xmlns:a="http://schemas.openxmlformats.org/drawingml/2006/main">
            <a:r>
              <a:t>源码：scripts/diff-model-catalog.mjs:1</a:t>
            </a:r>
          </a:p>
          <a:p xmlns:a="http://schemas.openxmlformats.org/drawingml/2006/main">
            <a:r>
              <a:t>源码：scripts/generate-coding-agent-install-lock.mjs:1</a:t>
            </a:r>
          </a:p>
          <a:p xmlns:a="http://schemas.openxmlformats.org/drawingml/2006/main">
            <a:r>
              <a:t>源码：scripts/generate-thinking-capabilities.mjs:1</a:t>
            </a:r>
          </a:p>
          <a:p xmlns:a="http://schemas.openxmlformats.org/drawingml/2006/main">
            <a:r>
              <a:t>源码：scripts/model-catalog-minimum-version.mjs:1</a:t>
            </a:r>
          </a:p>
          <a:p xmlns:a="http://schemas.openxmlformats.org/drawingml/2006/main">
            <a:r>
              <a:t>源码：scripts/model-catalog-protocol.ts:1</a:t>
            </a:r>
          </a:p>
          <a:p xmlns:a="http://schemas.openxmlformats.org/drawingml/2006/main">
            <a:r>
              <a:t/>
            </a:r>
          </a:p>
          <a:p xmlns:a="http://schemas.openxmlformats.org/drawingml/2006/main">
            <a:r>
              <a:t>2. 检查依赖与安装锁</a:t>
            </a:r>
          </a:p>
          <a:p xmlns:a="http://schemas.openxmlformats.org/drawingml/2006/main">
            <a:r>
              <a:t>阅读精确依赖和 coding-agent install-lock 的生成/检查流程，核对生命周期脚本的显式允许项。</a:t>
            </a:r>
          </a:p>
          <a:p xmlns:a="http://schemas.openxmlformats.org/drawingml/2006/main">
            <a:r>
              <a:t>输入：依赖元数据</a:t>
            </a:r>
          </a:p>
          <a:p xmlns:a="http://schemas.openxmlformats.org/drawingml/2006/main">
            <a:r>
              <a:t>输出：一致的锁文件与检查</a:t>
            </a:r>
          </a:p>
          <a:p xmlns:a="http://schemas.openxmlformats.org/drawingml/2006/main">
            <a:r>
              <a:t>入口：install-lock:coding-agent；check:install-lock:coding-agent</a:t>
            </a:r>
          </a:p>
          <a:p xmlns:a="http://schemas.openxmlformats.org/drawingml/2006/main">
            <a:r>
              <a:t>行为与边界：当前使用 install-lock；旧发布 npm-shrinkwrap 已移除，常规 npm 使用其自身依赖解析。</a:t>
            </a:r>
          </a:p>
          <a:p xmlns:a="http://schemas.openxmlformats.org/drawingml/2006/main">
            <a:r>
              <a:t>源码：scripts/generate-coding-agent-install-lock.mjs:1</a:t>
            </a:r>
          </a:p>
          <a:p xmlns:a="http://schemas.openxmlformats.org/drawingml/2006/main">
            <a:r>
              <a:t/>
            </a:r>
          </a:p>
          <a:p xmlns:a="http://schemas.openxmlformats.org/drawingml/2006/main">
            <a:r>
              <a:t>3. 理解发布产物</a:t>
            </a:r>
          </a:p>
          <a:p xmlns:a="http://schemas.openxmlformats.org/drawingml/2006/main">
            <a:r>
              <a:t>只读追踪 workspace 打包、消费者验证、二进制与版本同步；真正发布需按项目 release 技能执行。</a:t>
            </a:r>
          </a:p>
          <a:p xmlns:a="http://schemas.openxmlformats.org/drawingml/2006/main">
            <a:r>
              <a:t>输入：源码与版本</a:t>
            </a:r>
          </a:p>
          <a:p xmlns:a="http://schemas.openxmlformats.org/drawingml/2006/main">
            <a:r>
              <a:t>输出：待验证发布产物</a:t>
            </a:r>
          </a:p>
          <a:p xmlns:a="http://schemas.openxmlformats.org/drawingml/2006/main">
            <a:r>
              <a:t>入口：仓库维护脚本</a:t>
            </a:r>
          </a:p>
          <a:p xmlns:a="http://schemas.openxmlformats.org/drawingml/2006/main">
            <a:r>
              <a:t>行为与边界：涉及发布时必须遵守项目 release 技能；此清单只读。</a:t>
            </a:r>
          </a:p>
          <a:p xmlns:a="http://schemas.openxmlformats.org/drawingml/2006/main">
            <a:r>
              <a:t>源码：scripts/build-binaries.sh:1</a:t>
            </a:r>
          </a:p>
          <a:p xmlns:a="http://schemas.openxmlformats.org/drawingml/2006/main">
            <a:r>
              <a:t>源码：scripts/build-coding-agent-bundle.mjs:1</a:t>
            </a:r>
          </a:p>
          <a:p xmlns:a="http://schemas.openxmlformats.org/drawingml/2006/main">
            <a:r>
              <a:t>源码：scripts/create-source-archive.sh:1</a:t>
            </a:r>
          </a:p>
          <a:p xmlns:a="http://schemas.openxmlformats.org/drawingml/2006/main">
            <a:r>
              <a:t>源码：scripts/local-package-install.mjs:1</a:t>
            </a:r>
          </a:p>
          <a:p xmlns:a="http://schemas.openxmlformats.org/drawingml/2006/main">
            <a:r>
              <a:t>源码：scripts/local-release.mjs:1</a:t>
            </a:r>
          </a:p>
          <a:p xmlns:a="http://schemas.openxmlformats.org/drawingml/2006/main">
            <a:r>
              <a:t>源码：scripts/package-artifacts.mjs:1</a:t>
            </a:r>
          </a:p>
          <a:p xmlns:a="http://schemas.openxmlformats.org/drawingml/2006/main">
            <a:r>
              <a:t>源码：scripts/package-workspaces.mjs:1</a:t>
            </a:r>
          </a:p>
          <a:p xmlns:a="http://schemas.openxmlformats.org/drawingml/2006/main">
            <a:r>
              <a:t>源码：scripts/publish-model-catalog.mjs:1</a:t>
            </a:r>
          </a:p>
          <a:p xmlns:a="http://schemas.openxmlformats.org/drawingml/2006/main">
            <a:r>
              <a:t>源码：scripts/publish-release-announcement.mjs:1</a:t>
            </a:r>
          </a:p>
          <a:p xmlns:a="http://schemas.openxmlformats.org/drawingml/2006/main">
            <a:r>
              <a:t>源码：scripts/publish.mjs:1</a:t>
            </a:r>
          </a:p>
          <a:p xmlns:a="http://schemas.openxmlformats.org/drawingml/2006/main">
            <a:r>
              <a:t>源码：scripts/release-notes.mjs:1</a:t>
            </a:r>
          </a:p>
          <a:p xmlns:a="http://schemas.openxmlformats.org/drawingml/2006/main">
            <a:r>
              <a:t>源码：scripts/release-packages.mjs:1</a:t>
            </a:r>
          </a:p>
          <a:p xmlns:a="http://schemas.openxmlformats.org/drawingml/2006/main">
            <a:r>
              <a:t>源码：scripts/release.mjs:1</a:t>
            </a:r>
          </a:p>
          <a:p xmlns:a="http://schemas.openxmlformats.org/drawingml/2006/main">
            <a:r>
              <a:t>源码：scripts/sync-versions.js:1</a:t>
            </a:r>
          </a:p>
          <a:p xmlns:a="http://schemas.openxmlformats.org/drawingml/2006/main">
            <a:r>
              <a:t/>
            </a:r>
          </a:p>
          <a:p xmlns:a="http://schemas.openxmlformats.org/drawingml/2006/main">
            <a:r>
              <a:t>4. 回到用户运行场景</a:t>
            </a:r>
          </a:p>
          <a:p xmlns:a="http://schemas.openxmlformats.org/drawingml/2006/main">
            <a:r>
              <a:t>对照源码 resolver、npm 安装和 standalone 的资源路径，验证升级后的配置、会话与扩展入口。</a:t>
            </a:r>
          </a:p>
          <a:p xmlns:a="http://schemas.openxmlformats.org/drawingml/2006/main">
            <a:r>
              <a:t>输入：目标安装形态</a:t>
            </a:r>
          </a:p>
          <a:p xmlns:a="http://schemas.openxmlformats.org/drawingml/2006/main">
            <a:r>
              <a:t>输出：可复现的升级检查清单</a:t>
            </a:r>
          </a:p>
          <a:p xmlns:a="http://schemas.openxmlformats.org/drawingml/2006/main">
            <a:r>
              <a:t>入口：node --import source-resolver.ts src/cli.ts</a:t>
            </a:r>
          </a:p>
          <a:p xmlns:a="http://schemas.openxmlformats.org/drawingml/2006/main">
            <a:r>
              <a:t>行为与边界：实验 CLI 与服务栈已移除；experimental 中遗留中文 README 是历史资料，不能作为可运行应用入口。</a:t>
            </a:r>
          </a:p>
          <a:p xmlns:a="http://schemas.openxmlformats.org/drawingml/2006/main">
            <a:r>
              <a:t>源码：packages/coding-agent/src/experimental/source-resolver.ts:1</a:t>
            </a:r>
          </a:p>
          <a:p xmlns:a="http://schemas.openxmlformats.org/drawingml/2006/main">
            <a:r>
              <a:t/>
            </a:r>
          </a:p>
          <a:p xmlns:a="http://schemas.openxmlformats.org/drawingml/2006/main">
            <a:r>
              <a:t>失败与恢复：源码可运行不等于发布包完整；发布、部署和依赖安装不是阅读教程自动授权的动作。</a:t>
            </a:r>
          </a:p>
          <a:p xmlns:a="http://schemas.openxmlformats.org/drawingml/2006/main">
            <a:r>
              <a:t/>
            </a:r>
          </a:p>
          <a:p xmlns:a="http://schemas.openxmlformats.org/drawingml/2006/main">
            <a:r>
              <a:t>练习：任选一个 release 脚本说明输入产物和消费者检查；再记录一项本版本接口变化及受影响例子。</a:t>
            </a:r>
          </a:p>
          <a:p xmlns:a="http://schemas.openxmlformats.org/drawingml/2006/main">
            <a:r>
              <a:t>参考判断：结论必须基于当前脚本与实际验证；历史资料不能代替当前包的 exports 与契约。</a:t>
            </a:r>
          </a:p>
          <a:p xmlns:a="http://schemas.openxmlformats.org/drawingml/2006/main">
            <a:r>
              <a:t/>
            </a:r>
          </a:p>
          <a:p xmlns:a="http://schemas.openxmlformats.org/drawingml/2006/main">
            <a:r>
              <a:t>关联专题与当前接口：</a:t>
            </a:r>
          </a:p>
          <a:p xmlns:a="http://schemas.openxmlformats.org/drawingml/2006/main">
            <a:r>
              <a:t/>
            </a:r>
          </a:p>
          <a:p xmlns:a="http://schemas.openxmlformats.org/drawingml/2006/main">
            <a:r>
              <a:t>模型目录协议与生成维护</a:t>
            </a:r>
          </a:p>
          <a:p xmlns:a="http://schemas.openxmlformats.org/drawingml/2006/main">
            <a:r>
              <a:t>维护模型元数据协议、派生清单与锁定文件生成。</a:t>
            </a:r>
          </a:p>
          <a:p xmlns:a="http://schemas.openxmlformats.org/drawingml/2006/main">
            <a:r>
              <a:t>入口：模型生成/差异脚本</a:t>
            </a:r>
          </a:p>
          <a:p xmlns:a="http://schemas.openxmlformats.org/drawingml/2006/main">
            <a:r>
              <a:t>边界：生成代码应从其生成器维护。</a:t>
            </a:r>
          </a:p>
          <a:p xmlns:a="http://schemas.openxmlformats.org/drawingml/2006/main">
            <a:r>
              <a:t/>
            </a:r>
          </a:p>
          <a:p xmlns:a="http://schemas.openxmlformats.org/drawingml/2006/main">
            <a:r>
              <a:t>安装锁生成与生命周期脚本审查</a:t>
            </a:r>
          </a:p>
          <a:p xmlns:a="http://schemas.openxmlformats.org/drawingml/2006/main">
            <a:r>
              <a:t>生成并核验独立安装时使用的固定依赖图与批准的生命周期脚本清单。</a:t>
            </a:r>
          </a:p>
          <a:p xmlns:a="http://schemas.openxmlformats.org/drawingml/2006/main">
            <a:r>
              <a:t>入口：install-lock:coding-agent；check:install-lock:coding-agent</a:t>
            </a:r>
          </a:p>
          <a:p xmlns:a="http://schemas.openxmlformats.org/drawingml/2006/main">
            <a:r>
              <a:t>边界：当前使用 install-lock；旧发布 npm-shrinkwrap 已移除，常规 npm 使用其自身依赖解析。</a:t>
            </a:r>
          </a:p>
          <a:p xmlns:a="http://schemas.openxmlformats.org/drawingml/2006/main">
            <a:r>
              <a:t/>
            </a:r>
          </a:p>
          <a:p xmlns:a="http://schemas.openxmlformats.org/drawingml/2006/main">
            <a:r>
              <a:t>打包、发布与版本同步</a:t>
            </a:r>
          </a:p>
          <a:p xmlns:a="http://schemas.openxmlformats.org/drawingml/2006/main">
            <a:r>
              <a:t>组织包发布、消费者安装、二进制与版本流程。</a:t>
            </a:r>
          </a:p>
          <a:p xmlns:a="http://schemas.openxmlformats.org/drawingml/2006/main">
            <a:r>
              <a:t>入口：仓库维护脚本</a:t>
            </a:r>
          </a:p>
          <a:p xmlns:a="http://schemas.openxmlformats.org/drawingml/2006/main">
            <a:r>
              <a:t>边界：涉及发布时必须遵守项目 release 技能；此清单只读。</a:t>
            </a:r>
          </a:p>
          <a:p xmlns:a="http://schemas.openxmlformats.org/drawingml/2006/main">
            <a:r>
              <a:t/>
            </a:r>
          </a:p>
          <a:p xmlns:a="http://schemas.openxmlformats.org/drawingml/2006/main">
            <a:r>
              <a:t>源码解析器与历史实验资料</a:t>
            </a:r>
          </a:p>
          <a:p xmlns:a="http://schemas.openxmlformats.org/drawingml/2006/main">
            <a:r>
              <a:t>将工作区包导入解析到当前 TypeScript 源码，供本地运行和断点调试。</a:t>
            </a:r>
          </a:p>
          <a:p xmlns:a="http://schemas.openxmlformats.org/drawingml/2006/main">
            <a:r>
              <a:t>入口：node --import source-resolver.ts src/cli.ts</a:t>
            </a:r>
          </a:p>
          <a:p xmlns:a="http://schemas.openxmlformats.org/drawingml/2006/main">
            <a:r>
              <a:t>边界：实验 CLI 与服务栈已移除；experimental 中遗留中文 README 是历史资料，不能作为可运行应用入口。</a:t>
            </a:r>
          </a:p>
          <a:p xmlns:a="http://schemas.openxmlformats.org/drawingml/2006/main">
            <a:r>
              <a:t/>
            </a:r>
          </a:p>
          <a:p xmlns:a="http://schemas.openxmlformats.org/drawingml/2006/main">
            <a:r>
              <a:t>依赖、导入与构建边界校验</a:t>
            </a:r>
          </a:p>
          <a:p xmlns:a="http://schemas.openxmlformats.org/drawingml/2006/main">
            <a:r>
              <a:t>验证精确依赖、运行依赖、TS 导入、入口图与浏览器兼容。</a:t>
            </a:r>
          </a:p>
          <a:p xmlns:a="http://schemas.openxmlformats.org/drawingml/2006/main">
            <a:r>
              <a:t>入口：npm run check</a:t>
            </a:r>
          </a:p>
          <a:p xmlns:a="http://schemas.openxmlformats.org/drawingml/2006/main">
            <a:r>
              <a:t>边界：检查失败不是修改业务代码或降级依赖的理由。</a:t>
            </a:r>
          </a:p>
          <a:p xmlns:a="http://schemas.openxmlformats.org/drawingml/2006/main">
            <a:r>
              <a:t/>
            </a:r>
          </a:p>
          <a:p xmlns:a="http://schemas.openxmlformats.org/drawingml/2006/main">
            <a:r>
              <a:t>文档：</a:t>
            </a:r>
          </a:p>
          <a:p xmlns:a="http://schemas.openxmlformats.org/drawingml/2006/main">
            <a:r>
              <a:t/>
            </a:r>
          </a:p>
          <a:p xmlns:a="http://schemas.openxmlformats.org/drawingml/2006/main">
            <a:r>
              <a:t>AGENTS.md</a:t>
            </a:r>
          </a:p>
          <a:p xmlns:a="http://schemas.openxmlformats.org/drawingml/2006/main">
            <a:r>
              <a:t/>
            </a:r>
          </a:p>
          <a:p xmlns:a="http://schemas.openxmlformats.org/drawingml/2006/main">
            <a:r>
              <a:t>packages/coding-agent/docs/cli.md</a:t>
            </a:r>
          </a:p>
          <a:p xmlns:a="http://schemas.openxmlformats.org/drawingml/2006/main">
            <a:r>
              <a:t/>
            </a:r>
          </a:p>
          <a:p xmlns:a="http://schemas.openxmlformats.org/drawingml/2006/main">
            <a:r>
              <a:t>README.md</a:t>
            </a:r>
          </a:p>
          <a:p xmlns:a="http://schemas.openxmlformats.org/drawingml/2006/main">
            <a:r>
              <a:t/>
            </a:r>
          </a:p>
          <a:p xmlns:a="http://schemas.openxmlformats.org/drawingml/2006/main">
            <a:r>
              <a:t>packages/ai/README.md</a:t>
            </a:r>
          </a:p>
          <a:p xmlns:a="http://schemas.openxmlformats.org/drawingml/2006/main">
            <a:r>
              <a:t/>
            </a:r>
          </a:p>
          <a:p xmlns:a="http://schemas.openxmlformats.org/drawingml/2006/main">
            <a:r>
              <a:t>相关测试（列出路径不代表已运行）：</a:t>
            </a:r>
          </a:p>
          <a:p xmlns:a="http://schemas.openxmlformats.org/drawingml/2006/main">
            <a:r>
              <a:t/>
            </a:r>
          </a:p>
          <a:p xmlns:a="http://schemas.openxmlformats.org/drawingml/2006/main">
            <a:r>
              <a:t>packages/coding-agent/test/references.test.ts</a:t>
            </a:r>
          </a:p>
          <a:p xmlns:a="http://schemas.openxmlformats.org/drawingml/2006/main">
            <a:r>
              <a:t/>
            </a:r>
          </a:p>
          <a:p xmlns:a="http://schemas.openxmlformats.org/drawingml/2006/main">
            <a:r>
              <a:t>packages/coding-agent/test/config-schemas.test.ts</a:t>
            </a:r>
          </a:p>
          <a:p xmlns:a="http://schemas.openxmlformats.org/drawingml/2006/main">
            <a:r>
              <a:t/>
            </a:r>
          </a:p>
          <a:p xmlns:a="http://schemas.openxmlformats.org/drawingml/2006/main">
            <a:r>
              <a:t>packages/coding-agent/test/model-catalog-protocol.test.ts</a:t>
            </a:r>
          </a:p>
          <a:p xmlns:a="http://schemas.openxmlformats.org/drawingml/2006/main">
            <a:r>
              <a:t/>
            </a:r>
          </a:p>
          <a:p xmlns:a="http://schemas.openxmlformats.org/drawingml/2006/main">
            <a:r>
              <a:t>scripts/model-catalog-protocol.test.ts</a:t>
            </a:r>
          </a:p>
          <a:p xmlns:a="http://schemas.openxmlformats.org/drawingml/2006/main">
            <a:r>
              <a:t/>
            </a:r>
          </a:p>
          <a:p xmlns:a="http://schemas.openxmlformats.org/drawingml/2006/main">
            <a:r>
              <a:t>scripts/coding-agent-smoke.test.mjs</a:t>
            </a:r>
          </a:p>
          <a:p xmlns:a="http://schemas.openxmlformats.org/drawingml/2006/main">
            <a:r>
              <a:t/>
            </a:r>
          </a:p>
          <a:p xmlns:a="http://schemas.openxmlformats.org/drawingml/2006/main">
            <a:r>
              <a:t>scripts/local-package-install.test.mjs</a:t>
            </a:r>
          </a:p>
          <a:p xmlns:a="http://schemas.openxmlformats.org/drawingml/2006/main">
            <a:r>
              <a:t/>
            </a:r>
          </a:p>
          <a:p xmlns:a="http://schemas.openxmlformats.org/drawingml/2006/main">
            <a:r>
              <a:t>scripts/package-artifacts.test.mjs</a:t>
            </a:r>
          </a:p>
          <a:p xmlns:a="http://schemas.openxmlformats.org/drawingml/2006/main">
            <a:r>
              <a:t/>
            </a:r>
          </a:p>
          <a:p xmlns:a="http://schemas.openxmlformats.org/drawingml/2006/main">
            <a:r>
              <a:t>scripts/publish-release-announcement.test.mjs</a:t>
            </a:r>
          </a:p>
          <a:p xmlns:a="http://schemas.openxmlformats.org/drawingml/2006/main">
            <a:r>
              <a:t/>
            </a:r>
          </a:p>
          <a:p xmlns:a="http://schemas.openxmlformats.org/drawingml/2006/main">
            <a:r>
              <a:t>功能编号：</a:t>
            </a:r>
          </a:p>
          <a:p xmlns:a="http://schemas.openxmlformats.org/drawingml/2006/main">
            <a:r>
              <a:t/>
            </a:r>
          </a:p>
          <a:p xmlns:a="http://schemas.openxmlformats.org/drawingml/2006/main">
            <a:r>
              <a:t>OTH-82 · Nix 安装与固定版本 [工程支持] 使用 stable、tag 或源码版本构建／安装，离线构建用仓库固定的模型目录修订。</a:t>
            </a:r>
          </a:p>
          <a:p xmlns:a="http://schemas.openxmlformats.org/drawingml/2006/main">
            <a:r>
              <a:t/>
            </a:r>
          </a:p>
          <a:p xmlns:a="http://schemas.openxmlformats.org/drawingml/2006/main">
            <a:r>
              <a:t>OTH-83 · 独立二进制与源码归档 [工程支持] 发布流程可构建含运行资产的独立程序，并从带校验信息的发行源码重建。</a:t>
            </a:r>
          </a:p>
          <a:p xmlns:a="http://schemas.openxmlformats.org/drawingml/2006/main">
            <a:r>
              <a:t/>
            </a:r>
          </a:p>
          <a:p xmlns:a="http://schemas.openxmlformats.org/drawingml/2006/main">
            <a:r>
              <a:t>OTH-84 · 依赖供应链检查 [工程支持] 固定直接外部依赖，检查锁文件及安装锁，默认忽略依赖生命周期脚本，并进行相应审计。</a:t>
            </a:r>
          </a:p>
          <a:p xmlns:a="http://schemas.openxmlformats.org/drawingml/2006/main">
            <a:r>
              <a:t/>
            </a:r>
          </a:p>
          <a:p xmlns:a="http://schemas.openxmlformats.org/drawingml/2006/main">
            <a:r>
              <a:t>OTH-86 · 模型目录生成 [工程支持] 从生成脚本维护模型目录和各 provider 数据，避免直接手改生成文件，并提供固定目录更新流程。</a:t>
            </a:r>
          </a:p>
          <a:p xmlns:a="http://schemas.openxmlformats.org/drawingml/2006/main">
            <a:r>
              <a:t/>
            </a:r>
          </a:p>
          <a:p xmlns:a="http://schemas.openxmlformats.org/drawingml/2006/main">
            <a:r>
              <a:t>OTH-87 · 安装与发布验证 [工程支持] 仓库提供本地包构建、隔离 consumer 安装及 release smoke 流程，检查 npm／Bun 分发路径。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源码基线：136b87e8a7f5a3e5186de0289523ba327dc592fc</a:t>
            </a:r>
          </a:p>
          <a:p xmlns:a="http://schemas.openxmlformats.org/drawingml/2006/main">
            <a:r>
              <a:t/>
            </a:r>
          </a:p>
          <a:p xmlns:a="http://schemas.openxmlformats.org/drawingml/2006/main">
            <a:r>
              <a:t>课程：08 独立改造 / design-history / 从历史设计到当前实现的证据审查</a:t>
            </a:r>
          </a:p>
          <a:p xmlns:a="http://schemas.openxmlformats.org/drawingml/2006/main">
            <a:r>
              <a:t/>
            </a:r>
          </a:p>
          <a:p xmlns:a="http://schemas.openxmlformats.org/drawingml/2006/main">
            <a:r>
              <a:t>场景：仓库保留旧目录、设计提案和中文翻译，需要判断哪些还能直接使用。</a:t>
            </a:r>
          </a:p>
          <a:p xmlns:a="http://schemas.openxmlformats.org/drawingml/2006/main">
            <a:r>
              <a:t/>
            </a:r>
          </a:p>
          <a:p xmlns:a="http://schemas.openxmlformats.org/drawingml/2006/main">
            <a:r>
              <a:t>以下是教学追踪顺序，具体运行分支以源码为准。</a:t>
            </a:r>
          </a:p>
          <a:p xmlns:a="http://schemas.openxmlformats.org/drawingml/2006/main">
            <a:r>
              <a:t/>
            </a:r>
          </a:p>
          <a:p xmlns:a="http://schemas.openxmlformats.org/drawingml/2006/main">
            <a:r>
              <a:t>1. 确认当前源码基线</a:t>
            </a:r>
          </a:p>
          <a:p xmlns:a="http://schemas.openxmlformats.org/drawingml/2006/main">
            <a:r>
              <a:t>核对 HEAD、工作区差异与 manifest，分别记录当前源码、未跟踪资料和历史快照。</a:t>
            </a:r>
          </a:p>
          <a:p xmlns:a="http://schemas.openxmlformats.org/drawingml/2006/main">
            <a:r>
              <a:t>输入：仓库与文档快照</a:t>
            </a:r>
          </a:p>
          <a:p xmlns:a="http://schemas.openxmlformats.org/drawingml/2006/main">
            <a:r>
              <a:t>输出：审查基线</a:t>
            </a:r>
          </a:p>
          <a:p xmlns:a="http://schemas.openxmlformats.org/drawingml/2006/main">
            <a:r>
              <a:t>入口：npm run check</a:t>
            </a:r>
          </a:p>
          <a:p xmlns:a="http://schemas.openxmlformats.org/drawingml/2006/main">
            <a:r>
              <a:t>行为与边界：检查失败不是修改业务代码或降级依赖的理由。</a:t>
            </a:r>
          </a:p>
          <a:p xmlns:a="http://schemas.openxmlformats.org/drawingml/2006/main">
            <a:r>
              <a:t>源码：packages/ai/scripts/check-model-data.ts:1</a:t>
            </a:r>
          </a:p>
          <a:p xmlns:a="http://schemas.openxmlformats.org/drawingml/2006/main">
            <a:r>
              <a:t>源码：scripts/check-browser-smoke.mjs:1</a:t>
            </a:r>
          </a:p>
          <a:p xmlns:a="http://schemas.openxmlformats.org/drawingml/2006/main">
            <a:r>
              <a:t>源码：scripts/check-entry-graphs.mjs:1</a:t>
            </a:r>
          </a:p>
          <a:p xmlns:a="http://schemas.openxmlformats.org/drawingml/2006/main">
            <a:r>
              <a:t>源码：scripts/check-lockfile-commit.mjs:1</a:t>
            </a:r>
          </a:p>
          <a:p xmlns:a="http://schemas.openxmlformats.org/drawingml/2006/main">
            <a:r>
              <a:t>源码：scripts/check-model-catalog-compat.mjs:1</a:t>
            </a:r>
          </a:p>
          <a:p xmlns:a="http://schemas.openxmlformats.org/drawingml/2006/main">
            <a:r>
              <a:t>源码：scripts/check-package-install.mjs:1</a:t>
            </a:r>
          </a:p>
          <a:p xmlns:a="http://schemas.openxmlformats.org/drawingml/2006/main">
            <a:r>
              <a:t>源码：scripts/check-pinned-deps.mjs:1</a:t>
            </a:r>
          </a:p>
          <a:p xmlns:a="http://schemas.openxmlformats.org/drawingml/2006/main">
            <a:r>
              <a:t>源码：scripts/check-runtime-deps.mjs:1</a:t>
            </a:r>
          </a:p>
          <a:p xmlns:a="http://schemas.openxmlformats.org/drawingml/2006/main">
            <a:r>
              <a:t>源码：scripts/check-ts-relative-imports.mjs:1</a:t>
            </a:r>
          </a:p>
          <a:p xmlns:a="http://schemas.openxmlformats.org/drawingml/2006/main">
            <a:r>
              <a:t/>
            </a:r>
          </a:p>
          <a:p xmlns:a="http://schemas.openxmlformats.org/drawingml/2006/main">
            <a:r>
              <a:t>2. 比较当前装配</a:t>
            </a:r>
          </a:p>
          <a:p xmlns:a="http://schemas.openxmlformats.org/drawingml/2006/main">
            <a:r>
              <a:t>以真实 exports、当前 src 和测试确定运行入口；旧 client/protocol/server 目录资料不能证明包仍可运行。</a:t>
            </a:r>
          </a:p>
          <a:p xmlns:a="http://schemas.openxmlformats.org/drawingml/2006/main">
            <a:r>
              <a:t>输入：历史设计与当前入口</a:t>
            </a:r>
          </a:p>
          <a:p xmlns:a="http://schemas.openxmlformats.org/drawingml/2006/main">
            <a:r>
              <a:t>输出：已实现和历史内容边界</a:t>
            </a:r>
          </a:p>
          <a:p xmlns:a="http://schemas.openxmlformats.org/drawingml/2006/main">
            <a:r>
              <a:t>入口：createAgentSession / createAgentSessionRuntime</a:t>
            </a:r>
          </a:p>
          <a:p xmlns:a="http://schemas.openxmlformats.org/drawingml/2006/main">
            <a:r>
              <a:t>行为与边界：SDK 注入流函数、配置、工具与存储；运行时负责会话替换和重新绑定。</a:t>
            </a:r>
          </a:p>
          <a:p xmlns:a="http://schemas.openxmlformats.org/drawingml/2006/main">
            <a:r>
              <a:t>源码：packages/coding-agent/src/core/agent-session-runtime.ts:1</a:t>
            </a:r>
          </a:p>
          <a:p xmlns:a="http://schemas.openxmlformats.org/drawingml/2006/main">
            <a:r>
              <a:t>源码：packages/coding-agent/src/core/agent-session-services.ts:1</a:t>
            </a:r>
          </a:p>
          <a:p xmlns:a="http://schemas.openxmlformats.org/drawingml/2006/main">
            <a:r>
              <a:t>源码：packages/coding-agent/src/core/sdk.ts:1</a:t>
            </a:r>
          </a:p>
          <a:p xmlns:a="http://schemas.openxmlformats.org/drawingml/2006/main">
            <a:r>
              <a:t/>
            </a:r>
          </a:p>
          <a:p xmlns:a="http://schemas.openxmlformats.org/drawingml/2006/main">
            <a:r>
              <a:t>3. 追踪演进证据</a:t>
            </a:r>
          </a:p>
          <a:p xmlns:a="http://schemas.openxmlformats.org/drawingml/2006/main">
            <a:r>
              <a:t>用 Git 时间线与具体 diff 查明变化，再更新编号映射和离线资料。自动中文统计摘要不能替代逐个 diff 审查。</a:t>
            </a:r>
          </a:p>
          <a:p xmlns:a="http://schemas.openxmlformats.org/drawingml/2006/main">
            <a:r>
              <a:t>输入：提交和设计文档</a:t>
            </a:r>
          </a:p>
          <a:p xmlns:a="http://schemas.openxmlformats.org/drawingml/2006/main">
            <a:r>
              <a:t>输出：可追溯的变化说明</a:t>
            </a:r>
          </a:p>
          <a:p xmlns:a="http://schemas.openxmlformats.org/drawingml/2006/main">
            <a:r>
              <a:t>入口：本地统计脚本</a:t>
            </a:r>
          </a:p>
          <a:p xmlns:a="http://schemas.openxmlformats.org/drawingml/2006/main">
            <a:r>
              <a:t>行为与边界：这些脚本不是默认对话功能。</a:t>
            </a:r>
          </a:p>
          <a:p xmlns:a="http://schemas.openxmlformats.org/drawingml/2006/main">
            <a:r>
              <a:t>源码：scripts/cost.ts:1</a:t>
            </a:r>
          </a:p>
          <a:p xmlns:a="http://schemas.openxmlformats.org/drawingml/2006/main">
            <a:r>
              <a:t>源码：scripts/edit-tool-stats.mjs:1</a:t>
            </a:r>
          </a:p>
          <a:p xmlns:a="http://schemas.openxmlformats.org/drawingml/2006/main">
            <a:r>
              <a:t>源码：scripts/profile-coding-agent-node.mjs:1</a:t>
            </a:r>
          </a:p>
          <a:p xmlns:a="http://schemas.openxmlformats.org/drawingml/2006/main">
            <a:r>
              <a:t>源码：scripts/read-tool-stats.mjs:1</a:t>
            </a:r>
          </a:p>
          <a:p xmlns:a="http://schemas.openxmlformats.org/drawingml/2006/main">
            <a:r>
              <a:t>源码：scripts/session-context-stats.mjs:1</a:t>
            </a:r>
          </a:p>
          <a:p xmlns:a="http://schemas.openxmlformats.org/drawingml/2006/main">
            <a:r>
              <a:t>源码：scripts/session-transcripts.ts:1</a:t>
            </a:r>
          </a:p>
          <a:p xmlns:a="http://schemas.openxmlformats.org/drawingml/2006/main">
            <a:r>
              <a:t>源码：scripts/stats.ts:1</a:t>
            </a:r>
          </a:p>
          <a:p xmlns:a="http://schemas.openxmlformats.org/drawingml/2006/main">
            <a:r>
              <a:t>源码：scripts/tool-stats.ts:1</a:t>
            </a:r>
          </a:p>
          <a:p xmlns:a="http://schemas.openxmlformats.org/drawingml/2006/main">
            <a:r>
              <a:t/>
            </a:r>
          </a:p>
          <a:p xmlns:a="http://schemas.openxmlformats.org/drawingml/2006/main">
            <a:r>
              <a:t>失败与恢复：未初始化目录的文件说明可以暂为空；没有实现和测试证据的设计能力不可写成现成接口。</a:t>
            </a:r>
          </a:p>
          <a:p xmlns:a="http://schemas.openxmlformats.org/drawingml/2006/main">
            <a:r>
              <a:t/>
            </a:r>
          </a:p>
          <a:p xmlns:a="http://schemas.openxmlformats.org/drawingml/2006/main">
            <a:r>
              <a:t>练习：找一个历史目录，列出当前保留资料、缺少的运行入口和可继续追踪的提交线索。</a:t>
            </a:r>
          </a:p>
          <a:p xmlns:a="http://schemas.openxmlformats.org/drawingml/2006/main">
            <a:r>
              <a:t>参考判断：应明确标记“历史资料/设计方案”，并避免生成虚构调用链。</a:t>
            </a:r>
          </a:p>
          <a:p xmlns:a="http://schemas.openxmlformats.org/drawingml/2006/main">
            <a:r>
              <a:t/>
            </a:r>
          </a:p>
          <a:p xmlns:a="http://schemas.openxmlformats.org/drawingml/2006/main">
            <a:r>
              <a:t>关联专题与当前接口：</a:t>
            </a:r>
          </a:p>
          <a:p xmlns:a="http://schemas.openxmlformats.org/drawingml/2006/main">
            <a:r>
              <a:t/>
            </a:r>
          </a:p>
          <a:p xmlns:a="http://schemas.openxmlformats.org/drawingml/2006/main">
            <a:r>
              <a:t>依赖、导入与构建边界校验</a:t>
            </a:r>
          </a:p>
          <a:p xmlns:a="http://schemas.openxmlformats.org/drawingml/2006/main">
            <a:r>
              <a:t>验证精确依赖、运行依赖、TS 导入、入口图与浏览器兼容。</a:t>
            </a:r>
          </a:p>
          <a:p xmlns:a="http://schemas.openxmlformats.org/drawingml/2006/main">
            <a:r>
              <a:t>入口：npm run check</a:t>
            </a:r>
          </a:p>
          <a:p xmlns:a="http://schemas.openxmlformats.org/drawingml/2006/main">
            <a:r>
              <a:t>边界：检查失败不是修改业务代码或降级依赖的理由。</a:t>
            </a:r>
          </a:p>
          <a:p xmlns:a="http://schemas.openxmlformats.org/drawingml/2006/main">
            <a:r>
              <a:t/>
            </a:r>
          </a:p>
          <a:p xmlns:a="http://schemas.openxmlformats.org/drawingml/2006/main">
            <a:r>
              <a:t>SDK 创建与替换运行时</a:t>
            </a:r>
          </a:p>
          <a:p xmlns:a="http://schemas.openxmlformats.org/drawingml/2006/main">
            <a:r>
              <a:t>让应用在进程内创建、继续或替换编码智能体会话。</a:t>
            </a:r>
          </a:p>
          <a:p xmlns:a="http://schemas.openxmlformats.org/drawingml/2006/main">
            <a:r>
              <a:t>入口：createAgentSession / createAgentSessionRuntime</a:t>
            </a:r>
          </a:p>
          <a:p xmlns:a="http://schemas.openxmlformats.org/drawingml/2006/main">
            <a:r>
              <a:t>边界：SDK 注入流函数、配置、工具与存储；运行时负责会话替换和重新绑定。</a:t>
            </a:r>
          </a:p>
          <a:p xmlns:a="http://schemas.openxmlformats.org/drawingml/2006/main">
            <a:r>
              <a:t/>
            </a:r>
          </a:p>
          <a:p xmlns:a="http://schemas.openxmlformats.org/drawingml/2006/main">
            <a:r>
              <a:t>会话统计与性能分析</a:t>
            </a:r>
          </a:p>
          <a:p xmlns:a="http://schemas.openxmlformats.org/drawingml/2006/main">
            <a:r>
              <a:t>分析会话、工具使用、上下文和性能。</a:t>
            </a:r>
          </a:p>
          <a:p xmlns:a="http://schemas.openxmlformats.org/drawingml/2006/main">
            <a:r>
              <a:t>入口：本地统计脚本</a:t>
            </a:r>
          </a:p>
          <a:p xmlns:a="http://schemas.openxmlformats.org/drawingml/2006/main">
            <a:r>
              <a:t>边界：这些脚本不是默认对话功能。</a:t>
            </a:r>
          </a:p>
          <a:p xmlns:a="http://schemas.openxmlformats.org/drawingml/2006/main">
            <a:r>
              <a:t/>
            </a:r>
          </a:p>
          <a:p xmlns:a="http://schemas.openxmlformats.org/drawingml/2006/main">
            <a:r>
              <a:t>扩展发现、注册与事件分发</a:t>
            </a:r>
          </a:p>
          <a:p xmlns:a="http://schemas.openxmlformats.org/drawingml/2006/main">
            <a:r>
              <a:t>加载 TS/JS 扩展，注册工具、命令、快捷键、提供商与事件。</a:t>
            </a:r>
          </a:p>
          <a:p xmlns:a="http://schemas.openxmlformats.org/drawingml/2006/main">
            <a:r>
              <a:t>入口：--extension；/reload；ExtensionAPI</a:t>
            </a:r>
          </a:p>
          <a:p xmlns:a="http://schemas.openxmlformats.org/drawingml/2006/main">
            <a:r>
              <a:t>边界：工厂负责注册，runner 提供上下文与分发；原始类型注释可在 API 清单中逐项阅读。</a:t>
            </a:r>
          </a:p>
          <a:p xmlns:a="http://schemas.openxmlformats.org/drawingml/2006/main">
            <a:r>
              <a:t/>
            </a:r>
          </a:p>
          <a:p xmlns:a="http://schemas.openxmlformats.org/drawingml/2006/main">
            <a:r>
              <a:t>输入处理、排队与任务收尾</a:t>
            </a:r>
          </a:p>
          <a:p xmlns:a="http://schemas.openxmlformats.org/drawingml/2006/main">
            <a:r>
              <a:t>协调扩展命令、输入转换、steering/follow-up、重试与最终通知。</a:t>
            </a:r>
          </a:p>
          <a:p xmlns:a="http://schemas.openxmlformats.org/drawingml/2006/main">
            <a:r>
              <a:t>入口：AgentSession.prompt / steer / followUp</a:t>
            </a:r>
          </a:p>
          <a:p xmlns:a="http://schemas.openxmlformats.org/drawingml/2006/main">
            <a:r>
              <a:t>边界：agent_end 后仍可能继续；agent_settled 是完成自动处理后的通知边界。</a:t>
            </a:r>
          </a:p>
          <a:p xmlns:a="http://schemas.openxmlformats.org/drawingml/2006/main">
            <a:r>
              <a:t/>
            </a:r>
          </a:p>
          <a:p xmlns:a="http://schemas.openxmlformats.org/drawingml/2006/main">
            <a:r>
              <a:t>sdk/01-minimal · 示例</a:t>
            </a:r>
          </a:p>
          <a:p xmlns:a="http://schemas.openxmlformats.org/drawingml/2006/main">
            <a:r>
              <a:t>展示 sdk/01-minimal.ts 对应的扩展或 SDK 用法。具体场景以入口文件的原始说明、注册代码和配套 README 为依据。</a:t>
            </a:r>
          </a:p>
          <a:p xmlns:a="http://schemas.openxmlformats.org/drawingml/2006/main">
            <a:r>
              <a:t>入口：packages/coding-agent/examples/sdk/01-minimal.ts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sdk/02-custom-model · 示例</a:t>
            </a:r>
          </a:p>
          <a:p xmlns:a="http://schemas.openxmlformats.org/drawingml/2006/main">
            <a:r>
              <a:t>展示 sdk/02-custom-model.ts 对应的扩展或 SDK 用法。具体场景以入口文件的原始说明、注册代码和配套 README 为依据。</a:t>
            </a:r>
          </a:p>
          <a:p xmlns:a="http://schemas.openxmlformats.org/drawingml/2006/main">
            <a:r>
              <a:t>入口：packages/coding-agent/examples/sdk/02-custom-model.ts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sdk/03-custom-prompt · 示例</a:t>
            </a:r>
          </a:p>
          <a:p xmlns:a="http://schemas.openxmlformats.org/drawingml/2006/main">
            <a:r>
              <a:t>展示 sdk/03-custom-prompt.ts 对应的扩展或 SDK 用法。具体场景以入口文件的原始说明、注册代码和配套 README 为依据。</a:t>
            </a:r>
          </a:p>
          <a:p xmlns:a="http://schemas.openxmlformats.org/drawingml/2006/main">
            <a:r>
              <a:t>入口：packages/coding-agent/examples/sdk/03-custom-prompt.ts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sdk/04-skills · 示例</a:t>
            </a:r>
          </a:p>
          <a:p xmlns:a="http://schemas.openxmlformats.org/drawingml/2006/main">
            <a:r>
              <a:t>展示 sdk/04-skills.ts 对应的扩展或 SDK 用法。具体场景以入口文件的原始说明、注册代码和配套 README 为依据。</a:t>
            </a:r>
          </a:p>
          <a:p xmlns:a="http://schemas.openxmlformats.org/drawingml/2006/main">
            <a:r>
              <a:t>入口：packages/coding-agent/examples/sdk/04-skills.ts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sdk/05-tools · 示例</a:t>
            </a:r>
          </a:p>
          <a:p xmlns:a="http://schemas.openxmlformats.org/drawingml/2006/main">
            <a:r>
              <a:t>展示 sdk/05-tools.ts 对应的扩展或 SDK 用法。具体场景以入口文件的原始说明、注册代码和配套 README 为依据。</a:t>
            </a:r>
          </a:p>
          <a:p xmlns:a="http://schemas.openxmlformats.org/drawingml/2006/main">
            <a:r>
              <a:t>入口：packages/coding-agent/examples/sdk/05-tools.ts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sdk/06-extensions · 示例</a:t>
            </a:r>
          </a:p>
          <a:p xmlns:a="http://schemas.openxmlformats.org/drawingml/2006/main">
            <a:r>
              <a:t>展示 sdk/06-extensions.ts 对应的扩展或 SDK 用法。具体场景以入口文件的原始说明、注册代码和配套 README 为依据。</a:t>
            </a:r>
          </a:p>
          <a:p xmlns:a="http://schemas.openxmlformats.org/drawingml/2006/main">
            <a:r>
              <a:t>入口：packages/coding-agent/examples/sdk/06-extensions.ts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sdk/07-context-files · 示例</a:t>
            </a:r>
          </a:p>
          <a:p xmlns:a="http://schemas.openxmlformats.org/drawingml/2006/main">
            <a:r>
              <a:t>展示 sdk/07-context-files.ts 对应的扩展或 SDK 用法。具体场景以入口文件的原始说明、注册代码和配套 README 为依据。</a:t>
            </a:r>
          </a:p>
          <a:p xmlns:a="http://schemas.openxmlformats.org/drawingml/2006/main">
            <a:r>
              <a:t>入口：packages/coding-agent/examples/sdk/07-context-files.ts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sdk/08-prompt-templates · 示例</a:t>
            </a:r>
          </a:p>
          <a:p xmlns:a="http://schemas.openxmlformats.org/drawingml/2006/main">
            <a:r>
              <a:t>展示 sdk/08-prompt-templates.ts 对应的扩展或 SDK 用法。具体场景以入口文件的原始说明、注册代码和配套 README 为依据。</a:t>
            </a:r>
          </a:p>
          <a:p xmlns:a="http://schemas.openxmlformats.org/drawingml/2006/main">
            <a:r>
              <a:t>入口：packages/coding-agent/examples/sdk/08-prompt-templates.ts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sdk/09-api-keys-and-oauth · 示例</a:t>
            </a:r>
          </a:p>
          <a:p xmlns:a="http://schemas.openxmlformats.org/drawingml/2006/main">
            <a:r>
              <a:t>展示 sdk/09-api-keys-and-oauth.ts 对应的扩展或 SDK 用法。具体场景以入口文件的原始说明、注册代码和配套 README 为依据。</a:t>
            </a:r>
          </a:p>
          <a:p xmlns:a="http://schemas.openxmlformats.org/drawingml/2006/main">
            <a:r>
              <a:t>入口：packages/coding-agent/examples/sdk/09-api-keys-and-oauth.ts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sdk/10-settings · 示例</a:t>
            </a:r>
          </a:p>
          <a:p xmlns:a="http://schemas.openxmlformats.org/drawingml/2006/main">
            <a:r>
              <a:t>展示 sdk/10-settings.ts 对应的扩展或 SDK 用法。具体场景以入口文件的原始说明、注册代码和配套 README 为依据。</a:t>
            </a:r>
          </a:p>
          <a:p xmlns:a="http://schemas.openxmlformats.org/drawingml/2006/main">
            <a:r>
              <a:t>入口：packages/coding-agent/examples/sdk/10-settings.ts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sdk/11-sessions · 示例</a:t>
            </a:r>
          </a:p>
          <a:p xmlns:a="http://schemas.openxmlformats.org/drawingml/2006/main">
            <a:r>
              <a:t>展示 sdk/11-sessions.ts 对应的扩展或 SDK 用法。具体场景以入口文件的原始说明、注册代码和配套 README 为依据。</a:t>
            </a:r>
          </a:p>
          <a:p xmlns:a="http://schemas.openxmlformats.org/drawingml/2006/main">
            <a:r>
              <a:t>入口：packages/coding-agent/examples/sdk/11-sessions.ts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sdk/12-full-control · 示例</a:t>
            </a:r>
          </a:p>
          <a:p xmlns:a="http://schemas.openxmlformats.org/drawingml/2006/main">
            <a:r>
              <a:t>展示 sdk/12-full-control.ts 对应的扩展或 SDK 用法。具体场景以入口文件的原始说明、注册代码和配套 README 为依据。</a:t>
            </a:r>
          </a:p>
          <a:p xmlns:a="http://schemas.openxmlformats.org/drawingml/2006/main">
            <a:r>
              <a:t>入口：packages/coding-agent/examples/sdk/12-full-control.ts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sdk/13-session-runtime · 示例</a:t>
            </a:r>
          </a:p>
          <a:p xmlns:a="http://schemas.openxmlformats.org/drawingml/2006/main">
            <a:r>
              <a:t>展示 sdk/13-session-runtime.ts 对应的扩展或 SDK 用法。具体场景以入口文件的原始说明、注册代码和配套 README 为依据。</a:t>
            </a:r>
          </a:p>
          <a:p xmlns:a="http://schemas.openxmlformats.org/drawingml/2006/main">
            <a:r>
              <a:t>入口：packages/coding-agent/examples/sdk/13-session-runtime.ts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sdk/14-codemode-mcp · 示例</a:t>
            </a:r>
          </a:p>
          <a:p xmlns:a="http://schemas.openxmlformats.org/drawingml/2006/main">
            <a:r>
              <a:t>展示 sdk/14-codemode-mcp.ts 对应的扩展或 SDK 用法。具体场景以入口文件的原始说明、注册代码和配套 README 为依据。</a:t>
            </a:r>
          </a:p>
          <a:p xmlns:a="http://schemas.openxmlformats.org/drawingml/2006/main">
            <a:r>
              <a:t>入口：packages/coding-agent/examples/sdk/14-codemode-mcp.ts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安装锁生成与生命周期脚本审查</a:t>
            </a:r>
          </a:p>
          <a:p xmlns:a="http://schemas.openxmlformats.org/drawingml/2006/main">
            <a:r>
              <a:t>生成并核验独立安装时使用的固定依赖图与批准的生命周期脚本清单。</a:t>
            </a:r>
          </a:p>
          <a:p xmlns:a="http://schemas.openxmlformats.org/drawingml/2006/main">
            <a:r>
              <a:t>入口：install-lock:coding-agent；check:install-lock:coding-agent</a:t>
            </a:r>
          </a:p>
          <a:p xmlns:a="http://schemas.openxmlformats.org/drawingml/2006/main">
            <a:r>
              <a:t>边界：当前使用 install-lock；旧发布 npm-shrinkwrap 已移除，常规 npm 使用其自身依赖解析。</a:t>
            </a:r>
          </a:p>
          <a:p xmlns:a="http://schemas.openxmlformats.org/drawingml/2006/main">
            <a:r>
              <a:t/>
            </a:r>
          </a:p>
          <a:p xmlns:a="http://schemas.openxmlformats.org/drawingml/2006/main">
            <a:r>
              <a:t>文档：</a:t>
            </a:r>
          </a:p>
          <a:p xmlns:a="http://schemas.openxmlformats.org/drawingml/2006/main">
            <a:r>
              <a:t/>
            </a:r>
          </a:p>
          <a:p xmlns:a="http://schemas.openxmlformats.org/drawingml/2006/main">
            <a:r>
              <a:t>AGENTS.md</a:t>
            </a:r>
          </a:p>
          <a:p xmlns:a="http://schemas.openxmlformats.org/drawingml/2006/main">
            <a:r>
              <a:t/>
            </a:r>
          </a:p>
          <a:p xmlns:a="http://schemas.openxmlformats.org/drawingml/2006/main">
            <a:r>
              <a:t>packages/coding-agent/docs/cli.md</a:t>
            </a:r>
          </a:p>
          <a:p xmlns:a="http://schemas.openxmlformats.org/drawingml/2006/main">
            <a:r>
              <a:t/>
            </a:r>
          </a:p>
          <a:p xmlns:a="http://schemas.openxmlformats.org/drawingml/2006/main">
            <a:r>
              <a:t>packages/coding-agent/examples/extensions/README.md</a:t>
            </a:r>
          </a:p>
          <a:p xmlns:a="http://schemas.openxmlformats.org/drawingml/2006/main">
            <a:r>
              <a:t/>
            </a:r>
          </a:p>
          <a:p xmlns:a="http://schemas.openxmlformats.org/drawingml/2006/main">
            <a:r>
              <a:t>packages/coding-agent/docs/extensions.md</a:t>
            </a:r>
          </a:p>
          <a:p xmlns:a="http://schemas.openxmlformats.org/drawingml/2006/main">
            <a:r>
              <a:t/>
            </a:r>
          </a:p>
          <a:p xmlns:a="http://schemas.openxmlformats.org/drawingml/2006/main">
            <a:r>
              <a:t>packages/coding-agent/docs/sdk.md</a:t>
            </a:r>
          </a:p>
          <a:p xmlns:a="http://schemas.openxmlformats.org/drawingml/2006/main">
            <a:r>
              <a:t/>
            </a:r>
          </a:p>
          <a:p xmlns:a="http://schemas.openxmlformats.org/drawingml/2006/main">
            <a:r>
              <a:t>README.md</a:t>
            </a:r>
          </a:p>
          <a:p xmlns:a="http://schemas.openxmlformats.org/drawingml/2006/main">
            <a:r>
              <a:t/>
            </a:r>
          </a:p>
          <a:p xmlns:a="http://schemas.openxmlformats.org/drawingml/2006/main">
            <a:r>
              <a:t>source-code-html/README.md</a:t>
            </a:r>
          </a:p>
          <a:p xmlns:a="http://schemas.openxmlformats.org/drawingml/2006/main">
            <a:r>
              <a:t/>
            </a:r>
          </a:p>
          <a:p xmlns:a="http://schemas.openxmlformats.org/drawingml/2006/main">
            <a:r>
              <a:t>source-code-html/reference/legacy/vendor/node-forge/README.md</a:t>
            </a:r>
          </a:p>
          <a:p xmlns:a="http://schemas.openxmlformats.org/drawingml/2006/main">
            <a:r>
              <a:t/>
            </a:r>
          </a:p>
          <a:p xmlns:a="http://schemas.openxmlformats.org/drawingml/2006/main">
            <a:r>
              <a:t>source-code-html/reference/legacy/apps/agent-web/README.md</a:t>
            </a:r>
          </a:p>
          <a:p xmlns:a="http://schemas.openxmlformats.org/drawingml/2006/main">
            <a:r>
              <a:t/>
            </a:r>
          </a:p>
          <a:p xmlns:a="http://schemas.openxmlformats.org/drawingml/2006/main">
            <a:r>
              <a:t>source-code-html/reference/legacy/apps/agent-web/src/app/bootstrap.ts</a:t>
            </a:r>
          </a:p>
          <a:p xmlns:a="http://schemas.openxmlformats.org/drawingml/2006/main">
            <a:r>
              <a:t/>
            </a:r>
          </a:p>
          <a:p xmlns:a="http://schemas.openxmlformats.org/drawingml/2006/main">
            <a:r>
              <a:t>source-code-html/reference/legacy/apps/agent-web/src/features/coding-agent/Chat.ts</a:t>
            </a:r>
          </a:p>
          <a:p xmlns:a="http://schemas.openxmlformats.org/drawingml/2006/main">
            <a:r>
              <a:t/>
            </a:r>
          </a:p>
          <a:p xmlns:a="http://schemas.openxmlformats.org/drawingml/2006/main">
            <a:r>
              <a:t>source-code-html/reference/legacy/apps/agent-web/src/features/coding-agent/derived.ts</a:t>
            </a:r>
          </a:p>
          <a:p xmlns:a="http://schemas.openxmlformats.org/drawingml/2006/main">
            <a:r>
              <a:t/>
            </a:r>
          </a:p>
          <a:p xmlns:a="http://schemas.openxmlformats.org/drawingml/2006/main">
            <a:r>
              <a:t>source-code-html/reference/legacy/apps/agent-web/src/features/coding-agent/Attachments.ts</a:t>
            </a:r>
          </a:p>
          <a:p xmlns:a="http://schemas.openxmlformats.org/drawingml/2006/main">
            <a:r>
              <a:t/>
            </a:r>
          </a:p>
          <a:p xmlns:a="http://schemas.openxmlformats.org/drawingml/2006/main">
            <a:r>
              <a:t>source-code-html/reference/legacy/apps/agent-web/src/features/coding-agent/ChangesInspector.ts</a:t>
            </a:r>
          </a:p>
          <a:p xmlns:a="http://schemas.openxmlformats.org/drawingml/2006/main">
            <a:r>
              <a:t/>
            </a:r>
          </a:p>
          <a:p xmlns:a="http://schemas.openxmlformats.org/drawingml/2006/main">
            <a:r>
              <a:t>source-code-html/reference/legacy/apps/agent-web/src/features/coding-agent/FilesInspector.ts</a:t>
            </a:r>
          </a:p>
          <a:p xmlns:a="http://schemas.openxmlformats.org/drawingml/2006/main">
            <a:r>
              <a:t/>
            </a:r>
          </a:p>
          <a:p xmlns:a="http://schemas.openxmlformats.org/drawingml/2006/main">
            <a:r>
              <a:t>source-code-html/reference/legacy/apps/agent-web/src/features/coding-agent/Terminal.ts</a:t>
            </a:r>
          </a:p>
          <a:p xmlns:a="http://schemas.openxmlformats.org/drawingml/2006/main">
            <a:r>
              <a:t/>
            </a:r>
          </a:p>
          <a:p xmlns:a="http://schemas.openxmlformats.org/drawingml/2006/main">
            <a:r>
              <a:t>source-code-html/reference/legacy/apps/agent-web/src/features/coding-agent/Entries.ts</a:t>
            </a:r>
          </a:p>
          <a:p xmlns:a="http://schemas.openxmlformats.org/drawingml/2006/main">
            <a:r>
              <a:t/>
            </a:r>
          </a:p>
          <a:p xmlns:a="http://schemas.openxmlformats.org/drawingml/2006/main">
            <a:r>
              <a:t>source-code-html/reference/legacy/apps/agent-web/src/components/ImportDialog.ts</a:t>
            </a:r>
          </a:p>
          <a:p xmlns:a="http://schemas.openxmlformats.org/drawingml/2006/main">
            <a:r>
              <a:t/>
            </a:r>
          </a:p>
          <a:p xmlns:a="http://schemas.openxmlformats.org/drawingml/2006/main">
            <a:r>
              <a:t>source-code-html/reference/legacy/apps/agent-web/src/features/saved-config/SavedConfiguration.ts</a:t>
            </a:r>
          </a:p>
          <a:p xmlns:a="http://schemas.openxmlformats.org/drawingml/2006/main">
            <a:r>
              <a:t/>
            </a:r>
          </a:p>
          <a:p xmlns:a="http://schemas.openxmlformats.org/drawingml/2006/main">
            <a:r>
              <a:t>source-code-html/reference/legacy/apps/agent-web/src/features/FeaturePage.ts</a:t>
            </a:r>
          </a:p>
          <a:p xmlns:a="http://schemas.openxmlformats.org/drawingml/2006/main">
            <a:r>
              <a:t/>
            </a:r>
          </a:p>
          <a:p xmlns:a="http://schemas.openxmlformats.org/drawingml/2006/main">
            <a:r>
              <a:t>source-code-html/reference/legacy/apps/agent-web/src/data/catalog/agent-spec.ts</a:t>
            </a:r>
          </a:p>
          <a:p xmlns:a="http://schemas.openxmlformats.org/drawingml/2006/main">
            <a:r>
              <a:t/>
            </a:r>
          </a:p>
          <a:p xmlns:a="http://schemas.openxmlformats.org/drawingml/2006/main">
            <a:r>
              <a:t>source-code-html/reference/legacy/apps/agent-web/src/components/AgentAvatar.ts</a:t>
            </a:r>
          </a:p>
          <a:p xmlns:a="http://schemas.openxmlformats.org/drawingml/2006/main">
            <a:r>
              <a:t/>
            </a:r>
          </a:p>
          <a:p xmlns:a="http://schemas.openxmlformats.org/drawingml/2006/main">
            <a:r>
              <a:t>source-code-html/reference/legacy/packages/agent-protocol/README.md</a:t>
            </a:r>
          </a:p>
          <a:p xmlns:a="http://schemas.openxmlformats.org/drawingml/2006/main">
            <a:r>
              <a:t/>
            </a:r>
          </a:p>
          <a:p xmlns:a="http://schemas.openxmlformats.org/drawingml/2006/main">
            <a:r>
              <a:t>source-code-html/reference/legacy/packages/agent-protocol/src/index.ts</a:t>
            </a:r>
          </a:p>
          <a:p xmlns:a="http://schemas.openxmlformats.org/drawingml/2006/main">
            <a:r>
              <a:t/>
            </a:r>
          </a:p>
          <a:p xmlns:a="http://schemas.openxmlformats.org/drawingml/2006/main">
            <a:r>
              <a:t>source-code-html/reference/legacy/packages/agent-protocol/src/validation.ts</a:t>
            </a:r>
          </a:p>
          <a:p xmlns:a="http://schemas.openxmlformats.org/drawingml/2006/main">
            <a:r>
              <a:t/>
            </a:r>
          </a:p>
          <a:p xmlns:a="http://schemas.openxmlformats.org/drawingml/2006/main">
            <a:r>
              <a:t>source-code-html/reference/legacy/packages/agent-protocol/src/events.ts</a:t>
            </a:r>
          </a:p>
          <a:p xmlns:a="http://schemas.openxmlformats.org/drawingml/2006/main">
            <a:r>
              <a:t/>
            </a:r>
          </a:p>
          <a:p xmlns:a="http://schemas.openxmlformats.org/drawingml/2006/main">
            <a:r>
              <a:t>source-code-html/reference/legacy/packages/agent-protocol/src/terminal.ts</a:t>
            </a:r>
          </a:p>
          <a:p xmlns:a="http://schemas.openxmlformats.org/drawingml/2006/main">
            <a:r>
              <a:t/>
            </a:r>
          </a:p>
          <a:p xmlns:a="http://schemas.openxmlformats.org/drawingml/2006/main">
            <a:r>
              <a:t>source-code-html/reference/legacy/apps/agent-server/README.md</a:t>
            </a:r>
          </a:p>
          <a:p xmlns:a="http://schemas.openxmlformats.org/drawingml/2006/main">
            <a:r>
              <a:t/>
            </a:r>
          </a:p>
          <a:p xmlns:a="http://schemas.openxmlformats.org/drawingml/2006/main">
            <a:r>
              <a:t>source-code-html/reference/legacy/apps/agent-server/src/index.ts</a:t>
            </a:r>
          </a:p>
          <a:p xmlns:a="http://schemas.openxmlformats.org/drawingml/2006/main">
            <a:r>
              <a:t/>
            </a:r>
          </a:p>
          <a:p xmlns:a="http://schemas.openxmlformats.org/drawingml/2006/main">
            <a:r>
              <a:t>source-code-html/reference/legacy/apps/agent-server/src/audit.ts</a:t>
            </a:r>
          </a:p>
          <a:p xmlns:a="http://schemas.openxmlformats.org/drawingml/2006/main">
            <a:r>
              <a:t/>
            </a:r>
          </a:p>
          <a:p xmlns:a="http://schemas.openxmlformats.org/drawingml/2006/main">
            <a:r>
              <a:t>source-code-html/reference/legacy/apps/agent-server/src/events.ts</a:t>
            </a:r>
          </a:p>
          <a:p xmlns:a="http://schemas.openxmlformats.org/drawingml/2006/main">
            <a:r>
              <a:t/>
            </a:r>
          </a:p>
          <a:p xmlns:a="http://schemas.openxmlformats.org/drawingml/2006/main">
            <a:r>
              <a:t>source-code-html/reference/legacy/apps/agent-server/src/worker-messages.ts</a:t>
            </a:r>
          </a:p>
          <a:p xmlns:a="http://schemas.openxmlformats.org/drawingml/2006/main">
            <a:r>
              <a:t/>
            </a:r>
          </a:p>
          <a:p xmlns:a="http://schemas.openxmlformats.org/drawingml/2006/main">
            <a:r>
              <a:t>source-code-html/reference/legacy/apps/agent-server/src/fork-session.ts</a:t>
            </a:r>
          </a:p>
          <a:p xmlns:a="http://schemas.openxmlformats.org/drawingml/2006/main">
            <a:r>
              <a:t/>
            </a:r>
          </a:p>
          <a:p xmlns:a="http://schemas.openxmlformats.org/drawingml/2006/main">
            <a:r>
              <a:t>source-code-html/reference/legacy/apps/agent-server/src/files.ts</a:t>
            </a:r>
          </a:p>
          <a:p xmlns:a="http://schemas.openxmlformats.org/drawingml/2006/main">
            <a:r>
              <a:t/>
            </a:r>
          </a:p>
          <a:p xmlns:a="http://schemas.openxmlformats.org/drawingml/2006/main">
            <a:r>
              <a:t>source-code-html/reference/legacy/apps/agent-server/src/config-fields.ts</a:t>
            </a:r>
          </a:p>
          <a:p xmlns:a="http://schemas.openxmlformats.org/drawingml/2006/main">
            <a:r>
              <a:t/>
            </a:r>
          </a:p>
          <a:p xmlns:a="http://schemas.openxmlformats.org/drawingml/2006/main">
            <a:r>
              <a:t>source-code-html/reference/legacy/apps/agent-server/src/native-settings-routes.ts</a:t>
            </a:r>
          </a:p>
          <a:p xmlns:a="http://schemas.openxmlformats.org/drawingml/2006/main">
            <a:r>
              <a:t/>
            </a:r>
          </a:p>
          <a:p xmlns:a="http://schemas.openxmlformats.org/drawingml/2006/main">
            <a:r>
              <a:t>source-code-html/reference/legacy/apps/agent-server/src/terminal-routes.ts</a:t>
            </a:r>
          </a:p>
          <a:p xmlns:a="http://schemas.openxmlformats.org/drawingml/2006/main">
            <a:r>
              <a:t/>
            </a:r>
          </a:p>
          <a:p xmlns:a="http://schemas.openxmlformats.org/drawingml/2006/main">
            <a:r>
              <a:t>source-code-html/reference/legacy/apps/agent-server/src/module-routes.ts</a:t>
            </a:r>
          </a:p>
          <a:p xmlns:a="http://schemas.openxmlformats.org/drawingml/2006/main">
            <a:r>
              <a:t/>
            </a:r>
          </a:p>
          <a:p xmlns:a="http://schemas.openxmlformats.org/drawingml/2006/main">
            <a:r>
              <a:t>source-code-html/reference/legacy/apps/agent-server/src/modules/ai-deferred.ts</a:t>
            </a:r>
          </a:p>
          <a:p xmlns:a="http://schemas.openxmlformats.org/drawingml/2006/main">
            <a:r>
              <a:t/>
            </a:r>
          </a:p>
          <a:p xmlns:a="http://schemas.openxmlformats.org/drawingml/2006/main">
            <a:r>
              <a:t>source-code-html/reference/legacy/apps/agent-server/src/modules/agent-live.ts</a:t>
            </a:r>
          </a:p>
          <a:p xmlns:a="http://schemas.openxmlformats.org/drawingml/2006/main">
            <a:r>
              <a:t/>
            </a:r>
          </a:p>
          <a:p xmlns:a="http://schemas.openxmlformats.org/drawingml/2006/main">
            <a:r>
              <a:t>source-code-html/reference/legacy/apps/agent-server/src/durable-storage.ts</a:t>
            </a:r>
          </a:p>
          <a:p xmlns:a="http://schemas.openxmlformats.org/drawingml/2006/main">
            <a:r>
              <a:t/>
            </a:r>
          </a:p>
          <a:p xmlns:a="http://schemas.openxmlformats.org/drawingml/2006/main">
            <a:r>
              <a:t>source-code-html/reference/legacy/apps/agent-server/src/modules/codemode.ts</a:t>
            </a:r>
          </a:p>
          <a:p xmlns:a="http://schemas.openxmlformats.org/drawingml/2006/main">
            <a:r>
              <a:t/>
            </a:r>
          </a:p>
          <a:p xmlns:a="http://schemas.openxmlformats.org/drawingml/2006/main">
            <a:r>
              <a:t>source-code-html/reference/legacy/apps/agent-server/src/modules/mcp-transports.ts</a:t>
            </a:r>
          </a:p>
          <a:p xmlns:a="http://schemas.openxmlformats.org/drawingml/2006/main">
            <a:r>
              <a:t/>
            </a:r>
          </a:p>
          <a:p xmlns:a="http://schemas.openxmlformats.org/drawingml/2006/main">
            <a:r>
              <a:t>source-code-html/reference/legacy/apps/agent-server/src/modules/env-identity.ts</a:t>
            </a:r>
          </a:p>
          <a:p xmlns:a="http://schemas.openxmlformats.org/drawingml/2006/main">
            <a:r>
              <a:t/>
            </a:r>
          </a:p>
          <a:p xmlns:a="http://schemas.openxmlformats.org/drawingml/2006/main">
            <a:r>
              <a:t>source-code-html/reference/legacy/apps/agent-server/src/modules/chord-host.ts</a:t>
            </a:r>
          </a:p>
          <a:p xmlns:a="http://schemas.openxmlformats.org/drawingml/2006/main">
            <a:r>
              <a:t/>
            </a:r>
          </a:p>
          <a:p xmlns:a="http://schemas.openxmlformats.org/drawingml/2006/main">
            <a:r>
              <a:t>source-code-html/reference/legacy/apps/agent-server/src/modules/local.ts</a:t>
            </a:r>
          </a:p>
          <a:p xmlns:a="http://schemas.openxmlformats.org/drawingml/2006/main">
            <a:r>
              <a:t/>
            </a:r>
          </a:p>
          <a:p xmlns:a="http://schemas.openxmlformats.org/drawingml/2006/main">
            <a:r>
              <a:t>source-code-html/reference/legacy/apps/agent-server/src/modules/evals-live.ts</a:t>
            </a:r>
          </a:p>
          <a:p xmlns:a="http://schemas.openxmlformats.org/drawingml/2006/main">
            <a:r>
              <a:t/>
            </a:r>
          </a:p>
          <a:p xmlns:a="http://schemas.openxmlformats.org/drawingml/2006/main">
            <a:r>
              <a:t>source-code-html/reference/legacy/packages/agent-runtime-adapter/README.md</a:t>
            </a:r>
          </a:p>
          <a:p xmlns:a="http://schemas.openxmlformats.org/drawingml/2006/main">
            <a:r>
              <a:t/>
            </a:r>
          </a:p>
          <a:p xmlns:a="http://schemas.openxmlformats.org/drawingml/2006/main">
            <a:r>
              <a:t>source-code-html/reference/legacy/packages/agent-runtime-adapter/src/index.ts</a:t>
            </a:r>
          </a:p>
          <a:p xmlns:a="http://schemas.openxmlformats.org/drawingml/2006/main">
            <a:r>
              <a:t/>
            </a:r>
          </a:p>
          <a:p xmlns:a="http://schemas.openxmlformats.org/drawingml/2006/main">
            <a:r>
              <a:t>source-code-html/reference/legacy/packages/agent-runtime-adapter/src/models.ts</a:t>
            </a:r>
          </a:p>
          <a:p xmlns:a="http://schemas.openxmlformats.org/drawingml/2006/main">
            <a:r>
              <a:t/>
            </a:r>
          </a:p>
          <a:p xmlns:a="http://schemas.openxmlformats.org/drawingml/2006/main">
            <a:r>
              <a:t>source-code-html/reference/legacy/packages/agent-runtime-adapter/src/operations.ts</a:t>
            </a:r>
          </a:p>
          <a:p xmlns:a="http://schemas.openxmlformats.org/drawingml/2006/main">
            <a:r>
              <a:t/>
            </a:r>
          </a:p>
          <a:p xmlns:a="http://schemas.openxmlformats.org/drawingml/2006/main">
            <a:r>
              <a:t>source-code-html/reference/legacy/packages/agent-runtime-adapter/src/events.ts</a:t>
            </a:r>
          </a:p>
          <a:p xmlns:a="http://schemas.openxmlformats.org/drawingml/2006/main">
            <a:r>
              <a:t/>
            </a:r>
          </a:p>
          <a:p xmlns:a="http://schemas.openxmlformats.org/drawingml/2006/main">
            <a:r>
              <a:t>source-code-html/reference/legacy/packages/agent-runtime-adapter/src/workspace-diff-worker.ts</a:t>
            </a:r>
          </a:p>
          <a:p xmlns:a="http://schemas.openxmlformats.org/drawingml/2006/main">
            <a:r>
              <a:t/>
            </a:r>
          </a:p>
          <a:p xmlns:a="http://schemas.openxmlformats.org/drawingml/2006/main">
            <a:r>
              <a:t>source-code-html/reference/legacy/packages/agent-runtime-adapter/src/extensions.ts</a:t>
            </a:r>
          </a:p>
          <a:p xmlns:a="http://schemas.openxmlformats.org/drawingml/2006/main">
            <a:r>
              <a:t/>
            </a:r>
          </a:p>
          <a:p xmlns:a="http://schemas.openxmlformats.org/drawingml/2006/main">
            <a:r>
              <a:t>相关测试（列出路径不代表已运行）：</a:t>
            </a:r>
          </a:p>
          <a:p xmlns:a="http://schemas.openxmlformats.org/drawingml/2006/main">
            <a:r>
              <a:t/>
            </a:r>
          </a:p>
          <a:p xmlns:a="http://schemas.openxmlformats.org/drawingml/2006/main">
            <a:r>
              <a:t>packages/coding-agent/test/agent-session-branching.test.ts</a:t>
            </a:r>
          </a:p>
          <a:p xmlns:a="http://schemas.openxmlformats.org/drawingml/2006/main">
            <a:r>
              <a:t/>
            </a:r>
          </a:p>
          <a:p xmlns:a="http://schemas.openxmlformats.org/drawingml/2006/main">
            <a:r>
              <a:t>packages/coding-agent/test/agent-session-runtime-events.test.ts</a:t>
            </a:r>
          </a:p>
          <a:p xmlns:a="http://schemas.openxmlformats.org/drawingml/2006/main">
            <a:r>
              <a:t/>
            </a:r>
          </a:p>
          <a:p xmlns:a="http://schemas.openxmlformats.org/drawingml/2006/main">
            <a:r>
              <a:t>packages/coding-agent/test/interactive-mode-import-command.test.ts</a:t>
            </a:r>
          </a:p>
          <a:p xmlns:a="http://schemas.openxmlformats.org/drawingml/2006/main">
            <a:r>
              <a:t/>
            </a:r>
          </a:p>
          <a:p xmlns:a="http://schemas.openxmlformats.org/drawingml/2006/main">
            <a:r>
              <a:t>packages/coding-agent/test/rpc-prompt-response-semantics.test.ts</a:t>
            </a:r>
          </a:p>
          <a:p xmlns:a="http://schemas.openxmlformats.org/drawingml/2006/main">
            <a:r>
              <a:t/>
            </a:r>
          </a:p>
          <a:p xmlns:a="http://schemas.openxmlformats.org/drawingml/2006/main">
            <a:r>
              <a:t>packages/coding-agent/test/session-cwd.test.ts</a:t>
            </a:r>
          </a:p>
          <a:p xmlns:a="http://schemas.openxmlformats.org/drawingml/2006/main">
            <a:r>
              <a:t/>
            </a:r>
          </a:p>
          <a:p xmlns:a="http://schemas.openxmlformats.org/drawingml/2006/main">
            <a:r>
              <a:t>packages/coding-agent/test/suite/agent-session-runtime.test.ts</a:t>
            </a:r>
          </a:p>
          <a:p xmlns:a="http://schemas.openxmlformats.org/drawingml/2006/main">
            <a:r>
              <a:t/>
            </a:r>
          </a:p>
          <a:p xmlns:a="http://schemas.openxmlformats.org/drawingml/2006/main">
            <a:r>
              <a:t>packages/coding-agent/test/suite/regressions/2753-reload-stale-resource-settings.test.ts</a:t>
            </a:r>
          </a:p>
          <a:p xmlns:a="http://schemas.openxmlformats.org/drawingml/2006/main">
            <a:r>
              <a:t/>
            </a:r>
          </a:p>
          <a:p xmlns:a="http://schemas.openxmlformats.org/drawingml/2006/main">
            <a:r>
              <a:t>packages/coding-agent/test/suite/regressions/2860-replaced-session-context.test.ts</a:t>
            </a:r>
          </a:p>
          <a:p xmlns:a="http://schemas.openxmlformats.org/drawingml/2006/main">
            <a:r>
              <a:t/>
            </a:r>
          </a:p>
          <a:p xmlns:a="http://schemas.openxmlformats.org/drawingml/2006/main">
            <a:r>
              <a:t>packages/coding-agent/test/suite/regressions/5868-rpc-unknown-command-id.test.ts</a:t>
            </a:r>
          </a:p>
          <a:p xmlns:a="http://schemas.openxmlformats.org/drawingml/2006/main">
            <a:r>
              <a:t/>
            </a:r>
          </a:p>
          <a:p xmlns:a="http://schemas.openxmlformats.org/drawingml/2006/main">
            <a:r>
              <a:t>packages/coding-agent/test/suite/regressions/8724-in-memory-fork-active-tool.test.ts</a:t>
            </a:r>
          </a:p>
          <a:p xmlns:a="http://schemas.openxmlformats.org/drawingml/2006/main">
            <a:r>
              <a:t/>
            </a:r>
          </a:p>
          <a:p xmlns:a="http://schemas.openxmlformats.org/drawingml/2006/main">
            <a:r>
              <a:t>packages/coding-agent/test/suite/regressions/9068-user-bash-fail-closed.test.ts</a:t>
            </a:r>
          </a:p>
          <a:p xmlns:a="http://schemas.openxmlformats.org/drawingml/2006/main">
            <a:r>
              <a:t/>
            </a:r>
          </a:p>
          <a:p xmlns:a="http://schemas.openxmlformats.org/drawingml/2006/main">
            <a:r>
              <a:t>packages/coding-agent/test/default-tools-setting.test.ts</a:t>
            </a:r>
          </a:p>
          <a:p xmlns:a="http://schemas.openxmlformats.org/drawingml/2006/main">
            <a:r>
              <a:t/>
            </a:r>
          </a:p>
          <a:p xmlns:a="http://schemas.openxmlformats.org/drawingml/2006/main">
            <a:r>
              <a:t>packages/coding-agent/test/suite/regressions/3592-no-builtin-tools-keeps-extension-tools.test.ts</a:t>
            </a:r>
          </a:p>
          <a:p xmlns:a="http://schemas.openxmlformats.org/drawingml/2006/main">
            <a:r>
              <a:t/>
            </a:r>
          </a:p>
          <a:p xmlns:a="http://schemas.openxmlformats.org/drawingml/2006/main">
            <a:r>
              <a:t>packages/coding-agent/test/suite/regressions/7829-invalid-settings-warning.test.ts</a:t>
            </a:r>
          </a:p>
          <a:p xmlns:a="http://schemas.openxmlformats.org/drawingml/2006/main">
            <a:r>
              <a:t/>
            </a:r>
          </a:p>
          <a:p xmlns:a="http://schemas.openxmlformats.org/drawingml/2006/main">
            <a:r>
              <a:t>packages/coding-agent/test/agent-session-dynamic-provider.test.ts</a:t>
            </a:r>
          </a:p>
          <a:p xmlns:a="http://schemas.openxmlformats.org/drawingml/2006/main">
            <a:r>
              <a:t/>
            </a:r>
          </a:p>
          <a:p xmlns:a="http://schemas.openxmlformats.org/drawingml/2006/main">
            <a:r>
              <a:t>packages/coding-agent/test/agent-session-dynamic-tools.test.ts</a:t>
            </a:r>
          </a:p>
          <a:p xmlns:a="http://schemas.openxmlformats.org/drawingml/2006/main">
            <a:r>
              <a:t/>
            </a:r>
          </a:p>
          <a:p xmlns:a="http://schemas.openxmlformats.org/drawingml/2006/main">
            <a:r>
              <a:t>packages/coding-agent/test/builtin-tool-strict-mode.test.ts</a:t>
            </a:r>
          </a:p>
          <a:p xmlns:a="http://schemas.openxmlformats.org/drawingml/2006/main">
            <a:r>
              <a:t/>
            </a:r>
          </a:p>
          <a:p xmlns:a="http://schemas.openxmlformats.org/drawingml/2006/main">
            <a:r>
              <a:t>packages/coding-agent/test/export-jsonl-share.test.ts</a:t>
            </a:r>
          </a:p>
          <a:p xmlns:a="http://schemas.openxmlformats.org/drawingml/2006/main">
            <a:r>
              <a:t/>
            </a:r>
          </a:p>
          <a:p xmlns:a="http://schemas.openxmlformats.org/drawingml/2006/main">
            <a:r>
              <a:t>packages/coding-agent/test/sdk-client-identity.test.ts</a:t>
            </a:r>
          </a:p>
          <a:p xmlns:a="http://schemas.openxmlformats.org/drawingml/2006/main">
            <a:r>
              <a:t/>
            </a:r>
          </a:p>
          <a:p xmlns:a="http://schemas.openxmlformats.org/drawingml/2006/main">
            <a:r>
              <a:t>packages/coding-agent/test/sdk-codex-cache-probe-tool-loop.ts</a:t>
            </a:r>
          </a:p>
          <a:p xmlns:a="http://schemas.openxmlformats.org/drawingml/2006/main">
            <a:r>
              <a:t/>
            </a:r>
          </a:p>
          <a:p xmlns:a="http://schemas.openxmlformats.org/drawingml/2006/main">
            <a:r>
              <a:t>packages/coding-agent/test/sdk-session-manager.test.ts</a:t>
            </a:r>
          </a:p>
          <a:p xmlns:a="http://schemas.openxmlformats.org/drawingml/2006/main">
            <a:r>
              <a:t/>
            </a:r>
          </a:p>
          <a:p xmlns:a="http://schemas.openxmlformats.org/drawingml/2006/main">
            <a:r>
              <a:t>packages/coding-agent/test/sdk-skills.test.ts</a:t>
            </a:r>
          </a:p>
          <a:p xmlns:a="http://schemas.openxmlformats.org/drawingml/2006/main">
            <a:r>
              <a:t/>
            </a:r>
          </a:p>
          <a:p xmlns:a="http://schemas.openxmlformats.org/drawingml/2006/main">
            <a:r>
              <a:t>packages/coding-agent/test/sdk-stream-options.test.ts</a:t>
            </a:r>
          </a:p>
          <a:p xmlns:a="http://schemas.openxmlformats.org/drawingml/2006/main">
            <a:r>
              <a:t/>
            </a:r>
          </a:p>
          <a:p xmlns:a="http://schemas.openxmlformats.org/drawingml/2006/main">
            <a:r>
              <a:t>packages/coding-agent/test/suite/regressions/2835-tools-allowlist-filters-extension-tools.test.ts</a:t>
            </a:r>
          </a:p>
          <a:p xmlns:a="http://schemas.openxmlformats.org/drawingml/2006/main">
            <a:r>
              <a:t/>
            </a:r>
          </a:p>
          <a:p xmlns:a="http://schemas.openxmlformats.org/drawingml/2006/main">
            <a:r>
              <a:t>packages/coding-agent/test/system-prompt-updates.test.ts</a:t>
            </a:r>
          </a:p>
          <a:p xmlns:a="http://schemas.openxmlformats.org/drawingml/2006/main">
            <a:r>
              <a:t/>
            </a:r>
          </a:p>
          <a:p xmlns:a="http://schemas.openxmlformats.org/drawingml/2006/main">
            <a:r>
              <a:t>packages/coding-agent/test/tool-renderer-examples.test.ts</a:t>
            </a:r>
          </a:p>
          <a:p xmlns:a="http://schemas.openxmlformats.org/drawingml/2006/main">
            <a:r>
              <a:t/>
            </a:r>
          </a:p>
          <a:p xmlns:a="http://schemas.openxmlformats.org/drawingml/2006/main">
            <a:r>
              <a:t>packages/coding-agent/test/virtual-models.test.ts</a:t>
            </a:r>
          </a:p>
          <a:p xmlns:a="http://schemas.openxmlformats.org/drawingml/2006/main">
            <a:r>
              <a:t/>
            </a:r>
          </a:p>
          <a:p xmlns:a="http://schemas.openxmlformats.org/drawingml/2006/main">
            <a:r>
              <a:t>packages/coding-agent/test/cache-warmer.test.ts</a:t>
            </a:r>
          </a:p>
          <a:p xmlns:a="http://schemas.openxmlformats.org/drawingml/2006/main">
            <a:r>
              <a:t/>
            </a:r>
          </a:p>
          <a:p xmlns:a="http://schemas.openxmlformats.org/drawingml/2006/main">
            <a:r>
              <a:t>packages/coding-agent/test/extensions-runner.test.ts</a:t>
            </a:r>
          </a:p>
          <a:p xmlns:a="http://schemas.openxmlformats.org/drawingml/2006/main">
            <a:r>
              <a:t/>
            </a:r>
          </a:p>
          <a:p xmlns:a="http://schemas.openxmlformats.org/drawingml/2006/main">
            <a:r>
              <a:t>packages/coding-agent/test/llama-extension.test.ts</a:t>
            </a:r>
          </a:p>
          <a:p xmlns:a="http://schemas.openxmlformats.org/drawingml/2006/main">
            <a:r>
              <a:t/>
            </a:r>
          </a:p>
          <a:p xmlns:a="http://schemas.openxmlformats.org/drawingml/2006/main">
            <a:r>
              <a:t>packages/coding-agent/test/suite/regressions/7193-event-bus-lifecycle.test.ts</a:t>
            </a:r>
          </a:p>
          <a:p xmlns:a="http://schemas.openxmlformats.org/drawingml/2006/main">
            <a:r>
              <a:t/>
            </a:r>
          </a:p>
          <a:p xmlns:a="http://schemas.openxmlformats.org/drawingml/2006/main">
            <a:r>
              <a:t>packages/coding-agent/test/suite/regressions/8423-extension-factory-failure.test.ts</a:t>
            </a:r>
          </a:p>
          <a:p xmlns:a="http://schemas.openxmlformats.org/drawingml/2006/main">
            <a:r>
              <a:t/>
            </a:r>
          </a:p>
          <a:p xmlns:a="http://schemas.openxmlformats.org/drawingml/2006/main">
            <a:r>
              <a:t>packages/coding-agent/test/utilities.ts</a:t>
            </a:r>
          </a:p>
          <a:p xmlns:a="http://schemas.openxmlformats.org/drawingml/2006/main">
            <a:r>
              <a:t/>
            </a:r>
          </a:p>
          <a:p xmlns:a="http://schemas.openxmlformats.org/drawingml/2006/main">
            <a:r>
              <a:t>packages/coding-agent/test/compaction-extensions-example.test.ts</a:t>
            </a:r>
          </a:p>
          <a:p xmlns:a="http://schemas.openxmlformats.org/drawingml/2006/main">
            <a:r>
              <a:t/>
            </a:r>
          </a:p>
          <a:p xmlns:a="http://schemas.openxmlformats.org/drawingml/2006/main">
            <a:r>
              <a:t>packages/coding-agent/test/compaction-extensions.test.ts</a:t>
            </a:r>
          </a:p>
          <a:p xmlns:a="http://schemas.openxmlformats.org/drawingml/2006/main">
            <a:r>
              <a:t/>
            </a:r>
          </a:p>
          <a:p xmlns:a="http://schemas.openxmlformats.org/drawingml/2006/main">
            <a:r>
              <a:t>packages/coding-agent/test/git-merge-and-resolve-extension.test.ts</a:t>
            </a:r>
          </a:p>
          <a:p xmlns:a="http://schemas.openxmlformats.org/drawingml/2006/main">
            <a:r>
              <a:t/>
            </a:r>
          </a:p>
          <a:p xmlns:a="http://schemas.openxmlformats.org/drawingml/2006/main">
            <a:r>
              <a:t>packages/coding-agent/test/input-transform-streaming-example.test.ts</a:t>
            </a:r>
          </a:p>
          <a:p xmlns:a="http://schemas.openxmlformats.org/drawingml/2006/main">
            <a:r>
              <a:t/>
            </a:r>
          </a:p>
          <a:p xmlns:a="http://schemas.openxmlformats.org/drawingml/2006/main">
            <a:r>
              <a:t>packages/coding-agent/test/plan-mode-extension.test.ts</a:t>
            </a:r>
          </a:p>
          <a:p xmlns:a="http://schemas.openxmlformats.org/drawingml/2006/main">
            <a:r>
              <a:t/>
            </a:r>
          </a:p>
          <a:p xmlns:a="http://schemas.openxmlformats.org/drawingml/2006/main">
            <a:r>
              <a:t>packages/coding-agent/test/suite/agent-session-compaction-model-overrides.test.ts</a:t>
            </a:r>
          </a:p>
          <a:p xmlns:a="http://schemas.openxmlformats.org/drawingml/2006/main">
            <a:r>
              <a:t/>
            </a:r>
          </a:p>
          <a:p xmlns:a="http://schemas.openxmlformats.org/drawingml/2006/main">
            <a:r>
              <a:t>packages/coding-agent/test/suite/agent-session-prompt.test.ts</a:t>
            </a:r>
          </a:p>
          <a:p xmlns:a="http://schemas.openxmlformats.org/drawingml/2006/main">
            <a:r>
              <a:t/>
            </a:r>
          </a:p>
          <a:p xmlns:a="http://schemas.openxmlformats.org/drawingml/2006/main">
            <a:r>
              <a:t>packages/coding-agent/test/suite/harness.ts</a:t>
            </a:r>
          </a:p>
          <a:p xmlns:a="http://schemas.openxmlformats.org/drawingml/2006/main">
            <a:r>
              <a:t/>
            </a:r>
          </a:p>
          <a:p xmlns:a="http://schemas.openxmlformats.org/drawingml/2006/main">
            <a:r>
              <a:t>packages/coding-agent/test/suite/regressions/8261-subagent-project-trust.test.ts</a:t>
            </a:r>
          </a:p>
          <a:p xmlns:a="http://schemas.openxmlformats.org/drawingml/2006/main">
            <a:r>
              <a:t/>
            </a:r>
          </a:p>
          <a:p xmlns:a="http://schemas.openxmlformats.org/drawingml/2006/main">
            <a:r>
              <a:t>packages/coding-agent/test/suite/virtual-models.test.ts</a:t>
            </a:r>
          </a:p>
          <a:p xmlns:a="http://schemas.openxmlformats.org/drawingml/2006/main">
            <a:r>
              <a:t/>
            </a:r>
          </a:p>
          <a:p xmlns:a="http://schemas.openxmlformats.org/drawingml/2006/main">
            <a:r>
              <a:t>packages/coding-agent/test/trigger-compact-extension.test.ts</a:t>
            </a:r>
          </a:p>
          <a:p xmlns:a="http://schemas.openxmlformats.org/drawingml/2006/main">
            <a:r>
              <a:t/>
            </a:r>
          </a:p>
          <a:p xmlns:a="http://schemas.openxmlformats.org/drawingml/2006/main">
            <a:r>
              <a:t>packages/coding-agent/test/extensions-discovery.test.ts</a:t>
            </a:r>
          </a:p>
          <a:p xmlns:a="http://schemas.openxmlformats.org/drawingml/2006/main">
            <a:r>
              <a:t/>
            </a:r>
          </a:p>
          <a:p xmlns:a="http://schemas.openxmlformats.org/drawingml/2006/main">
            <a:r>
              <a:t>packages/coding-agent/test/extensions-input-event.test.ts</a:t>
            </a:r>
          </a:p>
          <a:p xmlns:a="http://schemas.openxmlformats.org/drawingml/2006/main">
            <a:r>
              <a:t/>
            </a:r>
          </a:p>
          <a:p xmlns:a="http://schemas.openxmlformats.org/drawingml/2006/main">
            <a:r>
              <a:t>packages/coding-agent/test/suite/regressions/8237-node-sea-extension-loading.test.ts</a:t>
            </a:r>
          </a:p>
          <a:p xmlns:a="http://schemas.openxmlformats.org/drawingml/2006/main">
            <a:r>
              <a:t/>
            </a:r>
          </a:p>
          <a:p xmlns:a="http://schemas.openxmlformats.org/drawingml/2006/main">
            <a:r>
              <a:t>packages/coding-agent/test/suite/regressions/9540-extension-loader-lazy.test.ts</a:t>
            </a:r>
          </a:p>
          <a:p xmlns:a="http://schemas.openxmlformats.org/drawingml/2006/main">
            <a:r>
              <a:t/>
            </a:r>
          </a:p>
          <a:p xmlns:a="http://schemas.openxmlformats.org/drawingml/2006/main">
            <a:r>
              <a:t>packages/coding-agent/test/suite/regressions/extension-factory-cache.test.ts</a:t>
            </a:r>
          </a:p>
          <a:p xmlns:a="http://schemas.openxmlformats.org/drawingml/2006/main">
            <a:r>
              <a:t/>
            </a:r>
          </a:p>
          <a:p xmlns:a="http://schemas.openxmlformats.org/drawingml/2006/main">
            <a:r>
              <a:t>packages/coding-agent/test/resource-loader.test.ts</a:t>
            </a:r>
          </a:p>
          <a:p xmlns:a="http://schemas.openxmlformats.org/drawingml/2006/main">
            <a:r>
              <a:t/>
            </a:r>
          </a:p>
          <a:p xmlns:a="http://schemas.openxmlformats.org/drawingml/2006/main">
            <a:r>
              <a:t>packages/coding-agent/test/suite/agent-session-mcp-oauth.test.ts</a:t>
            </a:r>
          </a:p>
          <a:p xmlns:a="http://schemas.openxmlformats.org/drawingml/2006/main">
            <a:r>
              <a:t/>
            </a:r>
          </a:p>
          <a:p xmlns:a="http://schemas.openxmlformats.org/drawingml/2006/main">
            <a:r>
              <a:t>packages/coding-agent/test/codemode-renderer.test.ts</a:t>
            </a:r>
          </a:p>
          <a:p xmlns:a="http://schemas.openxmlformats.org/drawingml/2006/main">
            <a:r>
              <a:t/>
            </a:r>
          </a:p>
          <a:p xmlns:a="http://schemas.openxmlformats.org/drawingml/2006/main">
            <a:r>
              <a:t>packages/coding-agent/test/custom-message.test.ts</a:t>
            </a:r>
          </a:p>
          <a:p xmlns:a="http://schemas.openxmlformats.org/drawingml/2006/main">
            <a:r>
              <a:t/>
            </a:r>
          </a:p>
          <a:p xmlns:a="http://schemas.openxmlformats.org/drawingml/2006/main">
            <a:r>
              <a:t>packages/coding-agent/test/edit-tool-legacy-input.test.ts</a:t>
            </a:r>
          </a:p>
          <a:p xmlns:a="http://schemas.openxmlformats.org/drawingml/2006/main">
            <a:r>
              <a:t/>
            </a:r>
          </a:p>
          <a:p xmlns:a="http://schemas.openxmlformats.org/drawingml/2006/main">
            <a:r>
              <a:t>packages/coding-agent/test/export-html-whitespace.test.ts</a:t>
            </a:r>
          </a:p>
          <a:p xmlns:a="http://schemas.openxmlformats.org/drawingml/2006/main">
            <a:r>
              <a:t/>
            </a:r>
          </a:p>
          <a:p xmlns:a="http://schemas.openxmlformats.org/drawingml/2006/main">
            <a:r>
              <a:t>packages/coding-agent/test/image-resize-callers.test.ts</a:t>
            </a:r>
          </a:p>
          <a:p xmlns:a="http://schemas.openxmlformats.org/drawingml/2006/main">
            <a:r>
              <a:t/>
            </a:r>
          </a:p>
          <a:p xmlns:a="http://schemas.openxmlformats.org/drawingml/2006/main">
            <a:r>
              <a:t>packages/coding-agent/test/interactive-mode-status.test.ts</a:t>
            </a:r>
          </a:p>
          <a:p xmlns:a="http://schemas.openxmlformats.org/drawingml/2006/main">
            <a:r>
              <a:t/>
            </a:r>
          </a:p>
          <a:p xmlns:a="http://schemas.openxmlformats.org/drawingml/2006/main">
            <a:r>
              <a:t>packages/coding-agent/test/mermaid.test.ts</a:t>
            </a:r>
          </a:p>
          <a:p xmlns:a="http://schemas.openxmlformats.org/drawingml/2006/main">
            <a:r>
              <a:t/>
            </a:r>
          </a:p>
          <a:p xmlns:a="http://schemas.openxmlformats.org/drawingml/2006/main">
            <a:r>
              <a:t>packages/coding-agent/test/output-pad.test.ts</a:t>
            </a:r>
          </a:p>
          <a:p xmlns:a="http://schemas.openxmlformats.org/drawingml/2006/main">
            <a:r>
              <a:t/>
            </a:r>
          </a:p>
          <a:p xmlns:a="http://schemas.openxmlformats.org/drawingml/2006/main">
            <a:r>
              <a:t>packages/coding-agent/test/suite/agent-session-codemode.test.ts</a:t>
            </a:r>
          </a:p>
          <a:p xmlns:a="http://schemas.openxmlformats.org/drawingml/2006/main">
            <a:r>
              <a:t/>
            </a:r>
          </a:p>
          <a:p xmlns:a="http://schemas.openxmlformats.org/drawingml/2006/main">
            <a:r>
              <a:t>packages/coding-agent/test/suite/agent-session-mcp.test.ts</a:t>
            </a:r>
          </a:p>
          <a:p xmlns:a="http://schemas.openxmlformats.org/drawingml/2006/main">
            <a:r>
              <a:t/>
            </a:r>
          </a:p>
          <a:p xmlns:a="http://schemas.openxmlformats.org/drawingml/2006/main">
            <a:r>
              <a:t>packages/coding-agent/test/suite/agent-session-tool-orchestration.test.ts</a:t>
            </a:r>
          </a:p>
          <a:p xmlns:a="http://schemas.openxmlformats.org/drawingml/2006/main">
            <a:r>
              <a:t/>
            </a:r>
          </a:p>
          <a:p xmlns:a="http://schemas.openxmlformats.org/drawingml/2006/main">
            <a:r>
              <a:t>packages/coding-agent/test/suite/regressions/10285-mcp-tool-renderers.test.ts</a:t>
            </a:r>
          </a:p>
          <a:p xmlns:a="http://schemas.openxmlformats.org/drawingml/2006/main">
            <a:r>
              <a:t/>
            </a:r>
          </a:p>
          <a:p xmlns:a="http://schemas.openxmlformats.org/drawingml/2006/main">
            <a:r>
              <a:t>packages/coding-agent/test/tool-execution-component.test.ts</a:t>
            </a:r>
          </a:p>
          <a:p xmlns:a="http://schemas.openxmlformats.org/drawingml/2006/main">
            <a:r>
              <a:t/>
            </a:r>
          </a:p>
          <a:p xmlns:a="http://schemas.openxmlformats.org/drawingml/2006/main">
            <a:r>
              <a:t>packages/coding-agent/test/tool-search.test.ts</a:t>
            </a:r>
          </a:p>
          <a:p xmlns:a="http://schemas.openxmlformats.org/drawingml/2006/main">
            <a:r>
              <a:t/>
            </a:r>
          </a:p>
          <a:p xmlns:a="http://schemas.openxmlformats.org/drawingml/2006/main">
            <a:r>
              <a:t>packages/coding-agent/test/tools.test.ts</a:t>
            </a:r>
          </a:p>
          <a:p xmlns:a="http://schemas.openxmlformats.org/drawingml/2006/main">
            <a:r>
              <a:t/>
            </a:r>
          </a:p>
          <a:p xmlns:a="http://schemas.openxmlformats.org/drawingml/2006/main">
            <a:r>
              <a:t>packages/coding-agent/test/suite/regressions/11156-pi-ai-models-virtual-module.test.ts</a:t>
            </a:r>
          </a:p>
          <a:p xmlns:a="http://schemas.openxmlformats.org/drawingml/2006/main">
            <a:r>
              <a:t/>
            </a:r>
          </a:p>
          <a:p xmlns:a="http://schemas.openxmlformats.org/drawingml/2006/main">
            <a:r>
              <a:t>packages/coding-agent/test/agent-session-auto-compaction-queue.test.ts</a:t>
            </a:r>
          </a:p>
          <a:p xmlns:a="http://schemas.openxmlformats.org/drawingml/2006/main">
            <a:r>
              <a:t/>
            </a:r>
          </a:p>
          <a:p xmlns:a="http://schemas.openxmlformats.org/drawingml/2006/main">
            <a:r>
              <a:t>packages/coding-agent/test/agent-session-compaction.test.ts</a:t>
            </a:r>
          </a:p>
          <a:p xmlns:a="http://schemas.openxmlformats.org/drawingml/2006/main">
            <a:r>
              <a:t/>
            </a:r>
          </a:p>
          <a:p xmlns:a="http://schemas.openxmlformats.org/drawingml/2006/main">
            <a:r>
              <a:t>packages/coding-agent/test/agent-session-concurrent.test.ts</a:t>
            </a:r>
          </a:p>
          <a:p xmlns:a="http://schemas.openxmlformats.org/drawingml/2006/main">
            <a:r>
              <a:t/>
            </a:r>
          </a:p>
          <a:p xmlns:a="http://schemas.openxmlformats.org/drawingml/2006/main">
            <a:r>
              <a:t>packages/coding-agent/test/agent-session-retry.test.ts</a:t>
            </a:r>
          </a:p>
          <a:p xmlns:a="http://schemas.openxmlformats.org/drawingml/2006/main">
            <a:r>
              <a:t/>
            </a:r>
          </a:p>
          <a:p xmlns:a="http://schemas.openxmlformats.org/drawingml/2006/main">
            <a:r>
              <a:t>packages/coding-agent/test/agent-session-stats.test.ts</a:t>
            </a:r>
          </a:p>
          <a:p xmlns:a="http://schemas.openxmlformats.org/drawingml/2006/main">
            <a:r>
              <a:t/>
            </a:r>
          </a:p>
          <a:p xmlns:a="http://schemas.openxmlformats.org/drawingml/2006/main">
            <a:r>
              <a:t>packages/coding-agent/test/bug-report.test.ts</a:t>
            </a:r>
          </a:p>
          <a:p xmlns:a="http://schemas.openxmlformats.org/drawingml/2006/main">
            <a:r>
              <a:t/>
            </a:r>
          </a:p>
          <a:p xmlns:a="http://schemas.openxmlformats.org/drawingml/2006/main">
            <a:r>
              <a:t>packages/coding-agent/test/footer-width.test.ts</a:t>
            </a:r>
          </a:p>
          <a:p xmlns:a="http://schemas.openxmlformats.org/drawingml/2006/main">
            <a:r>
              <a:t/>
            </a:r>
          </a:p>
          <a:p xmlns:a="http://schemas.openxmlformats.org/drawingml/2006/main">
            <a:r>
              <a:t>packages/coding-agent/test/model-resolver.test.ts</a:t>
            </a:r>
          </a:p>
          <a:p xmlns:a="http://schemas.openxmlformats.org/drawingml/2006/main">
            <a:r>
              <a:t/>
            </a:r>
          </a:p>
          <a:p xmlns:a="http://schemas.openxmlformats.org/drawingml/2006/main">
            <a:r>
              <a:t>packages/coding-agent/test/program-status-reporter.test.ts</a:t>
            </a:r>
          </a:p>
          <a:p xmlns:a="http://schemas.openxmlformats.org/drawingml/2006/main">
            <a:r>
              <a:t/>
            </a:r>
          </a:p>
          <a:p xmlns:a="http://schemas.openxmlformats.org/drawingml/2006/main">
            <a:r>
              <a:t>packages/coding-agent/test/suite/regressions/4167-thinking-toggle-pending-tool-render.test.ts</a:t>
            </a:r>
          </a:p>
          <a:p xmlns:a="http://schemas.openxmlformats.org/drawingml/2006/main">
            <a:r>
              <a:t/>
            </a:r>
          </a:p>
          <a:p xmlns:a="http://schemas.openxmlformats.org/drawingml/2006/main">
            <a:r>
              <a:t>packages/coding-agent/test/suite/regressions/5596-missing-theme-export.test.ts</a:t>
            </a:r>
          </a:p>
          <a:p xmlns:a="http://schemas.openxmlformats.org/drawingml/2006/main">
            <a:r>
              <a:t/>
            </a:r>
          </a:p>
          <a:p xmlns:a="http://schemas.openxmlformats.org/drawingml/2006/main">
            <a:r>
              <a:t>packages/coding-agent/test/suite/regressions/5943-session-start-notify.test.ts</a:t>
            </a:r>
          </a:p>
          <a:p xmlns:a="http://schemas.openxmlformats.org/drawingml/2006/main">
            <a:r>
              <a:t/>
            </a:r>
          </a:p>
          <a:p xmlns:a="http://schemas.openxmlformats.org/drawingml/2006/main">
            <a:r>
              <a:t>packages/coding-agent/test/suite/regressions/7150-rpc-prompt-during-compaction.test.ts</a:t>
            </a:r>
          </a:p>
          <a:p xmlns:a="http://schemas.openxmlformats.org/drawingml/2006/main">
            <a:r>
              <a:t/>
            </a:r>
          </a:p>
          <a:p xmlns:a="http://schemas.openxmlformats.org/drawingml/2006/main">
            <a:r>
              <a:t>packages/coding-agent/test/test-harness.ts</a:t>
            </a:r>
          </a:p>
          <a:p xmlns:a="http://schemas.openxmlformats.org/drawingml/2006/main">
            <a:r>
              <a:t/>
            </a:r>
          </a:p>
          <a:p xmlns:a="http://schemas.openxmlformats.org/drawingml/2006/main">
            <a:r>
              <a:t>packages/coding-agent/test/suite/regressions/8537-custom-message-tool-result-ordering.test.ts</a:t>
            </a:r>
          </a:p>
          <a:p xmlns:a="http://schemas.openxmlformats.org/drawingml/2006/main">
            <a:r>
              <a:t/>
            </a:r>
          </a:p>
          <a:p xmlns:a="http://schemas.openxmlformats.org/drawingml/2006/main">
            <a:r>
              <a:t>功能编号：</a:t>
            </a:r>
          </a:p>
          <a:p xmlns:a="http://schemas.openxmlformats.org/drawingml/2006/main">
            <a:r>
              <a:t/>
            </a:r>
          </a:p>
          <a:p xmlns:a="http://schemas.openxmlformats.org/drawingml/2006/main">
            <a:r>
              <a:t>EXT-22 · 会话控制与安全切换 [库] 命令上下文可等待空闲、重载、导航与替换会话；替换后应使用新上下文和重新绑定监听。</a:t>
            </a:r>
          </a:p>
          <a:p xmlns:a="http://schemas.openxmlformats.org/drawingml/2006/main">
            <a:r>
              <a:t/>
            </a:r>
          </a:p>
          <a:p xmlns:a="http://schemas.openxmlformats.org/drawingml/2006/main">
            <a:r>
              <a:t>INT-01 · 进程内创建会话 [库] 在 Node.js／Bun 应用中直接创建 AgentSession，复用 Pi 的模型、工具、配置、会话和扩展，而无需启动终端。</a:t>
            </a:r>
          </a:p>
          <a:p xmlns:a="http://schemas.openxmlformats.org/drawingml/2006/main">
            <a:r>
              <a:t/>
            </a:r>
          </a:p>
          <a:p xmlns:a="http://schemas.openxmlformats.org/drawingml/2006/main">
            <a:r>
              <a:t>INT-03 · 等待、取消和销毁 [库] 等待真正空闲，或取消工作并等待结束；销毁会话时清除监听和旧扩展上下文。</a:t>
            </a:r>
          </a:p>
          <a:p xmlns:a="http://schemas.openxmlformats.org/drawingml/2006/main">
            <a:r>
              <a:t/>
            </a:r>
          </a:p>
          <a:p xmlns:a="http://schemas.openxmlformats.org/drawingml/2006/main">
            <a:r>
              <a:t>INT-04 · 会话事件订阅 [库] 接收文本增量、工具进度、队列、重试、压缩及最终静止事件，以驱动自己的界面。</a:t>
            </a:r>
          </a:p>
          <a:p xmlns:a="http://schemas.openxmlformats.org/drawingml/2006/main">
            <a:r>
              <a:t/>
            </a:r>
          </a:p>
          <a:p xmlns:a="http://schemas.openxmlformats.org/drawingml/2006/main">
            <a:r>
              <a:t>INT-05 · 宿主依赖注入 [库] 替换 ModelRuntime、SettingsManager、SessionManager、ResourceLoader 与工具集合，让宿主控制存储和资源边界。</a:t>
            </a:r>
          </a:p>
          <a:p xmlns:a="http://schemas.openxmlformats.org/drawingml/2006/main">
            <a:r>
              <a:t/>
            </a:r>
          </a:p>
          <a:p xmlns:a="http://schemas.openxmlformats.org/drawingml/2006/main">
            <a:r>
              <a:t>INT-07 · 会话运行时替换 [库] 在同一宿主中新建、切换、分叉或导入会话，按目标工作目录重新创建服务；旧订阅需要重绑。</a:t>
            </a:r>
          </a:p>
          <a:p xmlns:a="http://schemas.openxmlformats.org/drawingml/2006/main">
            <a:r>
              <a:t/>
            </a:r>
          </a:p>
          <a:p xmlns:a="http://schemas.openxmlformats.org/drawingml/2006/main">
            <a:r>
              <a:t>OTH-56 · SDK 完整演练集 [示例] 14 个示例覆盖最小调用、模型、提示、技能、工具、扩展、上下文、模板、认证、设置、会话、完全替换宿主、runtime 切换、MCP／Codemode。</a:t>
            </a:r>
          </a:p>
          <a:p xmlns:a="http://schemas.openxmlformats.org/drawingml/2006/main">
            <a:r>
              <a:t/>
            </a:r>
          </a:p>
          <a:p xmlns:a="http://schemas.openxmlformats.org/drawingml/2006/main">
            <a:r>
              <a:t>OTH-84 · 依赖供应链检查 [工程支持] 固定直接外部依赖，检查锁文件及安装锁，默认忽略依赖生命周期脚本，并进行相应审计。</a:t>
            </a:r>
          </a:p>
          <a:p xmlns:a="http://schemas.openxmlformats.org/drawingml/2006/main">
            <a:r>
              <a:t/>
            </a:r>
          </a:p>
          <a:p xmlns:a="http://schemas.openxmlformats.org/drawingml/2006/main">
            <a:r>
              <a:t>OTH-85 · 静态检查与定向测试 [工程支持] 根 check 检查格式、类型及依赖等；测试按包和具体文件运行，交互测试另有专门流程。</a:t>
            </a:r>
          </a:p>
          <a:p xmlns:a="http://schemas.openxmlformats.org/drawingml/2006/main">
            <a:r>
              <a:t/>
            </a:r>
          </a:p>
          <a:p xmlns:a="http://schemas.openxmlformats.org/drawingml/2006/main">
            <a:r>
              <a:t>OTH-89 · 当前仓库中文离线导览 [本地文档产物] source-code-html 提供离线源码、功能、目录、历史和二次开发导览；属于本仓库附加文档，生成内容是否同步需单独核查，不能等同于当前源码事实。</a:t>
            </a:r>
          </a:p>
          <a:p xmlns:a="http://schemas.openxmlformats.org/drawingml/2006/main">
            <a:r>
              <a:t/>
            </a:r>
          </a:p>
          <a:p xmlns:a="http://schemas.openxmlformats.org/drawingml/2006/main">
            <a:r>
              <a:t>OTH-90 · node-forge 定向修补与验证 [历史资料] 旧 workbench-dev 曾有 node-forge 定向修补；当前 package.json、scripts 与 vendor 中没有该机制，仅保留历史资料。</a:t>
            </a:r>
          </a:p>
          <a:p xmlns:a="http://schemas.openxmlformats.org/drawingml/2006/main">
            <a:r>
              <a:t/>
            </a:r>
          </a:p>
          <a:p xmlns:a="http://schemas.openxmlformats.org/drawingml/2006/main">
            <a:r>
              <a:t>WBW-01 · 页面启动、路由与多页签 [历史资料] 装配工作台，按业务页面打开、切换、关闭页签并同步深链接。 关闭页签与清除草稿不同；键盘菜单、右侧工作区和窄屏布局分别维护。</a:t>
            </a:r>
          </a:p>
          <a:p xmlns:a="http://schemas.openxmlformats.org/drawingml/2006/main">
            <a:r>
              <a:t/>
            </a:r>
          </a:p>
          <a:p xmlns:a="http://schemas.openxmlformats.org/drawingml/2006/main">
            <a:r>
              <a:t>WBW-02 · 原生会话列表与聊天 [历史资料] 创建或选择会话，提交提示，呈现消息和运行状态。 浏览器通过宿主操作会话；没有宿主时显示不可连接，不生成假模型回复。</a:t>
            </a:r>
          </a:p>
          <a:p xmlns:a="http://schemas.openxmlformats.org/drawingml/2006/main">
            <a:r>
              <a:t/>
            </a:r>
          </a:p>
          <a:p xmlns:a="http://schemas.openxmlformats.org/drawingml/2006/main">
            <a:r>
              <a:t>WBW-03 · HTTP 客户端与 SSE 事件恢复 [历史资料] 请求同源 API，消费带序号的事件并恢复浏览器状态。 事件回放与快照兜底处理断线；最终 message_end 替换增量拼接结果，避免重复文本。</a:t>
            </a:r>
          </a:p>
          <a:p xmlns:a="http://schemas.openxmlformats.org/drawingml/2006/main">
            <a:r>
              <a:t/>
            </a:r>
          </a:p>
          <a:p xmlns:a="http://schemas.openxmlformats.org/drawingml/2006/main">
            <a:r>
              <a:t>WBW-04 · 图片附件与输入校验 [历史资料] 将用户选择的图片整理为提示附件，并反馈类型或容量错误。 前端反馈不替代服务端严格校验；图片能力仍由宿主模型声明。</a:t>
            </a:r>
          </a:p>
          <a:p xmlns:a="http://schemas.openxmlformats.org/drawingml/2006/main">
            <a:r>
              <a:t/>
            </a:r>
          </a:p>
          <a:p xmlns:a="http://schemas.openxmlformats.org/drawingml/2006/main">
            <a:r>
              <a:t>WBW-05 · 运行、上下文、变更与资源检查器 [历史资料] 检查工具、队列、用量、上下文投影、文件差异与运行时信息。 canonical-projection 是当前分支模型上下文；未知费用保留未知，不由 token 数伪造账单。</a:t>
            </a:r>
          </a:p>
          <a:p xmlns:a="http://schemas.openxmlformats.org/drawingml/2006/main">
            <a:r>
              <a:t/>
            </a:r>
          </a:p>
          <a:p xmlns:a="http://schemas.openxmlformats.org/drawingml/2006/main">
            <a:r>
              <a:t>WBW-06 · 文件浏览、搜索和编辑冲突 [历史资料] 在授权工作区内浏览、查找、新建和修改文件。 保存带 etag；冲突时重新读取，不把浏览器编辑内容自动覆盖新版本。</a:t>
            </a:r>
          </a:p>
          <a:p xmlns:a="http://schemas.openxmlformats.org/drawingml/2006/main">
            <a:r>
              <a:t/>
            </a:r>
          </a:p>
          <a:p xmlns:a="http://schemas.openxmlformats.org/drawingml/2006/main">
            <a:r>
              <a:t>WBW-07 · 终端面板与显式创建 [历史资料] 操作宿主允许的 PTY，发送输入、调整尺寸并观察退出。 查看面板不启动 shell；只有宿主启用且用户创建后才有真实终端。</a:t>
            </a:r>
          </a:p>
          <a:p xmlns:a="http://schemas.openxmlformats.org/drawingml/2006/main">
            <a:r>
              <a:t/>
            </a:r>
          </a:p>
          <a:p xmlns:a="http://schemas.openxmlformats.org/drawingml/2006/main">
            <a:r>
              <a:t>WBW-08 · 原生设置、模型与诊断入口 [历史资料] 提供会话、模型、参考资料、原生设置和诊断的独立入口。 native settings 仅保存非秘密白名单；保存影响下一次 runtime 创建，项目范围需要宿主信任。参考清单不是全部已接通的 API。</a:t>
            </a:r>
          </a:p>
          <a:p xmlns:a="http://schemas.openxmlformats.org/drawingml/2006/main">
            <a:r>
              <a:t/>
            </a:r>
          </a:p>
          <a:p xmlns:a="http://schemas.openxmlformats.org/drawingml/2006/main">
            <a:r>
              <a:t>WBW-09 · 内存草稿、JSON 编辑与导入导出 [历史资料] 保留页内配置与未应用文本，校验整份草稿后再原子导入。 浏览器草稿刷新会丢失；导出 pi-workbench-draft 不等于可直接传给 SDK 的完整配置。</a:t>
            </a:r>
          </a:p>
          <a:p xmlns:a="http://schemas.openxmlformats.org/drawingml/2006/main">
            <a:r>
              <a:t/>
            </a:r>
          </a:p>
          <a:p xmlns:a="http://schemas.openxmlformats.org/drawingml/2006/main">
            <a:r>
              <a:t>WBW-10 · 保存配置、继承解析与生效回执 [历史资料] 读取 global/workspace/session 配置，显示来源与实际操作回执。 revisionVector 约束继承快照；保存成功、参数发出和行为实测是不同证据。</a:t>
            </a:r>
          </a:p>
          <a:p xmlns:a="http://schemas.openxmlformats.org/drawingml/2006/main">
            <a:r>
              <a:t/>
            </a:r>
          </a:p>
          <a:p xmlns:a="http://schemas.openxmlformats.org/drawingml/2006/main">
            <a:r>
              <a:t>WBW-11 · 十模块页面与显式运行 [历史资料] 将模块表单、能力索引、示例和宿主 operation 组合成独立页面。 按宿主支持状态开放操作；本地 fixture、真实模型和外部 daemon 的结果须按各自边界理解。</a:t>
            </a:r>
          </a:p>
          <a:p xmlns:a="http://schemas.openxmlformats.org/drawingml/2006/main">
            <a:r>
              <a:t/>
            </a:r>
          </a:p>
          <a:p xmlns:a="http://schemas.openxmlformats.org/drawingml/2006/main">
            <a:r>
              <a:t>WBW-12 · 能力、字段与固定模型目录 [历史资料] 提供参数元数据、源码链接、模型选择与能力帮助。 目录来自源码快照；可选择不代表当前账号能调用，字段可编辑不代表已运行验证。</a:t>
            </a:r>
          </a:p>
          <a:p xmlns:a="http://schemas.openxmlformats.org/drawingml/2006/main">
            <a:r>
              <a:t/>
            </a:r>
          </a:p>
          <a:p xmlns:a="http://schemas.openxmlformats.org/drawingml/2006/main">
            <a:r>
              <a:t>WBW-13 · 双语、可访问控件与响应式样式 [历史资料] 集中管理中英文文案、DOM 控件、选择器和布局。 语言切换保留编辑状态；文本、属性和交互分别更新。</a:t>
            </a:r>
          </a:p>
          <a:p xmlns:a="http://schemas.openxmlformats.org/drawingml/2006/main">
            <a:r>
              <a:t/>
            </a:r>
          </a:p>
          <a:p xmlns:a="http://schemas.openxmlformats.org/drawingml/2006/main">
            <a:r>
              <a:t>WBP-01 · 浏览器安全 DTO 与请求响应类型 [历史资料] 定义会话、消息、工作区、配置、能力与运行请求的传输结构。 wire v1 与 npm 包版本不同；私有磁盘路径和凭据不应进入浏览器 DTO。</a:t>
            </a:r>
          </a:p>
          <a:p xmlns:a="http://schemas.openxmlformats.org/drawingml/2006/main">
            <a:r>
              <a:t/>
            </a:r>
          </a:p>
          <a:p xmlns:a="http://schemas.openxmlformats.org/drawingml/2006/main">
            <a:r>
              <a:t>WBP-02 · 严格 JSON、提示与配置校验 [历史资料] 拒绝未知字段、非法标识、危险对象结构与过量图片。 最多 8 张图片，单张 5 MiB、合计 7 MiB；revision/etag 用于冲突检查。解析不代替所有者授权。</a:t>
            </a:r>
          </a:p>
          <a:p xmlns:a="http://schemas.openxmlformats.org/drawingml/2006/main">
            <a:r>
              <a:t/>
            </a:r>
          </a:p>
          <a:p xmlns:a="http://schemas.openxmlformats.org/drawingml/2006/main">
            <a:r>
              <a:t>WBP-03 · 单调事件序号与消息归约 [历史资料] 用完整消息和事件序号建立可恢复的浏览器投影。 先持久化再广播；增量是临时呈现，最终消息为权威结果。</a:t>
            </a:r>
          </a:p>
          <a:p xmlns:a="http://schemas.openxmlformats.org/drawingml/2006/main">
            <a:r>
              <a:t/>
            </a:r>
          </a:p>
          <a:p xmlns:a="http://schemas.openxmlformats.org/drawingml/2006/main">
            <a:r>
              <a:t>WBP-04 · 终端屏幕与输入输出协议 [历史资料] 描述终端尺寸、状态、屏幕和控制请求。 协议支持不证明平台 PTY 已安装或宿主已授权。</a:t>
            </a:r>
          </a:p>
          <a:p xmlns:a="http://schemas.openxmlformats.org/drawingml/2006/main">
            <a:r>
              <a:t/>
            </a:r>
          </a:p>
          <a:p xmlns:a="http://schemas.openxmlformats.org/drawingml/2006/main">
            <a:r>
              <a:t>WBS-01 · 回环 HTTP 服务装配与关闭 [历史资料] 准备仓外数据根、锁、服务组件和请求收尾，提供同源静态资源。 只绑定 127.0.0.1 或 ::1；close 等待所拥有的工作收尾。Windows IPC 停机与强杀不同。</a:t>
            </a:r>
          </a:p>
          <a:p xmlns:a="http://schemas.openxmlformats.org/drawingml/2006/main">
            <a:r>
              <a:t/>
            </a:r>
          </a:p>
          <a:p xmlns:a="http://schemas.openxmlformats.org/drawingml/2006/main">
            <a:r>
              <a:t>WBS-02 · 逐请求身份、工作区授权与来源检查 [历史资料] 核验身份、会话所有者、工作区权限与 Host/Origin，记录最小审计。 configured 默认拒绝匿名业务 API；faux local-owner 仅开发用。Origin 防护不能代替认证。</a:t>
            </a:r>
          </a:p>
          <a:p xmlns:a="http://schemas.openxmlformats.org/drawingml/2006/main">
            <a:r>
              <a:t/>
            </a:r>
          </a:p>
          <a:p xmlns:a="http://schemas.openxmlformats.org/drawingml/2006/main">
            <a:r>
              <a:t>WBS-03 · 会话、幂等请求与持久事件 [历史资料] 保存工作区、消息、运行与事件序号，使断线后可回放。 同一 requestId 避免重复提交；重启将未结束运行标为中断，不自动重新调用模型。</a:t>
            </a:r>
          </a:p>
          <a:p xmlns:a="http://schemas.openxmlformats.org/drawingml/2006/main">
            <a:r>
              <a:t/>
            </a:r>
          </a:p>
          <a:p xmlns:a="http://schemas.openxmlformats.org/drawingml/2006/main">
            <a:r>
              <a:t>WBS-04 · 每会话 worker 与 IPC 生命周期 [历史资料] 隔离会话运行进程，转交 prompt、abort 和运行时操作，汇总事件。 子进程使用白名单环境；进程分离不是 OS 沙箱。运行结束要考虑 agent_settled 与取消。</a:t>
            </a:r>
          </a:p>
          <a:p xmlns:a="http://schemas.openxmlformats.org/drawingml/2006/main">
            <a:r>
              <a:t/>
            </a:r>
          </a:p>
          <a:p xmlns:a="http://schemas.openxmlformats.org/drawingml/2006/main">
            <a:r>
              <a:t>WBS-05 · 模型工具选择、会话树与导出 [历史资料] 转交队列、模型/思考/工具选择、分支、压缩、上下文与 JSONL 导出。 所有权检查先于运行；工具选择不可超过宿主允许集合，分叉会创建独立会话记录。</a:t>
            </a:r>
          </a:p>
          <a:p xmlns:a="http://schemas.openxmlformats.org/drawingml/2006/main">
            <a:r>
              <a:t/>
            </a:r>
          </a:p>
          <a:p xmlns:a="http://schemas.openxmlformats.org/drawingml/2006/main">
            <a:r>
              <a:t>WBS-06 · 授权文件读写、搜索与 etag [历史资料] 解析工作区相对路径，限制链接与越界读写并检测冲突。 etag 保证基于读取版本保存；路径保护不是任意 shell 的系统隔离。</a:t>
            </a:r>
          </a:p>
          <a:p xmlns:a="http://schemas.openxmlformats.org/drawingml/2006/main">
            <a:r>
              <a:t/>
            </a:r>
          </a:p>
          <a:p xmlns:a="http://schemas.openxmlformats.org/drawingml/2006/main">
            <a:r>
              <a:t>WBS-07 · 三层模块配置与修订校验 [历史资料] 持久化按主体隔离的 global/workspace/session 配置并解析继承。 PUT 替换 values；null 是值。选择保存版本或完整 revisionVector，过期运行结果不登记为当前生效。</a:t>
            </a:r>
          </a:p>
          <a:p xmlns:a="http://schemas.openxmlformats.org/drawingml/2006/main">
            <a:r>
              <a:t/>
            </a:r>
          </a:p>
          <a:p xmlns:a="http://schemas.openxmlformats.org/drawingml/2006/main">
            <a:r>
              <a:t>WBS-08 · 原生 global/project 设置 [历史资料] 把安全白名单设置交给原生设置读写与锁定路径。 独立于 /api/config；projectTrusted 由宿主给出，浏览器不能提升信任。null patch 删除当前覆盖。</a:t>
            </a:r>
          </a:p>
          <a:p xmlns:a="http://schemas.openxmlformats.org/drawingml/2006/main">
            <a:r>
              <a:t/>
            </a:r>
          </a:p>
          <a:p xmlns:a="http://schemas.openxmlformats.org/drawingml/2006/main">
            <a:r>
              <a:t>WBS-09 · Linux PTY / Windows ConPTY 与屏幕 [历史资料] 管理显式创建的终端、屏幕、输入、resize、退出及拥有者断连清理。 Windows x64 使用校验过的 ConPTY 资源；默认关闭，不能把 cwd 当作权限沙箱。</a:t>
            </a:r>
          </a:p>
          <a:p xmlns:a="http://schemas.openxmlformats.org/drawingml/2006/main">
            <a:r>
              <a:t/>
            </a:r>
          </a:p>
          <a:p xmlns:a="http://schemas.openxmlformats.org/drawingml/2006/main">
            <a:r>
              <a:t>WBS-10 · 模块能力发布、字段证据与操作门控 [历史资料] 公开可用 operation、读取保存配置并标记字段消费与实测结果。 supported 依赖宿主配置；发送、消费、行为观察和未验证分别记录，不能仅凭成功响应宣称全部参数有效。</a:t>
            </a:r>
          </a:p>
          <a:p xmlns:a="http://schemas.openxmlformats.org/drawingml/2006/main">
            <a:r>
              <a:t/>
            </a:r>
          </a:p>
          <a:p xmlns:a="http://schemas.openxmlformats.org/drawingml/2006/main">
            <a:r>
              <a:t>WBS-11 · AI 真实生成与边界实验 [历史资料] 使用宿主固定模型生成；另用受控响应检查请求、传输、deferred、图像和分类协议。 真实 generate 采用受控 SSE；工具声明只返回建议调用，不执行工具。fixture 结果不能当真实推理。</a:t>
            </a:r>
          </a:p>
          <a:p xmlns:a="http://schemas.openxmlformats.org/drawingml/2006/main">
            <a:r>
              <a:t/>
            </a:r>
          </a:p>
          <a:p xmlns:a="http://schemas.openxmlformats.org/drawingml/2006/main">
            <a:r>
              <a:t>WBS-12 · Agent 循环与真实单次执行 [历史资料] 在本地 faux 或宿主模型上运行原生 Agent，处理工具、排队与取消。 live-run 不是持久聊天；工具是宿主允许的 read/write/edit 子集，write/edit 可真实改工作区。</a:t>
            </a:r>
          </a:p>
          <a:p xmlns:a="http://schemas.openxmlformats.org/drawingml/2006/main">
            <a:r>
              <a:t/>
            </a:r>
          </a:p>
          <a:p xmlns:a="http://schemas.openxmlformats.org/drawingml/2006/main">
            <a:r>
              <a:t>WBS-13 · Durable 持久任务、检查与显式恢复 [历史资料] 按主体和工作区保存 JSONL，运行、只读检查、显式恢复提交，并演练调度/压缩/扩展。 run 要求新的 operationId；inspect 不推理，resume 复用输入。写工具不默认 replay-safe；宿主额外授权的原生工具独立限制。</a:t>
            </a:r>
          </a:p>
          <a:p xmlns:a="http://schemas.openxmlformats.org/drawingml/2006/main">
            <a:r>
              <a:t/>
            </a:r>
          </a:p>
          <a:p xmlns:a="http://schemas.openxmlformats.org/drawingml/2006/main">
            <a:r>
              <a:t>WBS-14 · QuickJS 执行与确定性重放演练 [历史资料] 运行有界脚本、局部 echo 工具与 store 快照，比较固定时钟和随机种子。 返回 storeWrites 不自动持久化；没有任意文件、网络或 shell 工具。</a:t>
            </a:r>
          </a:p>
          <a:p xmlns:a="http://schemas.openxmlformats.org/drawingml/2006/main">
            <a:r>
              <a:t/>
            </a:r>
          </a:p>
          <a:p xmlns:a="http://schemas.openxmlformats.org/drawingml/2006/main">
            <a:r>
              <a:t>WBS-15 · MCP 内存、stdio 与 HTTP 传输演练 [历史资料] 通过实际 MCP SDK 验证初始化、请求关联、取消与受控传输行为。 stdio 只运行固定 Node fixture，HTTP 注入 fetch；不能据此声称外部 OAuth 或服务连通。</a:t>
            </a:r>
          </a:p>
          <a:p xmlns:a="http://schemas.openxmlformats.org/drawingml/2006/main">
            <a:r>
              <a:t/>
            </a:r>
          </a:p>
          <a:p xmlns:a="http://schemas.openxmlformats.org/drawingml/2006/main">
            <a:r>
              <a:t>WBS-16 · Env 规划、协议演练与受控 daemon [历史资料] 分开演示 SSH 规划、本地文件、协议对端，以及显式 provision 的真实 Linux daemon。 live-runtime 才触达宿主授权 daemon；浏览器不能提供任意可执行命令、SSH 目标或挂载。</a:t>
            </a:r>
          </a:p>
          <a:p xmlns:a="http://schemas.openxmlformats.org/drawingml/2006/main">
            <a:r>
              <a:t/>
            </a:r>
          </a:p>
          <a:p xmlns:a="http://schemas.openxmlformats.org/drawingml/2006/main">
            <a:r>
              <a:t>WBS-17 · Chord 1.3 对象与复制状态演练 [历史资料] 创建受控 host、契约、对象持有、状态复制与 JSON delta。 局部 host 与进程内链路不代表远端身份或生产 WebSocket 验收；使用 1.3 state/resource API。</a:t>
            </a:r>
          </a:p>
          <a:p xmlns:a="http://schemas.openxmlformats.org/drawingml/2006/main">
            <a:r>
              <a:t/>
            </a:r>
          </a:p>
          <a:p xmlns:a="http://schemas.openxmlformats.org/drawingml/2006/main">
            <a:r>
              <a:t>WBS-18 · TUI 无头组件与内存遥测 [历史资料] 验证文本宽度、嵌套滚动、组件渲染与真实内存 span/schema。 无头终端与内存 span 不等于真实终端视觉或外部遥测 exporter 已验收。</a:t>
            </a:r>
          </a:p>
          <a:p xmlns:a="http://schemas.openxmlformats.org/drawingml/2006/main">
            <a:r>
              <a:t/>
            </a:r>
          </a:p>
          <a:p xmlns:a="http://schemas.openxmlformats.org/drawingml/2006/main">
            <a:r>
              <a:t>WBS-19 · 评测计划、配对报告与显式 Docker 评测 [历史资料] 解析选择、展开计划、校验报告，并在受信镜像与模型下发现或执行真实评测。 discover 不请求模型；evaluate 可产生真实用量，只允许宿主批准的镜像、文件与参数。缺失配对阻止总提升结论。</a:t>
            </a:r>
          </a:p>
          <a:p xmlns:a="http://schemas.openxmlformats.org/drawingml/2006/main">
            <a:r>
              <a:t/>
            </a:r>
          </a:p>
          <a:p xmlns:a="http://schemas.openxmlformats.org/drawingml/2006/main">
            <a:r>
              <a:t>WBS-20 · 停机备份跨目录恢复 [历史资料] 离线复制校验备份，重写受控会话路径及 Durable 命名空间。 目标必须尚不存在，拒绝链接、重叠和仓内路径；不改消息内容，不恢复凭据，不自动续跑。</a:t>
            </a:r>
          </a:p>
          <a:p xmlns:a="http://schemas.openxmlformats.org/drawingml/2006/main">
            <a:r>
              <a:t/>
            </a:r>
          </a:p>
          <a:p xmlns:a="http://schemas.openxmlformats.org/drawingml/2006/main">
            <a:r>
              <a:t>WBR-01 · 受控装配原生 AgentSession [历史资料] 创建或恢复原生会话，把模型、设置、工具、扩展组合成 WorkbenchRuntime。 cwd、agentDir、sessionDir 为授权绝对路径；默认不启用工具，不读取真实凭据存储。</a:t>
            </a:r>
          </a:p>
          <a:p xmlns:a="http://schemas.openxmlformats.org/drawingml/2006/main">
            <a:r>
              <a:t/>
            </a:r>
          </a:p>
          <a:p xmlns:a="http://schemas.openxmlformats.org/drawingml/2006/main">
            <a:r>
              <a:t>WBR-02 · 固定模型运行时与请求来源限制 [历史资料] 提供显式 faux 或宿主配置的模型，阻止替换身份及越权目标。 allowedOrigins 与 redirect:error 限制请求；不回退到其他模型，未知费用保持 null。</a:t>
            </a:r>
          </a:p>
          <a:p xmlns:a="http://schemas.openxmlformats.org/drawingml/2006/main">
            <a:r>
              <a:t/>
            </a:r>
          </a:p>
          <a:p xmlns:a="http://schemas.openxmlformats.org/drawingml/2006/main">
            <a:r>
              <a:t>WBR-03 · 运行操作、分叉、压缩与上下文投影 [历史资料] 实现模型/工具切换、树导航、分叉、压缩、导出和上下文查询。 分支投影不同于全历史；已有会话选择优先于新的默认设置。</a:t>
            </a:r>
          </a:p>
          <a:p xmlns:a="http://schemas.openxmlformats.org/drawingml/2006/main">
            <a:r>
              <a:t/>
            </a:r>
          </a:p>
          <a:p xmlns:a="http://schemas.openxmlformats.org/drawingml/2006/main">
            <a:r>
              <a:t>WBR-04 · 原生事件到浏览器安全投影 [历史资料] 转换消息、thinking、工具结果、费用、队列和结束事件。 message_end 为最终消息，agent_settled 才表示自动收尾结束；私有 sessionFile 不转发浏览器。</a:t>
            </a:r>
          </a:p>
          <a:p xmlns:a="http://schemas.openxmlformats.org/drawingml/2006/main">
            <a:r>
              <a:t/>
            </a:r>
          </a:p>
          <a:p xmlns:a="http://schemas.openxmlformats.org/drawingml/2006/main">
            <a:r>
              <a:t>WBR-05 · 工作区文件工具与差异隔离 [历史资料] 将原生 read/write/edit 限定在授权工作区并生成有界差异。 allowedTools 是权限上限，tools 是激活子集；限制路径和容量不等于 OS 沙箱。</a:t>
            </a:r>
          </a:p>
          <a:p xmlns:a="http://schemas.openxmlformats.org/drawingml/2006/main">
            <a:r>
              <a:t/>
            </a:r>
          </a:p>
          <a:p xmlns:a="http://schemas.openxmlformats.org/drawingml/2006/main">
            <a:r>
              <a:t>WBR-06 · 显式 MCP / codemode 扩展装配 [历史资料] 按宿主选项注册内置扩展，连接工具发现、脚本编排和状态查询。 MCP 需要显式工厂与许可；local echo 仅 faux 测试，脚本能力仍受工具上限约束。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源码基线：136b87e8a7f5a3e5186de0289523ba327dc592fc</a:t>
            </a:r>
          </a:p>
          <a:p xmlns:a="http://schemas.openxmlformats.org/drawingml/2006/main">
            <a:r>
              <a:t/>
            </a:r>
          </a:p>
          <a:p xmlns:a="http://schemas.openxmlformats.org/drawingml/2006/main">
            <a:r>
              <a:t>课程：08 独立改造 / design-history / 从历史设计到当前实现的证据审查</a:t>
            </a:r>
          </a:p>
          <a:p xmlns:a="http://schemas.openxmlformats.org/drawingml/2006/main">
            <a:r>
              <a:t/>
            </a:r>
          </a:p>
          <a:p xmlns:a="http://schemas.openxmlformats.org/drawingml/2006/main">
            <a:r>
              <a:t>场景：仓库保留旧目录、设计提案和中文翻译，需要判断哪些还能直接使用。</a:t>
            </a:r>
          </a:p>
          <a:p xmlns:a="http://schemas.openxmlformats.org/drawingml/2006/main">
            <a:r>
              <a:t/>
            </a:r>
          </a:p>
          <a:p xmlns:a="http://schemas.openxmlformats.org/drawingml/2006/main">
            <a:r>
              <a:t>以下是教学追踪顺序，具体运行分支以源码为准。</a:t>
            </a:r>
          </a:p>
          <a:p xmlns:a="http://schemas.openxmlformats.org/drawingml/2006/main">
            <a:r>
              <a:t/>
            </a:r>
          </a:p>
          <a:p xmlns:a="http://schemas.openxmlformats.org/drawingml/2006/main">
            <a:r>
              <a:t>1. 确认当前源码基线</a:t>
            </a:r>
          </a:p>
          <a:p xmlns:a="http://schemas.openxmlformats.org/drawingml/2006/main">
            <a:r>
              <a:t>核对 HEAD、工作区差异与 manifest，分别记录当前源码、未跟踪资料和历史快照。</a:t>
            </a:r>
          </a:p>
          <a:p xmlns:a="http://schemas.openxmlformats.org/drawingml/2006/main">
            <a:r>
              <a:t>输入：仓库与文档快照</a:t>
            </a:r>
          </a:p>
          <a:p xmlns:a="http://schemas.openxmlformats.org/drawingml/2006/main">
            <a:r>
              <a:t>输出：审查基线</a:t>
            </a:r>
          </a:p>
          <a:p xmlns:a="http://schemas.openxmlformats.org/drawingml/2006/main">
            <a:r>
              <a:t>入口：npm run check</a:t>
            </a:r>
          </a:p>
          <a:p xmlns:a="http://schemas.openxmlformats.org/drawingml/2006/main">
            <a:r>
              <a:t>行为与边界：检查失败不是修改业务代码或降级依赖的理由。</a:t>
            </a:r>
          </a:p>
          <a:p xmlns:a="http://schemas.openxmlformats.org/drawingml/2006/main">
            <a:r>
              <a:t>源码：packages/ai/scripts/check-model-data.ts:1</a:t>
            </a:r>
          </a:p>
          <a:p xmlns:a="http://schemas.openxmlformats.org/drawingml/2006/main">
            <a:r>
              <a:t>源码：scripts/check-browser-smoke.mjs:1</a:t>
            </a:r>
          </a:p>
          <a:p xmlns:a="http://schemas.openxmlformats.org/drawingml/2006/main">
            <a:r>
              <a:t>源码：scripts/check-entry-graphs.mjs:1</a:t>
            </a:r>
          </a:p>
          <a:p xmlns:a="http://schemas.openxmlformats.org/drawingml/2006/main">
            <a:r>
              <a:t>源码：scripts/check-lockfile-commit.mjs:1</a:t>
            </a:r>
          </a:p>
          <a:p xmlns:a="http://schemas.openxmlformats.org/drawingml/2006/main">
            <a:r>
              <a:t>源码：scripts/check-model-catalog-compat.mjs:1</a:t>
            </a:r>
          </a:p>
          <a:p xmlns:a="http://schemas.openxmlformats.org/drawingml/2006/main">
            <a:r>
              <a:t>源码：scripts/check-package-install.mjs:1</a:t>
            </a:r>
          </a:p>
          <a:p xmlns:a="http://schemas.openxmlformats.org/drawingml/2006/main">
            <a:r>
              <a:t>源码：scripts/check-pinned-deps.mjs:1</a:t>
            </a:r>
          </a:p>
          <a:p xmlns:a="http://schemas.openxmlformats.org/drawingml/2006/main">
            <a:r>
              <a:t>源码：scripts/check-runtime-deps.mjs:1</a:t>
            </a:r>
          </a:p>
          <a:p xmlns:a="http://schemas.openxmlformats.org/drawingml/2006/main">
            <a:r>
              <a:t>源码：scripts/check-ts-relative-imports.mjs:1</a:t>
            </a:r>
          </a:p>
          <a:p xmlns:a="http://schemas.openxmlformats.org/drawingml/2006/main">
            <a:r>
              <a:t/>
            </a:r>
          </a:p>
          <a:p xmlns:a="http://schemas.openxmlformats.org/drawingml/2006/main">
            <a:r>
              <a:t>2. 比较当前装配</a:t>
            </a:r>
          </a:p>
          <a:p xmlns:a="http://schemas.openxmlformats.org/drawingml/2006/main">
            <a:r>
              <a:t>以真实 exports、当前 src 和测试确定运行入口；旧 client/protocol/server 目录资料不能证明包仍可运行。</a:t>
            </a:r>
          </a:p>
          <a:p xmlns:a="http://schemas.openxmlformats.org/drawingml/2006/main">
            <a:r>
              <a:t>输入：历史设计与当前入口</a:t>
            </a:r>
          </a:p>
          <a:p xmlns:a="http://schemas.openxmlformats.org/drawingml/2006/main">
            <a:r>
              <a:t>输出：已实现和历史内容边界</a:t>
            </a:r>
          </a:p>
          <a:p xmlns:a="http://schemas.openxmlformats.org/drawingml/2006/main">
            <a:r>
              <a:t>入口：createAgentSession / createAgentSessionRuntime</a:t>
            </a:r>
          </a:p>
          <a:p xmlns:a="http://schemas.openxmlformats.org/drawingml/2006/main">
            <a:r>
              <a:t>行为与边界：SDK 注入流函数、配置、工具与存储；运行时负责会话替换和重新绑定。</a:t>
            </a:r>
          </a:p>
          <a:p xmlns:a="http://schemas.openxmlformats.org/drawingml/2006/main">
            <a:r>
              <a:t>源码：packages/coding-agent/src/core/agent-session-runtime.ts:1</a:t>
            </a:r>
          </a:p>
          <a:p xmlns:a="http://schemas.openxmlformats.org/drawingml/2006/main">
            <a:r>
              <a:t>源码：packages/coding-agent/src/core/agent-session-services.ts:1</a:t>
            </a:r>
          </a:p>
          <a:p xmlns:a="http://schemas.openxmlformats.org/drawingml/2006/main">
            <a:r>
              <a:t>源码：packages/coding-agent/src/core/sdk.ts:1</a:t>
            </a:r>
          </a:p>
          <a:p xmlns:a="http://schemas.openxmlformats.org/drawingml/2006/main">
            <a:r>
              <a:t/>
            </a:r>
          </a:p>
          <a:p xmlns:a="http://schemas.openxmlformats.org/drawingml/2006/main">
            <a:r>
              <a:t>3. 追踪演进证据</a:t>
            </a:r>
          </a:p>
          <a:p xmlns:a="http://schemas.openxmlformats.org/drawingml/2006/main">
            <a:r>
              <a:t>用 Git 时间线与具体 diff 查明变化，再更新编号映射和离线资料。自动中文统计摘要不能替代逐个 diff 审查。</a:t>
            </a:r>
          </a:p>
          <a:p xmlns:a="http://schemas.openxmlformats.org/drawingml/2006/main">
            <a:r>
              <a:t>输入：提交和设计文档</a:t>
            </a:r>
          </a:p>
          <a:p xmlns:a="http://schemas.openxmlformats.org/drawingml/2006/main">
            <a:r>
              <a:t>输出：可追溯的变化说明</a:t>
            </a:r>
          </a:p>
          <a:p xmlns:a="http://schemas.openxmlformats.org/drawingml/2006/main">
            <a:r>
              <a:t>入口：本地统计脚本</a:t>
            </a:r>
          </a:p>
          <a:p xmlns:a="http://schemas.openxmlformats.org/drawingml/2006/main">
            <a:r>
              <a:t>行为与边界：这些脚本不是默认对话功能。</a:t>
            </a:r>
          </a:p>
          <a:p xmlns:a="http://schemas.openxmlformats.org/drawingml/2006/main">
            <a:r>
              <a:t>源码：scripts/cost.ts:1</a:t>
            </a:r>
          </a:p>
          <a:p xmlns:a="http://schemas.openxmlformats.org/drawingml/2006/main">
            <a:r>
              <a:t>源码：scripts/edit-tool-stats.mjs:1</a:t>
            </a:r>
          </a:p>
          <a:p xmlns:a="http://schemas.openxmlformats.org/drawingml/2006/main">
            <a:r>
              <a:t>源码：scripts/profile-coding-agent-node.mjs:1</a:t>
            </a:r>
          </a:p>
          <a:p xmlns:a="http://schemas.openxmlformats.org/drawingml/2006/main">
            <a:r>
              <a:t>源码：scripts/read-tool-stats.mjs:1</a:t>
            </a:r>
          </a:p>
          <a:p xmlns:a="http://schemas.openxmlformats.org/drawingml/2006/main">
            <a:r>
              <a:t>源码：scripts/session-context-stats.mjs:1</a:t>
            </a:r>
          </a:p>
          <a:p xmlns:a="http://schemas.openxmlformats.org/drawingml/2006/main">
            <a:r>
              <a:t>源码：scripts/session-transcripts.ts:1</a:t>
            </a:r>
          </a:p>
          <a:p xmlns:a="http://schemas.openxmlformats.org/drawingml/2006/main">
            <a:r>
              <a:t>源码：scripts/stats.ts:1</a:t>
            </a:r>
          </a:p>
          <a:p xmlns:a="http://schemas.openxmlformats.org/drawingml/2006/main">
            <a:r>
              <a:t>源码：scripts/tool-stats.ts:1</a:t>
            </a:r>
          </a:p>
          <a:p xmlns:a="http://schemas.openxmlformats.org/drawingml/2006/main">
            <a:r>
              <a:t/>
            </a:r>
          </a:p>
          <a:p xmlns:a="http://schemas.openxmlformats.org/drawingml/2006/main">
            <a:r>
              <a:t>失败与恢复：未初始化目录的文件说明可以暂为空；没有实现和测试证据的设计能力不可写成现成接口。</a:t>
            </a:r>
          </a:p>
          <a:p xmlns:a="http://schemas.openxmlformats.org/drawingml/2006/main">
            <a:r>
              <a:t/>
            </a:r>
          </a:p>
          <a:p xmlns:a="http://schemas.openxmlformats.org/drawingml/2006/main">
            <a:r>
              <a:t>练习：找一个历史目录，列出当前保留资料、缺少的运行入口和可继续追踪的提交线索。</a:t>
            </a:r>
          </a:p>
          <a:p xmlns:a="http://schemas.openxmlformats.org/drawingml/2006/main">
            <a:r>
              <a:t>参考判断：应明确标记“历史资料/设计方案”，并避免生成虚构调用链。</a:t>
            </a:r>
          </a:p>
          <a:p xmlns:a="http://schemas.openxmlformats.org/drawingml/2006/main">
            <a:r>
              <a:t/>
            </a:r>
          </a:p>
          <a:p xmlns:a="http://schemas.openxmlformats.org/drawingml/2006/main">
            <a:r>
              <a:t>关联专题与当前接口：</a:t>
            </a:r>
          </a:p>
          <a:p xmlns:a="http://schemas.openxmlformats.org/drawingml/2006/main">
            <a:r>
              <a:t/>
            </a:r>
          </a:p>
          <a:p xmlns:a="http://schemas.openxmlformats.org/drawingml/2006/main">
            <a:r>
              <a:t>依赖、导入与构建边界校验</a:t>
            </a:r>
          </a:p>
          <a:p xmlns:a="http://schemas.openxmlformats.org/drawingml/2006/main">
            <a:r>
              <a:t>验证精确依赖、运行依赖、TS 导入、入口图与浏览器兼容。</a:t>
            </a:r>
          </a:p>
          <a:p xmlns:a="http://schemas.openxmlformats.org/drawingml/2006/main">
            <a:r>
              <a:t>入口：npm run check</a:t>
            </a:r>
          </a:p>
          <a:p xmlns:a="http://schemas.openxmlformats.org/drawingml/2006/main">
            <a:r>
              <a:t>边界：检查失败不是修改业务代码或降级依赖的理由。</a:t>
            </a:r>
          </a:p>
          <a:p xmlns:a="http://schemas.openxmlformats.org/drawingml/2006/main">
            <a:r>
              <a:t/>
            </a:r>
          </a:p>
          <a:p xmlns:a="http://schemas.openxmlformats.org/drawingml/2006/main">
            <a:r>
              <a:t>SDK 创建与替换运行时</a:t>
            </a:r>
          </a:p>
          <a:p xmlns:a="http://schemas.openxmlformats.org/drawingml/2006/main">
            <a:r>
              <a:t>让应用在进程内创建、继续或替换编码智能体会话。</a:t>
            </a:r>
          </a:p>
          <a:p xmlns:a="http://schemas.openxmlformats.org/drawingml/2006/main">
            <a:r>
              <a:t>入口：createAgentSession / createAgentSessionRuntime</a:t>
            </a:r>
          </a:p>
          <a:p xmlns:a="http://schemas.openxmlformats.org/drawingml/2006/main">
            <a:r>
              <a:t>边界：SDK 注入流函数、配置、工具与存储；运行时负责会话替换和重新绑定。</a:t>
            </a:r>
          </a:p>
          <a:p xmlns:a="http://schemas.openxmlformats.org/drawingml/2006/main">
            <a:r>
              <a:t/>
            </a:r>
          </a:p>
          <a:p xmlns:a="http://schemas.openxmlformats.org/drawingml/2006/main">
            <a:r>
              <a:t>会话统计与性能分析</a:t>
            </a:r>
          </a:p>
          <a:p xmlns:a="http://schemas.openxmlformats.org/drawingml/2006/main">
            <a:r>
              <a:t>分析会话、工具使用、上下文和性能。</a:t>
            </a:r>
          </a:p>
          <a:p xmlns:a="http://schemas.openxmlformats.org/drawingml/2006/main">
            <a:r>
              <a:t>入口：本地统计脚本</a:t>
            </a:r>
          </a:p>
          <a:p xmlns:a="http://schemas.openxmlformats.org/drawingml/2006/main">
            <a:r>
              <a:t>边界：这些脚本不是默认对话功能。</a:t>
            </a:r>
          </a:p>
          <a:p xmlns:a="http://schemas.openxmlformats.org/drawingml/2006/main">
            <a:r>
              <a:t/>
            </a:r>
          </a:p>
          <a:p xmlns:a="http://schemas.openxmlformats.org/drawingml/2006/main">
            <a:r>
              <a:t>扩展发现、注册与事件分发</a:t>
            </a:r>
          </a:p>
          <a:p xmlns:a="http://schemas.openxmlformats.org/drawingml/2006/main">
            <a:r>
              <a:t>加载 TS/JS 扩展，注册工具、命令、快捷键、提供商与事件。</a:t>
            </a:r>
          </a:p>
          <a:p xmlns:a="http://schemas.openxmlformats.org/drawingml/2006/main">
            <a:r>
              <a:t>入口：--extension；/reload；ExtensionAPI</a:t>
            </a:r>
          </a:p>
          <a:p xmlns:a="http://schemas.openxmlformats.org/drawingml/2006/main">
            <a:r>
              <a:t>边界：工厂负责注册，runner 提供上下文与分发；原始类型注释可在 API 清单中逐项阅读。</a:t>
            </a:r>
          </a:p>
          <a:p xmlns:a="http://schemas.openxmlformats.org/drawingml/2006/main">
            <a:r>
              <a:t/>
            </a:r>
          </a:p>
          <a:p xmlns:a="http://schemas.openxmlformats.org/drawingml/2006/main">
            <a:r>
              <a:t>输入处理、排队与任务收尾</a:t>
            </a:r>
          </a:p>
          <a:p xmlns:a="http://schemas.openxmlformats.org/drawingml/2006/main">
            <a:r>
              <a:t>协调扩展命令、输入转换、steering/follow-up、重试与最终通知。</a:t>
            </a:r>
          </a:p>
          <a:p xmlns:a="http://schemas.openxmlformats.org/drawingml/2006/main">
            <a:r>
              <a:t>入口：AgentSession.prompt / steer / followUp</a:t>
            </a:r>
          </a:p>
          <a:p xmlns:a="http://schemas.openxmlformats.org/drawingml/2006/main">
            <a:r>
              <a:t>边界：agent_end 后仍可能继续；agent_settled 是完成自动处理后的通知边界。</a:t>
            </a:r>
          </a:p>
          <a:p xmlns:a="http://schemas.openxmlformats.org/drawingml/2006/main">
            <a:r>
              <a:t/>
            </a:r>
          </a:p>
          <a:p xmlns:a="http://schemas.openxmlformats.org/drawingml/2006/main">
            <a:r>
              <a:t>sdk/01-minimal · 示例</a:t>
            </a:r>
          </a:p>
          <a:p xmlns:a="http://schemas.openxmlformats.org/drawingml/2006/main">
            <a:r>
              <a:t>展示 sdk/01-minimal.ts 对应的扩展或 SDK 用法。具体场景以入口文件的原始说明、注册代码和配套 README 为依据。</a:t>
            </a:r>
          </a:p>
          <a:p xmlns:a="http://schemas.openxmlformats.org/drawingml/2006/main">
            <a:r>
              <a:t>入口：packages/coding-agent/examples/sdk/01-minimal.ts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sdk/02-custom-model · 示例</a:t>
            </a:r>
          </a:p>
          <a:p xmlns:a="http://schemas.openxmlformats.org/drawingml/2006/main">
            <a:r>
              <a:t>展示 sdk/02-custom-model.ts 对应的扩展或 SDK 用法。具体场景以入口文件的原始说明、注册代码和配套 README 为依据。</a:t>
            </a:r>
          </a:p>
          <a:p xmlns:a="http://schemas.openxmlformats.org/drawingml/2006/main">
            <a:r>
              <a:t>入口：packages/coding-agent/examples/sdk/02-custom-model.ts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sdk/03-custom-prompt · 示例</a:t>
            </a:r>
          </a:p>
          <a:p xmlns:a="http://schemas.openxmlformats.org/drawingml/2006/main">
            <a:r>
              <a:t>展示 sdk/03-custom-prompt.ts 对应的扩展或 SDK 用法。具体场景以入口文件的原始说明、注册代码和配套 README 为依据。</a:t>
            </a:r>
          </a:p>
          <a:p xmlns:a="http://schemas.openxmlformats.org/drawingml/2006/main">
            <a:r>
              <a:t>入口：packages/coding-agent/examples/sdk/03-custom-prompt.ts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sdk/04-skills · 示例</a:t>
            </a:r>
          </a:p>
          <a:p xmlns:a="http://schemas.openxmlformats.org/drawingml/2006/main">
            <a:r>
              <a:t>展示 sdk/04-skills.ts 对应的扩展或 SDK 用法。具体场景以入口文件的原始说明、注册代码和配套 README 为依据。</a:t>
            </a:r>
          </a:p>
          <a:p xmlns:a="http://schemas.openxmlformats.org/drawingml/2006/main">
            <a:r>
              <a:t>入口：packages/coding-agent/examples/sdk/04-skills.ts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sdk/05-tools · 示例</a:t>
            </a:r>
          </a:p>
          <a:p xmlns:a="http://schemas.openxmlformats.org/drawingml/2006/main">
            <a:r>
              <a:t>展示 sdk/05-tools.ts 对应的扩展或 SDK 用法。具体场景以入口文件的原始说明、注册代码和配套 README 为依据。</a:t>
            </a:r>
          </a:p>
          <a:p xmlns:a="http://schemas.openxmlformats.org/drawingml/2006/main">
            <a:r>
              <a:t>入口：packages/coding-agent/examples/sdk/05-tools.ts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sdk/06-extensions · 示例</a:t>
            </a:r>
          </a:p>
          <a:p xmlns:a="http://schemas.openxmlformats.org/drawingml/2006/main">
            <a:r>
              <a:t>展示 sdk/06-extensions.ts 对应的扩展或 SDK 用法。具体场景以入口文件的原始说明、注册代码和配套 README 为依据。</a:t>
            </a:r>
          </a:p>
          <a:p xmlns:a="http://schemas.openxmlformats.org/drawingml/2006/main">
            <a:r>
              <a:t>入口：packages/coding-agent/examples/sdk/06-extensions.ts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sdk/07-context-files · 示例</a:t>
            </a:r>
          </a:p>
          <a:p xmlns:a="http://schemas.openxmlformats.org/drawingml/2006/main">
            <a:r>
              <a:t>展示 sdk/07-context-files.ts 对应的扩展或 SDK 用法。具体场景以入口文件的原始说明、注册代码和配套 README 为依据。</a:t>
            </a:r>
          </a:p>
          <a:p xmlns:a="http://schemas.openxmlformats.org/drawingml/2006/main">
            <a:r>
              <a:t>入口：packages/coding-agent/examples/sdk/07-context-files.ts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sdk/08-prompt-templates · 示例</a:t>
            </a:r>
          </a:p>
          <a:p xmlns:a="http://schemas.openxmlformats.org/drawingml/2006/main">
            <a:r>
              <a:t>展示 sdk/08-prompt-templates.ts 对应的扩展或 SDK 用法。具体场景以入口文件的原始说明、注册代码和配套 README 为依据。</a:t>
            </a:r>
          </a:p>
          <a:p xmlns:a="http://schemas.openxmlformats.org/drawingml/2006/main">
            <a:r>
              <a:t>入口：packages/coding-agent/examples/sdk/08-prompt-templates.ts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sdk/09-api-keys-and-oauth · 示例</a:t>
            </a:r>
          </a:p>
          <a:p xmlns:a="http://schemas.openxmlformats.org/drawingml/2006/main">
            <a:r>
              <a:t>展示 sdk/09-api-keys-and-oauth.ts 对应的扩展或 SDK 用法。具体场景以入口文件的原始说明、注册代码和配套 README 为依据。</a:t>
            </a:r>
          </a:p>
          <a:p xmlns:a="http://schemas.openxmlformats.org/drawingml/2006/main">
            <a:r>
              <a:t>入口：packages/coding-agent/examples/sdk/09-api-keys-and-oauth.ts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sdk/10-settings · 示例</a:t>
            </a:r>
          </a:p>
          <a:p xmlns:a="http://schemas.openxmlformats.org/drawingml/2006/main">
            <a:r>
              <a:t>展示 sdk/10-settings.ts 对应的扩展或 SDK 用法。具体场景以入口文件的原始说明、注册代码和配套 README 为依据。</a:t>
            </a:r>
          </a:p>
          <a:p xmlns:a="http://schemas.openxmlformats.org/drawingml/2006/main">
            <a:r>
              <a:t>入口：packages/coding-agent/examples/sdk/10-settings.ts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sdk/11-sessions · 示例</a:t>
            </a:r>
          </a:p>
          <a:p xmlns:a="http://schemas.openxmlformats.org/drawingml/2006/main">
            <a:r>
              <a:t>展示 sdk/11-sessions.ts 对应的扩展或 SDK 用法。具体场景以入口文件的原始说明、注册代码和配套 README 为依据。</a:t>
            </a:r>
          </a:p>
          <a:p xmlns:a="http://schemas.openxmlformats.org/drawingml/2006/main">
            <a:r>
              <a:t>入口：packages/coding-agent/examples/sdk/11-sessions.ts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sdk/12-full-control · 示例</a:t>
            </a:r>
          </a:p>
          <a:p xmlns:a="http://schemas.openxmlformats.org/drawingml/2006/main">
            <a:r>
              <a:t>展示 sdk/12-full-control.ts 对应的扩展或 SDK 用法。具体场景以入口文件的原始说明、注册代码和配套 README 为依据。</a:t>
            </a:r>
          </a:p>
          <a:p xmlns:a="http://schemas.openxmlformats.org/drawingml/2006/main">
            <a:r>
              <a:t>入口：packages/coding-agent/examples/sdk/12-full-control.ts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sdk/13-session-runtime · 示例</a:t>
            </a:r>
          </a:p>
          <a:p xmlns:a="http://schemas.openxmlformats.org/drawingml/2006/main">
            <a:r>
              <a:t>展示 sdk/13-session-runtime.ts 对应的扩展或 SDK 用法。具体场景以入口文件的原始说明、注册代码和配套 README 为依据。</a:t>
            </a:r>
          </a:p>
          <a:p xmlns:a="http://schemas.openxmlformats.org/drawingml/2006/main">
            <a:r>
              <a:t>入口：packages/coding-agent/examples/sdk/13-session-runtime.ts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sdk/14-codemode-mcp · 示例</a:t>
            </a:r>
          </a:p>
          <a:p xmlns:a="http://schemas.openxmlformats.org/drawingml/2006/main">
            <a:r>
              <a:t>展示 sdk/14-codemode-mcp.ts 对应的扩展或 SDK 用法。具体场景以入口文件的原始说明、注册代码和配套 README 为依据。</a:t>
            </a:r>
          </a:p>
          <a:p xmlns:a="http://schemas.openxmlformats.org/drawingml/2006/main">
            <a:r>
              <a:t>入口：packages/coding-agent/examples/sdk/14-codemode-mcp.ts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安装锁生成与生命周期脚本审查</a:t>
            </a:r>
          </a:p>
          <a:p xmlns:a="http://schemas.openxmlformats.org/drawingml/2006/main">
            <a:r>
              <a:t>生成并核验独立安装时使用的固定依赖图与批准的生命周期脚本清单。</a:t>
            </a:r>
          </a:p>
          <a:p xmlns:a="http://schemas.openxmlformats.org/drawingml/2006/main">
            <a:r>
              <a:t>入口：install-lock:coding-agent；check:install-lock:coding-agent</a:t>
            </a:r>
          </a:p>
          <a:p xmlns:a="http://schemas.openxmlformats.org/drawingml/2006/main">
            <a:r>
              <a:t>边界：当前使用 install-lock；旧发布 npm-shrinkwrap 已移除，常规 npm 使用其自身依赖解析。</a:t>
            </a:r>
          </a:p>
          <a:p xmlns:a="http://schemas.openxmlformats.org/drawingml/2006/main">
            <a:r>
              <a:t/>
            </a:r>
          </a:p>
          <a:p xmlns:a="http://schemas.openxmlformats.org/drawingml/2006/main">
            <a:r>
              <a:t>文档：</a:t>
            </a:r>
          </a:p>
          <a:p xmlns:a="http://schemas.openxmlformats.org/drawingml/2006/main">
            <a:r>
              <a:t/>
            </a:r>
          </a:p>
          <a:p xmlns:a="http://schemas.openxmlformats.org/drawingml/2006/main">
            <a:r>
              <a:t>AGENTS.md</a:t>
            </a:r>
          </a:p>
          <a:p xmlns:a="http://schemas.openxmlformats.org/drawingml/2006/main">
            <a:r>
              <a:t/>
            </a:r>
          </a:p>
          <a:p xmlns:a="http://schemas.openxmlformats.org/drawingml/2006/main">
            <a:r>
              <a:t>packages/coding-agent/docs/cli.md</a:t>
            </a:r>
          </a:p>
          <a:p xmlns:a="http://schemas.openxmlformats.org/drawingml/2006/main">
            <a:r>
              <a:t/>
            </a:r>
          </a:p>
          <a:p xmlns:a="http://schemas.openxmlformats.org/drawingml/2006/main">
            <a:r>
              <a:t>packages/coding-agent/examples/extensions/README.md</a:t>
            </a:r>
          </a:p>
          <a:p xmlns:a="http://schemas.openxmlformats.org/drawingml/2006/main">
            <a:r>
              <a:t/>
            </a:r>
          </a:p>
          <a:p xmlns:a="http://schemas.openxmlformats.org/drawingml/2006/main">
            <a:r>
              <a:t>packages/coding-agent/docs/extensions.md</a:t>
            </a:r>
          </a:p>
          <a:p xmlns:a="http://schemas.openxmlformats.org/drawingml/2006/main">
            <a:r>
              <a:t/>
            </a:r>
          </a:p>
          <a:p xmlns:a="http://schemas.openxmlformats.org/drawingml/2006/main">
            <a:r>
              <a:t>packages/coding-agent/docs/sdk.md</a:t>
            </a:r>
          </a:p>
          <a:p xmlns:a="http://schemas.openxmlformats.org/drawingml/2006/main">
            <a:r>
              <a:t/>
            </a:r>
          </a:p>
          <a:p xmlns:a="http://schemas.openxmlformats.org/drawingml/2006/main">
            <a:r>
              <a:t>README.md</a:t>
            </a:r>
          </a:p>
          <a:p xmlns:a="http://schemas.openxmlformats.org/drawingml/2006/main">
            <a:r>
              <a:t/>
            </a:r>
          </a:p>
          <a:p xmlns:a="http://schemas.openxmlformats.org/drawingml/2006/main">
            <a:r>
              <a:t>source-code-html/README.md</a:t>
            </a:r>
          </a:p>
          <a:p xmlns:a="http://schemas.openxmlformats.org/drawingml/2006/main">
            <a:r>
              <a:t/>
            </a:r>
          </a:p>
          <a:p xmlns:a="http://schemas.openxmlformats.org/drawingml/2006/main">
            <a:r>
              <a:t>source-code-html/reference/legacy/vendor/node-forge/README.md</a:t>
            </a:r>
          </a:p>
          <a:p xmlns:a="http://schemas.openxmlformats.org/drawingml/2006/main">
            <a:r>
              <a:t/>
            </a:r>
          </a:p>
          <a:p xmlns:a="http://schemas.openxmlformats.org/drawingml/2006/main">
            <a:r>
              <a:t>source-code-html/reference/legacy/apps/agent-web/README.md</a:t>
            </a:r>
          </a:p>
          <a:p xmlns:a="http://schemas.openxmlformats.org/drawingml/2006/main">
            <a:r>
              <a:t/>
            </a:r>
          </a:p>
          <a:p xmlns:a="http://schemas.openxmlformats.org/drawingml/2006/main">
            <a:r>
              <a:t>source-code-html/reference/legacy/apps/agent-web/src/app/bootstrap.ts</a:t>
            </a:r>
          </a:p>
          <a:p xmlns:a="http://schemas.openxmlformats.org/drawingml/2006/main">
            <a:r>
              <a:t/>
            </a:r>
          </a:p>
          <a:p xmlns:a="http://schemas.openxmlformats.org/drawingml/2006/main">
            <a:r>
              <a:t>source-code-html/reference/legacy/apps/agent-web/src/features/coding-agent/Chat.ts</a:t>
            </a:r>
          </a:p>
          <a:p xmlns:a="http://schemas.openxmlformats.org/drawingml/2006/main">
            <a:r>
              <a:t/>
            </a:r>
          </a:p>
          <a:p xmlns:a="http://schemas.openxmlformats.org/drawingml/2006/main">
            <a:r>
              <a:t>source-code-html/reference/legacy/apps/agent-web/src/features/coding-agent/derived.ts</a:t>
            </a:r>
          </a:p>
          <a:p xmlns:a="http://schemas.openxmlformats.org/drawingml/2006/main">
            <a:r>
              <a:t/>
            </a:r>
          </a:p>
          <a:p xmlns:a="http://schemas.openxmlformats.org/drawingml/2006/main">
            <a:r>
              <a:t>source-code-html/reference/legacy/apps/agent-web/src/features/coding-agent/Attachments.ts</a:t>
            </a:r>
          </a:p>
          <a:p xmlns:a="http://schemas.openxmlformats.org/drawingml/2006/main">
            <a:r>
              <a:t/>
            </a:r>
          </a:p>
          <a:p xmlns:a="http://schemas.openxmlformats.org/drawingml/2006/main">
            <a:r>
              <a:t>source-code-html/reference/legacy/apps/agent-web/src/features/coding-agent/ChangesInspector.ts</a:t>
            </a:r>
          </a:p>
          <a:p xmlns:a="http://schemas.openxmlformats.org/drawingml/2006/main">
            <a:r>
              <a:t/>
            </a:r>
          </a:p>
          <a:p xmlns:a="http://schemas.openxmlformats.org/drawingml/2006/main">
            <a:r>
              <a:t>source-code-html/reference/legacy/apps/agent-web/src/features/coding-agent/FilesInspector.ts</a:t>
            </a:r>
          </a:p>
          <a:p xmlns:a="http://schemas.openxmlformats.org/drawingml/2006/main">
            <a:r>
              <a:t/>
            </a:r>
          </a:p>
          <a:p xmlns:a="http://schemas.openxmlformats.org/drawingml/2006/main">
            <a:r>
              <a:t>source-code-html/reference/legacy/apps/agent-web/src/features/coding-agent/Terminal.ts</a:t>
            </a:r>
          </a:p>
          <a:p xmlns:a="http://schemas.openxmlformats.org/drawingml/2006/main">
            <a:r>
              <a:t/>
            </a:r>
          </a:p>
          <a:p xmlns:a="http://schemas.openxmlformats.org/drawingml/2006/main">
            <a:r>
              <a:t>source-code-html/reference/legacy/apps/agent-web/src/features/coding-agent/Entries.ts</a:t>
            </a:r>
          </a:p>
          <a:p xmlns:a="http://schemas.openxmlformats.org/drawingml/2006/main">
            <a:r>
              <a:t/>
            </a:r>
          </a:p>
          <a:p xmlns:a="http://schemas.openxmlformats.org/drawingml/2006/main">
            <a:r>
              <a:t>source-code-html/reference/legacy/apps/agent-web/src/components/ImportDialog.ts</a:t>
            </a:r>
          </a:p>
          <a:p xmlns:a="http://schemas.openxmlformats.org/drawingml/2006/main">
            <a:r>
              <a:t/>
            </a:r>
          </a:p>
          <a:p xmlns:a="http://schemas.openxmlformats.org/drawingml/2006/main">
            <a:r>
              <a:t>source-code-html/reference/legacy/apps/agent-web/src/features/saved-config/SavedConfiguration.ts</a:t>
            </a:r>
          </a:p>
          <a:p xmlns:a="http://schemas.openxmlformats.org/drawingml/2006/main">
            <a:r>
              <a:t/>
            </a:r>
          </a:p>
          <a:p xmlns:a="http://schemas.openxmlformats.org/drawingml/2006/main">
            <a:r>
              <a:t>source-code-html/reference/legacy/apps/agent-web/src/features/FeaturePage.ts</a:t>
            </a:r>
          </a:p>
          <a:p xmlns:a="http://schemas.openxmlformats.org/drawingml/2006/main">
            <a:r>
              <a:t/>
            </a:r>
          </a:p>
          <a:p xmlns:a="http://schemas.openxmlformats.org/drawingml/2006/main">
            <a:r>
              <a:t>source-code-html/reference/legacy/apps/agent-web/src/data/catalog/agent-spec.ts</a:t>
            </a:r>
          </a:p>
          <a:p xmlns:a="http://schemas.openxmlformats.org/drawingml/2006/main">
            <a:r>
              <a:t/>
            </a:r>
          </a:p>
          <a:p xmlns:a="http://schemas.openxmlformats.org/drawingml/2006/main">
            <a:r>
              <a:t>source-code-html/reference/legacy/apps/agent-web/src/components/AgentAvatar.ts</a:t>
            </a:r>
          </a:p>
          <a:p xmlns:a="http://schemas.openxmlformats.org/drawingml/2006/main">
            <a:r>
              <a:t/>
            </a:r>
          </a:p>
          <a:p xmlns:a="http://schemas.openxmlformats.org/drawingml/2006/main">
            <a:r>
              <a:t>source-code-html/reference/legacy/packages/agent-protocol/README.md</a:t>
            </a:r>
          </a:p>
          <a:p xmlns:a="http://schemas.openxmlformats.org/drawingml/2006/main">
            <a:r>
              <a:t/>
            </a:r>
          </a:p>
          <a:p xmlns:a="http://schemas.openxmlformats.org/drawingml/2006/main">
            <a:r>
              <a:t>source-code-html/reference/legacy/packages/agent-protocol/src/index.ts</a:t>
            </a:r>
          </a:p>
          <a:p xmlns:a="http://schemas.openxmlformats.org/drawingml/2006/main">
            <a:r>
              <a:t/>
            </a:r>
          </a:p>
          <a:p xmlns:a="http://schemas.openxmlformats.org/drawingml/2006/main">
            <a:r>
              <a:t>source-code-html/reference/legacy/packages/agent-protocol/src/validation.ts</a:t>
            </a:r>
          </a:p>
          <a:p xmlns:a="http://schemas.openxmlformats.org/drawingml/2006/main">
            <a:r>
              <a:t/>
            </a:r>
          </a:p>
          <a:p xmlns:a="http://schemas.openxmlformats.org/drawingml/2006/main">
            <a:r>
              <a:t>source-code-html/reference/legacy/packages/agent-protocol/src/events.ts</a:t>
            </a:r>
          </a:p>
          <a:p xmlns:a="http://schemas.openxmlformats.org/drawingml/2006/main">
            <a:r>
              <a:t/>
            </a:r>
          </a:p>
          <a:p xmlns:a="http://schemas.openxmlformats.org/drawingml/2006/main">
            <a:r>
              <a:t>source-code-html/reference/legacy/packages/agent-protocol/src/terminal.ts</a:t>
            </a:r>
          </a:p>
          <a:p xmlns:a="http://schemas.openxmlformats.org/drawingml/2006/main">
            <a:r>
              <a:t/>
            </a:r>
          </a:p>
          <a:p xmlns:a="http://schemas.openxmlformats.org/drawingml/2006/main">
            <a:r>
              <a:t>source-code-html/reference/legacy/apps/agent-server/README.md</a:t>
            </a:r>
          </a:p>
          <a:p xmlns:a="http://schemas.openxmlformats.org/drawingml/2006/main">
            <a:r>
              <a:t/>
            </a:r>
          </a:p>
          <a:p xmlns:a="http://schemas.openxmlformats.org/drawingml/2006/main">
            <a:r>
              <a:t>source-code-html/reference/legacy/apps/agent-server/src/index.ts</a:t>
            </a:r>
          </a:p>
          <a:p xmlns:a="http://schemas.openxmlformats.org/drawingml/2006/main">
            <a:r>
              <a:t/>
            </a:r>
          </a:p>
          <a:p xmlns:a="http://schemas.openxmlformats.org/drawingml/2006/main">
            <a:r>
              <a:t>source-code-html/reference/legacy/apps/agent-server/src/audit.ts</a:t>
            </a:r>
          </a:p>
          <a:p xmlns:a="http://schemas.openxmlformats.org/drawingml/2006/main">
            <a:r>
              <a:t/>
            </a:r>
          </a:p>
          <a:p xmlns:a="http://schemas.openxmlformats.org/drawingml/2006/main">
            <a:r>
              <a:t>source-code-html/reference/legacy/apps/agent-server/src/events.ts</a:t>
            </a:r>
          </a:p>
          <a:p xmlns:a="http://schemas.openxmlformats.org/drawingml/2006/main">
            <a:r>
              <a:t/>
            </a:r>
          </a:p>
          <a:p xmlns:a="http://schemas.openxmlformats.org/drawingml/2006/main">
            <a:r>
              <a:t>source-code-html/reference/legacy/apps/agent-server/src/worker-messages.ts</a:t>
            </a:r>
          </a:p>
          <a:p xmlns:a="http://schemas.openxmlformats.org/drawingml/2006/main">
            <a:r>
              <a:t/>
            </a:r>
          </a:p>
          <a:p xmlns:a="http://schemas.openxmlformats.org/drawingml/2006/main">
            <a:r>
              <a:t>source-code-html/reference/legacy/apps/agent-server/src/fork-session.ts</a:t>
            </a:r>
          </a:p>
          <a:p xmlns:a="http://schemas.openxmlformats.org/drawingml/2006/main">
            <a:r>
              <a:t/>
            </a:r>
          </a:p>
          <a:p xmlns:a="http://schemas.openxmlformats.org/drawingml/2006/main">
            <a:r>
              <a:t>source-code-html/reference/legacy/apps/agent-server/src/files.ts</a:t>
            </a:r>
          </a:p>
          <a:p xmlns:a="http://schemas.openxmlformats.org/drawingml/2006/main">
            <a:r>
              <a:t/>
            </a:r>
          </a:p>
          <a:p xmlns:a="http://schemas.openxmlformats.org/drawingml/2006/main">
            <a:r>
              <a:t>source-code-html/reference/legacy/apps/agent-server/src/config-fields.ts</a:t>
            </a:r>
          </a:p>
          <a:p xmlns:a="http://schemas.openxmlformats.org/drawingml/2006/main">
            <a:r>
              <a:t/>
            </a:r>
          </a:p>
          <a:p xmlns:a="http://schemas.openxmlformats.org/drawingml/2006/main">
            <a:r>
              <a:t>source-code-html/reference/legacy/apps/agent-server/src/native-settings-routes.ts</a:t>
            </a:r>
          </a:p>
          <a:p xmlns:a="http://schemas.openxmlformats.org/drawingml/2006/main">
            <a:r>
              <a:t/>
            </a:r>
          </a:p>
          <a:p xmlns:a="http://schemas.openxmlformats.org/drawingml/2006/main">
            <a:r>
              <a:t>source-code-html/reference/legacy/apps/agent-server/src/terminal-routes.ts</a:t>
            </a:r>
          </a:p>
          <a:p xmlns:a="http://schemas.openxmlformats.org/drawingml/2006/main">
            <a:r>
              <a:t/>
            </a:r>
          </a:p>
          <a:p xmlns:a="http://schemas.openxmlformats.org/drawingml/2006/main">
            <a:r>
              <a:t>source-code-html/reference/legacy/apps/agent-server/src/module-routes.ts</a:t>
            </a:r>
          </a:p>
          <a:p xmlns:a="http://schemas.openxmlformats.org/drawingml/2006/main">
            <a:r>
              <a:t/>
            </a:r>
          </a:p>
          <a:p xmlns:a="http://schemas.openxmlformats.org/drawingml/2006/main">
            <a:r>
              <a:t>source-code-html/reference/legacy/apps/agent-server/src/modules/ai-deferred.ts</a:t>
            </a:r>
          </a:p>
          <a:p xmlns:a="http://schemas.openxmlformats.org/drawingml/2006/main">
            <a:r>
              <a:t/>
            </a:r>
          </a:p>
          <a:p xmlns:a="http://schemas.openxmlformats.org/drawingml/2006/main">
            <a:r>
              <a:t>source-code-html/reference/legacy/apps/agent-server/src/modules/agent-live.ts</a:t>
            </a:r>
          </a:p>
          <a:p xmlns:a="http://schemas.openxmlformats.org/drawingml/2006/main">
            <a:r>
              <a:t/>
            </a:r>
          </a:p>
          <a:p xmlns:a="http://schemas.openxmlformats.org/drawingml/2006/main">
            <a:r>
              <a:t>source-code-html/reference/legacy/apps/agent-server/src/durable-storage.ts</a:t>
            </a:r>
          </a:p>
          <a:p xmlns:a="http://schemas.openxmlformats.org/drawingml/2006/main">
            <a:r>
              <a:t/>
            </a:r>
          </a:p>
          <a:p xmlns:a="http://schemas.openxmlformats.org/drawingml/2006/main">
            <a:r>
              <a:t>source-code-html/reference/legacy/apps/agent-server/src/modules/codemode.ts</a:t>
            </a:r>
          </a:p>
          <a:p xmlns:a="http://schemas.openxmlformats.org/drawingml/2006/main">
            <a:r>
              <a:t/>
            </a:r>
          </a:p>
          <a:p xmlns:a="http://schemas.openxmlformats.org/drawingml/2006/main">
            <a:r>
              <a:t>source-code-html/reference/legacy/apps/agent-server/src/modules/mcp-transports.ts</a:t>
            </a:r>
          </a:p>
          <a:p xmlns:a="http://schemas.openxmlformats.org/drawingml/2006/main">
            <a:r>
              <a:t/>
            </a:r>
          </a:p>
          <a:p xmlns:a="http://schemas.openxmlformats.org/drawingml/2006/main">
            <a:r>
              <a:t>source-code-html/reference/legacy/apps/agent-server/src/modules/env-identity.ts</a:t>
            </a:r>
          </a:p>
          <a:p xmlns:a="http://schemas.openxmlformats.org/drawingml/2006/main">
            <a:r>
              <a:t/>
            </a:r>
          </a:p>
          <a:p xmlns:a="http://schemas.openxmlformats.org/drawingml/2006/main">
            <a:r>
              <a:t>source-code-html/reference/legacy/apps/agent-server/src/modules/chord-host.ts</a:t>
            </a:r>
          </a:p>
          <a:p xmlns:a="http://schemas.openxmlformats.org/drawingml/2006/main">
            <a:r>
              <a:t/>
            </a:r>
          </a:p>
          <a:p xmlns:a="http://schemas.openxmlformats.org/drawingml/2006/main">
            <a:r>
              <a:t>source-code-html/reference/legacy/apps/agent-server/src/modules/local.ts</a:t>
            </a:r>
          </a:p>
          <a:p xmlns:a="http://schemas.openxmlformats.org/drawingml/2006/main">
            <a:r>
              <a:t/>
            </a:r>
          </a:p>
          <a:p xmlns:a="http://schemas.openxmlformats.org/drawingml/2006/main">
            <a:r>
              <a:t>source-code-html/reference/legacy/apps/agent-server/src/modules/evals-live.ts</a:t>
            </a:r>
          </a:p>
          <a:p xmlns:a="http://schemas.openxmlformats.org/drawingml/2006/main">
            <a:r>
              <a:t/>
            </a:r>
          </a:p>
          <a:p xmlns:a="http://schemas.openxmlformats.org/drawingml/2006/main">
            <a:r>
              <a:t>source-code-html/reference/legacy/packages/agent-runtime-adapter/README.md</a:t>
            </a:r>
          </a:p>
          <a:p xmlns:a="http://schemas.openxmlformats.org/drawingml/2006/main">
            <a:r>
              <a:t/>
            </a:r>
          </a:p>
          <a:p xmlns:a="http://schemas.openxmlformats.org/drawingml/2006/main">
            <a:r>
              <a:t>source-code-html/reference/legacy/packages/agent-runtime-adapter/src/index.ts</a:t>
            </a:r>
          </a:p>
          <a:p xmlns:a="http://schemas.openxmlformats.org/drawingml/2006/main">
            <a:r>
              <a:t/>
            </a:r>
          </a:p>
          <a:p xmlns:a="http://schemas.openxmlformats.org/drawingml/2006/main">
            <a:r>
              <a:t>source-code-html/reference/legacy/packages/agent-runtime-adapter/src/models.ts</a:t>
            </a:r>
          </a:p>
          <a:p xmlns:a="http://schemas.openxmlformats.org/drawingml/2006/main">
            <a:r>
              <a:t/>
            </a:r>
          </a:p>
          <a:p xmlns:a="http://schemas.openxmlformats.org/drawingml/2006/main">
            <a:r>
              <a:t>source-code-html/reference/legacy/packages/agent-runtime-adapter/src/operations.ts</a:t>
            </a:r>
          </a:p>
          <a:p xmlns:a="http://schemas.openxmlformats.org/drawingml/2006/main">
            <a:r>
              <a:t/>
            </a:r>
          </a:p>
          <a:p xmlns:a="http://schemas.openxmlformats.org/drawingml/2006/main">
            <a:r>
              <a:t>source-code-html/reference/legacy/packages/agent-runtime-adapter/src/events.ts</a:t>
            </a:r>
          </a:p>
          <a:p xmlns:a="http://schemas.openxmlformats.org/drawingml/2006/main">
            <a:r>
              <a:t/>
            </a:r>
          </a:p>
          <a:p xmlns:a="http://schemas.openxmlformats.org/drawingml/2006/main">
            <a:r>
              <a:t>source-code-html/reference/legacy/packages/agent-runtime-adapter/src/workspace-diff-worker.ts</a:t>
            </a:r>
          </a:p>
          <a:p xmlns:a="http://schemas.openxmlformats.org/drawingml/2006/main">
            <a:r>
              <a:t/>
            </a:r>
          </a:p>
          <a:p xmlns:a="http://schemas.openxmlformats.org/drawingml/2006/main">
            <a:r>
              <a:t>source-code-html/reference/legacy/packages/agent-runtime-adapter/src/extensions.ts</a:t>
            </a:r>
          </a:p>
          <a:p xmlns:a="http://schemas.openxmlformats.org/drawingml/2006/main">
            <a:r>
              <a:t/>
            </a:r>
          </a:p>
          <a:p xmlns:a="http://schemas.openxmlformats.org/drawingml/2006/main">
            <a:r>
              <a:t>相关测试（列出路径不代表已运行）：</a:t>
            </a:r>
          </a:p>
          <a:p xmlns:a="http://schemas.openxmlformats.org/drawingml/2006/main">
            <a:r>
              <a:t/>
            </a:r>
          </a:p>
          <a:p xmlns:a="http://schemas.openxmlformats.org/drawingml/2006/main">
            <a:r>
              <a:t>packages/coding-agent/test/agent-session-branching.test.ts</a:t>
            </a:r>
          </a:p>
          <a:p xmlns:a="http://schemas.openxmlformats.org/drawingml/2006/main">
            <a:r>
              <a:t/>
            </a:r>
          </a:p>
          <a:p xmlns:a="http://schemas.openxmlformats.org/drawingml/2006/main">
            <a:r>
              <a:t>packages/coding-agent/test/agent-session-runtime-events.test.ts</a:t>
            </a:r>
          </a:p>
          <a:p xmlns:a="http://schemas.openxmlformats.org/drawingml/2006/main">
            <a:r>
              <a:t/>
            </a:r>
          </a:p>
          <a:p xmlns:a="http://schemas.openxmlformats.org/drawingml/2006/main">
            <a:r>
              <a:t>packages/coding-agent/test/interactive-mode-import-command.test.ts</a:t>
            </a:r>
          </a:p>
          <a:p xmlns:a="http://schemas.openxmlformats.org/drawingml/2006/main">
            <a:r>
              <a:t/>
            </a:r>
          </a:p>
          <a:p xmlns:a="http://schemas.openxmlformats.org/drawingml/2006/main">
            <a:r>
              <a:t>packages/coding-agent/test/rpc-prompt-response-semantics.test.ts</a:t>
            </a:r>
          </a:p>
          <a:p xmlns:a="http://schemas.openxmlformats.org/drawingml/2006/main">
            <a:r>
              <a:t/>
            </a:r>
          </a:p>
          <a:p xmlns:a="http://schemas.openxmlformats.org/drawingml/2006/main">
            <a:r>
              <a:t>packages/coding-agent/test/session-cwd.test.ts</a:t>
            </a:r>
          </a:p>
          <a:p xmlns:a="http://schemas.openxmlformats.org/drawingml/2006/main">
            <a:r>
              <a:t/>
            </a:r>
          </a:p>
          <a:p xmlns:a="http://schemas.openxmlformats.org/drawingml/2006/main">
            <a:r>
              <a:t>packages/coding-agent/test/suite/agent-session-runtime.test.ts</a:t>
            </a:r>
          </a:p>
          <a:p xmlns:a="http://schemas.openxmlformats.org/drawingml/2006/main">
            <a:r>
              <a:t/>
            </a:r>
          </a:p>
          <a:p xmlns:a="http://schemas.openxmlformats.org/drawingml/2006/main">
            <a:r>
              <a:t>packages/coding-agent/test/suite/regressions/2753-reload-stale-resource-settings.test.ts</a:t>
            </a:r>
          </a:p>
          <a:p xmlns:a="http://schemas.openxmlformats.org/drawingml/2006/main">
            <a:r>
              <a:t/>
            </a:r>
          </a:p>
          <a:p xmlns:a="http://schemas.openxmlformats.org/drawingml/2006/main">
            <a:r>
              <a:t>packages/coding-agent/test/suite/regressions/2860-replaced-session-context.test.ts</a:t>
            </a:r>
          </a:p>
          <a:p xmlns:a="http://schemas.openxmlformats.org/drawingml/2006/main">
            <a:r>
              <a:t/>
            </a:r>
          </a:p>
          <a:p xmlns:a="http://schemas.openxmlformats.org/drawingml/2006/main">
            <a:r>
              <a:t>packages/coding-agent/test/suite/regressions/5868-rpc-unknown-command-id.test.ts</a:t>
            </a:r>
          </a:p>
          <a:p xmlns:a="http://schemas.openxmlformats.org/drawingml/2006/main">
            <a:r>
              <a:t/>
            </a:r>
          </a:p>
          <a:p xmlns:a="http://schemas.openxmlformats.org/drawingml/2006/main">
            <a:r>
              <a:t>packages/coding-agent/test/suite/regressions/8724-in-memory-fork-active-tool.test.ts</a:t>
            </a:r>
          </a:p>
          <a:p xmlns:a="http://schemas.openxmlformats.org/drawingml/2006/main">
            <a:r>
              <a:t/>
            </a:r>
          </a:p>
          <a:p xmlns:a="http://schemas.openxmlformats.org/drawingml/2006/main">
            <a:r>
              <a:t>packages/coding-agent/test/suite/regressions/9068-user-bash-fail-closed.test.ts</a:t>
            </a:r>
          </a:p>
          <a:p xmlns:a="http://schemas.openxmlformats.org/drawingml/2006/main">
            <a:r>
              <a:t/>
            </a:r>
          </a:p>
          <a:p xmlns:a="http://schemas.openxmlformats.org/drawingml/2006/main">
            <a:r>
              <a:t>packages/coding-agent/test/default-tools-setting.test.ts</a:t>
            </a:r>
          </a:p>
          <a:p xmlns:a="http://schemas.openxmlformats.org/drawingml/2006/main">
            <a:r>
              <a:t/>
            </a:r>
          </a:p>
          <a:p xmlns:a="http://schemas.openxmlformats.org/drawingml/2006/main">
            <a:r>
              <a:t>packages/coding-agent/test/suite/regressions/3592-no-builtin-tools-keeps-extension-tools.test.ts</a:t>
            </a:r>
          </a:p>
          <a:p xmlns:a="http://schemas.openxmlformats.org/drawingml/2006/main">
            <a:r>
              <a:t/>
            </a:r>
          </a:p>
          <a:p xmlns:a="http://schemas.openxmlformats.org/drawingml/2006/main">
            <a:r>
              <a:t>packages/coding-agent/test/suite/regressions/7829-invalid-settings-warning.test.ts</a:t>
            </a:r>
          </a:p>
          <a:p xmlns:a="http://schemas.openxmlformats.org/drawingml/2006/main">
            <a:r>
              <a:t/>
            </a:r>
          </a:p>
          <a:p xmlns:a="http://schemas.openxmlformats.org/drawingml/2006/main">
            <a:r>
              <a:t>packages/coding-agent/test/agent-session-dynamic-provider.test.ts</a:t>
            </a:r>
          </a:p>
          <a:p xmlns:a="http://schemas.openxmlformats.org/drawingml/2006/main">
            <a:r>
              <a:t/>
            </a:r>
          </a:p>
          <a:p xmlns:a="http://schemas.openxmlformats.org/drawingml/2006/main">
            <a:r>
              <a:t>packages/coding-agent/test/agent-session-dynamic-tools.test.ts</a:t>
            </a:r>
          </a:p>
          <a:p xmlns:a="http://schemas.openxmlformats.org/drawingml/2006/main">
            <a:r>
              <a:t/>
            </a:r>
          </a:p>
          <a:p xmlns:a="http://schemas.openxmlformats.org/drawingml/2006/main">
            <a:r>
              <a:t>packages/coding-agent/test/builtin-tool-strict-mode.test.ts</a:t>
            </a:r>
          </a:p>
          <a:p xmlns:a="http://schemas.openxmlformats.org/drawingml/2006/main">
            <a:r>
              <a:t/>
            </a:r>
          </a:p>
          <a:p xmlns:a="http://schemas.openxmlformats.org/drawingml/2006/main">
            <a:r>
              <a:t>packages/coding-agent/test/export-jsonl-share.test.ts</a:t>
            </a:r>
          </a:p>
          <a:p xmlns:a="http://schemas.openxmlformats.org/drawingml/2006/main">
            <a:r>
              <a:t/>
            </a:r>
          </a:p>
          <a:p xmlns:a="http://schemas.openxmlformats.org/drawingml/2006/main">
            <a:r>
              <a:t>packages/coding-agent/test/sdk-client-identity.test.ts</a:t>
            </a:r>
          </a:p>
          <a:p xmlns:a="http://schemas.openxmlformats.org/drawingml/2006/main">
            <a:r>
              <a:t/>
            </a:r>
          </a:p>
          <a:p xmlns:a="http://schemas.openxmlformats.org/drawingml/2006/main">
            <a:r>
              <a:t>packages/coding-agent/test/sdk-codex-cache-probe-tool-loop.ts</a:t>
            </a:r>
          </a:p>
          <a:p xmlns:a="http://schemas.openxmlformats.org/drawingml/2006/main">
            <a:r>
              <a:t/>
            </a:r>
          </a:p>
          <a:p xmlns:a="http://schemas.openxmlformats.org/drawingml/2006/main">
            <a:r>
              <a:t>packages/coding-agent/test/sdk-session-manager.test.ts</a:t>
            </a:r>
          </a:p>
          <a:p xmlns:a="http://schemas.openxmlformats.org/drawingml/2006/main">
            <a:r>
              <a:t/>
            </a:r>
          </a:p>
          <a:p xmlns:a="http://schemas.openxmlformats.org/drawingml/2006/main">
            <a:r>
              <a:t>packages/coding-agent/test/sdk-skills.test.ts</a:t>
            </a:r>
          </a:p>
          <a:p xmlns:a="http://schemas.openxmlformats.org/drawingml/2006/main">
            <a:r>
              <a:t/>
            </a:r>
          </a:p>
          <a:p xmlns:a="http://schemas.openxmlformats.org/drawingml/2006/main">
            <a:r>
              <a:t>packages/coding-agent/test/sdk-stream-options.test.ts</a:t>
            </a:r>
          </a:p>
          <a:p xmlns:a="http://schemas.openxmlformats.org/drawingml/2006/main">
            <a:r>
              <a:t/>
            </a:r>
          </a:p>
          <a:p xmlns:a="http://schemas.openxmlformats.org/drawingml/2006/main">
            <a:r>
              <a:t>packages/coding-agent/test/suite/regressions/2835-tools-allowlist-filters-extension-tools.test.ts</a:t>
            </a:r>
          </a:p>
          <a:p xmlns:a="http://schemas.openxmlformats.org/drawingml/2006/main">
            <a:r>
              <a:t/>
            </a:r>
          </a:p>
          <a:p xmlns:a="http://schemas.openxmlformats.org/drawingml/2006/main">
            <a:r>
              <a:t>packages/coding-agent/test/system-prompt-updates.test.ts</a:t>
            </a:r>
          </a:p>
          <a:p xmlns:a="http://schemas.openxmlformats.org/drawingml/2006/main">
            <a:r>
              <a:t/>
            </a:r>
          </a:p>
          <a:p xmlns:a="http://schemas.openxmlformats.org/drawingml/2006/main">
            <a:r>
              <a:t>packages/coding-agent/test/tool-renderer-examples.test.ts</a:t>
            </a:r>
          </a:p>
          <a:p xmlns:a="http://schemas.openxmlformats.org/drawingml/2006/main">
            <a:r>
              <a:t/>
            </a:r>
          </a:p>
          <a:p xmlns:a="http://schemas.openxmlformats.org/drawingml/2006/main">
            <a:r>
              <a:t>packages/coding-agent/test/virtual-models.test.ts</a:t>
            </a:r>
          </a:p>
          <a:p xmlns:a="http://schemas.openxmlformats.org/drawingml/2006/main">
            <a:r>
              <a:t/>
            </a:r>
          </a:p>
          <a:p xmlns:a="http://schemas.openxmlformats.org/drawingml/2006/main">
            <a:r>
              <a:t>packages/coding-agent/test/cache-warmer.test.ts</a:t>
            </a:r>
          </a:p>
          <a:p xmlns:a="http://schemas.openxmlformats.org/drawingml/2006/main">
            <a:r>
              <a:t/>
            </a:r>
          </a:p>
          <a:p xmlns:a="http://schemas.openxmlformats.org/drawingml/2006/main">
            <a:r>
              <a:t>packages/coding-agent/test/extensions-runner.test.ts</a:t>
            </a:r>
          </a:p>
          <a:p xmlns:a="http://schemas.openxmlformats.org/drawingml/2006/main">
            <a:r>
              <a:t/>
            </a:r>
          </a:p>
          <a:p xmlns:a="http://schemas.openxmlformats.org/drawingml/2006/main">
            <a:r>
              <a:t>packages/coding-agent/test/llama-extension.test.ts</a:t>
            </a:r>
          </a:p>
          <a:p xmlns:a="http://schemas.openxmlformats.org/drawingml/2006/main">
            <a:r>
              <a:t/>
            </a:r>
          </a:p>
          <a:p xmlns:a="http://schemas.openxmlformats.org/drawingml/2006/main">
            <a:r>
              <a:t>packages/coding-agent/test/suite/regressions/7193-event-bus-lifecycle.test.ts</a:t>
            </a:r>
          </a:p>
          <a:p xmlns:a="http://schemas.openxmlformats.org/drawingml/2006/main">
            <a:r>
              <a:t/>
            </a:r>
          </a:p>
          <a:p xmlns:a="http://schemas.openxmlformats.org/drawingml/2006/main">
            <a:r>
              <a:t>packages/coding-agent/test/suite/regressions/8423-extension-factory-failure.test.ts</a:t>
            </a:r>
          </a:p>
          <a:p xmlns:a="http://schemas.openxmlformats.org/drawingml/2006/main">
            <a:r>
              <a:t/>
            </a:r>
          </a:p>
          <a:p xmlns:a="http://schemas.openxmlformats.org/drawingml/2006/main">
            <a:r>
              <a:t>packages/coding-agent/test/utilities.ts</a:t>
            </a:r>
          </a:p>
          <a:p xmlns:a="http://schemas.openxmlformats.org/drawingml/2006/main">
            <a:r>
              <a:t/>
            </a:r>
          </a:p>
          <a:p xmlns:a="http://schemas.openxmlformats.org/drawingml/2006/main">
            <a:r>
              <a:t>packages/coding-agent/test/compaction-extensions-example.test.ts</a:t>
            </a:r>
          </a:p>
          <a:p xmlns:a="http://schemas.openxmlformats.org/drawingml/2006/main">
            <a:r>
              <a:t/>
            </a:r>
          </a:p>
          <a:p xmlns:a="http://schemas.openxmlformats.org/drawingml/2006/main">
            <a:r>
              <a:t>packages/coding-agent/test/compaction-extensions.test.ts</a:t>
            </a:r>
          </a:p>
          <a:p xmlns:a="http://schemas.openxmlformats.org/drawingml/2006/main">
            <a:r>
              <a:t/>
            </a:r>
          </a:p>
          <a:p xmlns:a="http://schemas.openxmlformats.org/drawingml/2006/main">
            <a:r>
              <a:t>packages/coding-agent/test/git-merge-and-resolve-extension.test.ts</a:t>
            </a:r>
          </a:p>
          <a:p xmlns:a="http://schemas.openxmlformats.org/drawingml/2006/main">
            <a:r>
              <a:t/>
            </a:r>
          </a:p>
          <a:p xmlns:a="http://schemas.openxmlformats.org/drawingml/2006/main">
            <a:r>
              <a:t>packages/coding-agent/test/input-transform-streaming-example.test.ts</a:t>
            </a:r>
          </a:p>
          <a:p xmlns:a="http://schemas.openxmlformats.org/drawingml/2006/main">
            <a:r>
              <a:t/>
            </a:r>
          </a:p>
          <a:p xmlns:a="http://schemas.openxmlformats.org/drawingml/2006/main">
            <a:r>
              <a:t>packages/coding-agent/test/plan-mode-extension.test.ts</a:t>
            </a:r>
          </a:p>
          <a:p xmlns:a="http://schemas.openxmlformats.org/drawingml/2006/main">
            <a:r>
              <a:t/>
            </a:r>
          </a:p>
          <a:p xmlns:a="http://schemas.openxmlformats.org/drawingml/2006/main">
            <a:r>
              <a:t>packages/coding-agent/test/suite/agent-session-compaction-model-overrides.test.ts</a:t>
            </a:r>
          </a:p>
          <a:p xmlns:a="http://schemas.openxmlformats.org/drawingml/2006/main">
            <a:r>
              <a:t/>
            </a:r>
          </a:p>
          <a:p xmlns:a="http://schemas.openxmlformats.org/drawingml/2006/main">
            <a:r>
              <a:t>packages/coding-agent/test/suite/agent-session-prompt.test.ts</a:t>
            </a:r>
          </a:p>
          <a:p xmlns:a="http://schemas.openxmlformats.org/drawingml/2006/main">
            <a:r>
              <a:t/>
            </a:r>
          </a:p>
          <a:p xmlns:a="http://schemas.openxmlformats.org/drawingml/2006/main">
            <a:r>
              <a:t>packages/coding-agent/test/suite/harness.ts</a:t>
            </a:r>
          </a:p>
          <a:p xmlns:a="http://schemas.openxmlformats.org/drawingml/2006/main">
            <a:r>
              <a:t/>
            </a:r>
          </a:p>
          <a:p xmlns:a="http://schemas.openxmlformats.org/drawingml/2006/main">
            <a:r>
              <a:t>packages/coding-agent/test/suite/regressions/8261-subagent-project-trust.test.ts</a:t>
            </a:r>
          </a:p>
          <a:p xmlns:a="http://schemas.openxmlformats.org/drawingml/2006/main">
            <a:r>
              <a:t/>
            </a:r>
          </a:p>
          <a:p xmlns:a="http://schemas.openxmlformats.org/drawingml/2006/main">
            <a:r>
              <a:t>packages/coding-agent/test/suite/virtual-models.test.ts</a:t>
            </a:r>
          </a:p>
          <a:p xmlns:a="http://schemas.openxmlformats.org/drawingml/2006/main">
            <a:r>
              <a:t/>
            </a:r>
          </a:p>
          <a:p xmlns:a="http://schemas.openxmlformats.org/drawingml/2006/main">
            <a:r>
              <a:t>packages/coding-agent/test/trigger-compact-extension.test.ts</a:t>
            </a:r>
          </a:p>
          <a:p xmlns:a="http://schemas.openxmlformats.org/drawingml/2006/main">
            <a:r>
              <a:t/>
            </a:r>
          </a:p>
          <a:p xmlns:a="http://schemas.openxmlformats.org/drawingml/2006/main">
            <a:r>
              <a:t>packages/coding-agent/test/extensions-discovery.test.ts</a:t>
            </a:r>
          </a:p>
          <a:p xmlns:a="http://schemas.openxmlformats.org/drawingml/2006/main">
            <a:r>
              <a:t/>
            </a:r>
          </a:p>
          <a:p xmlns:a="http://schemas.openxmlformats.org/drawingml/2006/main">
            <a:r>
              <a:t>packages/coding-agent/test/extensions-input-event.test.ts</a:t>
            </a:r>
          </a:p>
          <a:p xmlns:a="http://schemas.openxmlformats.org/drawingml/2006/main">
            <a:r>
              <a:t/>
            </a:r>
          </a:p>
          <a:p xmlns:a="http://schemas.openxmlformats.org/drawingml/2006/main">
            <a:r>
              <a:t>packages/coding-agent/test/suite/regressions/8237-node-sea-extension-loading.test.ts</a:t>
            </a:r>
          </a:p>
          <a:p xmlns:a="http://schemas.openxmlformats.org/drawingml/2006/main">
            <a:r>
              <a:t/>
            </a:r>
          </a:p>
          <a:p xmlns:a="http://schemas.openxmlformats.org/drawingml/2006/main">
            <a:r>
              <a:t>packages/coding-agent/test/suite/regressions/9540-extension-loader-lazy.test.ts</a:t>
            </a:r>
          </a:p>
          <a:p xmlns:a="http://schemas.openxmlformats.org/drawingml/2006/main">
            <a:r>
              <a:t/>
            </a:r>
          </a:p>
          <a:p xmlns:a="http://schemas.openxmlformats.org/drawingml/2006/main">
            <a:r>
              <a:t>packages/coding-agent/test/suite/regressions/extension-factory-cache.test.ts</a:t>
            </a:r>
          </a:p>
          <a:p xmlns:a="http://schemas.openxmlformats.org/drawingml/2006/main">
            <a:r>
              <a:t/>
            </a:r>
          </a:p>
          <a:p xmlns:a="http://schemas.openxmlformats.org/drawingml/2006/main">
            <a:r>
              <a:t>packages/coding-agent/test/resource-loader.test.ts</a:t>
            </a:r>
          </a:p>
          <a:p xmlns:a="http://schemas.openxmlformats.org/drawingml/2006/main">
            <a:r>
              <a:t/>
            </a:r>
          </a:p>
          <a:p xmlns:a="http://schemas.openxmlformats.org/drawingml/2006/main">
            <a:r>
              <a:t>packages/coding-agent/test/suite/agent-session-mcp-oauth.test.ts</a:t>
            </a:r>
          </a:p>
          <a:p xmlns:a="http://schemas.openxmlformats.org/drawingml/2006/main">
            <a:r>
              <a:t/>
            </a:r>
          </a:p>
          <a:p xmlns:a="http://schemas.openxmlformats.org/drawingml/2006/main">
            <a:r>
              <a:t>packages/coding-agent/test/codemode-renderer.test.ts</a:t>
            </a:r>
          </a:p>
          <a:p xmlns:a="http://schemas.openxmlformats.org/drawingml/2006/main">
            <a:r>
              <a:t/>
            </a:r>
          </a:p>
          <a:p xmlns:a="http://schemas.openxmlformats.org/drawingml/2006/main">
            <a:r>
              <a:t>packages/coding-agent/test/custom-message.test.ts</a:t>
            </a:r>
          </a:p>
          <a:p xmlns:a="http://schemas.openxmlformats.org/drawingml/2006/main">
            <a:r>
              <a:t/>
            </a:r>
          </a:p>
          <a:p xmlns:a="http://schemas.openxmlformats.org/drawingml/2006/main">
            <a:r>
              <a:t>packages/coding-agent/test/edit-tool-legacy-input.test.ts</a:t>
            </a:r>
          </a:p>
          <a:p xmlns:a="http://schemas.openxmlformats.org/drawingml/2006/main">
            <a:r>
              <a:t/>
            </a:r>
          </a:p>
          <a:p xmlns:a="http://schemas.openxmlformats.org/drawingml/2006/main">
            <a:r>
              <a:t>packages/coding-agent/test/export-html-whitespace.test.ts</a:t>
            </a:r>
          </a:p>
          <a:p xmlns:a="http://schemas.openxmlformats.org/drawingml/2006/main">
            <a:r>
              <a:t/>
            </a:r>
          </a:p>
          <a:p xmlns:a="http://schemas.openxmlformats.org/drawingml/2006/main">
            <a:r>
              <a:t>packages/coding-agent/test/image-resize-callers.test.ts</a:t>
            </a:r>
          </a:p>
          <a:p xmlns:a="http://schemas.openxmlformats.org/drawingml/2006/main">
            <a:r>
              <a:t/>
            </a:r>
          </a:p>
          <a:p xmlns:a="http://schemas.openxmlformats.org/drawingml/2006/main">
            <a:r>
              <a:t>packages/coding-agent/test/interactive-mode-status.test.ts</a:t>
            </a:r>
          </a:p>
          <a:p xmlns:a="http://schemas.openxmlformats.org/drawingml/2006/main">
            <a:r>
              <a:t/>
            </a:r>
          </a:p>
          <a:p xmlns:a="http://schemas.openxmlformats.org/drawingml/2006/main">
            <a:r>
              <a:t>packages/coding-agent/test/mermaid.test.ts</a:t>
            </a:r>
          </a:p>
          <a:p xmlns:a="http://schemas.openxmlformats.org/drawingml/2006/main">
            <a:r>
              <a:t/>
            </a:r>
          </a:p>
          <a:p xmlns:a="http://schemas.openxmlformats.org/drawingml/2006/main">
            <a:r>
              <a:t>packages/coding-agent/test/output-pad.test.ts</a:t>
            </a:r>
          </a:p>
          <a:p xmlns:a="http://schemas.openxmlformats.org/drawingml/2006/main">
            <a:r>
              <a:t/>
            </a:r>
          </a:p>
          <a:p xmlns:a="http://schemas.openxmlformats.org/drawingml/2006/main">
            <a:r>
              <a:t>packages/coding-agent/test/suite/agent-session-codemode.test.ts</a:t>
            </a:r>
          </a:p>
          <a:p xmlns:a="http://schemas.openxmlformats.org/drawingml/2006/main">
            <a:r>
              <a:t/>
            </a:r>
          </a:p>
          <a:p xmlns:a="http://schemas.openxmlformats.org/drawingml/2006/main">
            <a:r>
              <a:t>packages/coding-agent/test/suite/agent-session-mcp.test.ts</a:t>
            </a:r>
          </a:p>
          <a:p xmlns:a="http://schemas.openxmlformats.org/drawingml/2006/main">
            <a:r>
              <a:t/>
            </a:r>
          </a:p>
          <a:p xmlns:a="http://schemas.openxmlformats.org/drawingml/2006/main">
            <a:r>
              <a:t>packages/coding-agent/test/suite/agent-session-tool-orchestration.test.ts</a:t>
            </a:r>
          </a:p>
          <a:p xmlns:a="http://schemas.openxmlformats.org/drawingml/2006/main">
            <a:r>
              <a:t/>
            </a:r>
          </a:p>
          <a:p xmlns:a="http://schemas.openxmlformats.org/drawingml/2006/main">
            <a:r>
              <a:t>packages/coding-agent/test/suite/regressions/10285-mcp-tool-renderers.test.ts</a:t>
            </a:r>
          </a:p>
          <a:p xmlns:a="http://schemas.openxmlformats.org/drawingml/2006/main">
            <a:r>
              <a:t/>
            </a:r>
          </a:p>
          <a:p xmlns:a="http://schemas.openxmlformats.org/drawingml/2006/main">
            <a:r>
              <a:t>packages/coding-agent/test/tool-execution-component.test.ts</a:t>
            </a:r>
          </a:p>
          <a:p xmlns:a="http://schemas.openxmlformats.org/drawingml/2006/main">
            <a:r>
              <a:t/>
            </a:r>
          </a:p>
          <a:p xmlns:a="http://schemas.openxmlformats.org/drawingml/2006/main">
            <a:r>
              <a:t>packages/coding-agent/test/tool-search.test.ts</a:t>
            </a:r>
          </a:p>
          <a:p xmlns:a="http://schemas.openxmlformats.org/drawingml/2006/main">
            <a:r>
              <a:t/>
            </a:r>
          </a:p>
          <a:p xmlns:a="http://schemas.openxmlformats.org/drawingml/2006/main">
            <a:r>
              <a:t>packages/coding-agent/test/tools.test.ts</a:t>
            </a:r>
          </a:p>
          <a:p xmlns:a="http://schemas.openxmlformats.org/drawingml/2006/main">
            <a:r>
              <a:t/>
            </a:r>
          </a:p>
          <a:p xmlns:a="http://schemas.openxmlformats.org/drawingml/2006/main">
            <a:r>
              <a:t>packages/coding-agent/test/suite/regressions/11156-pi-ai-models-virtual-module.test.ts</a:t>
            </a:r>
          </a:p>
          <a:p xmlns:a="http://schemas.openxmlformats.org/drawingml/2006/main">
            <a:r>
              <a:t/>
            </a:r>
          </a:p>
          <a:p xmlns:a="http://schemas.openxmlformats.org/drawingml/2006/main">
            <a:r>
              <a:t>packages/coding-agent/test/agent-session-auto-compaction-queue.test.ts</a:t>
            </a:r>
          </a:p>
          <a:p xmlns:a="http://schemas.openxmlformats.org/drawingml/2006/main">
            <a:r>
              <a:t/>
            </a:r>
          </a:p>
          <a:p xmlns:a="http://schemas.openxmlformats.org/drawingml/2006/main">
            <a:r>
              <a:t>packages/coding-agent/test/agent-session-compaction.test.ts</a:t>
            </a:r>
          </a:p>
          <a:p xmlns:a="http://schemas.openxmlformats.org/drawingml/2006/main">
            <a:r>
              <a:t/>
            </a:r>
          </a:p>
          <a:p xmlns:a="http://schemas.openxmlformats.org/drawingml/2006/main">
            <a:r>
              <a:t>packages/coding-agent/test/agent-session-concurrent.test.ts</a:t>
            </a:r>
          </a:p>
          <a:p xmlns:a="http://schemas.openxmlformats.org/drawingml/2006/main">
            <a:r>
              <a:t/>
            </a:r>
          </a:p>
          <a:p xmlns:a="http://schemas.openxmlformats.org/drawingml/2006/main">
            <a:r>
              <a:t>packages/coding-agent/test/agent-session-retry.test.ts</a:t>
            </a:r>
          </a:p>
          <a:p xmlns:a="http://schemas.openxmlformats.org/drawingml/2006/main">
            <a:r>
              <a:t/>
            </a:r>
          </a:p>
          <a:p xmlns:a="http://schemas.openxmlformats.org/drawingml/2006/main">
            <a:r>
              <a:t>packages/coding-agent/test/agent-session-stats.test.ts</a:t>
            </a:r>
          </a:p>
          <a:p xmlns:a="http://schemas.openxmlformats.org/drawingml/2006/main">
            <a:r>
              <a:t/>
            </a:r>
          </a:p>
          <a:p xmlns:a="http://schemas.openxmlformats.org/drawingml/2006/main">
            <a:r>
              <a:t>packages/coding-agent/test/bug-report.test.ts</a:t>
            </a:r>
          </a:p>
          <a:p xmlns:a="http://schemas.openxmlformats.org/drawingml/2006/main">
            <a:r>
              <a:t/>
            </a:r>
          </a:p>
          <a:p xmlns:a="http://schemas.openxmlformats.org/drawingml/2006/main">
            <a:r>
              <a:t>packages/coding-agent/test/footer-width.test.ts</a:t>
            </a:r>
          </a:p>
          <a:p xmlns:a="http://schemas.openxmlformats.org/drawingml/2006/main">
            <a:r>
              <a:t/>
            </a:r>
          </a:p>
          <a:p xmlns:a="http://schemas.openxmlformats.org/drawingml/2006/main">
            <a:r>
              <a:t>packages/coding-agent/test/model-resolver.test.ts</a:t>
            </a:r>
          </a:p>
          <a:p xmlns:a="http://schemas.openxmlformats.org/drawingml/2006/main">
            <a:r>
              <a:t/>
            </a:r>
          </a:p>
          <a:p xmlns:a="http://schemas.openxmlformats.org/drawingml/2006/main">
            <a:r>
              <a:t>packages/coding-agent/test/program-status-reporter.test.ts</a:t>
            </a:r>
          </a:p>
          <a:p xmlns:a="http://schemas.openxmlformats.org/drawingml/2006/main">
            <a:r>
              <a:t/>
            </a:r>
          </a:p>
          <a:p xmlns:a="http://schemas.openxmlformats.org/drawingml/2006/main">
            <a:r>
              <a:t>packages/coding-agent/test/suite/regressions/4167-thinking-toggle-pending-tool-render.test.ts</a:t>
            </a:r>
          </a:p>
          <a:p xmlns:a="http://schemas.openxmlformats.org/drawingml/2006/main">
            <a:r>
              <a:t/>
            </a:r>
          </a:p>
          <a:p xmlns:a="http://schemas.openxmlformats.org/drawingml/2006/main">
            <a:r>
              <a:t>packages/coding-agent/test/suite/regressions/5596-missing-theme-export.test.ts</a:t>
            </a:r>
          </a:p>
          <a:p xmlns:a="http://schemas.openxmlformats.org/drawingml/2006/main">
            <a:r>
              <a:t/>
            </a:r>
          </a:p>
          <a:p xmlns:a="http://schemas.openxmlformats.org/drawingml/2006/main">
            <a:r>
              <a:t>packages/coding-agent/test/suite/regressions/5943-session-start-notify.test.ts</a:t>
            </a:r>
          </a:p>
          <a:p xmlns:a="http://schemas.openxmlformats.org/drawingml/2006/main">
            <a:r>
              <a:t/>
            </a:r>
          </a:p>
          <a:p xmlns:a="http://schemas.openxmlformats.org/drawingml/2006/main">
            <a:r>
              <a:t>packages/coding-agent/test/suite/regressions/7150-rpc-prompt-during-compaction.test.ts</a:t>
            </a:r>
          </a:p>
          <a:p xmlns:a="http://schemas.openxmlformats.org/drawingml/2006/main">
            <a:r>
              <a:t/>
            </a:r>
          </a:p>
          <a:p xmlns:a="http://schemas.openxmlformats.org/drawingml/2006/main">
            <a:r>
              <a:t>packages/coding-agent/test/test-harness.ts</a:t>
            </a:r>
          </a:p>
          <a:p xmlns:a="http://schemas.openxmlformats.org/drawingml/2006/main">
            <a:r>
              <a:t/>
            </a:r>
          </a:p>
          <a:p xmlns:a="http://schemas.openxmlformats.org/drawingml/2006/main">
            <a:r>
              <a:t>packages/coding-agent/test/suite/regressions/8537-custom-message-tool-result-ordering.test.ts</a:t>
            </a:r>
          </a:p>
          <a:p xmlns:a="http://schemas.openxmlformats.org/drawingml/2006/main">
            <a:r>
              <a:t/>
            </a:r>
          </a:p>
          <a:p xmlns:a="http://schemas.openxmlformats.org/drawingml/2006/main">
            <a:r>
              <a:t>功能编号：</a:t>
            </a:r>
          </a:p>
          <a:p xmlns:a="http://schemas.openxmlformats.org/drawingml/2006/main">
            <a:r>
              <a:t/>
            </a:r>
          </a:p>
          <a:p xmlns:a="http://schemas.openxmlformats.org/drawingml/2006/main">
            <a:r>
              <a:t>EXT-22 · 会话控制与安全切换 [库] 命令上下文可等待空闲、重载、导航与替换会话；替换后应使用新上下文和重新绑定监听。</a:t>
            </a:r>
          </a:p>
          <a:p xmlns:a="http://schemas.openxmlformats.org/drawingml/2006/main">
            <a:r>
              <a:t/>
            </a:r>
          </a:p>
          <a:p xmlns:a="http://schemas.openxmlformats.org/drawingml/2006/main">
            <a:r>
              <a:t>INT-01 · 进程内创建会话 [库] 在 Node.js／Bun 应用中直接创建 AgentSession，复用 Pi 的模型、工具、配置、会话和扩展，而无需启动终端。</a:t>
            </a:r>
          </a:p>
          <a:p xmlns:a="http://schemas.openxmlformats.org/drawingml/2006/main">
            <a:r>
              <a:t/>
            </a:r>
          </a:p>
          <a:p xmlns:a="http://schemas.openxmlformats.org/drawingml/2006/main">
            <a:r>
              <a:t>INT-03 · 等待、取消和销毁 [库] 等待真正空闲，或取消工作并等待结束；销毁会话时清除监听和旧扩展上下文。</a:t>
            </a:r>
          </a:p>
          <a:p xmlns:a="http://schemas.openxmlformats.org/drawingml/2006/main">
            <a:r>
              <a:t/>
            </a:r>
          </a:p>
          <a:p xmlns:a="http://schemas.openxmlformats.org/drawingml/2006/main">
            <a:r>
              <a:t>INT-04 · 会话事件订阅 [库] 接收文本增量、工具进度、队列、重试、压缩及最终静止事件，以驱动自己的界面。</a:t>
            </a:r>
          </a:p>
          <a:p xmlns:a="http://schemas.openxmlformats.org/drawingml/2006/main">
            <a:r>
              <a:t/>
            </a:r>
          </a:p>
          <a:p xmlns:a="http://schemas.openxmlformats.org/drawingml/2006/main">
            <a:r>
              <a:t>INT-05 · 宿主依赖注入 [库] 替换 ModelRuntime、SettingsManager、SessionManager、ResourceLoader 与工具集合，让宿主控制存储和资源边界。</a:t>
            </a:r>
          </a:p>
          <a:p xmlns:a="http://schemas.openxmlformats.org/drawingml/2006/main">
            <a:r>
              <a:t/>
            </a:r>
          </a:p>
          <a:p xmlns:a="http://schemas.openxmlformats.org/drawingml/2006/main">
            <a:r>
              <a:t>INT-07 · 会话运行时替换 [库] 在同一宿主中新建、切换、分叉或导入会话，按目标工作目录重新创建服务；旧订阅需要重绑。</a:t>
            </a:r>
          </a:p>
          <a:p xmlns:a="http://schemas.openxmlformats.org/drawingml/2006/main">
            <a:r>
              <a:t/>
            </a:r>
          </a:p>
          <a:p xmlns:a="http://schemas.openxmlformats.org/drawingml/2006/main">
            <a:r>
              <a:t>OTH-56 · SDK 完整演练集 [示例] 14 个示例覆盖最小调用、模型、提示、技能、工具、扩展、上下文、模板、认证、设置、会话、完全替换宿主、runtime 切换、MCP／Codemode。</a:t>
            </a:r>
          </a:p>
          <a:p xmlns:a="http://schemas.openxmlformats.org/drawingml/2006/main">
            <a:r>
              <a:t/>
            </a:r>
          </a:p>
          <a:p xmlns:a="http://schemas.openxmlformats.org/drawingml/2006/main">
            <a:r>
              <a:t>OTH-84 · 依赖供应链检查 [工程支持] 固定直接外部依赖，检查锁文件及安装锁，默认忽略依赖生命周期脚本，并进行相应审计。</a:t>
            </a:r>
          </a:p>
          <a:p xmlns:a="http://schemas.openxmlformats.org/drawingml/2006/main">
            <a:r>
              <a:t/>
            </a:r>
          </a:p>
          <a:p xmlns:a="http://schemas.openxmlformats.org/drawingml/2006/main">
            <a:r>
              <a:t>OTH-85 · 静态检查与定向测试 [工程支持] 根 check 检查格式、类型及依赖等；测试按包和具体文件运行，交互测试另有专门流程。</a:t>
            </a:r>
          </a:p>
          <a:p xmlns:a="http://schemas.openxmlformats.org/drawingml/2006/main">
            <a:r>
              <a:t/>
            </a:r>
          </a:p>
          <a:p xmlns:a="http://schemas.openxmlformats.org/drawingml/2006/main">
            <a:r>
              <a:t>OTH-89 · 当前仓库中文离线导览 [本地文档产物] source-code-html 提供离线源码、功能、目录、历史和二次开发导览；属于本仓库附加文档，生成内容是否同步需单独核查，不能等同于当前源码事实。</a:t>
            </a:r>
          </a:p>
          <a:p xmlns:a="http://schemas.openxmlformats.org/drawingml/2006/main">
            <a:r>
              <a:t/>
            </a:r>
          </a:p>
          <a:p xmlns:a="http://schemas.openxmlformats.org/drawingml/2006/main">
            <a:r>
              <a:t>OTH-90 · node-forge 定向修补与验证 [历史资料] 旧 workbench-dev 曾有 node-forge 定向修补；当前 package.json、scripts 与 vendor 中没有该机制，仅保留历史资料。</a:t>
            </a:r>
          </a:p>
          <a:p xmlns:a="http://schemas.openxmlformats.org/drawingml/2006/main">
            <a:r>
              <a:t/>
            </a:r>
          </a:p>
          <a:p xmlns:a="http://schemas.openxmlformats.org/drawingml/2006/main">
            <a:r>
              <a:t>WBW-01 · 页面启动、路由与多页签 [历史资料] 装配工作台，按业务页面打开、切换、关闭页签并同步深链接。 关闭页签与清除草稿不同；键盘菜单、右侧工作区和窄屏布局分别维护。</a:t>
            </a:r>
          </a:p>
          <a:p xmlns:a="http://schemas.openxmlformats.org/drawingml/2006/main">
            <a:r>
              <a:t/>
            </a:r>
          </a:p>
          <a:p xmlns:a="http://schemas.openxmlformats.org/drawingml/2006/main">
            <a:r>
              <a:t>WBW-02 · 原生会话列表与聊天 [历史资料] 创建或选择会话，提交提示，呈现消息和运行状态。 浏览器通过宿主操作会话；没有宿主时显示不可连接，不生成假模型回复。</a:t>
            </a:r>
          </a:p>
          <a:p xmlns:a="http://schemas.openxmlformats.org/drawingml/2006/main">
            <a:r>
              <a:t/>
            </a:r>
          </a:p>
          <a:p xmlns:a="http://schemas.openxmlformats.org/drawingml/2006/main">
            <a:r>
              <a:t>WBW-03 · HTTP 客户端与 SSE 事件恢复 [历史资料] 请求同源 API，消费带序号的事件并恢复浏览器状态。 事件回放与快照兜底处理断线；最终 message_end 替换增量拼接结果，避免重复文本。</a:t>
            </a:r>
          </a:p>
          <a:p xmlns:a="http://schemas.openxmlformats.org/drawingml/2006/main">
            <a:r>
              <a:t/>
            </a:r>
          </a:p>
          <a:p xmlns:a="http://schemas.openxmlformats.org/drawingml/2006/main">
            <a:r>
              <a:t>WBW-04 · 图片附件与输入校验 [历史资料] 将用户选择的图片整理为提示附件，并反馈类型或容量错误。 前端反馈不替代服务端严格校验；图片能力仍由宿主模型声明。</a:t>
            </a:r>
          </a:p>
          <a:p xmlns:a="http://schemas.openxmlformats.org/drawingml/2006/main">
            <a:r>
              <a:t/>
            </a:r>
          </a:p>
          <a:p xmlns:a="http://schemas.openxmlformats.org/drawingml/2006/main">
            <a:r>
              <a:t>WBW-05 · 运行、上下文、变更与资源检查器 [历史资料] 检查工具、队列、用量、上下文投影、文件差异与运行时信息。 canonical-projection 是当前分支模型上下文；未知费用保留未知，不由 token 数伪造账单。</a:t>
            </a:r>
          </a:p>
          <a:p xmlns:a="http://schemas.openxmlformats.org/drawingml/2006/main">
            <a:r>
              <a:t/>
            </a:r>
          </a:p>
          <a:p xmlns:a="http://schemas.openxmlformats.org/drawingml/2006/main">
            <a:r>
              <a:t>WBW-06 · 文件浏览、搜索和编辑冲突 [历史资料] 在授权工作区内浏览、查找、新建和修改文件。 保存带 etag；冲突时重新读取，不把浏览器编辑内容自动覆盖新版本。</a:t>
            </a:r>
          </a:p>
          <a:p xmlns:a="http://schemas.openxmlformats.org/drawingml/2006/main">
            <a:r>
              <a:t/>
            </a:r>
          </a:p>
          <a:p xmlns:a="http://schemas.openxmlformats.org/drawingml/2006/main">
            <a:r>
              <a:t>WBW-07 · 终端面板与显式创建 [历史资料] 操作宿主允许的 PTY，发送输入、调整尺寸并观察退出。 查看面板不启动 shell；只有宿主启用且用户创建后才有真实终端。</a:t>
            </a:r>
          </a:p>
          <a:p xmlns:a="http://schemas.openxmlformats.org/drawingml/2006/main">
            <a:r>
              <a:t/>
            </a:r>
          </a:p>
          <a:p xmlns:a="http://schemas.openxmlformats.org/drawingml/2006/main">
            <a:r>
              <a:t>WBW-08 · 原生设置、模型与诊断入口 [历史资料] 提供会话、模型、参考资料、原生设置和诊断的独立入口。 native settings 仅保存非秘密白名单；保存影响下一次 runtime 创建，项目范围需要宿主信任。参考清单不是全部已接通的 API。</a:t>
            </a:r>
          </a:p>
          <a:p xmlns:a="http://schemas.openxmlformats.org/drawingml/2006/main">
            <a:r>
              <a:t/>
            </a:r>
          </a:p>
          <a:p xmlns:a="http://schemas.openxmlformats.org/drawingml/2006/main">
            <a:r>
              <a:t>WBW-09 · 内存草稿、JSON 编辑与导入导出 [历史资料] 保留页内配置与未应用文本，校验整份草稿后再原子导入。 浏览器草稿刷新会丢失；导出 pi-workbench-draft 不等于可直接传给 SDK 的完整配置。</a:t>
            </a:r>
          </a:p>
          <a:p xmlns:a="http://schemas.openxmlformats.org/drawingml/2006/main">
            <a:r>
              <a:t/>
            </a:r>
          </a:p>
          <a:p xmlns:a="http://schemas.openxmlformats.org/drawingml/2006/main">
            <a:r>
              <a:t>WBW-10 · 保存配置、继承解析与生效回执 [历史资料] 读取 global/workspace/session 配置，显示来源与实际操作回执。 revisionVector 约束继承快照；保存成功、参数发出和行为实测是不同证据。</a:t>
            </a:r>
          </a:p>
          <a:p xmlns:a="http://schemas.openxmlformats.org/drawingml/2006/main">
            <a:r>
              <a:t/>
            </a:r>
          </a:p>
          <a:p xmlns:a="http://schemas.openxmlformats.org/drawingml/2006/main">
            <a:r>
              <a:t>WBW-11 · 十模块页面与显式运行 [历史资料] 将模块表单、能力索引、示例和宿主 operation 组合成独立页面。 按宿主支持状态开放操作；本地 fixture、真实模型和外部 daemon 的结果须按各自边界理解。</a:t>
            </a:r>
          </a:p>
          <a:p xmlns:a="http://schemas.openxmlformats.org/drawingml/2006/main">
            <a:r>
              <a:t/>
            </a:r>
          </a:p>
          <a:p xmlns:a="http://schemas.openxmlformats.org/drawingml/2006/main">
            <a:r>
              <a:t>WBW-12 · 能力、字段与固定模型目录 [历史资料] 提供参数元数据、源码链接、模型选择与能力帮助。 目录来自源码快照；可选择不代表当前账号能调用，字段可编辑不代表已运行验证。</a:t>
            </a:r>
          </a:p>
          <a:p xmlns:a="http://schemas.openxmlformats.org/drawingml/2006/main">
            <a:r>
              <a:t/>
            </a:r>
          </a:p>
          <a:p xmlns:a="http://schemas.openxmlformats.org/drawingml/2006/main">
            <a:r>
              <a:t>WBW-13 · 双语、可访问控件与响应式样式 [历史资料] 集中管理中英文文案、DOM 控件、选择器和布局。 语言切换保留编辑状态；文本、属性和交互分别更新。</a:t>
            </a:r>
          </a:p>
          <a:p xmlns:a="http://schemas.openxmlformats.org/drawingml/2006/main">
            <a:r>
              <a:t/>
            </a:r>
          </a:p>
          <a:p xmlns:a="http://schemas.openxmlformats.org/drawingml/2006/main">
            <a:r>
              <a:t>WBP-01 · 浏览器安全 DTO 与请求响应类型 [历史资料] 定义会话、消息、工作区、配置、能力与运行请求的传输结构。 wire v1 与 npm 包版本不同；私有磁盘路径和凭据不应进入浏览器 DTO。</a:t>
            </a:r>
          </a:p>
          <a:p xmlns:a="http://schemas.openxmlformats.org/drawingml/2006/main">
            <a:r>
              <a:t/>
            </a:r>
          </a:p>
          <a:p xmlns:a="http://schemas.openxmlformats.org/drawingml/2006/main">
            <a:r>
              <a:t>WBP-02 · 严格 JSON、提示与配置校验 [历史资料] 拒绝未知字段、非法标识、危险对象结构与过量图片。 最多 8 张图片，单张 5 MiB、合计 7 MiB；revision/etag 用于冲突检查。解析不代替所有者授权。</a:t>
            </a:r>
          </a:p>
          <a:p xmlns:a="http://schemas.openxmlformats.org/drawingml/2006/main">
            <a:r>
              <a:t/>
            </a:r>
          </a:p>
          <a:p xmlns:a="http://schemas.openxmlformats.org/drawingml/2006/main">
            <a:r>
              <a:t>WBP-03 · 单调事件序号与消息归约 [历史资料] 用完整消息和事件序号建立可恢复的浏览器投影。 先持久化再广播；增量是临时呈现，最终消息为权威结果。</a:t>
            </a:r>
          </a:p>
          <a:p xmlns:a="http://schemas.openxmlformats.org/drawingml/2006/main">
            <a:r>
              <a:t/>
            </a:r>
          </a:p>
          <a:p xmlns:a="http://schemas.openxmlformats.org/drawingml/2006/main">
            <a:r>
              <a:t>WBP-04 · 终端屏幕与输入输出协议 [历史资料] 描述终端尺寸、状态、屏幕和控制请求。 协议支持不证明平台 PTY 已安装或宿主已授权。</a:t>
            </a:r>
          </a:p>
          <a:p xmlns:a="http://schemas.openxmlformats.org/drawingml/2006/main">
            <a:r>
              <a:t/>
            </a:r>
          </a:p>
          <a:p xmlns:a="http://schemas.openxmlformats.org/drawingml/2006/main">
            <a:r>
              <a:t>WBS-01 · 回环 HTTP 服务装配与关闭 [历史资料] 准备仓外数据根、锁、服务组件和请求收尾，提供同源静态资源。 只绑定 127.0.0.1 或 ::1；close 等待所拥有的工作收尾。Windows IPC 停机与强杀不同。</a:t>
            </a:r>
          </a:p>
          <a:p xmlns:a="http://schemas.openxmlformats.org/drawingml/2006/main">
            <a:r>
              <a:t/>
            </a:r>
          </a:p>
          <a:p xmlns:a="http://schemas.openxmlformats.org/drawingml/2006/main">
            <a:r>
              <a:t>WBS-02 · 逐请求身份、工作区授权与来源检查 [历史资料] 核验身份、会话所有者、工作区权限与 Host/Origin，记录最小审计。 configured 默认拒绝匿名业务 API；faux local-owner 仅开发用。Origin 防护不能代替认证。</a:t>
            </a:r>
          </a:p>
          <a:p xmlns:a="http://schemas.openxmlformats.org/drawingml/2006/main">
            <a:r>
              <a:t/>
            </a:r>
          </a:p>
          <a:p xmlns:a="http://schemas.openxmlformats.org/drawingml/2006/main">
            <a:r>
              <a:t>WBS-03 · 会话、幂等请求与持久事件 [历史资料] 保存工作区、消息、运行与事件序号，使断线后可回放。 同一 requestId 避免重复提交；重启将未结束运行标为中断，不自动重新调用模型。</a:t>
            </a:r>
          </a:p>
          <a:p xmlns:a="http://schemas.openxmlformats.org/drawingml/2006/main">
            <a:r>
              <a:t/>
            </a:r>
          </a:p>
          <a:p xmlns:a="http://schemas.openxmlformats.org/drawingml/2006/main">
            <a:r>
              <a:t>WBS-04 · 每会话 worker 与 IPC 生命周期 [历史资料] 隔离会话运行进程，转交 prompt、abort 和运行时操作，汇总事件。 子进程使用白名单环境；进程分离不是 OS 沙箱。运行结束要考虑 agent_settled 与取消。</a:t>
            </a:r>
          </a:p>
          <a:p xmlns:a="http://schemas.openxmlformats.org/drawingml/2006/main">
            <a:r>
              <a:t/>
            </a:r>
          </a:p>
          <a:p xmlns:a="http://schemas.openxmlformats.org/drawingml/2006/main">
            <a:r>
              <a:t>WBS-05 · 模型工具选择、会话树与导出 [历史资料] 转交队列、模型/思考/工具选择、分支、压缩、上下文与 JSONL 导出。 所有权检查先于运行；工具选择不可超过宿主允许集合，分叉会创建独立会话记录。</a:t>
            </a:r>
          </a:p>
          <a:p xmlns:a="http://schemas.openxmlformats.org/drawingml/2006/main">
            <a:r>
              <a:t/>
            </a:r>
          </a:p>
          <a:p xmlns:a="http://schemas.openxmlformats.org/drawingml/2006/main">
            <a:r>
              <a:t>WBS-06 · 授权文件读写、搜索与 etag [历史资料] 解析工作区相对路径，限制链接与越界读写并检测冲突。 etag 保证基于读取版本保存；路径保护不是任意 shell 的系统隔离。</a:t>
            </a:r>
          </a:p>
          <a:p xmlns:a="http://schemas.openxmlformats.org/drawingml/2006/main">
            <a:r>
              <a:t/>
            </a:r>
          </a:p>
          <a:p xmlns:a="http://schemas.openxmlformats.org/drawingml/2006/main">
            <a:r>
              <a:t>WBS-07 · 三层模块配置与修订校验 [历史资料] 持久化按主体隔离的 global/workspace/session 配置并解析继承。 PUT 替换 values；null 是值。选择保存版本或完整 revisionVector，过期运行结果不登记为当前生效。</a:t>
            </a:r>
          </a:p>
          <a:p xmlns:a="http://schemas.openxmlformats.org/drawingml/2006/main">
            <a:r>
              <a:t/>
            </a:r>
          </a:p>
          <a:p xmlns:a="http://schemas.openxmlformats.org/drawingml/2006/main">
            <a:r>
              <a:t>WBS-08 · 原生 global/project 设置 [历史资料] 把安全白名单设置交给原生设置读写与锁定路径。 独立于 /api/config；projectTrusted 由宿主给出，浏览器不能提升信任。null patch 删除当前覆盖。</a:t>
            </a:r>
          </a:p>
          <a:p xmlns:a="http://schemas.openxmlformats.org/drawingml/2006/main">
            <a:r>
              <a:t/>
            </a:r>
          </a:p>
          <a:p xmlns:a="http://schemas.openxmlformats.org/drawingml/2006/main">
            <a:r>
              <a:t>WBS-09 · Linux PTY / Windows ConPTY 与屏幕 [历史资料] 管理显式创建的终端、屏幕、输入、resize、退出及拥有者断连清理。 Windows x64 使用校验过的 ConPTY 资源；默认关闭，不能把 cwd 当作权限沙箱。</a:t>
            </a:r>
          </a:p>
          <a:p xmlns:a="http://schemas.openxmlformats.org/drawingml/2006/main">
            <a:r>
              <a:t/>
            </a:r>
          </a:p>
          <a:p xmlns:a="http://schemas.openxmlformats.org/drawingml/2006/main">
            <a:r>
              <a:t>WBS-10 · 模块能力发布、字段证据与操作门控 [历史资料] 公开可用 operation、读取保存配置并标记字段消费与实测结果。 supported 依赖宿主配置；发送、消费、行为观察和未验证分别记录，不能仅凭成功响应宣称全部参数有效。</a:t>
            </a:r>
          </a:p>
          <a:p xmlns:a="http://schemas.openxmlformats.org/drawingml/2006/main">
            <a:r>
              <a:t/>
            </a:r>
          </a:p>
          <a:p xmlns:a="http://schemas.openxmlformats.org/drawingml/2006/main">
            <a:r>
              <a:t>WBS-11 · AI 真实生成与边界实验 [历史资料] 使用宿主固定模型生成；另用受控响应检查请求、传输、deferred、图像和分类协议。 真实 generate 采用受控 SSE；工具声明只返回建议调用，不执行工具。fixture 结果不能当真实推理。</a:t>
            </a:r>
          </a:p>
          <a:p xmlns:a="http://schemas.openxmlformats.org/drawingml/2006/main">
            <a:r>
              <a:t/>
            </a:r>
          </a:p>
          <a:p xmlns:a="http://schemas.openxmlformats.org/drawingml/2006/main">
            <a:r>
              <a:t>WBS-12 · Agent 循环与真实单次执行 [历史资料] 在本地 faux 或宿主模型上运行原生 Agent，处理工具、排队与取消。 live-run 不是持久聊天；工具是宿主允许的 read/write/edit 子集，write/edit 可真实改工作区。</a:t>
            </a:r>
          </a:p>
          <a:p xmlns:a="http://schemas.openxmlformats.org/drawingml/2006/main">
            <a:r>
              <a:t/>
            </a:r>
          </a:p>
          <a:p xmlns:a="http://schemas.openxmlformats.org/drawingml/2006/main">
            <a:r>
              <a:t>WBS-13 · Durable 持久任务、检查与显式恢复 [历史资料] 按主体和工作区保存 JSONL，运行、只读检查、显式恢复提交，并演练调度/压缩/扩展。 run 要求新的 operationId；inspect 不推理，resume 复用输入。写工具不默认 replay-safe；宿主额外授权的原生工具独立限制。</a:t>
            </a:r>
          </a:p>
          <a:p xmlns:a="http://schemas.openxmlformats.org/drawingml/2006/main">
            <a:r>
              <a:t/>
            </a:r>
          </a:p>
          <a:p xmlns:a="http://schemas.openxmlformats.org/drawingml/2006/main">
            <a:r>
              <a:t>WBS-14 · QuickJS 执行与确定性重放演练 [历史资料] 运行有界脚本、局部 echo 工具与 store 快照，比较固定时钟和随机种子。 返回 storeWrites 不自动持久化；没有任意文件、网络或 shell 工具。</a:t>
            </a:r>
          </a:p>
          <a:p xmlns:a="http://schemas.openxmlformats.org/drawingml/2006/main">
            <a:r>
              <a:t/>
            </a:r>
          </a:p>
          <a:p xmlns:a="http://schemas.openxmlformats.org/drawingml/2006/main">
            <a:r>
              <a:t>WBS-15 · MCP 内存、stdio 与 HTTP 传输演练 [历史资料] 通过实际 MCP SDK 验证初始化、请求关联、取消与受控传输行为。 stdio 只运行固定 Node fixture，HTTP 注入 fetch；不能据此声称外部 OAuth 或服务连通。</a:t>
            </a:r>
          </a:p>
          <a:p xmlns:a="http://schemas.openxmlformats.org/drawingml/2006/main">
            <a:r>
              <a:t/>
            </a:r>
          </a:p>
          <a:p xmlns:a="http://schemas.openxmlformats.org/drawingml/2006/main">
            <a:r>
              <a:t>WBS-16 · Env 规划、协议演练与受控 daemon [历史资料] 分开演示 SSH 规划、本地文件、协议对端，以及显式 provision 的真实 Linux daemon。 live-runtime 才触达宿主授权 daemon；浏览器不能提供任意可执行命令、SSH 目标或挂载。</a:t>
            </a:r>
          </a:p>
          <a:p xmlns:a="http://schemas.openxmlformats.org/drawingml/2006/main">
            <a:r>
              <a:t/>
            </a:r>
          </a:p>
          <a:p xmlns:a="http://schemas.openxmlformats.org/drawingml/2006/main">
            <a:r>
              <a:t>WBS-17 · Chord 1.3 对象与复制状态演练 [历史资料] 创建受控 host、契约、对象持有、状态复制与 JSON delta。 局部 host 与进程内链路不代表远端身份或生产 WebSocket 验收；使用 1.3 state/resource API。</a:t>
            </a:r>
          </a:p>
          <a:p xmlns:a="http://schemas.openxmlformats.org/drawingml/2006/main">
            <a:r>
              <a:t/>
            </a:r>
          </a:p>
          <a:p xmlns:a="http://schemas.openxmlformats.org/drawingml/2006/main">
            <a:r>
              <a:t>WBS-18 · TUI 无头组件与内存遥测 [历史资料] 验证文本宽度、嵌套滚动、组件渲染与真实内存 span/schema。 无头终端与内存 span 不等于真实终端视觉或外部遥测 exporter 已验收。</a:t>
            </a:r>
          </a:p>
          <a:p xmlns:a="http://schemas.openxmlformats.org/drawingml/2006/main">
            <a:r>
              <a:t/>
            </a:r>
          </a:p>
          <a:p xmlns:a="http://schemas.openxmlformats.org/drawingml/2006/main">
            <a:r>
              <a:t>WBS-19 · 评测计划、配对报告与显式 Docker 评测 [历史资料] 解析选择、展开计划、校验报告，并在受信镜像与模型下发现或执行真实评测。 discover 不请求模型；evaluate 可产生真实用量，只允许宿主批准的镜像、文件与参数。缺失配对阻止总提升结论。</a:t>
            </a:r>
          </a:p>
          <a:p xmlns:a="http://schemas.openxmlformats.org/drawingml/2006/main">
            <a:r>
              <a:t/>
            </a:r>
          </a:p>
          <a:p xmlns:a="http://schemas.openxmlformats.org/drawingml/2006/main">
            <a:r>
              <a:t>WBS-20 · 停机备份跨目录恢复 [历史资料] 离线复制校验备份，重写受控会话路径及 Durable 命名空间。 目标必须尚不存在，拒绝链接、重叠和仓内路径；不改消息内容，不恢复凭据，不自动续跑。</a:t>
            </a:r>
          </a:p>
          <a:p xmlns:a="http://schemas.openxmlformats.org/drawingml/2006/main">
            <a:r>
              <a:t/>
            </a:r>
          </a:p>
          <a:p xmlns:a="http://schemas.openxmlformats.org/drawingml/2006/main">
            <a:r>
              <a:t>WBR-01 · 受控装配原生 AgentSession [历史资料] 创建或恢复原生会话，把模型、设置、工具、扩展组合成 WorkbenchRuntime。 cwd、agentDir、sessionDir 为授权绝对路径；默认不启用工具，不读取真实凭据存储。</a:t>
            </a:r>
          </a:p>
          <a:p xmlns:a="http://schemas.openxmlformats.org/drawingml/2006/main">
            <a:r>
              <a:t/>
            </a:r>
          </a:p>
          <a:p xmlns:a="http://schemas.openxmlformats.org/drawingml/2006/main">
            <a:r>
              <a:t>WBR-02 · 固定模型运行时与请求来源限制 [历史资料] 提供显式 faux 或宿主配置的模型，阻止替换身份及越权目标。 allowedOrigins 与 redirect:error 限制请求；不回退到其他模型，未知费用保持 null。</a:t>
            </a:r>
          </a:p>
          <a:p xmlns:a="http://schemas.openxmlformats.org/drawingml/2006/main">
            <a:r>
              <a:t/>
            </a:r>
          </a:p>
          <a:p xmlns:a="http://schemas.openxmlformats.org/drawingml/2006/main">
            <a:r>
              <a:t>WBR-03 · 运行操作、分叉、压缩与上下文投影 [历史资料] 实现模型/工具切换、树导航、分叉、压缩、导出和上下文查询。 分支投影不同于全历史；已有会话选择优先于新的默认设置。</a:t>
            </a:r>
          </a:p>
          <a:p xmlns:a="http://schemas.openxmlformats.org/drawingml/2006/main">
            <a:r>
              <a:t/>
            </a:r>
          </a:p>
          <a:p xmlns:a="http://schemas.openxmlformats.org/drawingml/2006/main">
            <a:r>
              <a:t>WBR-04 · 原生事件到浏览器安全投影 [历史资料] 转换消息、thinking、工具结果、费用、队列和结束事件。 message_end 为最终消息，agent_settled 才表示自动收尾结束；私有 sessionFile 不转发浏览器。</a:t>
            </a:r>
          </a:p>
          <a:p xmlns:a="http://schemas.openxmlformats.org/drawingml/2006/main">
            <a:r>
              <a:t/>
            </a:r>
          </a:p>
          <a:p xmlns:a="http://schemas.openxmlformats.org/drawingml/2006/main">
            <a:r>
              <a:t>WBR-05 · 工作区文件工具与差异隔离 [历史资料] 将原生 read/write/edit 限定在授权工作区并生成有界差异。 allowedTools 是权限上限，tools 是激活子集；限制路径和容量不等于 OS 沙箱。</a:t>
            </a:r>
          </a:p>
          <a:p xmlns:a="http://schemas.openxmlformats.org/drawingml/2006/main">
            <a:r>
              <a:t/>
            </a:r>
          </a:p>
          <a:p xmlns:a="http://schemas.openxmlformats.org/drawingml/2006/main">
            <a:r>
              <a:t>WBR-06 · 显式 MCP / codemode 扩展装配 [历史资料] 按宿主选项注册内置扩展，连接工具发现、脚本编排和状态查询。 MCP 需要显式工厂与许可；local echo 仅 faux 测试，脚本能力仍受工具上限约束。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源码基线：136b87e8a7f5a3e5186de0289523ba327dc592fc</a:t>
            </a:r>
          </a:p>
          <a:p xmlns:a="http://schemas.openxmlformats.org/drawingml/2006/main">
            <a:r>
              <a:t/>
            </a:r>
          </a:p>
          <a:p xmlns:a="http://schemas.openxmlformats.org/drawingml/2006/main">
            <a:r>
              <a:t>课程：08 独立改造 / design-history / 从历史设计到当前实现的证据审查</a:t>
            </a:r>
          </a:p>
          <a:p xmlns:a="http://schemas.openxmlformats.org/drawingml/2006/main">
            <a:r>
              <a:t/>
            </a:r>
          </a:p>
          <a:p xmlns:a="http://schemas.openxmlformats.org/drawingml/2006/main">
            <a:r>
              <a:t>场景：仓库保留旧目录、设计提案和中文翻译，需要判断哪些还能直接使用。</a:t>
            </a:r>
          </a:p>
          <a:p xmlns:a="http://schemas.openxmlformats.org/drawingml/2006/main">
            <a:r>
              <a:t/>
            </a:r>
          </a:p>
          <a:p xmlns:a="http://schemas.openxmlformats.org/drawingml/2006/main">
            <a:r>
              <a:t>以下是教学追踪顺序，具体运行分支以源码为准。</a:t>
            </a:r>
          </a:p>
          <a:p xmlns:a="http://schemas.openxmlformats.org/drawingml/2006/main">
            <a:r>
              <a:t/>
            </a:r>
          </a:p>
          <a:p xmlns:a="http://schemas.openxmlformats.org/drawingml/2006/main">
            <a:r>
              <a:t>1. 确认当前源码基线</a:t>
            </a:r>
          </a:p>
          <a:p xmlns:a="http://schemas.openxmlformats.org/drawingml/2006/main">
            <a:r>
              <a:t>核对 HEAD、工作区差异与 manifest，分别记录当前源码、未跟踪资料和历史快照。</a:t>
            </a:r>
          </a:p>
          <a:p xmlns:a="http://schemas.openxmlformats.org/drawingml/2006/main">
            <a:r>
              <a:t>输入：仓库与文档快照</a:t>
            </a:r>
          </a:p>
          <a:p xmlns:a="http://schemas.openxmlformats.org/drawingml/2006/main">
            <a:r>
              <a:t>输出：审查基线</a:t>
            </a:r>
          </a:p>
          <a:p xmlns:a="http://schemas.openxmlformats.org/drawingml/2006/main">
            <a:r>
              <a:t>入口：npm run check</a:t>
            </a:r>
          </a:p>
          <a:p xmlns:a="http://schemas.openxmlformats.org/drawingml/2006/main">
            <a:r>
              <a:t>行为与边界：检查失败不是修改业务代码或降级依赖的理由。</a:t>
            </a:r>
          </a:p>
          <a:p xmlns:a="http://schemas.openxmlformats.org/drawingml/2006/main">
            <a:r>
              <a:t>源码：packages/ai/scripts/check-model-data.ts:1</a:t>
            </a:r>
          </a:p>
          <a:p xmlns:a="http://schemas.openxmlformats.org/drawingml/2006/main">
            <a:r>
              <a:t>源码：scripts/check-browser-smoke.mjs:1</a:t>
            </a:r>
          </a:p>
          <a:p xmlns:a="http://schemas.openxmlformats.org/drawingml/2006/main">
            <a:r>
              <a:t>源码：scripts/check-entry-graphs.mjs:1</a:t>
            </a:r>
          </a:p>
          <a:p xmlns:a="http://schemas.openxmlformats.org/drawingml/2006/main">
            <a:r>
              <a:t>源码：scripts/check-lockfile-commit.mjs:1</a:t>
            </a:r>
          </a:p>
          <a:p xmlns:a="http://schemas.openxmlformats.org/drawingml/2006/main">
            <a:r>
              <a:t>源码：scripts/check-model-catalog-compat.mjs:1</a:t>
            </a:r>
          </a:p>
          <a:p xmlns:a="http://schemas.openxmlformats.org/drawingml/2006/main">
            <a:r>
              <a:t>源码：scripts/check-package-install.mjs:1</a:t>
            </a:r>
          </a:p>
          <a:p xmlns:a="http://schemas.openxmlformats.org/drawingml/2006/main">
            <a:r>
              <a:t>源码：scripts/check-pinned-deps.mjs:1</a:t>
            </a:r>
          </a:p>
          <a:p xmlns:a="http://schemas.openxmlformats.org/drawingml/2006/main">
            <a:r>
              <a:t>源码：scripts/check-runtime-deps.mjs:1</a:t>
            </a:r>
          </a:p>
          <a:p xmlns:a="http://schemas.openxmlformats.org/drawingml/2006/main">
            <a:r>
              <a:t>源码：scripts/check-ts-relative-imports.mjs:1</a:t>
            </a:r>
          </a:p>
          <a:p xmlns:a="http://schemas.openxmlformats.org/drawingml/2006/main">
            <a:r>
              <a:t/>
            </a:r>
          </a:p>
          <a:p xmlns:a="http://schemas.openxmlformats.org/drawingml/2006/main">
            <a:r>
              <a:t>2. 比较当前装配</a:t>
            </a:r>
          </a:p>
          <a:p xmlns:a="http://schemas.openxmlformats.org/drawingml/2006/main">
            <a:r>
              <a:t>以真实 exports、当前 src 和测试确定运行入口；旧 client/protocol/server 目录资料不能证明包仍可运行。</a:t>
            </a:r>
          </a:p>
          <a:p xmlns:a="http://schemas.openxmlformats.org/drawingml/2006/main">
            <a:r>
              <a:t>输入：历史设计与当前入口</a:t>
            </a:r>
          </a:p>
          <a:p xmlns:a="http://schemas.openxmlformats.org/drawingml/2006/main">
            <a:r>
              <a:t>输出：已实现和历史内容边界</a:t>
            </a:r>
          </a:p>
          <a:p xmlns:a="http://schemas.openxmlformats.org/drawingml/2006/main">
            <a:r>
              <a:t>入口：createAgentSession / createAgentSessionRuntime</a:t>
            </a:r>
          </a:p>
          <a:p xmlns:a="http://schemas.openxmlformats.org/drawingml/2006/main">
            <a:r>
              <a:t>行为与边界：SDK 注入流函数、配置、工具与存储；运行时负责会话替换和重新绑定。</a:t>
            </a:r>
          </a:p>
          <a:p xmlns:a="http://schemas.openxmlformats.org/drawingml/2006/main">
            <a:r>
              <a:t>源码：packages/coding-agent/src/core/agent-session-runtime.ts:1</a:t>
            </a:r>
          </a:p>
          <a:p xmlns:a="http://schemas.openxmlformats.org/drawingml/2006/main">
            <a:r>
              <a:t>源码：packages/coding-agent/src/core/agent-session-services.ts:1</a:t>
            </a:r>
          </a:p>
          <a:p xmlns:a="http://schemas.openxmlformats.org/drawingml/2006/main">
            <a:r>
              <a:t>源码：packages/coding-agent/src/core/sdk.ts:1</a:t>
            </a:r>
          </a:p>
          <a:p xmlns:a="http://schemas.openxmlformats.org/drawingml/2006/main">
            <a:r>
              <a:t/>
            </a:r>
          </a:p>
          <a:p xmlns:a="http://schemas.openxmlformats.org/drawingml/2006/main">
            <a:r>
              <a:t>3. 追踪演进证据</a:t>
            </a:r>
          </a:p>
          <a:p xmlns:a="http://schemas.openxmlformats.org/drawingml/2006/main">
            <a:r>
              <a:t>用 Git 时间线与具体 diff 查明变化，再更新编号映射和离线资料。自动中文统计摘要不能替代逐个 diff 审查。</a:t>
            </a:r>
          </a:p>
          <a:p xmlns:a="http://schemas.openxmlformats.org/drawingml/2006/main">
            <a:r>
              <a:t>输入：提交和设计文档</a:t>
            </a:r>
          </a:p>
          <a:p xmlns:a="http://schemas.openxmlformats.org/drawingml/2006/main">
            <a:r>
              <a:t>输出：可追溯的变化说明</a:t>
            </a:r>
          </a:p>
          <a:p xmlns:a="http://schemas.openxmlformats.org/drawingml/2006/main">
            <a:r>
              <a:t>入口：本地统计脚本</a:t>
            </a:r>
          </a:p>
          <a:p xmlns:a="http://schemas.openxmlformats.org/drawingml/2006/main">
            <a:r>
              <a:t>行为与边界：这些脚本不是默认对话功能。</a:t>
            </a:r>
          </a:p>
          <a:p xmlns:a="http://schemas.openxmlformats.org/drawingml/2006/main">
            <a:r>
              <a:t>源码：scripts/cost.ts:1</a:t>
            </a:r>
          </a:p>
          <a:p xmlns:a="http://schemas.openxmlformats.org/drawingml/2006/main">
            <a:r>
              <a:t>源码：scripts/edit-tool-stats.mjs:1</a:t>
            </a:r>
          </a:p>
          <a:p xmlns:a="http://schemas.openxmlformats.org/drawingml/2006/main">
            <a:r>
              <a:t>源码：scripts/profile-coding-agent-node.mjs:1</a:t>
            </a:r>
          </a:p>
          <a:p xmlns:a="http://schemas.openxmlformats.org/drawingml/2006/main">
            <a:r>
              <a:t>源码：scripts/read-tool-stats.mjs:1</a:t>
            </a:r>
          </a:p>
          <a:p xmlns:a="http://schemas.openxmlformats.org/drawingml/2006/main">
            <a:r>
              <a:t>源码：scripts/session-context-stats.mjs:1</a:t>
            </a:r>
          </a:p>
          <a:p xmlns:a="http://schemas.openxmlformats.org/drawingml/2006/main">
            <a:r>
              <a:t>源码：scripts/session-transcripts.ts:1</a:t>
            </a:r>
          </a:p>
          <a:p xmlns:a="http://schemas.openxmlformats.org/drawingml/2006/main">
            <a:r>
              <a:t>源码：scripts/stats.ts:1</a:t>
            </a:r>
          </a:p>
          <a:p xmlns:a="http://schemas.openxmlformats.org/drawingml/2006/main">
            <a:r>
              <a:t>源码：scripts/tool-stats.ts:1</a:t>
            </a:r>
          </a:p>
          <a:p xmlns:a="http://schemas.openxmlformats.org/drawingml/2006/main">
            <a:r>
              <a:t/>
            </a:r>
          </a:p>
          <a:p xmlns:a="http://schemas.openxmlformats.org/drawingml/2006/main">
            <a:r>
              <a:t>失败与恢复：未初始化目录的文件说明可以暂为空；没有实现和测试证据的设计能力不可写成现成接口。</a:t>
            </a:r>
          </a:p>
          <a:p xmlns:a="http://schemas.openxmlformats.org/drawingml/2006/main">
            <a:r>
              <a:t/>
            </a:r>
          </a:p>
          <a:p xmlns:a="http://schemas.openxmlformats.org/drawingml/2006/main">
            <a:r>
              <a:t>练习：找一个历史目录，列出当前保留资料、缺少的运行入口和可继续追踪的提交线索。</a:t>
            </a:r>
          </a:p>
          <a:p xmlns:a="http://schemas.openxmlformats.org/drawingml/2006/main">
            <a:r>
              <a:t>参考判断：应明确标记“历史资料/设计方案”，并避免生成虚构调用链。</a:t>
            </a:r>
          </a:p>
          <a:p xmlns:a="http://schemas.openxmlformats.org/drawingml/2006/main">
            <a:r>
              <a:t/>
            </a:r>
          </a:p>
          <a:p xmlns:a="http://schemas.openxmlformats.org/drawingml/2006/main">
            <a:r>
              <a:t>关联专题与当前接口：</a:t>
            </a:r>
          </a:p>
          <a:p xmlns:a="http://schemas.openxmlformats.org/drawingml/2006/main">
            <a:r>
              <a:t/>
            </a:r>
          </a:p>
          <a:p xmlns:a="http://schemas.openxmlformats.org/drawingml/2006/main">
            <a:r>
              <a:t>依赖、导入与构建边界校验</a:t>
            </a:r>
          </a:p>
          <a:p xmlns:a="http://schemas.openxmlformats.org/drawingml/2006/main">
            <a:r>
              <a:t>验证精确依赖、运行依赖、TS 导入、入口图与浏览器兼容。</a:t>
            </a:r>
          </a:p>
          <a:p xmlns:a="http://schemas.openxmlformats.org/drawingml/2006/main">
            <a:r>
              <a:t>入口：npm run check</a:t>
            </a:r>
          </a:p>
          <a:p xmlns:a="http://schemas.openxmlformats.org/drawingml/2006/main">
            <a:r>
              <a:t>边界：检查失败不是修改业务代码或降级依赖的理由。</a:t>
            </a:r>
          </a:p>
          <a:p xmlns:a="http://schemas.openxmlformats.org/drawingml/2006/main">
            <a:r>
              <a:t/>
            </a:r>
          </a:p>
          <a:p xmlns:a="http://schemas.openxmlformats.org/drawingml/2006/main">
            <a:r>
              <a:t>SDK 创建与替换运行时</a:t>
            </a:r>
          </a:p>
          <a:p xmlns:a="http://schemas.openxmlformats.org/drawingml/2006/main">
            <a:r>
              <a:t>让应用在进程内创建、继续或替换编码智能体会话。</a:t>
            </a:r>
          </a:p>
          <a:p xmlns:a="http://schemas.openxmlformats.org/drawingml/2006/main">
            <a:r>
              <a:t>入口：createAgentSession / createAgentSessionRuntime</a:t>
            </a:r>
          </a:p>
          <a:p xmlns:a="http://schemas.openxmlformats.org/drawingml/2006/main">
            <a:r>
              <a:t>边界：SDK 注入流函数、配置、工具与存储；运行时负责会话替换和重新绑定。</a:t>
            </a:r>
          </a:p>
          <a:p xmlns:a="http://schemas.openxmlformats.org/drawingml/2006/main">
            <a:r>
              <a:t/>
            </a:r>
          </a:p>
          <a:p xmlns:a="http://schemas.openxmlformats.org/drawingml/2006/main">
            <a:r>
              <a:t>会话统计与性能分析</a:t>
            </a:r>
          </a:p>
          <a:p xmlns:a="http://schemas.openxmlformats.org/drawingml/2006/main">
            <a:r>
              <a:t>分析会话、工具使用、上下文和性能。</a:t>
            </a:r>
          </a:p>
          <a:p xmlns:a="http://schemas.openxmlformats.org/drawingml/2006/main">
            <a:r>
              <a:t>入口：本地统计脚本</a:t>
            </a:r>
          </a:p>
          <a:p xmlns:a="http://schemas.openxmlformats.org/drawingml/2006/main">
            <a:r>
              <a:t>边界：这些脚本不是默认对话功能。</a:t>
            </a:r>
          </a:p>
          <a:p xmlns:a="http://schemas.openxmlformats.org/drawingml/2006/main">
            <a:r>
              <a:t/>
            </a:r>
          </a:p>
          <a:p xmlns:a="http://schemas.openxmlformats.org/drawingml/2006/main">
            <a:r>
              <a:t>扩展发现、注册与事件分发</a:t>
            </a:r>
          </a:p>
          <a:p xmlns:a="http://schemas.openxmlformats.org/drawingml/2006/main">
            <a:r>
              <a:t>加载 TS/JS 扩展，注册工具、命令、快捷键、提供商与事件。</a:t>
            </a:r>
          </a:p>
          <a:p xmlns:a="http://schemas.openxmlformats.org/drawingml/2006/main">
            <a:r>
              <a:t>入口：--extension；/reload；ExtensionAPI</a:t>
            </a:r>
          </a:p>
          <a:p xmlns:a="http://schemas.openxmlformats.org/drawingml/2006/main">
            <a:r>
              <a:t>边界：工厂负责注册，runner 提供上下文与分发；原始类型注释可在 API 清单中逐项阅读。</a:t>
            </a:r>
          </a:p>
          <a:p xmlns:a="http://schemas.openxmlformats.org/drawingml/2006/main">
            <a:r>
              <a:t/>
            </a:r>
          </a:p>
          <a:p xmlns:a="http://schemas.openxmlformats.org/drawingml/2006/main">
            <a:r>
              <a:t>输入处理、排队与任务收尾</a:t>
            </a:r>
          </a:p>
          <a:p xmlns:a="http://schemas.openxmlformats.org/drawingml/2006/main">
            <a:r>
              <a:t>协调扩展命令、输入转换、steering/follow-up、重试与最终通知。</a:t>
            </a:r>
          </a:p>
          <a:p xmlns:a="http://schemas.openxmlformats.org/drawingml/2006/main">
            <a:r>
              <a:t>入口：AgentSession.prompt / steer / followUp</a:t>
            </a:r>
          </a:p>
          <a:p xmlns:a="http://schemas.openxmlformats.org/drawingml/2006/main">
            <a:r>
              <a:t>边界：agent_end 后仍可能继续；agent_settled 是完成自动处理后的通知边界。</a:t>
            </a:r>
          </a:p>
          <a:p xmlns:a="http://schemas.openxmlformats.org/drawingml/2006/main">
            <a:r>
              <a:t/>
            </a:r>
          </a:p>
          <a:p xmlns:a="http://schemas.openxmlformats.org/drawingml/2006/main">
            <a:r>
              <a:t>sdk/01-minimal · 示例</a:t>
            </a:r>
          </a:p>
          <a:p xmlns:a="http://schemas.openxmlformats.org/drawingml/2006/main">
            <a:r>
              <a:t>展示 sdk/01-minimal.ts 对应的扩展或 SDK 用法。具体场景以入口文件的原始说明、注册代码和配套 README 为依据。</a:t>
            </a:r>
          </a:p>
          <a:p xmlns:a="http://schemas.openxmlformats.org/drawingml/2006/main">
            <a:r>
              <a:t>入口：packages/coding-agent/examples/sdk/01-minimal.ts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sdk/02-custom-model · 示例</a:t>
            </a:r>
          </a:p>
          <a:p xmlns:a="http://schemas.openxmlformats.org/drawingml/2006/main">
            <a:r>
              <a:t>展示 sdk/02-custom-model.ts 对应的扩展或 SDK 用法。具体场景以入口文件的原始说明、注册代码和配套 README 为依据。</a:t>
            </a:r>
          </a:p>
          <a:p xmlns:a="http://schemas.openxmlformats.org/drawingml/2006/main">
            <a:r>
              <a:t>入口：packages/coding-agent/examples/sdk/02-custom-model.ts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sdk/03-custom-prompt · 示例</a:t>
            </a:r>
          </a:p>
          <a:p xmlns:a="http://schemas.openxmlformats.org/drawingml/2006/main">
            <a:r>
              <a:t>展示 sdk/03-custom-prompt.ts 对应的扩展或 SDK 用法。具体场景以入口文件的原始说明、注册代码和配套 README 为依据。</a:t>
            </a:r>
          </a:p>
          <a:p xmlns:a="http://schemas.openxmlformats.org/drawingml/2006/main">
            <a:r>
              <a:t>入口：packages/coding-agent/examples/sdk/03-custom-prompt.ts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sdk/04-skills · 示例</a:t>
            </a:r>
          </a:p>
          <a:p xmlns:a="http://schemas.openxmlformats.org/drawingml/2006/main">
            <a:r>
              <a:t>展示 sdk/04-skills.ts 对应的扩展或 SDK 用法。具体场景以入口文件的原始说明、注册代码和配套 README 为依据。</a:t>
            </a:r>
          </a:p>
          <a:p xmlns:a="http://schemas.openxmlformats.org/drawingml/2006/main">
            <a:r>
              <a:t>入口：packages/coding-agent/examples/sdk/04-skills.ts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sdk/05-tools · 示例</a:t>
            </a:r>
          </a:p>
          <a:p xmlns:a="http://schemas.openxmlformats.org/drawingml/2006/main">
            <a:r>
              <a:t>展示 sdk/05-tools.ts 对应的扩展或 SDK 用法。具体场景以入口文件的原始说明、注册代码和配套 README 为依据。</a:t>
            </a:r>
          </a:p>
          <a:p xmlns:a="http://schemas.openxmlformats.org/drawingml/2006/main">
            <a:r>
              <a:t>入口：packages/coding-agent/examples/sdk/05-tools.ts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sdk/06-extensions · 示例</a:t>
            </a:r>
          </a:p>
          <a:p xmlns:a="http://schemas.openxmlformats.org/drawingml/2006/main">
            <a:r>
              <a:t>展示 sdk/06-extensions.ts 对应的扩展或 SDK 用法。具体场景以入口文件的原始说明、注册代码和配套 README 为依据。</a:t>
            </a:r>
          </a:p>
          <a:p xmlns:a="http://schemas.openxmlformats.org/drawingml/2006/main">
            <a:r>
              <a:t>入口：packages/coding-agent/examples/sdk/06-extensions.ts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sdk/07-context-files · 示例</a:t>
            </a:r>
          </a:p>
          <a:p xmlns:a="http://schemas.openxmlformats.org/drawingml/2006/main">
            <a:r>
              <a:t>展示 sdk/07-context-files.ts 对应的扩展或 SDK 用法。具体场景以入口文件的原始说明、注册代码和配套 README 为依据。</a:t>
            </a:r>
          </a:p>
          <a:p xmlns:a="http://schemas.openxmlformats.org/drawingml/2006/main">
            <a:r>
              <a:t>入口：packages/coding-agent/examples/sdk/07-context-files.ts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sdk/08-prompt-templates · 示例</a:t>
            </a:r>
          </a:p>
          <a:p xmlns:a="http://schemas.openxmlformats.org/drawingml/2006/main">
            <a:r>
              <a:t>展示 sdk/08-prompt-templates.ts 对应的扩展或 SDK 用法。具体场景以入口文件的原始说明、注册代码和配套 README 为依据。</a:t>
            </a:r>
          </a:p>
          <a:p xmlns:a="http://schemas.openxmlformats.org/drawingml/2006/main">
            <a:r>
              <a:t>入口：packages/coding-agent/examples/sdk/08-prompt-templates.ts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sdk/09-api-keys-and-oauth · 示例</a:t>
            </a:r>
          </a:p>
          <a:p xmlns:a="http://schemas.openxmlformats.org/drawingml/2006/main">
            <a:r>
              <a:t>展示 sdk/09-api-keys-and-oauth.ts 对应的扩展或 SDK 用法。具体场景以入口文件的原始说明、注册代码和配套 README 为依据。</a:t>
            </a:r>
          </a:p>
          <a:p xmlns:a="http://schemas.openxmlformats.org/drawingml/2006/main">
            <a:r>
              <a:t>入口：packages/coding-agent/examples/sdk/09-api-keys-and-oauth.ts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sdk/10-settings · 示例</a:t>
            </a:r>
          </a:p>
          <a:p xmlns:a="http://schemas.openxmlformats.org/drawingml/2006/main">
            <a:r>
              <a:t>展示 sdk/10-settings.ts 对应的扩展或 SDK 用法。具体场景以入口文件的原始说明、注册代码和配套 README 为依据。</a:t>
            </a:r>
          </a:p>
          <a:p xmlns:a="http://schemas.openxmlformats.org/drawingml/2006/main">
            <a:r>
              <a:t>入口：packages/coding-agent/examples/sdk/10-settings.ts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sdk/11-sessions · 示例</a:t>
            </a:r>
          </a:p>
          <a:p xmlns:a="http://schemas.openxmlformats.org/drawingml/2006/main">
            <a:r>
              <a:t>展示 sdk/11-sessions.ts 对应的扩展或 SDK 用法。具体场景以入口文件的原始说明、注册代码和配套 README 为依据。</a:t>
            </a:r>
          </a:p>
          <a:p xmlns:a="http://schemas.openxmlformats.org/drawingml/2006/main">
            <a:r>
              <a:t>入口：packages/coding-agent/examples/sdk/11-sessions.ts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sdk/12-full-control · 示例</a:t>
            </a:r>
          </a:p>
          <a:p xmlns:a="http://schemas.openxmlformats.org/drawingml/2006/main">
            <a:r>
              <a:t>展示 sdk/12-full-control.ts 对应的扩展或 SDK 用法。具体场景以入口文件的原始说明、注册代码和配套 README 为依据。</a:t>
            </a:r>
          </a:p>
          <a:p xmlns:a="http://schemas.openxmlformats.org/drawingml/2006/main">
            <a:r>
              <a:t>入口：packages/coding-agent/examples/sdk/12-full-control.ts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sdk/13-session-runtime · 示例</a:t>
            </a:r>
          </a:p>
          <a:p xmlns:a="http://schemas.openxmlformats.org/drawingml/2006/main">
            <a:r>
              <a:t>展示 sdk/13-session-runtime.ts 对应的扩展或 SDK 用法。具体场景以入口文件的原始说明、注册代码和配套 README 为依据。</a:t>
            </a:r>
          </a:p>
          <a:p xmlns:a="http://schemas.openxmlformats.org/drawingml/2006/main">
            <a:r>
              <a:t>入口：packages/coding-agent/examples/sdk/13-session-runtime.ts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sdk/14-codemode-mcp · 示例</a:t>
            </a:r>
          </a:p>
          <a:p xmlns:a="http://schemas.openxmlformats.org/drawingml/2006/main">
            <a:r>
              <a:t>展示 sdk/14-codemode-mcp.ts 对应的扩展或 SDK 用法。具体场景以入口文件的原始说明、注册代码和配套 README 为依据。</a:t>
            </a:r>
          </a:p>
          <a:p xmlns:a="http://schemas.openxmlformats.org/drawingml/2006/main">
            <a:r>
              <a:t>入口：packages/coding-agent/examples/sdk/14-codemode-mcp.ts</a:t>
            </a:r>
          </a:p>
          <a:p xmlns:a="http://schemas.openxmlformats.org/drawingml/2006/main">
            <a:r>
              <a:t>边界：示例不是默认启用功能；阅读注册入口、参数契约和清理行为后再选择使用。</a:t>
            </a:r>
          </a:p>
          <a:p xmlns:a="http://schemas.openxmlformats.org/drawingml/2006/main">
            <a:r>
              <a:t/>
            </a:r>
          </a:p>
          <a:p xmlns:a="http://schemas.openxmlformats.org/drawingml/2006/main">
            <a:r>
              <a:t>安装锁生成与生命周期脚本审查</a:t>
            </a:r>
          </a:p>
          <a:p xmlns:a="http://schemas.openxmlformats.org/drawingml/2006/main">
            <a:r>
              <a:t>生成并核验独立安装时使用的固定依赖图与批准的生命周期脚本清单。</a:t>
            </a:r>
          </a:p>
          <a:p xmlns:a="http://schemas.openxmlformats.org/drawingml/2006/main">
            <a:r>
              <a:t>入口：install-lock:coding-agent；check:install-lock:coding-agent</a:t>
            </a:r>
          </a:p>
          <a:p xmlns:a="http://schemas.openxmlformats.org/drawingml/2006/main">
            <a:r>
              <a:t>边界：当前使用 install-lock；旧发布 npm-shrinkwrap 已移除，常规 npm 使用其自身依赖解析。</a:t>
            </a:r>
          </a:p>
          <a:p xmlns:a="http://schemas.openxmlformats.org/drawingml/2006/main">
            <a:r>
              <a:t/>
            </a:r>
          </a:p>
          <a:p xmlns:a="http://schemas.openxmlformats.org/drawingml/2006/main">
            <a:r>
              <a:t>文档：</a:t>
            </a:r>
          </a:p>
          <a:p xmlns:a="http://schemas.openxmlformats.org/drawingml/2006/main">
            <a:r>
              <a:t/>
            </a:r>
          </a:p>
          <a:p xmlns:a="http://schemas.openxmlformats.org/drawingml/2006/main">
            <a:r>
              <a:t>AGENTS.md</a:t>
            </a:r>
          </a:p>
          <a:p xmlns:a="http://schemas.openxmlformats.org/drawingml/2006/main">
            <a:r>
              <a:t/>
            </a:r>
          </a:p>
          <a:p xmlns:a="http://schemas.openxmlformats.org/drawingml/2006/main">
            <a:r>
              <a:t>packages/coding-agent/docs/cli.md</a:t>
            </a:r>
          </a:p>
          <a:p xmlns:a="http://schemas.openxmlformats.org/drawingml/2006/main">
            <a:r>
              <a:t/>
            </a:r>
          </a:p>
          <a:p xmlns:a="http://schemas.openxmlformats.org/drawingml/2006/main">
            <a:r>
              <a:t>packages/coding-agent/examples/extensions/README.md</a:t>
            </a:r>
          </a:p>
          <a:p xmlns:a="http://schemas.openxmlformats.org/drawingml/2006/main">
            <a:r>
              <a:t/>
            </a:r>
          </a:p>
          <a:p xmlns:a="http://schemas.openxmlformats.org/drawingml/2006/main">
            <a:r>
              <a:t>packages/coding-agent/docs/extensions.md</a:t>
            </a:r>
          </a:p>
          <a:p xmlns:a="http://schemas.openxmlformats.org/drawingml/2006/main">
            <a:r>
              <a:t/>
            </a:r>
          </a:p>
          <a:p xmlns:a="http://schemas.openxmlformats.org/drawingml/2006/main">
            <a:r>
              <a:t>packages/coding-agent/docs/sdk.md</a:t>
            </a:r>
          </a:p>
          <a:p xmlns:a="http://schemas.openxmlformats.org/drawingml/2006/main">
            <a:r>
              <a:t/>
            </a:r>
          </a:p>
          <a:p xmlns:a="http://schemas.openxmlformats.org/drawingml/2006/main">
            <a:r>
              <a:t>README.md</a:t>
            </a:r>
          </a:p>
          <a:p xmlns:a="http://schemas.openxmlformats.org/drawingml/2006/main">
            <a:r>
              <a:t/>
            </a:r>
          </a:p>
          <a:p xmlns:a="http://schemas.openxmlformats.org/drawingml/2006/main">
            <a:r>
              <a:t>source-code-html/README.md</a:t>
            </a:r>
          </a:p>
          <a:p xmlns:a="http://schemas.openxmlformats.org/drawingml/2006/main">
            <a:r>
              <a:t/>
            </a:r>
          </a:p>
          <a:p xmlns:a="http://schemas.openxmlformats.org/drawingml/2006/main">
            <a:r>
              <a:t>source-code-html/reference/legacy/vendor/node-forge/README.md</a:t>
            </a:r>
          </a:p>
          <a:p xmlns:a="http://schemas.openxmlformats.org/drawingml/2006/main">
            <a:r>
              <a:t/>
            </a:r>
          </a:p>
          <a:p xmlns:a="http://schemas.openxmlformats.org/drawingml/2006/main">
            <a:r>
              <a:t>source-code-html/reference/legacy/apps/agent-web/README.md</a:t>
            </a:r>
          </a:p>
          <a:p xmlns:a="http://schemas.openxmlformats.org/drawingml/2006/main">
            <a:r>
              <a:t/>
            </a:r>
          </a:p>
          <a:p xmlns:a="http://schemas.openxmlformats.org/drawingml/2006/main">
            <a:r>
              <a:t>source-code-html/reference/legacy/apps/agent-web/src/app/bootstrap.ts</a:t>
            </a:r>
          </a:p>
          <a:p xmlns:a="http://schemas.openxmlformats.org/drawingml/2006/main">
            <a:r>
              <a:t/>
            </a:r>
          </a:p>
          <a:p xmlns:a="http://schemas.openxmlformats.org/drawingml/2006/main">
            <a:r>
              <a:t>source-code-html/reference/legacy/apps/agent-web/src/features/coding-agent/Chat.ts</a:t>
            </a:r>
          </a:p>
          <a:p xmlns:a="http://schemas.openxmlformats.org/drawingml/2006/main">
            <a:r>
              <a:t/>
            </a:r>
          </a:p>
          <a:p xmlns:a="http://schemas.openxmlformats.org/drawingml/2006/main">
            <a:r>
              <a:t>source-code-html/reference/legacy/apps/agent-web/src/features/coding-agent/derived.ts</a:t>
            </a:r>
          </a:p>
          <a:p xmlns:a="http://schemas.openxmlformats.org/drawingml/2006/main">
            <a:r>
              <a:t/>
            </a:r>
          </a:p>
          <a:p xmlns:a="http://schemas.openxmlformats.org/drawingml/2006/main">
            <a:r>
              <a:t>source-code-html/reference/legacy/apps/agent-web/src/features/coding-agent/Attachments.ts</a:t>
            </a:r>
          </a:p>
          <a:p xmlns:a="http://schemas.openxmlformats.org/drawingml/2006/main">
            <a:r>
              <a:t/>
            </a:r>
          </a:p>
          <a:p xmlns:a="http://schemas.openxmlformats.org/drawingml/2006/main">
            <a:r>
              <a:t>source-code-html/reference/legacy/apps/agent-web/src/features/coding-agent/ChangesInspector.ts</a:t>
            </a:r>
          </a:p>
          <a:p xmlns:a="http://schemas.openxmlformats.org/drawingml/2006/main">
            <a:r>
              <a:t/>
            </a:r>
          </a:p>
          <a:p xmlns:a="http://schemas.openxmlformats.org/drawingml/2006/main">
            <a:r>
              <a:t>source-code-html/reference/legacy/apps/agent-web/src/features/coding-agent/FilesInspector.ts</a:t>
            </a:r>
          </a:p>
          <a:p xmlns:a="http://schemas.openxmlformats.org/drawingml/2006/main">
            <a:r>
              <a:t/>
            </a:r>
          </a:p>
          <a:p xmlns:a="http://schemas.openxmlformats.org/drawingml/2006/main">
            <a:r>
              <a:t>source-code-html/reference/legacy/apps/agent-web/src/features/coding-agent/Terminal.ts</a:t>
            </a:r>
          </a:p>
          <a:p xmlns:a="http://schemas.openxmlformats.org/drawingml/2006/main">
            <a:r>
              <a:t/>
            </a:r>
          </a:p>
          <a:p xmlns:a="http://schemas.openxmlformats.org/drawingml/2006/main">
            <a:r>
              <a:t>source-code-html/reference/legacy/apps/agent-web/src/features/coding-agent/Entries.ts</a:t>
            </a:r>
          </a:p>
          <a:p xmlns:a="http://schemas.openxmlformats.org/drawingml/2006/main">
            <a:r>
              <a:t/>
            </a:r>
          </a:p>
          <a:p xmlns:a="http://schemas.openxmlformats.org/drawingml/2006/main">
            <a:r>
              <a:t>source-code-html/reference/legacy/apps/agent-web/src/components/ImportDialog.ts</a:t>
            </a:r>
          </a:p>
          <a:p xmlns:a="http://schemas.openxmlformats.org/drawingml/2006/main">
            <a:r>
              <a:t/>
            </a:r>
          </a:p>
          <a:p xmlns:a="http://schemas.openxmlformats.org/drawingml/2006/main">
            <a:r>
              <a:t>source-code-html/reference/legacy/apps/agent-web/src/features/saved-config/SavedConfiguration.ts</a:t>
            </a:r>
          </a:p>
          <a:p xmlns:a="http://schemas.openxmlformats.org/drawingml/2006/main">
            <a:r>
              <a:t/>
            </a:r>
          </a:p>
          <a:p xmlns:a="http://schemas.openxmlformats.org/drawingml/2006/main">
            <a:r>
              <a:t>source-code-html/reference/legacy/apps/agent-web/src/features/FeaturePage.ts</a:t>
            </a:r>
          </a:p>
          <a:p xmlns:a="http://schemas.openxmlformats.org/drawingml/2006/main">
            <a:r>
              <a:t/>
            </a:r>
          </a:p>
          <a:p xmlns:a="http://schemas.openxmlformats.org/drawingml/2006/main">
            <a:r>
              <a:t>source-code-html/reference/legacy/apps/agent-web/src/data/catalog/agent-spec.ts</a:t>
            </a:r>
          </a:p>
          <a:p xmlns:a="http://schemas.openxmlformats.org/drawingml/2006/main">
            <a:r>
              <a:t/>
            </a:r>
          </a:p>
          <a:p xmlns:a="http://schemas.openxmlformats.org/drawingml/2006/main">
            <a:r>
              <a:t>source-code-html/reference/legacy/apps/agent-web/src/components/AgentAvatar.ts</a:t>
            </a:r>
          </a:p>
          <a:p xmlns:a="http://schemas.openxmlformats.org/drawingml/2006/main">
            <a:r>
              <a:t/>
            </a:r>
          </a:p>
          <a:p xmlns:a="http://schemas.openxmlformats.org/drawingml/2006/main">
            <a:r>
              <a:t>source-code-html/reference/legacy/packages/agent-protocol/README.md</a:t>
            </a:r>
          </a:p>
          <a:p xmlns:a="http://schemas.openxmlformats.org/drawingml/2006/main">
            <a:r>
              <a:t/>
            </a:r>
          </a:p>
          <a:p xmlns:a="http://schemas.openxmlformats.org/drawingml/2006/main">
            <a:r>
              <a:t>source-code-html/reference/legacy/packages/agent-protocol/src/index.ts</a:t>
            </a:r>
          </a:p>
          <a:p xmlns:a="http://schemas.openxmlformats.org/drawingml/2006/main">
            <a:r>
              <a:t/>
            </a:r>
          </a:p>
          <a:p xmlns:a="http://schemas.openxmlformats.org/drawingml/2006/main">
            <a:r>
              <a:t>source-code-html/reference/legacy/packages/agent-protocol/src/validation.ts</a:t>
            </a:r>
          </a:p>
          <a:p xmlns:a="http://schemas.openxmlformats.org/drawingml/2006/main">
            <a:r>
              <a:t/>
            </a:r>
          </a:p>
          <a:p xmlns:a="http://schemas.openxmlformats.org/drawingml/2006/main">
            <a:r>
              <a:t>source-code-html/reference/legacy/packages/agent-protocol/src/events.ts</a:t>
            </a:r>
          </a:p>
          <a:p xmlns:a="http://schemas.openxmlformats.org/drawingml/2006/main">
            <a:r>
              <a:t/>
            </a:r>
          </a:p>
          <a:p xmlns:a="http://schemas.openxmlformats.org/drawingml/2006/main">
            <a:r>
              <a:t>source-code-html/reference/legacy/packages/agent-protocol/src/terminal.ts</a:t>
            </a:r>
          </a:p>
          <a:p xmlns:a="http://schemas.openxmlformats.org/drawingml/2006/main">
            <a:r>
              <a:t/>
            </a:r>
          </a:p>
          <a:p xmlns:a="http://schemas.openxmlformats.org/drawingml/2006/main">
            <a:r>
              <a:t>source-code-html/reference/legacy/apps/agent-server/README.md</a:t>
            </a:r>
          </a:p>
          <a:p xmlns:a="http://schemas.openxmlformats.org/drawingml/2006/main">
            <a:r>
              <a:t/>
            </a:r>
          </a:p>
          <a:p xmlns:a="http://schemas.openxmlformats.org/drawingml/2006/main">
            <a:r>
              <a:t>source-code-html/reference/legacy/apps/agent-server/src/index.ts</a:t>
            </a:r>
          </a:p>
          <a:p xmlns:a="http://schemas.openxmlformats.org/drawingml/2006/main">
            <a:r>
              <a:t/>
            </a:r>
          </a:p>
          <a:p xmlns:a="http://schemas.openxmlformats.org/drawingml/2006/main">
            <a:r>
              <a:t>source-code-html/reference/legacy/apps/agent-server/src/audit.ts</a:t>
            </a:r>
          </a:p>
          <a:p xmlns:a="http://schemas.openxmlformats.org/drawingml/2006/main">
            <a:r>
              <a:t/>
            </a:r>
          </a:p>
          <a:p xmlns:a="http://schemas.openxmlformats.org/drawingml/2006/main">
            <a:r>
              <a:t>source-code-html/reference/legacy/apps/agent-server/src/events.ts</a:t>
            </a:r>
          </a:p>
          <a:p xmlns:a="http://schemas.openxmlformats.org/drawingml/2006/main">
            <a:r>
              <a:t/>
            </a:r>
          </a:p>
          <a:p xmlns:a="http://schemas.openxmlformats.org/drawingml/2006/main">
            <a:r>
              <a:t>source-code-html/reference/legacy/apps/agent-server/src/worker-messages.ts</a:t>
            </a:r>
          </a:p>
          <a:p xmlns:a="http://schemas.openxmlformats.org/drawingml/2006/main">
            <a:r>
              <a:t/>
            </a:r>
          </a:p>
          <a:p xmlns:a="http://schemas.openxmlformats.org/drawingml/2006/main">
            <a:r>
              <a:t>source-code-html/reference/legacy/apps/agent-server/src/fork-session.ts</a:t>
            </a:r>
          </a:p>
          <a:p xmlns:a="http://schemas.openxmlformats.org/drawingml/2006/main">
            <a:r>
              <a:t/>
            </a:r>
          </a:p>
          <a:p xmlns:a="http://schemas.openxmlformats.org/drawingml/2006/main">
            <a:r>
              <a:t>source-code-html/reference/legacy/apps/agent-server/src/files.ts</a:t>
            </a:r>
          </a:p>
          <a:p xmlns:a="http://schemas.openxmlformats.org/drawingml/2006/main">
            <a:r>
              <a:t/>
            </a:r>
          </a:p>
          <a:p xmlns:a="http://schemas.openxmlformats.org/drawingml/2006/main">
            <a:r>
              <a:t>source-code-html/reference/legacy/apps/agent-server/src/config-fields.ts</a:t>
            </a:r>
          </a:p>
          <a:p xmlns:a="http://schemas.openxmlformats.org/drawingml/2006/main">
            <a:r>
              <a:t/>
            </a:r>
          </a:p>
          <a:p xmlns:a="http://schemas.openxmlformats.org/drawingml/2006/main">
            <a:r>
              <a:t>source-code-html/reference/legacy/apps/agent-server/src/native-settings-routes.ts</a:t>
            </a:r>
          </a:p>
          <a:p xmlns:a="http://schemas.openxmlformats.org/drawingml/2006/main">
            <a:r>
              <a:t/>
            </a:r>
          </a:p>
          <a:p xmlns:a="http://schemas.openxmlformats.org/drawingml/2006/main">
            <a:r>
              <a:t>source-code-html/reference/legacy/apps/agent-server/src/terminal-routes.ts</a:t>
            </a:r>
          </a:p>
          <a:p xmlns:a="http://schemas.openxmlformats.org/drawingml/2006/main">
            <a:r>
              <a:t/>
            </a:r>
          </a:p>
          <a:p xmlns:a="http://schemas.openxmlformats.org/drawingml/2006/main">
            <a:r>
              <a:t>source-code-html/reference/legacy/apps/agent-server/src/module-routes.ts</a:t>
            </a:r>
          </a:p>
          <a:p xmlns:a="http://schemas.openxmlformats.org/drawingml/2006/main">
            <a:r>
              <a:t/>
            </a:r>
          </a:p>
          <a:p xmlns:a="http://schemas.openxmlformats.org/drawingml/2006/main">
            <a:r>
              <a:t>source-code-html/reference/legacy/apps/agent-server/src/modules/ai-deferred.ts</a:t>
            </a:r>
          </a:p>
          <a:p xmlns:a="http://schemas.openxmlformats.org/drawingml/2006/main">
            <a:r>
              <a:t/>
            </a:r>
          </a:p>
          <a:p xmlns:a="http://schemas.openxmlformats.org/drawingml/2006/main">
            <a:r>
              <a:t>source-code-html/reference/legacy/apps/agent-server/src/modules/agent-live.ts</a:t>
            </a:r>
          </a:p>
          <a:p xmlns:a="http://schemas.openxmlformats.org/drawingml/2006/main">
            <a:r>
              <a:t/>
            </a:r>
          </a:p>
          <a:p xmlns:a="http://schemas.openxmlformats.org/drawingml/2006/main">
            <a:r>
              <a:t>source-code-html/reference/legacy/apps/agent-server/src/durable-storage.ts</a:t>
            </a:r>
          </a:p>
          <a:p xmlns:a="http://schemas.openxmlformats.org/drawingml/2006/main">
            <a:r>
              <a:t/>
            </a:r>
          </a:p>
          <a:p xmlns:a="http://schemas.openxmlformats.org/drawingml/2006/main">
            <a:r>
              <a:t>source-code-html/reference/legacy/apps/agent-server/src/modules/codemode.ts</a:t>
            </a:r>
          </a:p>
          <a:p xmlns:a="http://schemas.openxmlformats.org/drawingml/2006/main">
            <a:r>
              <a:t/>
            </a:r>
          </a:p>
          <a:p xmlns:a="http://schemas.openxmlformats.org/drawingml/2006/main">
            <a:r>
              <a:t>source-code-html/reference/legacy/apps/agent-server/src/modules/mcp-transports.ts</a:t>
            </a:r>
          </a:p>
          <a:p xmlns:a="http://schemas.openxmlformats.org/drawingml/2006/main">
            <a:r>
              <a:t/>
            </a:r>
          </a:p>
          <a:p xmlns:a="http://schemas.openxmlformats.org/drawingml/2006/main">
            <a:r>
              <a:t>source-code-html/reference/legacy/apps/agent-server/src/modules/env-identity.ts</a:t>
            </a:r>
          </a:p>
          <a:p xmlns:a="http://schemas.openxmlformats.org/drawingml/2006/main">
            <a:r>
              <a:t/>
            </a:r>
          </a:p>
          <a:p xmlns:a="http://schemas.openxmlformats.org/drawingml/2006/main">
            <a:r>
              <a:t>source-code-html/reference/legacy/apps/agent-server/src/modules/chord-host.ts</a:t>
            </a:r>
          </a:p>
          <a:p xmlns:a="http://schemas.openxmlformats.org/drawingml/2006/main">
            <a:r>
              <a:t/>
            </a:r>
          </a:p>
          <a:p xmlns:a="http://schemas.openxmlformats.org/drawingml/2006/main">
            <a:r>
              <a:t>source-code-html/reference/legacy/apps/agent-server/src/modules/local.ts</a:t>
            </a:r>
          </a:p>
          <a:p xmlns:a="http://schemas.openxmlformats.org/drawingml/2006/main">
            <a:r>
              <a:t/>
            </a:r>
          </a:p>
          <a:p xmlns:a="http://schemas.openxmlformats.org/drawingml/2006/main">
            <a:r>
              <a:t>source-code-html/reference/legacy/apps/agent-server/src/modules/evals-live.ts</a:t>
            </a:r>
          </a:p>
          <a:p xmlns:a="http://schemas.openxmlformats.org/drawingml/2006/main">
            <a:r>
              <a:t/>
            </a:r>
          </a:p>
          <a:p xmlns:a="http://schemas.openxmlformats.org/drawingml/2006/main">
            <a:r>
              <a:t>source-code-html/reference/legacy/packages/agent-runtime-adapter/README.md</a:t>
            </a:r>
          </a:p>
          <a:p xmlns:a="http://schemas.openxmlformats.org/drawingml/2006/main">
            <a:r>
              <a:t/>
            </a:r>
          </a:p>
          <a:p xmlns:a="http://schemas.openxmlformats.org/drawingml/2006/main">
            <a:r>
              <a:t>source-code-html/reference/legacy/packages/agent-runtime-adapter/src/index.ts</a:t>
            </a:r>
          </a:p>
          <a:p xmlns:a="http://schemas.openxmlformats.org/drawingml/2006/main">
            <a:r>
              <a:t/>
            </a:r>
          </a:p>
          <a:p xmlns:a="http://schemas.openxmlformats.org/drawingml/2006/main">
            <a:r>
              <a:t>source-code-html/reference/legacy/packages/agent-runtime-adapter/src/models.ts</a:t>
            </a:r>
          </a:p>
          <a:p xmlns:a="http://schemas.openxmlformats.org/drawingml/2006/main">
            <a:r>
              <a:t/>
            </a:r>
          </a:p>
          <a:p xmlns:a="http://schemas.openxmlformats.org/drawingml/2006/main">
            <a:r>
              <a:t>source-code-html/reference/legacy/packages/agent-runtime-adapter/src/operations.ts</a:t>
            </a:r>
          </a:p>
          <a:p xmlns:a="http://schemas.openxmlformats.org/drawingml/2006/main">
            <a:r>
              <a:t/>
            </a:r>
          </a:p>
          <a:p xmlns:a="http://schemas.openxmlformats.org/drawingml/2006/main">
            <a:r>
              <a:t>source-code-html/reference/legacy/packages/agent-runtime-adapter/src/events.ts</a:t>
            </a:r>
          </a:p>
          <a:p xmlns:a="http://schemas.openxmlformats.org/drawingml/2006/main">
            <a:r>
              <a:t/>
            </a:r>
          </a:p>
          <a:p xmlns:a="http://schemas.openxmlformats.org/drawingml/2006/main">
            <a:r>
              <a:t>source-code-html/reference/legacy/packages/agent-runtime-adapter/src/workspace-diff-worker.ts</a:t>
            </a:r>
          </a:p>
          <a:p xmlns:a="http://schemas.openxmlformats.org/drawingml/2006/main">
            <a:r>
              <a:t/>
            </a:r>
          </a:p>
          <a:p xmlns:a="http://schemas.openxmlformats.org/drawingml/2006/main">
            <a:r>
              <a:t>source-code-html/reference/legacy/packages/agent-runtime-adapter/src/extensions.ts</a:t>
            </a:r>
          </a:p>
          <a:p xmlns:a="http://schemas.openxmlformats.org/drawingml/2006/main">
            <a:r>
              <a:t/>
            </a:r>
          </a:p>
          <a:p xmlns:a="http://schemas.openxmlformats.org/drawingml/2006/main">
            <a:r>
              <a:t>相关测试（列出路径不代表已运行）：</a:t>
            </a:r>
          </a:p>
          <a:p xmlns:a="http://schemas.openxmlformats.org/drawingml/2006/main">
            <a:r>
              <a:t/>
            </a:r>
          </a:p>
          <a:p xmlns:a="http://schemas.openxmlformats.org/drawingml/2006/main">
            <a:r>
              <a:t>packages/coding-agent/test/agent-session-branching.test.ts</a:t>
            </a:r>
          </a:p>
          <a:p xmlns:a="http://schemas.openxmlformats.org/drawingml/2006/main">
            <a:r>
              <a:t/>
            </a:r>
          </a:p>
          <a:p xmlns:a="http://schemas.openxmlformats.org/drawingml/2006/main">
            <a:r>
              <a:t>packages/coding-agent/test/agent-session-runtime-events.test.ts</a:t>
            </a:r>
          </a:p>
          <a:p xmlns:a="http://schemas.openxmlformats.org/drawingml/2006/main">
            <a:r>
              <a:t/>
            </a:r>
          </a:p>
          <a:p xmlns:a="http://schemas.openxmlformats.org/drawingml/2006/main">
            <a:r>
              <a:t>packages/coding-agent/test/interactive-mode-import-command.test.ts</a:t>
            </a:r>
          </a:p>
          <a:p xmlns:a="http://schemas.openxmlformats.org/drawingml/2006/main">
            <a:r>
              <a:t/>
            </a:r>
          </a:p>
          <a:p xmlns:a="http://schemas.openxmlformats.org/drawingml/2006/main">
            <a:r>
              <a:t>packages/coding-agent/test/rpc-prompt-response-semantics.test.ts</a:t>
            </a:r>
          </a:p>
          <a:p xmlns:a="http://schemas.openxmlformats.org/drawingml/2006/main">
            <a:r>
              <a:t/>
            </a:r>
          </a:p>
          <a:p xmlns:a="http://schemas.openxmlformats.org/drawingml/2006/main">
            <a:r>
              <a:t>packages/coding-agent/test/session-cwd.test.ts</a:t>
            </a:r>
          </a:p>
          <a:p xmlns:a="http://schemas.openxmlformats.org/drawingml/2006/main">
            <a:r>
              <a:t/>
            </a:r>
          </a:p>
          <a:p xmlns:a="http://schemas.openxmlformats.org/drawingml/2006/main">
            <a:r>
              <a:t>packages/coding-agent/test/suite/agent-session-runtime.test.ts</a:t>
            </a:r>
          </a:p>
          <a:p xmlns:a="http://schemas.openxmlformats.org/drawingml/2006/main">
            <a:r>
              <a:t/>
            </a:r>
          </a:p>
          <a:p xmlns:a="http://schemas.openxmlformats.org/drawingml/2006/main">
            <a:r>
              <a:t>packages/coding-agent/test/suite/regressions/2753-reload-stale-resource-settings.test.ts</a:t>
            </a:r>
          </a:p>
          <a:p xmlns:a="http://schemas.openxmlformats.org/drawingml/2006/main">
            <a:r>
              <a:t/>
            </a:r>
          </a:p>
          <a:p xmlns:a="http://schemas.openxmlformats.org/drawingml/2006/main">
            <a:r>
              <a:t>packages/coding-agent/test/suite/regressions/2860-replaced-session-context.test.ts</a:t>
            </a:r>
          </a:p>
          <a:p xmlns:a="http://schemas.openxmlformats.org/drawingml/2006/main">
            <a:r>
              <a:t/>
            </a:r>
          </a:p>
          <a:p xmlns:a="http://schemas.openxmlformats.org/drawingml/2006/main">
            <a:r>
              <a:t>packages/coding-agent/test/suite/regressions/5868-rpc-unknown-command-id.test.ts</a:t>
            </a:r>
          </a:p>
          <a:p xmlns:a="http://schemas.openxmlformats.org/drawingml/2006/main">
            <a:r>
              <a:t/>
            </a:r>
          </a:p>
          <a:p xmlns:a="http://schemas.openxmlformats.org/drawingml/2006/main">
            <a:r>
              <a:t>packages/coding-agent/test/suite/regressions/8724-in-memory-fork-active-tool.test.ts</a:t>
            </a:r>
          </a:p>
          <a:p xmlns:a="http://schemas.openxmlformats.org/drawingml/2006/main">
            <a:r>
              <a:t/>
            </a:r>
          </a:p>
          <a:p xmlns:a="http://schemas.openxmlformats.org/drawingml/2006/main">
            <a:r>
              <a:t>packages/coding-agent/test/suite/regressions/9068-user-bash-fail-closed.test.ts</a:t>
            </a:r>
          </a:p>
          <a:p xmlns:a="http://schemas.openxmlformats.org/drawingml/2006/main">
            <a:r>
              <a:t/>
            </a:r>
          </a:p>
          <a:p xmlns:a="http://schemas.openxmlformats.org/drawingml/2006/main">
            <a:r>
              <a:t>packages/coding-agent/test/default-tools-setting.test.ts</a:t>
            </a:r>
          </a:p>
          <a:p xmlns:a="http://schemas.openxmlformats.org/drawingml/2006/main">
            <a:r>
              <a:t/>
            </a:r>
          </a:p>
          <a:p xmlns:a="http://schemas.openxmlformats.org/drawingml/2006/main">
            <a:r>
              <a:t>packages/coding-agent/test/suite/regressions/3592-no-builtin-tools-keeps-extension-tools.test.ts</a:t>
            </a:r>
          </a:p>
          <a:p xmlns:a="http://schemas.openxmlformats.org/drawingml/2006/main">
            <a:r>
              <a:t/>
            </a:r>
          </a:p>
          <a:p xmlns:a="http://schemas.openxmlformats.org/drawingml/2006/main">
            <a:r>
              <a:t>packages/coding-agent/test/suite/regressions/7829-invalid-settings-warning.test.ts</a:t>
            </a:r>
          </a:p>
          <a:p xmlns:a="http://schemas.openxmlformats.org/drawingml/2006/main">
            <a:r>
              <a:t/>
            </a:r>
          </a:p>
          <a:p xmlns:a="http://schemas.openxmlformats.org/drawingml/2006/main">
            <a:r>
              <a:t>packages/coding-agent/test/agent-session-dynamic-provider.test.ts</a:t>
            </a:r>
          </a:p>
          <a:p xmlns:a="http://schemas.openxmlformats.org/drawingml/2006/main">
            <a:r>
              <a:t/>
            </a:r>
          </a:p>
          <a:p xmlns:a="http://schemas.openxmlformats.org/drawingml/2006/main">
            <a:r>
              <a:t>packages/coding-agent/test/agent-session-dynamic-tools.test.ts</a:t>
            </a:r>
          </a:p>
          <a:p xmlns:a="http://schemas.openxmlformats.org/drawingml/2006/main">
            <a:r>
              <a:t/>
            </a:r>
          </a:p>
          <a:p xmlns:a="http://schemas.openxmlformats.org/drawingml/2006/main">
            <a:r>
              <a:t>packages/coding-agent/test/builtin-tool-strict-mode.test.ts</a:t>
            </a:r>
          </a:p>
          <a:p xmlns:a="http://schemas.openxmlformats.org/drawingml/2006/main">
            <a:r>
              <a:t/>
            </a:r>
          </a:p>
          <a:p xmlns:a="http://schemas.openxmlformats.org/drawingml/2006/main">
            <a:r>
              <a:t>packages/coding-agent/test/export-jsonl-share.test.ts</a:t>
            </a:r>
          </a:p>
          <a:p xmlns:a="http://schemas.openxmlformats.org/drawingml/2006/main">
            <a:r>
              <a:t/>
            </a:r>
          </a:p>
          <a:p xmlns:a="http://schemas.openxmlformats.org/drawingml/2006/main">
            <a:r>
              <a:t>packages/coding-agent/test/sdk-client-identity.test.ts</a:t>
            </a:r>
          </a:p>
          <a:p xmlns:a="http://schemas.openxmlformats.org/drawingml/2006/main">
            <a:r>
              <a:t/>
            </a:r>
          </a:p>
          <a:p xmlns:a="http://schemas.openxmlformats.org/drawingml/2006/main">
            <a:r>
              <a:t>packages/coding-agent/test/sdk-codex-cache-probe-tool-loop.ts</a:t>
            </a:r>
          </a:p>
          <a:p xmlns:a="http://schemas.openxmlformats.org/drawingml/2006/main">
            <a:r>
              <a:t/>
            </a:r>
          </a:p>
          <a:p xmlns:a="http://schemas.openxmlformats.org/drawingml/2006/main">
            <a:r>
              <a:t>packages/coding-agent/test/sdk-session-manager.test.ts</a:t>
            </a:r>
          </a:p>
          <a:p xmlns:a="http://schemas.openxmlformats.org/drawingml/2006/main">
            <a:r>
              <a:t/>
            </a:r>
          </a:p>
          <a:p xmlns:a="http://schemas.openxmlformats.org/drawingml/2006/main">
            <a:r>
              <a:t>packages/coding-agent/test/sdk-skills.test.ts</a:t>
            </a:r>
          </a:p>
          <a:p xmlns:a="http://schemas.openxmlformats.org/drawingml/2006/main">
            <a:r>
              <a:t/>
            </a:r>
          </a:p>
          <a:p xmlns:a="http://schemas.openxmlformats.org/drawingml/2006/main">
            <a:r>
              <a:t>packages/coding-agent/test/sdk-stream-options.test.ts</a:t>
            </a:r>
          </a:p>
          <a:p xmlns:a="http://schemas.openxmlformats.org/drawingml/2006/main">
            <a:r>
              <a:t/>
            </a:r>
          </a:p>
          <a:p xmlns:a="http://schemas.openxmlformats.org/drawingml/2006/main">
            <a:r>
              <a:t>packages/coding-agent/test/suite/regressions/2835-tools-allowlist-filters-extension-tools.test.ts</a:t>
            </a:r>
          </a:p>
          <a:p xmlns:a="http://schemas.openxmlformats.org/drawingml/2006/main">
            <a:r>
              <a:t/>
            </a:r>
          </a:p>
          <a:p xmlns:a="http://schemas.openxmlformats.org/drawingml/2006/main">
            <a:r>
              <a:t>packages/coding-agent/test/system-prompt-updates.test.ts</a:t>
            </a:r>
          </a:p>
          <a:p xmlns:a="http://schemas.openxmlformats.org/drawingml/2006/main">
            <a:r>
              <a:t/>
            </a:r>
          </a:p>
          <a:p xmlns:a="http://schemas.openxmlformats.org/drawingml/2006/main">
            <a:r>
              <a:t>packages/coding-agent/test/tool-renderer-examples.test.ts</a:t>
            </a:r>
          </a:p>
          <a:p xmlns:a="http://schemas.openxmlformats.org/drawingml/2006/main">
            <a:r>
              <a:t/>
            </a:r>
          </a:p>
          <a:p xmlns:a="http://schemas.openxmlformats.org/drawingml/2006/main">
            <a:r>
              <a:t>packages/coding-agent/test/virtual-models.test.ts</a:t>
            </a:r>
          </a:p>
          <a:p xmlns:a="http://schemas.openxmlformats.org/drawingml/2006/main">
            <a:r>
              <a:t/>
            </a:r>
          </a:p>
          <a:p xmlns:a="http://schemas.openxmlformats.org/drawingml/2006/main">
            <a:r>
              <a:t>packages/coding-agent/test/cache-warmer.test.ts</a:t>
            </a:r>
          </a:p>
          <a:p xmlns:a="http://schemas.openxmlformats.org/drawingml/2006/main">
            <a:r>
              <a:t/>
            </a:r>
          </a:p>
          <a:p xmlns:a="http://schemas.openxmlformats.org/drawingml/2006/main">
            <a:r>
              <a:t>packages/coding-agent/test/extensions-runner.test.ts</a:t>
            </a:r>
          </a:p>
          <a:p xmlns:a="http://schemas.openxmlformats.org/drawingml/2006/main">
            <a:r>
              <a:t/>
            </a:r>
          </a:p>
          <a:p xmlns:a="http://schemas.openxmlformats.org/drawingml/2006/main">
            <a:r>
              <a:t>packages/coding-agent/test/llama-extension.test.ts</a:t>
            </a:r>
          </a:p>
          <a:p xmlns:a="http://schemas.openxmlformats.org/drawingml/2006/main">
            <a:r>
              <a:t/>
            </a:r>
          </a:p>
          <a:p xmlns:a="http://schemas.openxmlformats.org/drawingml/2006/main">
            <a:r>
              <a:t>packages/coding-agent/test/suite/regressions/7193-event-bus-lifecycle.test.ts</a:t>
            </a:r>
          </a:p>
          <a:p xmlns:a="http://schemas.openxmlformats.org/drawingml/2006/main">
            <a:r>
              <a:t/>
            </a:r>
          </a:p>
          <a:p xmlns:a="http://schemas.openxmlformats.org/drawingml/2006/main">
            <a:r>
              <a:t>packages/coding-agent/test/suite/regressions/8423-extension-factory-failure.test.ts</a:t>
            </a:r>
          </a:p>
          <a:p xmlns:a="http://schemas.openxmlformats.org/drawingml/2006/main">
            <a:r>
              <a:t/>
            </a:r>
          </a:p>
          <a:p xmlns:a="http://schemas.openxmlformats.org/drawingml/2006/main">
            <a:r>
              <a:t>packages/coding-agent/test/utilities.ts</a:t>
            </a:r>
          </a:p>
          <a:p xmlns:a="http://schemas.openxmlformats.org/drawingml/2006/main">
            <a:r>
              <a:t/>
            </a:r>
          </a:p>
          <a:p xmlns:a="http://schemas.openxmlformats.org/drawingml/2006/main">
            <a:r>
              <a:t>packages/coding-agent/test/compaction-extensions-example.test.ts</a:t>
            </a:r>
          </a:p>
          <a:p xmlns:a="http://schemas.openxmlformats.org/drawingml/2006/main">
            <a:r>
              <a:t/>
            </a:r>
          </a:p>
          <a:p xmlns:a="http://schemas.openxmlformats.org/drawingml/2006/main">
            <a:r>
              <a:t>packages/coding-agent/test/compaction-extensions.test.ts</a:t>
            </a:r>
          </a:p>
          <a:p xmlns:a="http://schemas.openxmlformats.org/drawingml/2006/main">
            <a:r>
              <a:t/>
            </a:r>
          </a:p>
          <a:p xmlns:a="http://schemas.openxmlformats.org/drawingml/2006/main">
            <a:r>
              <a:t>packages/coding-agent/test/git-merge-and-resolve-extension.test.ts</a:t>
            </a:r>
          </a:p>
          <a:p xmlns:a="http://schemas.openxmlformats.org/drawingml/2006/main">
            <a:r>
              <a:t/>
            </a:r>
          </a:p>
          <a:p xmlns:a="http://schemas.openxmlformats.org/drawingml/2006/main">
            <a:r>
              <a:t>packages/coding-agent/test/input-transform-streaming-example.test.ts</a:t>
            </a:r>
          </a:p>
          <a:p xmlns:a="http://schemas.openxmlformats.org/drawingml/2006/main">
            <a:r>
              <a:t/>
            </a:r>
          </a:p>
          <a:p xmlns:a="http://schemas.openxmlformats.org/drawingml/2006/main">
            <a:r>
              <a:t>packages/coding-agent/test/plan-mode-extension.test.ts</a:t>
            </a:r>
          </a:p>
          <a:p xmlns:a="http://schemas.openxmlformats.org/drawingml/2006/main">
            <a:r>
              <a:t/>
            </a:r>
          </a:p>
          <a:p xmlns:a="http://schemas.openxmlformats.org/drawingml/2006/main">
            <a:r>
              <a:t>packages/coding-agent/test/suite/agent-session-compaction-model-overrides.test.ts</a:t>
            </a:r>
          </a:p>
          <a:p xmlns:a="http://schemas.openxmlformats.org/drawingml/2006/main">
            <a:r>
              <a:t/>
            </a:r>
          </a:p>
          <a:p xmlns:a="http://schemas.openxmlformats.org/drawingml/2006/main">
            <a:r>
              <a:t>packages/coding-agent/test/suite/agent-session-prompt.test.ts</a:t>
            </a:r>
          </a:p>
          <a:p xmlns:a="http://schemas.openxmlformats.org/drawingml/2006/main">
            <a:r>
              <a:t/>
            </a:r>
          </a:p>
          <a:p xmlns:a="http://schemas.openxmlformats.org/drawingml/2006/main">
            <a:r>
              <a:t>packages/coding-agent/test/suite/harness.ts</a:t>
            </a:r>
          </a:p>
          <a:p xmlns:a="http://schemas.openxmlformats.org/drawingml/2006/main">
            <a:r>
              <a:t/>
            </a:r>
          </a:p>
          <a:p xmlns:a="http://schemas.openxmlformats.org/drawingml/2006/main">
            <a:r>
              <a:t>packages/coding-agent/test/suite/regressions/8261-subagent-project-trust.test.ts</a:t>
            </a:r>
          </a:p>
          <a:p xmlns:a="http://schemas.openxmlformats.org/drawingml/2006/main">
            <a:r>
              <a:t/>
            </a:r>
          </a:p>
          <a:p xmlns:a="http://schemas.openxmlformats.org/drawingml/2006/main">
            <a:r>
              <a:t>packages/coding-agent/test/suite/virtual-models.test.ts</a:t>
            </a:r>
          </a:p>
          <a:p xmlns:a="http://schemas.openxmlformats.org/drawingml/2006/main">
            <a:r>
              <a:t/>
            </a:r>
          </a:p>
          <a:p xmlns:a="http://schemas.openxmlformats.org/drawingml/2006/main">
            <a:r>
              <a:t>packages/coding-agent/test/trigger-compact-extension.test.ts</a:t>
            </a:r>
          </a:p>
          <a:p xmlns:a="http://schemas.openxmlformats.org/drawingml/2006/main">
            <a:r>
              <a:t/>
            </a:r>
          </a:p>
          <a:p xmlns:a="http://schemas.openxmlformats.org/drawingml/2006/main">
            <a:r>
              <a:t>packages/coding-agent/test/extensions-discovery.test.ts</a:t>
            </a:r>
          </a:p>
          <a:p xmlns:a="http://schemas.openxmlformats.org/drawingml/2006/main">
            <a:r>
              <a:t/>
            </a:r>
          </a:p>
          <a:p xmlns:a="http://schemas.openxmlformats.org/drawingml/2006/main">
            <a:r>
              <a:t>packages/coding-agent/test/extensions-input-event.test.ts</a:t>
            </a:r>
          </a:p>
          <a:p xmlns:a="http://schemas.openxmlformats.org/drawingml/2006/main">
            <a:r>
              <a:t/>
            </a:r>
          </a:p>
          <a:p xmlns:a="http://schemas.openxmlformats.org/drawingml/2006/main">
            <a:r>
              <a:t>packages/coding-agent/test/suite/regressions/8237-node-sea-extension-loading.test.ts</a:t>
            </a:r>
          </a:p>
          <a:p xmlns:a="http://schemas.openxmlformats.org/drawingml/2006/main">
            <a:r>
              <a:t/>
            </a:r>
          </a:p>
          <a:p xmlns:a="http://schemas.openxmlformats.org/drawingml/2006/main">
            <a:r>
              <a:t>packages/coding-agent/test/suite/regressions/9540-extension-loader-lazy.test.ts</a:t>
            </a:r>
          </a:p>
          <a:p xmlns:a="http://schemas.openxmlformats.org/drawingml/2006/main">
            <a:r>
              <a:t/>
            </a:r>
          </a:p>
          <a:p xmlns:a="http://schemas.openxmlformats.org/drawingml/2006/main">
            <a:r>
              <a:t>packages/coding-agent/test/suite/regressions/extension-factory-cache.test.ts</a:t>
            </a:r>
          </a:p>
          <a:p xmlns:a="http://schemas.openxmlformats.org/drawingml/2006/main">
            <a:r>
              <a:t/>
            </a:r>
          </a:p>
          <a:p xmlns:a="http://schemas.openxmlformats.org/drawingml/2006/main">
            <a:r>
              <a:t>packages/coding-agent/test/resource-loader.test.ts</a:t>
            </a:r>
          </a:p>
          <a:p xmlns:a="http://schemas.openxmlformats.org/drawingml/2006/main">
            <a:r>
              <a:t/>
            </a:r>
          </a:p>
          <a:p xmlns:a="http://schemas.openxmlformats.org/drawingml/2006/main">
            <a:r>
              <a:t>packages/coding-agent/test/suite/agent-session-mcp-oauth.test.ts</a:t>
            </a:r>
          </a:p>
          <a:p xmlns:a="http://schemas.openxmlformats.org/drawingml/2006/main">
            <a:r>
              <a:t/>
            </a:r>
          </a:p>
          <a:p xmlns:a="http://schemas.openxmlformats.org/drawingml/2006/main">
            <a:r>
              <a:t>packages/coding-agent/test/codemode-renderer.test.ts</a:t>
            </a:r>
          </a:p>
          <a:p xmlns:a="http://schemas.openxmlformats.org/drawingml/2006/main">
            <a:r>
              <a:t/>
            </a:r>
          </a:p>
          <a:p xmlns:a="http://schemas.openxmlformats.org/drawingml/2006/main">
            <a:r>
              <a:t>packages/coding-agent/test/custom-message.test.ts</a:t>
            </a:r>
          </a:p>
          <a:p xmlns:a="http://schemas.openxmlformats.org/drawingml/2006/main">
            <a:r>
              <a:t/>
            </a:r>
          </a:p>
          <a:p xmlns:a="http://schemas.openxmlformats.org/drawingml/2006/main">
            <a:r>
              <a:t>packages/coding-agent/test/edit-tool-legacy-input.test.ts</a:t>
            </a:r>
          </a:p>
          <a:p xmlns:a="http://schemas.openxmlformats.org/drawingml/2006/main">
            <a:r>
              <a:t/>
            </a:r>
          </a:p>
          <a:p xmlns:a="http://schemas.openxmlformats.org/drawingml/2006/main">
            <a:r>
              <a:t>packages/coding-agent/test/export-html-whitespace.test.ts</a:t>
            </a:r>
          </a:p>
          <a:p xmlns:a="http://schemas.openxmlformats.org/drawingml/2006/main">
            <a:r>
              <a:t/>
            </a:r>
          </a:p>
          <a:p xmlns:a="http://schemas.openxmlformats.org/drawingml/2006/main">
            <a:r>
              <a:t>packages/coding-agent/test/image-resize-callers.test.ts</a:t>
            </a:r>
          </a:p>
          <a:p xmlns:a="http://schemas.openxmlformats.org/drawingml/2006/main">
            <a:r>
              <a:t/>
            </a:r>
          </a:p>
          <a:p xmlns:a="http://schemas.openxmlformats.org/drawingml/2006/main">
            <a:r>
              <a:t>packages/coding-agent/test/interactive-mode-status.test.ts</a:t>
            </a:r>
          </a:p>
          <a:p xmlns:a="http://schemas.openxmlformats.org/drawingml/2006/main">
            <a:r>
              <a:t/>
            </a:r>
          </a:p>
          <a:p xmlns:a="http://schemas.openxmlformats.org/drawingml/2006/main">
            <a:r>
              <a:t>packages/coding-agent/test/mermaid.test.ts</a:t>
            </a:r>
          </a:p>
          <a:p xmlns:a="http://schemas.openxmlformats.org/drawingml/2006/main">
            <a:r>
              <a:t/>
            </a:r>
          </a:p>
          <a:p xmlns:a="http://schemas.openxmlformats.org/drawingml/2006/main">
            <a:r>
              <a:t>packages/coding-agent/test/output-pad.test.ts</a:t>
            </a:r>
          </a:p>
          <a:p xmlns:a="http://schemas.openxmlformats.org/drawingml/2006/main">
            <a:r>
              <a:t/>
            </a:r>
          </a:p>
          <a:p xmlns:a="http://schemas.openxmlformats.org/drawingml/2006/main">
            <a:r>
              <a:t>packages/coding-agent/test/suite/agent-session-codemode.test.ts</a:t>
            </a:r>
          </a:p>
          <a:p xmlns:a="http://schemas.openxmlformats.org/drawingml/2006/main">
            <a:r>
              <a:t/>
            </a:r>
          </a:p>
          <a:p xmlns:a="http://schemas.openxmlformats.org/drawingml/2006/main">
            <a:r>
              <a:t>packages/coding-agent/test/suite/agent-session-mcp.test.ts</a:t>
            </a:r>
          </a:p>
          <a:p xmlns:a="http://schemas.openxmlformats.org/drawingml/2006/main">
            <a:r>
              <a:t/>
            </a:r>
          </a:p>
          <a:p xmlns:a="http://schemas.openxmlformats.org/drawingml/2006/main">
            <a:r>
              <a:t>packages/coding-agent/test/suite/agent-session-tool-orchestration.test.ts</a:t>
            </a:r>
          </a:p>
          <a:p xmlns:a="http://schemas.openxmlformats.org/drawingml/2006/main">
            <a:r>
              <a:t/>
            </a:r>
          </a:p>
          <a:p xmlns:a="http://schemas.openxmlformats.org/drawingml/2006/main">
            <a:r>
              <a:t>packages/coding-agent/test/suite/regressions/10285-mcp-tool-renderers.test.ts</a:t>
            </a:r>
          </a:p>
          <a:p xmlns:a="http://schemas.openxmlformats.org/drawingml/2006/main">
            <a:r>
              <a:t/>
            </a:r>
          </a:p>
          <a:p xmlns:a="http://schemas.openxmlformats.org/drawingml/2006/main">
            <a:r>
              <a:t>packages/coding-agent/test/tool-execution-component.test.ts</a:t>
            </a:r>
          </a:p>
          <a:p xmlns:a="http://schemas.openxmlformats.org/drawingml/2006/main">
            <a:r>
              <a:t/>
            </a:r>
          </a:p>
          <a:p xmlns:a="http://schemas.openxmlformats.org/drawingml/2006/main">
            <a:r>
              <a:t>packages/coding-agent/test/tool-search.test.ts</a:t>
            </a:r>
          </a:p>
          <a:p xmlns:a="http://schemas.openxmlformats.org/drawingml/2006/main">
            <a:r>
              <a:t/>
            </a:r>
          </a:p>
          <a:p xmlns:a="http://schemas.openxmlformats.org/drawingml/2006/main">
            <a:r>
              <a:t>packages/coding-agent/test/tools.test.ts</a:t>
            </a:r>
          </a:p>
          <a:p xmlns:a="http://schemas.openxmlformats.org/drawingml/2006/main">
            <a:r>
              <a:t/>
            </a:r>
          </a:p>
          <a:p xmlns:a="http://schemas.openxmlformats.org/drawingml/2006/main">
            <a:r>
              <a:t>packages/coding-agent/test/suite/regressions/11156-pi-ai-models-virtual-module.test.ts</a:t>
            </a:r>
          </a:p>
          <a:p xmlns:a="http://schemas.openxmlformats.org/drawingml/2006/main">
            <a:r>
              <a:t/>
            </a:r>
          </a:p>
          <a:p xmlns:a="http://schemas.openxmlformats.org/drawingml/2006/main">
            <a:r>
              <a:t>packages/coding-agent/test/agent-session-auto-compaction-queue.test.ts</a:t>
            </a:r>
          </a:p>
          <a:p xmlns:a="http://schemas.openxmlformats.org/drawingml/2006/main">
            <a:r>
              <a:t/>
            </a:r>
          </a:p>
          <a:p xmlns:a="http://schemas.openxmlformats.org/drawingml/2006/main">
            <a:r>
              <a:t>packages/coding-agent/test/agent-session-compaction.test.ts</a:t>
            </a:r>
          </a:p>
          <a:p xmlns:a="http://schemas.openxmlformats.org/drawingml/2006/main">
            <a:r>
              <a:t/>
            </a:r>
          </a:p>
          <a:p xmlns:a="http://schemas.openxmlformats.org/drawingml/2006/main">
            <a:r>
              <a:t>packages/coding-agent/test/agent-session-concurrent.test.ts</a:t>
            </a:r>
          </a:p>
          <a:p xmlns:a="http://schemas.openxmlformats.org/drawingml/2006/main">
            <a:r>
              <a:t/>
            </a:r>
          </a:p>
          <a:p xmlns:a="http://schemas.openxmlformats.org/drawingml/2006/main">
            <a:r>
              <a:t>packages/coding-agent/test/agent-session-retry.test.ts</a:t>
            </a:r>
          </a:p>
          <a:p xmlns:a="http://schemas.openxmlformats.org/drawingml/2006/main">
            <a:r>
              <a:t/>
            </a:r>
          </a:p>
          <a:p xmlns:a="http://schemas.openxmlformats.org/drawingml/2006/main">
            <a:r>
              <a:t>packages/coding-agent/test/agent-session-stats.test.ts</a:t>
            </a:r>
          </a:p>
          <a:p xmlns:a="http://schemas.openxmlformats.org/drawingml/2006/main">
            <a:r>
              <a:t/>
            </a:r>
          </a:p>
          <a:p xmlns:a="http://schemas.openxmlformats.org/drawingml/2006/main">
            <a:r>
              <a:t>packages/coding-agent/test/bug-report.test.ts</a:t>
            </a:r>
          </a:p>
          <a:p xmlns:a="http://schemas.openxmlformats.org/drawingml/2006/main">
            <a:r>
              <a:t/>
            </a:r>
          </a:p>
          <a:p xmlns:a="http://schemas.openxmlformats.org/drawingml/2006/main">
            <a:r>
              <a:t>packages/coding-agent/test/footer-width.test.ts</a:t>
            </a:r>
          </a:p>
          <a:p xmlns:a="http://schemas.openxmlformats.org/drawingml/2006/main">
            <a:r>
              <a:t/>
            </a:r>
          </a:p>
          <a:p xmlns:a="http://schemas.openxmlformats.org/drawingml/2006/main">
            <a:r>
              <a:t>packages/coding-agent/test/model-resolver.test.ts</a:t>
            </a:r>
          </a:p>
          <a:p xmlns:a="http://schemas.openxmlformats.org/drawingml/2006/main">
            <a:r>
              <a:t/>
            </a:r>
          </a:p>
          <a:p xmlns:a="http://schemas.openxmlformats.org/drawingml/2006/main">
            <a:r>
              <a:t>packages/coding-agent/test/program-status-reporter.test.ts</a:t>
            </a:r>
          </a:p>
          <a:p xmlns:a="http://schemas.openxmlformats.org/drawingml/2006/main">
            <a:r>
              <a:t/>
            </a:r>
          </a:p>
          <a:p xmlns:a="http://schemas.openxmlformats.org/drawingml/2006/main">
            <a:r>
              <a:t>packages/coding-agent/test/suite/regressions/4167-thinking-toggle-pending-tool-render.test.ts</a:t>
            </a:r>
          </a:p>
          <a:p xmlns:a="http://schemas.openxmlformats.org/drawingml/2006/main">
            <a:r>
              <a:t/>
            </a:r>
          </a:p>
          <a:p xmlns:a="http://schemas.openxmlformats.org/drawingml/2006/main">
            <a:r>
              <a:t>packages/coding-agent/test/suite/regressions/5596-missing-theme-export.test.ts</a:t>
            </a:r>
          </a:p>
          <a:p xmlns:a="http://schemas.openxmlformats.org/drawingml/2006/main">
            <a:r>
              <a:t/>
            </a:r>
          </a:p>
          <a:p xmlns:a="http://schemas.openxmlformats.org/drawingml/2006/main">
            <a:r>
              <a:t>packages/coding-agent/test/suite/regressions/5943-session-start-notify.test.ts</a:t>
            </a:r>
          </a:p>
          <a:p xmlns:a="http://schemas.openxmlformats.org/drawingml/2006/main">
            <a:r>
              <a:t/>
            </a:r>
          </a:p>
          <a:p xmlns:a="http://schemas.openxmlformats.org/drawingml/2006/main">
            <a:r>
              <a:t>packages/coding-agent/test/suite/regressions/7150-rpc-prompt-during-compaction.test.ts</a:t>
            </a:r>
          </a:p>
          <a:p xmlns:a="http://schemas.openxmlformats.org/drawingml/2006/main">
            <a:r>
              <a:t/>
            </a:r>
          </a:p>
          <a:p xmlns:a="http://schemas.openxmlformats.org/drawingml/2006/main">
            <a:r>
              <a:t>packages/coding-agent/test/test-harness.ts</a:t>
            </a:r>
          </a:p>
          <a:p xmlns:a="http://schemas.openxmlformats.org/drawingml/2006/main">
            <a:r>
              <a:t/>
            </a:r>
          </a:p>
          <a:p xmlns:a="http://schemas.openxmlformats.org/drawingml/2006/main">
            <a:r>
              <a:t>packages/coding-agent/test/suite/regressions/8537-custom-message-tool-result-ordering.test.ts</a:t>
            </a:r>
          </a:p>
          <a:p xmlns:a="http://schemas.openxmlformats.org/drawingml/2006/main">
            <a:r>
              <a:t/>
            </a:r>
          </a:p>
          <a:p xmlns:a="http://schemas.openxmlformats.org/drawingml/2006/main">
            <a:r>
              <a:t>功能编号：</a:t>
            </a:r>
          </a:p>
          <a:p xmlns:a="http://schemas.openxmlformats.org/drawingml/2006/main">
            <a:r>
              <a:t/>
            </a:r>
          </a:p>
          <a:p xmlns:a="http://schemas.openxmlformats.org/drawingml/2006/main">
            <a:r>
              <a:t>EXT-22 · 会话控制与安全切换 [库] 命令上下文可等待空闲、重载、导航与替换会话；替换后应使用新上下文和重新绑定监听。</a:t>
            </a:r>
          </a:p>
          <a:p xmlns:a="http://schemas.openxmlformats.org/drawingml/2006/main">
            <a:r>
              <a:t/>
            </a:r>
          </a:p>
          <a:p xmlns:a="http://schemas.openxmlformats.org/drawingml/2006/main">
            <a:r>
              <a:t>INT-01 · 进程内创建会话 [库] 在 Node.js／Bun 应用中直接创建 AgentSession，复用 Pi 的模型、工具、配置、会话和扩展，而无需启动终端。</a:t>
            </a:r>
          </a:p>
          <a:p xmlns:a="http://schemas.openxmlformats.org/drawingml/2006/main">
            <a:r>
              <a:t/>
            </a:r>
          </a:p>
          <a:p xmlns:a="http://schemas.openxmlformats.org/drawingml/2006/main">
            <a:r>
              <a:t>INT-03 · 等待、取消和销毁 [库] 等待真正空闲，或取消工作并等待结束；销毁会话时清除监听和旧扩展上下文。</a:t>
            </a:r>
          </a:p>
          <a:p xmlns:a="http://schemas.openxmlformats.org/drawingml/2006/main">
            <a:r>
              <a:t/>
            </a:r>
          </a:p>
          <a:p xmlns:a="http://schemas.openxmlformats.org/drawingml/2006/main">
            <a:r>
              <a:t>INT-04 · 会话事件订阅 [库] 接收文本增量、工具进度、队列、重试、压缩及最终静止事件，以驱动自己的界面。</a:t>
            </a:r>
          </a:p>
          <a:p xmlns:a="http://schemas.openxmlformats.org/drawingml/2006/main">
            <a:r>
              <a:t/>
            </a:r>
          </a:p>
          <a:p xmlns:a="http://schemas.openxmlformats.org/drawingml/2006/main">
            <a:r>
              <a:t>INT-05 · 宿主依赖注入 [库] 替换 ModelRuntime、SettingsManager、SessionManager、ResourceLoader 与工具集合，让宿主控制存储和资源边界。</a:t>
            </a:r>
          </a:p>
          <a:p xmlns:a="http://schemas.openxmlformats.org/drawingml/2006/main">
            <a:r>
              <a:t/>
            </a:r>
          </a:p>
          <a:p xmlns:a="http://schemas.openxmlformats.org/drawingml/2006/main">
            <a:r>
              <a:t>INT-07 · 会话运行时替换 [库] 在同一宿主中新建、切换、分叉或导入会话，按目标工作目录重新创建服务；旧订阅需要重绑。</a:t>
            </a:r>
          </a:p>
          <a:p xmlns:a="http://schemas.openxmlformats.org/drawingml/2006/main">
            <a:r>
              <a:t/>
            </a:r>
          </a:p>
          <a:p xmlns:a="http://schemas.openxmlformats.org/drawingml/2006/main">
            <a:r>
              <a:t>OTH-56 · SDK 完整演练集 [示例] 14 个示例覆盖最小调用、模型、提示、技能、工具、扩展、上下文、模板、认证、设置、会话、完全替换宿主、runtime 切换、MCP／Codemode。</a:t>
            </a:r>
          </a:p>
          <a:p xmlns:a="http://schemas.openxmlformats.org/drawingml/2006/main">
            <a:r>
              <a:t/>
            </a:r>
          </a:p>
          <a:p xmlns:a="http://schemas.openxmlformats.org/drawingml/2006/main">
            <a:r>
              <a:t>OTH-84 · 依赖供应链检查 [工程支持] 固定直接外部依赖，检查锁文件及安装锁，默认忽略依赖生命周期脚本，并进行相应审计。</a:t>
            </a:r>
          </a:p>
          <a:p xmlns:a="http://schemas.openxmlformats.org/drawingml/2006/main">
            <a:r>
              <a:t/>
            </a:r>
          </a:p>
          <a:p xmlns:a="http://schemas.openxmlformats.org/drawingml/2006/main">
            <a:r>
              <a:t>OTH-85 · 静态检查与定向测试 [工程支持] 根 check 检查格式、类型及依赖等；测试按包和具体文件运行，交互测试另有专门流程。</a:t>
            </a:r>
          </a:p>
          <a:p xmlns:a="http://schemas.openxmlformats.org/drawingml/2006/main">
            <a:r>
              <a:t/>
            </a:r>
          </a:p>
          <a:p xmlns:a="http://schemas.openxmlformats.org/drawingml/2006/main">
            <a:r>
              <a:t>OTH-89 · 当前仓库中文离线导览 [本地文档产物] source-code-html 提供离线源码、功能、目录、历史和二次开发导览；属于本仓库附加文档，生成内容是否同步需单独核查，不能等同于当前源码事实。</a:t>
            </a:r>
          </a:p>
          <a:p xmlns:a="http://schemas.openxmlformats.org/drawingml/2006/main">
            <a:r>
              <a:t/>
            </a:r>
          </a:p>
          <a:p xmlns:a="http://schemas.openxmlformats.org/drawingml/2006/main">
            <a:r>
              <a:t>OTH-90 · node-forge 定向修补与验证 [历史资料] 旧 workbench-dev 曾有 node-forge 定向修补；当前 package.json、scripts 与 vendor 中没有该机制，仅保留历史资料。</a:t>
            </a:r>
          </a:p>
          <a:p xmlns:a="http://schemas.openxmlformats.org/drawingml/2006/main">
            <a:r>
              <a:t/>
            </a:r>
          </a:p>
          <a:p xmlns:a="http://schemas.openxmlformats.org/drawingml/2006/main">
            <a:r>
              <a:t>WBW-01 · 页面启动、路由与多页签 [历史资料] 装配工作台，按业务页面打开、切换、关闭页签并同步深链接。 关闭页签与清除草稿不同；键盘菜单、右侧工作区和窄屏布局分别维护。</a:t>
            </a:r>
          </a:p>
          <a:p xmlns:a="http://schemas.openxmlformats.org/drawingml/2006/main">
            <a:r>
              <a:t/>
            </a:r>
          </a:p>
          <a:p xmlns:a="http://schemas.openxmlformats.org/drawingml/2006/main">
            <a:r>
              <a:t>WBW-02 · 原生会话列表与聊天 [历史资料] 创建或选择会话，提交提示，呈现消息和运行状态。 浏览器通过宿主操作会话；没有宿主时显示不可连接，不生成假模型回复。</a:t>
            </a:r>
          </a:p>
          <a:p xmlns:a="http://schemas.openxmlformats.org/drawingml/2006/main">
            <a:r>
              <a:t/>
            </a:r>
          </a:p>
          <a:p xmlns:a="http://schemas.openxmlformats.org/drawingml/2006/main">
            <a:r>
              <a:t>WBW-03 · HTTP 客户端与 SSE 事件恢复 [历史资料] 请求同源 API，消费带序号的事件并恢复浏览器状态。 事件回放与快照兜底处理断线；最终 message_end 替换增量拼接结果，避免重复文本。</a:t>
            </a:r>
          </a:p>
          <a:p xmlns:a="http://schemas.openxmlformats.org/drawingml/2006/main">
            <a:r>
              <a:t/>
            </a:r>
          </a:p>
          <a:p xmlns:a="http://schemas.openxmlformats.org/drawingml/2006/main">
            <a:r>
              <a:t>WBW-04 · 图片附件与输入校验 [历史资料] 将用户选择的图片整理为提示附件，并反馈类型或容量错误。 前端反馈不替代服务端严格校验；图片能力仍由宿主模型声明。</a:t>
            </a:r>
          </a:p>
          <a:p xmlns:a="http://schemas.openxmlformats.org/drawingml/2006/main">
            <a:r>
              <a:t/>
            </a:r>
          </a:p>
          <a:p xmlns:a="http://schemas.openxmlformats.org/drawingml/2006/main">
            <a:r>
              <a:t>WBW-05 · 运行、上下文、变更与资源检查器 [历史资料] 检查工具、队列、用量、上下文投影、文件差异与运行时信息。 canonical-projection 是当前分支模型上下文；未知费用保留未知，不由 token 数伪造账单。</a:t>
            </a:r>
          </a:p>
          <a:p xmlns:a="http://schemas.openxmlformats.org/drawingml/2006/main">
            <a:r>
              <a:t/>
            </a:r>
          </a:p>
          <a:p xmlns:a="http://schemas.openxmlformats.org/drawingml/2006/main">
            <a:r>
              <a:t>WBW-06 · 文件浏览、搜索和编辑冲突 [历史资料] 在授权工作区内浏览、查找、新建和修改文件。 保存带 etag；冲突时重新读取，不把浏览器编辑内容自动覆盖新版本。</a:t>
            </a:r>
          </a:p>
          <a:p xmlns:a="http://schemas.openxmlformats.org/drawingml/2006/main">
            <a:r>
              <a:t/>
            </a:r>
          </a:p>
          <a:p xmlns:a="http://schemas.openxmlformats.org/drawingml/2006/main">
            <a:r>
              <a:t>WBW-07 · 终端面板与显式创建 [历史资料] 操作宿主允许的 PTY，发送输入、调整尺寸并观察退出。 查看面板不启动 shell；只有宿主启用且用户创建后才有真实终端。</a:t>
            </a:r>
          </a:p>
          <a:p xmlns:a="http://schemas.openxmlformats.org/drawingml/2006/main">
            <a:r>
              <a:t/>
            </a:r>
          </a:p>
          <a:p xmlns:a="http://schemas.openxmlformats.org/drawingml/2006/main">
            <a:r>
              <a:t>WBW-08 · 原生设置、模型与诊断入口 [历史资料] 提供会话、模型、参考资料、原生设置和诊断的独立入口。 native settings 仅保存非秘密白名单；保存影响下一次 runtime 创建，项目范围需要宿主信任。参考清单不是全部已接通的 API。</a:t>
            </a:r>
          </a:p>
          <a:p xmlns:a="http://schemas.openxmlformats.org/drawingml/2006/main">
            <a:r>
              <a:t/>
            </a:r>
          </a:p>
          <a:p xmlns:a="http://schemas.openxmlformats.org/drawingml/2006/main">
            <a:r>
              <a:t>WBW-09 · 内存草稿、JSON 编辑与导入导出 [历史资料] 保留页内配置与未应用文本，校验整份草稿后再原子导入。 浏览器草稿刷新会丢失；导出 pi-workbench-draft 不等于可直接传给 SDK 的完整配置。</a:t>
            </a:r>
          </a:p>
          <a:p xmlns:a="http://schemas.openxmlformats.org/drawingml/2006/main">
            <a:r>
              <a:t/>
            </a:r>
          </a:p>
          <a:p xmlns:a="http://schemas.openxmlformats.org/drawingml/2006/main">
            <a:r>
              <a:t>WBW-10 · 保存配置、继承解析与生效回执 [历史资料] 读取 global/workspace/session 配置，显示来源与实际操作回执。 revisionVector 约束继承快照；保存成功、参数发出和行为实测是不同证据。</a:t>
            </a:r>
          </a:p>
          <a:p xmlns:a="http://schemas.openxmlformats.org/drawingml/2006/main">
            <a:r>
              <a:t/>
            </a:r>
          </a:p>
          <a:p xmlns:a="http://schemas.openxmlformats.org/drawingml/2006/main">
            <a:r>
              <a:t>WBW-11 · 十模块页面与显式运行 [历史资料] 将模块表单、能力索引、示例和宿主 operation 组合成独立页面。 按宿主支持状态开放操作；本地 fixture、真实模型和外部 daemon 的结果须按各自边界理解。</a:t>
            </a:r>
          </a:p>
          <a:p xmlns:a="http://schemas.openxmlformats.org/drawingml/2006/main">
            <a:r>
              <a:t/>
            </a:r>
          </a:p>
          <a:p xmlns:a="http://schemas.openxmlformats.org/drawingml/2006/main">
            <a:r>
              <a:t>WBW-12 · 能力、字段与固定模型目录 [历史资料] 提供参数元数据、源码链接、模型选择与能力帮助。 目录来自源码快照；可选择不代表当前账号能调用，字段可编辑不代表已运行验证。</a:t>
            </a:r>
          </a:p>
          <a:p xmlns:a="http://schemas.openxmlformats.org/drawingml/2006/main">
            <a:r>
              <a:t/>
            </a:r>
          </a:p>
          <a:p xmlns:a="http://schemas.openxmlformats.org/drawingml/2006/main">
            <a:r>
              <a:t>WBW-13 · 双语、可访问控件与响应式样式 [历史资料] 集中管理中英文文案、DOM 控件、选择器和布局。 语言切换保留编辑状态；文本、属性和交互分别更新。</a:t>
            </a:r>
          </a:p>
          <a:p xmlns:a="http://schemas.openxmlformats.org/drawingml/2006/main">
            <a:r>
              <a:t/>
            </a:r>
          </a:p>
          <a:p xmlns:a="http://schemas.openxmlformats.org/drawingml/2006/main">
            <a:r>
              <a:t>WBP-01 · 浏览器安全 DTO 与请求响应类型 [历史资料] 定义会话、消息、工作区、配置、能力与运行请求的传输结构。 wire v1 与 npm 包版本不同；私有磁盘路径和凭据不应进入浏览器 DTO。</a:t>
            </a:r>
          </a:p>
          <a:p xmlns:a="http://schemas.openxmlformats.org/drawingml/2006/main">
            <a:r>
              <a:t/>
            </a:r>
          </a:p>
          <a:p xmlns:a="http://schemas.openxmlformats.org/drawingml/2006/main">
            <a:r>
              <a:t>WBP-02 · 严格 JSON、提示与配置校验 [历史资料] 拒绝未知字段、非法标识、危险对象结构与过量图片。 最多 8 张图片，单张 5 MiB、合计 7 MiB；revision/etag 用于冲突检查。解析不代替所有者授权。</a:t>
            </a:r>
          </a:p>
          <a:p xmlns:a="http://schemas.openxmlformats.org/drawingml/2006/main">
            <a:r>
              <a:t/>
            </a:r>
          </a:p>
          <a:p xmlns:a="http://schemas.openxmlformats.org/drawingml/2006/main">
            <a:r>
              <a:t>WBP-03 · 单调事件序号与消息归约 [历史资料] 用完整消息和事件序号建立可恢复的浏览器投影。 先持久化再广播；增量是临时呈现，最终消息为权威结果。</a:t>
            </a:r>
          </a:p>
          <a:p xmlns:a="http://schemas.openxmlformats.org/drawingml/2006/main">
            <a:r>
              <a:t/>
            </a:r>
          </a:p>
          <a:p xmlns:a="http://schemas.openxmlformats.org/drawingml/2006/main">
            <a:r>
              <a:t>WBP-04 · 终端屏幕与输入输出协议 [历史资料] 描述终端尺寸、状态、屏幕和控制请求。 协议支持不证明平台 PTY 已安装或宿主已授权。</a:t>
            </a:r>
          </a:p>
          <a:p xmlns:a="http://schemas.openxmlformats.org/drawingml/2006/main">
            <a:r>
              <a:t/>
            </a:r>
          </a:p>
          <a:p xmlns:a="http://schemas.openxmlformats.org/drawingml/2006/main">
            <a:r>
              <a:t>WBS-01 · 回环 HTTP 服务装配与关闭 [历史资料] 准备仓外数据根、锁、服务组件和请求收尾，提供同源静态资源。 只绑定 127.0.0.1 或 ::1；close 等待所拥有的工作收尾。Windows IPC 停机与强杀不同。</a:t>
            </a:r>
          </a:p>
          <a:p xmlns:a="http://schemas.openxmlformats.org/drawingml/2006/main">
            <a:r>
              <a:t/>
            </a:r>
          </a:p>
          <a:p xmlns:a="http://schemas.openxmlformats.org/drawingml/2006/main">
            <a:r>
              <a:t>WBS-02 · 逐请求身份、工作区授权与来源检查 [历史资料] 核验身份、会话所有者、工作区权限与 Host/Origin，记录最小审计。 configured 默认拒绝匿名业务 API；faux local-owner 仅开发用。Origin 防护不能代替认证。</a:t>
            </a:r>
          </a:p>
          <a:p xmlns:a="http://schemas.openxmlformats.org/drawingml/2006/main">
            <a:r>
              <a:t/>
            </a:r>
          </a:p>
          <a:p xmlns:a="http://schemas.openxmlformats.org/drawingml/2006/main">
            <a:r>
              <a:t>WBS-03 · 会话、幂等请求与持久事件 [历史资料] 保存工作区、消息、运行与事件序号，使断线后可回放。 同一 requestId 避免重复提交；重启将未结束运行标为中断，不自动重新调用模型。</a:t>
            </a:r>
          </a:p>
          <a:p xmlns:a="http://schemas.openxmlformats.org/drawingml/2006/main">
            <a:r>
              <a:t/>
            </a:r>
          </a:p>
          <a:p xmlns:a="http://schemas.openxmlformats.org/drawingml/2006/main">
            <a:r>
              <a:t>WBS-04 · 每会话 worker 与 IPC 生命周期 [历史资料] 隔离会话运行进程，转交 prompt、abort 和运行时操作，汇总事件。 子进程使用白名单环境；进程分离不是 OS 沙箱。运行结束要考虑 agent_settled 与取消。</a:t>
            </a:r>
          </a:p>
          <a:p xmlns:a="http://schemas.openxmlformats.org/drawingml/2006/main">
            <a:r>
              <a:t/>
            </a:r>
          </a:p>
          <a:p xmlns:a="http://schemas.openxmlformats.org/drawingml/2006/main">
            <a:r>
              <a:t>WBS-05 · 模型工具选择、会话树与导出 [历史资料] 转交队列、模型/思考/工具选择、分支、压缩、上下文与 JSONL 导出。 所有权检查先于运行；工具选择不可超过宿主允许集合，分叉会创建独立会话记录。</a:t>
            </a:r>
          </a:p>
          <a:p xmlns:a="http://schemas.openxmlformats.org/drawingml/2006/main">
            <a:r>
              <a:t/>
            </a:r>
          </a:p>
          <a:p xmlns:a="http://schemas.openxmlformats.org/drawingml/2006/main">
            <a:r>
              <a:t>WBS-06 · 授权文件读写、搜索与 etag [历史资料] 解析工作区相对路径，限制链接与越界读写并检测冲突。 etag 保证基于读取版本保存；路径保护不是任意 shell 的系统隔离。</a:t>
            </a:r>
          </a:p>
          <a:p xmlns:a="http://schemas.openxmlformats.org/drawingml/2006/main">
            <a:r>
              <a:t/>
            </a:r>
          </a:p>
          <a:p xmlns:a="http://schemas.openxmlformats.org/drawingml/2006/main">
            <a:r>
              <a:t>WBS-07 · 三层模块配置与修订校验 [历史资料] 持久化按主体隔离的 global/workspace/session 配置并解析继承。 PUT 替换 values；null 是值。选择保存版本或完整 revisionVector，过期运行结果不登记为当前生效。</a:t>
            </a:r>
          </a:p>
          <a:p xmlns:a="http://schemas.openxmlformats.org/drawingml/2006/main">
            <a:r>
              <a:t/>
            </a:r>
          </a:p>
          <a:p xmlns:a="http://schemas.openxmlformats.org/drawingml/2006/main">
            <a:r>
              <a:t>WBS-08 · 原生 global/project 设置 [历史资料] 把安全白名单设置交给原生设置读写与锁定路径。 独立于 /api/config；projectTrusted 由宿主给出，浏览器不能提升信任。null patch 删除当前覆盖。</a:t>
            </a:r>
          </a:p>
          <a:p xmlns:a="http://schemas.openxmlformats.org/drawingml/2006/main">
            <a:r>
              <a:t/>
            </a:r>
          </a:p>
          <a:p xmlns:a="http://schemas.openxmlformats.org/drawingml/2006/main">
            <a:r>
              <a:t>WBS-09 · Linux PTY / Windows ConPTY 与屏幕 [历史资料] 管理显式创建的终端、屏幕、输入、resize、退出及拥有者断连清理。 Windows x64 使用校验过的 ConPTY 资源；默认关闭，不能把 cwd 当作权限沙箱。</a:t>
            </a:r>
          </a:p>
          <a:p xmlns:a="http://schemas.openxmlformats.org/drawingml/2006/main">
            <a:r>
              <a:t/>
            </a:r>
          </a:p>
          <a:p xmlns:a="http://schemas.openxmlformats.org/drawingml/2006/main">
            <a:r>
              <a:t>WBS-10 · 模块能力发布、字段证据与操作门控 [历史资料] 公开可用 operation、读取保存配置并标记字段消费与实测结果。 supported 依赖宿主配置；发送、消费、行为观察和未验证分别记录，不能仅凭成功响应宣称全部参数有效。</a:t>
            </a:r>
          </a:p>
          <a:p xmlns:a="http://schemas.openxmlformats.org/drawingml/2006/main">
            <a:r>
              <a:t/>
            </a:r>
          </a:p>
          <a:p xmlns:a="http://schemas.openxmlformats.org/drawingml/2006/main">
            <a:r>
              <a:t>WBS-11 · AI 真实生成与边界实验 [历史资料] 使用宿主固定模型生成；另用受控响应检查请求、传输、deferred、图像和分类协议。 真实 generate 采用受控 SSE；工具声明只返回建议调用，不执行工具。fixture 结果不能当真实推理。</a:t>
            </a:r>
          </a:p>
          <a:p xmlns:a="http://schemas.openxmlformats.org/drawingml/2006/main">
            <a:r>
              <a:t/>
            </a:r>
          </a:p>
          <a:p xmlns:a="http://schemas.openxmlformats.org/drawingml/2006/main">
            <a:r>
              <a:t>WBS-12 · Agent 循环与真实单次执行 [历史资料] 在本地 faux 或宿主模型上运行原生 Agent，处理工具、排队与取消。 live-run 不是持久聊天；工具是宿主允许的 read/write/edit 子集，write/edit 可真实改工作区。</a:t>
            </a:r>
          </a:p>
          <a:p xmlns:a="http://schemas.openxmlformats.org/drawingml/2006/main">
            <a:r>
              <a:t/>
            </a:r>
          </a:p>
          <a:p xmlns:a="http://schemas.openxmlformats.org/drawingml/2006/main">
            <a:r>
              <a:t>WBS-13 · Durable 持久任务、检查与显式恢复 [历史资料] 按主体和工作区保存 JSONL，运行、只读检查、显式恢复提交，并演练调度/压缩/扩展。 run 要求新的 operationId；inspect 不推理，resume 复用输入。写工具不默认 replay-safe；宿主额外授权的原生工具独立限制。</a:t>
            </a:r>
          </a:p>
          <a:p xmlns:a="http://schemas.openxmlformats.org/drawingml/2006/main">
            <a:r>
              <a:t/>
            </a:r>
          </a:p>
          <a:p xmlns:a="http://schemas.openxmlformats.org/drawingml/2006/main">
            <a:r>
              <a:t>WBS-14 · QuickJS 执行与确定性重放演练 [历史资料] 运行有界脚本、局部 echo 工具与 store 快照，比较固定时钟和随机种子。 返回 storeWrites 不自动持久化；没有任意文件、网络或 shell 工具。</a:t>
            </a:r>
          </a:p>
          <a:p xmlns:a="http://schemas.openxmlformats.org/drawingml/2006/main">
            <a:r>
              <a:t/>
            </a:r>
          </a:p>
          <a:p xmlns:a="http://schemas.openxmlformats.org/drawingml/2006/main">
            <a:r>
              <a:t>WBS-15 · MCP 内存、stdio 与 HTTP 传输演练 [历史资料] 通过实际 MCP SDK 验证初始化、请求关联、取消与受控传输行为。 stdio 只运行固定 Node fixture，HTTP 注入 fetch；不能据此声称外部 OAuth 或服务连通。</a:t>
            </a:r>
          </a:p>
          <a:p xmlns:a="http://schemas.openxmlformats.org/drawingml/2006/main">
            <a:r>
              <a:t/>
            </a:r>
          </a:p>
          <a:p xmlns:a="http://schemas.openxmlformats.org/drawingml/2006/main">
            <a:r>
              <a:t>WBS-16 · Env 规划、协议演练与受控 daemon [历史资料] 分开演示 SSH 规划、本地文件、协议对端，以及显式 provision 的真实 Linux daemon。 live-runtime 才触达宿主授权 daemon；浏览器不能提供任意可执行命令、SSH 目标或挂载。</a:t>
            </a:r>
          </a:p>
          <a:p xmlns:a="http://schemas.openxmlformats.org/drawingml/2006/main">
            <a:r>
              <a:t/>
            </a:r>
          </a:p>
          <a:p xmlns:a="http://schemas.openxmlformats.org/drawingml/2006/main">
            <a:r>
              <a:t>WBS-17 · Chord 1.3 对象与复制状态演练 [历史资料] 创建受控 host、契约、对象持有、状态复制与 JSON delta。 局部 host 与进程内链路不代表远端身份或生产 WebSocket 验收；使用 1.3 state/resource API。</a:t>
            </a:r>
          </a:p>
          <a:p xmlns:a="http://schemas.openxmlformats.org/drawingml/2006/main">
            <a:r>
              <a:t/>
            </a:r>
          </a:p>
          <a:p xmlns:a="http://schemas.openxmlformats.org/drawingml/2006/main">
            <a:r>
              <a:t>WBS-18 · TUI 无头组件与内存遥测 [历史资料] 验证文本宽度、嵌套滚动、组件渲染与真实内存 span/schema。 无头终端与内存 span 不等于真实终端视觉或外部遥测 exporter 已验收。</a:t>
            </a:r>
          </a:p>
          <a:p xmlns:a="http://schemas.openxmlformats.org/drawingml/2006/main">
            <a:r>
              <a:t/>
            </a:r>
          </a:p>
          <a:p xmlns:a="http://schemas.openxmlformats.org/drawingml/2006/main">
            <a:r>
              <a:t>WBS-19 · 评测计划、配对报告与显式 Docker 评测 [历史资料] 解析选择、展开计划、校验报告，并在受信镜像与模型下发现或执行真实评测。 discover 不请求模型；evaluate 可产生真实用量，只允许宿主批准的镜像、文件与参数。缺失配对阻止总提升结论。</a:t>
            </a:r>
          </a:p>
          <a:p xmlns:a="http://schemas.openxmlformats.org/drawingml/2006/main">
            <a:r>
              <a:t/>
            </a:r>
          </a:p>
          <a:p xmlns:a="http://schemas.openxmlformats.org/drawingml/2006/main">
            <a:r>
              <a:t>WBS-20 · 停机备份跨目录恢复 [历史资料] 离线复制校验备份，重写受控会话路径及 Durable 命名空间。 目标必须尚不存在，拒绝链接、重叠和仓内路径；不改消息内容，不恢复凭据，不自动续跑。</a:t>
            </a:r>
          </a:p>
          <a:p xmlns:a="http://schemas.openxmlformats.org/drawingml/2006/main">
            <a:r>
              <a:t/>
            </a:r>
          </a:p>
          <a:p xmlns:a="http://schemas.openxmlformats.org/drawingml/2006/main">
            <a:r>
              <a:t>WBR-01 · 受控装配原生 AgentSession [历史资料] 创建或恢复原生会话，把模型、设置、工具、扩展组合成 WorkbenchRuntime。 cwd、agentDir、sessionDir 为授权绝对路径；默认不启用工具，不读取真实凭据存储。</a:t>
            </a:r>
          </a:p>
          <a:p xmlns:a="http://schemas.openxmlformats.org/drawingml/2006/main">
            <a:r>
              <a:t/>
            </a:r>
          </a:p>
          <a:p xmlns:a="http://schemas.openxmlformats.org/drawingml/2006/main">
            <a:r>
              <a:t>WBR-02 · 固定模型运行时与请求来源限制 [历史资料] 提供显式 faux 或宿主配置的模型，阻止替换身份及越权目标。 allowedOrigins 与 redirect:error 限制请求；不回退到其他模型，未知费用保持 null。</a:t>
            </a:r>
          </a:p>
          <a:p xmlns:a="http://schemas.openxmlformats.org/drawingml/2006/main">
            <a:r>
              <a:t/>
            </a:r>
          </a:p>
          <a:p xmlns:a="http://schemas.openxmlformats.org/drawingml/2006/main">
            <a:r>
              <a:t>WBR-03 · 运行操作、分叉、压缩与上下文投影 [历史资料] 实现模型/工具切换、树导航、分叉、压缩、导出和上下文查询。 分支投影不同于全历史；已有会话选择优先于新的默认设置。</a:t>
            </a:r>
          </a:p>
          <a:p xmlns:a="http://schemas.openxmlformats.org/drawingml/2006/main">
            <a:r>
              <a:t/>
            </a:r>
          </a:p>
          <a:p xmlns:a="http://schemas.openxmlformats.org/drawingml/2006/main">
            <a:r>
              <a:t>WBR-04 · 原生事件到浏览器安全投影 [历史资料] 转换消息、thinking、工具结果、费用、队列和结束事件。 message_end 为最终消息，agent_settled 才表示自动收尾结束；私有 sessionFile 不转发浏览器。</a:t>
            </a:r>
          </a:p>
          <a:p xmlns:a="http://schemas.openxmlformats.org/drawingml/2006/main">
            <a:r>
              <a:t/>
            </a:r>
          </a:p>
          <a:p xmlns:a="http://schemas.openxmlformats.org/drawingml/2006/main">
            <a:r>
              <a:t>WBR-05 · 工作区文件工具与差异隔离 [历史资料] 将原生 read/write/edit 限定在授权工作区并生成有界差异。 allowedTools 是权限上限，tools 是激活子集；限制路径和容量不等于 OS 沙箱。</a:t>
            </a:r>
          </a:p>
          <a:p xmlns:a="http://schemas.openxmlformats.org/drawingml/2006/main">
            <a:r>
              <a:t/>
            </a:r>
          </a:p>
          <a:p xmlns:a="http://schemas.openxmlformats.org/drawingml/2006/main">
            <a:r>
              <a:t>WBR-06 · 显式 MCP / codemode 扩展装配 [历史资料] 按宿主选项注册内置扩展，连接工具发现、脚本编排和状态查询。 MCP 需要显式工厂与许可；local echo 仅 faux 测试，脚本能力仍受工具上限约束。</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52d7f7c27c9404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2d254693424464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44eba09d835410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00f019c86e5496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bf518d2ca7a4f8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53deaf78df4428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95ACDFF-B44D-4CE4-9C4A-01FC426FFDB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C32EB10-4544-40EB-A192-19401DD52A2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3D83231-CF09-464C-B99B-093E1A90849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C225EEA-BFA6-41CE-98F8-9F305A34DED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5872E41-A1B1-4DFF-9B56-EB97FAB85F1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3D7B494-5207-4541-A7F7-387D3191083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920C4C0-D46A-402E-AC67-580356377D1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7EA7D90-E498-437C-AB10-6330C5D02D0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6C2B063-A9C4-46D2-BDE0-F7079935F06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F174C6C-9A14-4909-9812-CEA8EA437A2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c37e3f8828f4603" /><Relationship Type="http://schemas.openxmlformats.org/officeDocument/2006/relationships/slideLayout" Target="/ppt/slideLayouts/slideLayout1.xml" Id="R96c597a97f14475c" /><Relationship Type="http://schemas.openxmlformats.org/officeDocument/2006/relationships/slideLayout" Target="/ppt/slideLayouts/slideLayout2.xml" Id="R1601ef89fb5d4ced" /><Relationship Type="http://schemas.openxmlformats.org/officeDocument/2006/relationships/slideLayout" Target="/ppt/slideLayouts/slideLayout3.xml" Id="R26d83f06d5d2415d" /><Relationship Type="http://schemas.openxmlformats.org/officeDocument/2006/relationships/slideLayout" Target="/ppt/slideLayouts/slideLayout4.xml" Id="Rf2dd4140dab7487d" /><Relationship Type="http://schemas.openxmlformats.org/officeDocument/2006/relationships/slideLayout" Target="/ppt/slideLayouts/slideLayout5.xml" Id="R6b93bcea583946f8" /><Relationship Type="http://schemas.openxmlformats.org/officeDocument/2006/relationships/slideLayout" Target="/ppt/slideLayouts/slideLayout6.xml" Id="R9174c689a6c349d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6c597a97f14475c"/>
    <p:sldLayoutId xmlns:r="http://schemas.openxmlformats.org/officeDocument/2006/relationships" id="2147483650" r:id="R1601ef89fb5d4ced"/>
    <p:sldLayoutId xmlns:r="http://schemas.openxmlformats.org/officeDocument/2006/relationships" id="2147483651" r:id="R26d83f06d5d2415d"/>
    <p:sldLayoutId xmlns:r="http://schemas.openxmlformats.org/officeDocument/2006/relationships" id="2147483652" r:id="Rf2dd4140dab7487d"/>
    <p:sldLayoutId xmlns:r="http://schemas.openxmlformats.org/officeDocument/2006/relationships" id="2147483653" r:id="R6b93bcea583946f8"/>
    <p:sldLayoutId xmlns:r="http://schemas.openxmlformats.org/officeDocument/2006/relationships" id="2147483654" r:id="R9174c689a6c349d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70e3eb081c44838" /><Relationship Type="http://schemas.openxmlformats.org/officeDocument/2006/relationships/notesSlide" Target="/ppt/notesSlides/notesSlide1.xml" Id="R1247223f06e84a8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d6316c6359d4c43" /><Relationship Type="http://schemas.openxmlformats.org/officeDocument/2006/relationships/notesSlide" Target="/ppt/notesSlides/notesSlide2.xml" Id="R2f1ed5595af742c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365c56574304831" /><Relationship Type="http://schemas.openxmlformats.org/officeDocument/2006/relationships/notesSlide" Target="/ppt/notesSlides/notesSlide3.xml" Id="Rd05dcb10d36c4ca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2903d141a7043ff" /><Relationship Type="http://schemas.openxmlformats.org/officeDocument/2006/relationships/notesSlide" Target="/ppt/notesSlides/notesSlide4.xml" Id="R15bb201df34c478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fc79992b6e34117" /><Relationship Type="http://schemas.openxmlformats.org/officeDocument/2006/relationships/notesSlide" Target="/ppt/notesSlides/notesSlide5.xml" Id="Rf3d3e67f4982453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dfbced1a40349f8" /><Relationship Type="http://schemas.openxmlformats.org/officeDocument/2006/relationships/notesSlide" Target="/ppt/notesSlides/notesSlide6.xml" Id="R0a522c9ecd434f9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0d7c0397b1f42eb" /><Relationship Type="http://schemas.openxmlformats.org/officeDocument/2006/relationships/notesSlide" Target="/ppt/notesSlides/notesSlide7.xml" Id="R1f2be600b590446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c8172666c7c456f" /><Relationship Type="http://schemas.openxmlformats.org/officeDocument/2006/relationships/notesSlide" Target="/ppt/notesSlides/notesSlide8.xml" Id="R52d4e1663db6418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eca198212da4db4" /><Relationship Type="http://schemas.openxmlformats.org/officeDocument/2006/relationships/notesSlide" Target="/ppt/notesSlides/notesSlide9.xml" Id="R084f440cb1574dbd" /></Relationships>
</file>

<file path=ppt/slides/slide1.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1E523C71-506E-472C-9BDC-B889FF46D456}"/>
              </a:ext>
            </a:extLst>
          </p:cNvPr>
          <p:cNvSpPr>
            <a:spLocks xmlns:a="http://schemas.openxmlformats.org/drawingml/2006/main" noGrp="1"/>
          </p:cNvSpPr>
          <p:nvPr/>
        </p:nvSpPr>
        <p:spPr>
          <a:xfrm xmlns:a="http://schemas.openxmlformats.org/drawingml/2006/main">
            <a:off x="609600" y="30480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0B6A64"/>
                </a:solidFill>
                <a:latin typeface="Microsoft YaHei"/>
                <a:ea typeface="Microsoft YaHei"/>
                <a:cs typeface="Microsoft YaHei"/>
              </a:defRPr>
            </a:defPPr>
            <a:lvl1pPr>
              <a:defRPr sz="1500" b="1">
                <a:solidFill>
                  <a:srgbClr val="0B6A64"/>
                </a:solidFill>
                <a:latin typeface="Microsoft YaHei"/>
                <a:ea typeface="Microsoft YaHei"/>
                <a:cs typeface="Microsoft YaHei"/>
              </a:defRPr>
            </a:lvl1pPr>
            <a:lvl2pPr>
              <a:defRPr sz="1500" b="1">
                <a:solidFill>
                  <a:srgbClr val="0B6A64"/>
                </a:solidFill>
                <a:latin typeface="Microsoft YaHei"/>
                <a:ea typeface="Microsoft YaHei"/>
                <a:cs typeface="Microsoft YaHei"/>
              </a:defRPr>
            </a:lvl2pPr>
            <a:lvl3pPr>
              <a:defRPr sz="1500" b="1">
                <a:solidFill>
                  <a:srgbClr val="0B6A64"/>
                </a:solidFill>
                <a:latin typeface="Microsoft YaHei"/>
                <a:ea typeface="Microsoft YaHei"/>
                <a:cs typeface="Microsoft YaHei"/>
              </a:defRPr>
            </a:lvl3pPr>
            <a:lvl4pPr>
              <a:defRPr sz="1500" b="1">
                <a:solidFill>
                  <a:srgbClr val="0B6A64"/>
                </a:solidFill>
                <a:latin typeface="Microsoft YaHei"/>
                <a:ea typeface="Microsoft YaHei"/>
                <a:cs typeface="Microsoft YaHei"/>
              </a:defRPr>
            </a:lvl4pPr>
            <a:lvl5pPr>
              <a:defRPr sz="1500" b="1">
                <a:solidFill>
                  <a:srgbClr val="0B6A64"/>
                </a:solidFill>
                <a:latin typeface="Microsoft YaHei"/>
                <a:ea typeface="Microsoft YaHei"/>
                <a:cs typeface="Microsoft YaHei"/>
              </a:defRPr>
            </a:lvl5pPr>
            <a:lvl6pPr>
              <a:defRPr sz="1500" b="1">
                <a:solidFill>
                  <a:srgbClr val="0B6A64"/>
                </a:solidFill>
                <a:latin typeface="Microsoft YaHei"/>
                <a:ea typeface="Microsoft YaHei"/>
                <a:cs typeface="Microsoft YaHei"/>
              </a:defRPr>
            </a:lvl6pPr>
            <a:lvl7pPr>
              <a:defRPr sz="1500" b="1">
                <a:solidFill>
                  <a:srgbClr val="0B6A64"/>
                </a:solidFill>
                <a:latin typeface="Microsoft YaHei"/>
                <a:ea typeface="Microsoft YaHei"/>
                <a:cs typeface="Microsoft YaHei"/>
              </a:defRPr>
            </a:lvl7pPr>
            <a:lvl8pPr>
              <a:defRPr sz="1500" b="1">
                <a:solidFill>
                  <a:srgbClr val="0B6A64"/>
                </a:solidFill>
                <a:latin typeface="Microsoft YaHei"/>
                <a:ea typeface="Microsoft YaHei"/>
                <a:cs typeface="Microsoft YaHei"/>
              </a:defRPr>
            </a:lvl8pPr>
            <a:lvl9pPr>
              <a:defRPr sz="1500" b="1">
                <a:solidFill>
                  <a:srgbClr val="0B6A64"/>
                </a:solidFill>
                <a:latin typeface="Microsoft YaHei"/>
                <a:ea typeface="Microsoft YaHei"/>
                <a:cs typeface="Microsoft YaHei"/>
              </a:defRPr>
            </a:lvl9pPr>
          </a:lstStyle>
          <a:p xmlns:a="http://schemas.openxmlformats.org/drawingml/2006/main">
            <a:pPr>
              <a:buNone/>
              <a:defRPr sz="1500" b="1">
                <a:solidFill>
                  <a:srgbClr val="0B6A64"/>
                </a:solidFill>
                <a:latin typeface="Microsoft YaHei"/>
                <a:ea typeface="Microsoft YaHei"/>
                <a:cs typeface="Microsoft YaHei"/>
              </a:defRPr>
            </a:pPr>
            <a:r>
              <a:rPr sz="1500" b="1">
                <a:solidFill>
                  <a:srgbClr val="0B6A64"/>
                </a:solidFill>
                <a:latin typeface="Microsoft YaHei"/>
                <a:ea typeface="Microsoft YaHei"/>
                <a:cs typeface="Microsoft YaHei"/>
              </a:rPr>
              <a:t>08 独立改造   /   场景与职责</a:t>
            </a:r>
          </a:p>
        </p:txBody>
      </p:sp>
      <p:sp>
        <p:nvSpPr>
          <p:cNvPr id="2" name="title">
            <a:extLst xmlns:a="http://schemas.openxmlformats.org/drawingml/2006/main">
              <a:ext uri="{FF2B5EF4-FFF2-40B4-BE49-F238E27FC236}">
                <a16:creationId xmlns:a16="http://schemas.microsoft.com/office/drawing/2014/main" id="{65E6EDEB-0A70-4913-BE5C-EB655D7C2FC7}"/>
              </a:ext>
            </a:extLst>
          </p:cNvPr>
          <p:cNvSpPr>
            <a:spLocks xmlns:a="http://schemas.openxmlformats.org/drawingml/2006/main" noGrp="1"/>
          </p:cNvSpPr>
          <p:nvPr/>
        </p:nvSpPr>
        <p:spPr>
          <a:xfrm xmlns:a="http://schemas.openxmlformats.org/drawingml/2006/main">
            <a:off x="609600" y="866775"/>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2333"/>
                </a:solidFill>
                <a:latin typeface="Microsoft YaHei"/>
                <a:ea typeface="Microsoft YaHei"/>
                <a:cs typeface="Microsoft YaHei"/>
              </a:defRPr>
            </a:defPPr>
            <a:lvl1pPr>
              <a:defRPr sz="3300" b="1">
                <a:solidFill>
                  <a:srgbClr val="162333"/>
                </a:solidFill>
                <a:latin typeface="Microsoft YaHei"/>
                <a:ea typeface="Microsoft YaHei"/>
                <a:cs typeface="Microsoft YaHei"/>
              </a:defRPr>
            </a:lvl1pPr>
            <a:lvl2pPr>
              <a:defRPr sz="3300" b="1">
                <a:solidFill>
                  <a:srgbClr val="162333"/>
                </a:solidFill>
                <a:latin typeface="Microsoft YaHei"/>
                <a:ea typeface="Microsoft YaHei"/>
                <a:cs typeface="Microsoft YaHei"/>
              </a:defRPr>
            </a:lvl2pPr>
            <a:lvl3pPr>
              <a:defRPr sz="3300" b="1">
                <a:solidFill>
                  <a:srgbClr val="162333"/>
                </a:solidFill>
                <a:latin typeface="Microsoft YaHei"/>
                <a:ea typeface="Microsoft YaHei"/>
                <a:cs typeface="Microsoft YaHei"/>
              </a:defRPr>
            </a:lvl3pPr>
            <a:lvl4pPr>
              <a:defRPr sz="3300" b="1">
                <a:solidFill>
                  <a:srgbClr val="162333"/>
                </a:solidFill>
                <a:latin typeface="Microsoft YaHei"/>
                <a:ea typeface="Microsoft YaHei"/>
                <a:cs typeface="Microsoft YaHei"/>
              </a:defRPr>
            </a:lvl4pPr>
            <a:lvl5pPr>
              <a:defRPr sz="3300" b="1">
                <a:solidFill>
                  <a:srgbClr val="162333"/>
                </a:solidFill>
                <a:latin typeface="Microsoft YaHei"/>
                <a:ea typeface="Microsoft YaHei"/>
                <a:cs typeface="Microsoft YaHei"/>
              </a:defRPr>
            </a:lvl5pPr>
            <a:lvl6pPr>
              <a:defRPr sz="3300" b="1">
                <a:solidFill>
                  <a:srgbClr val="162333"/>
                </a:solidFill>
                <a:latin typeface="Microsoft YaHei"/>
                <a:ea typeface="Microsoft YaHei"/>
                <a:cs typeface="Microsoft YaHei"/>
              </a:defRPr>
            </a:lvl6pPr>
            <a:lvl7pPr>
              <a:defRPr sz="3300" b="1">
                <a:solidFill>
                  <a:srgbClr val="162333"/>
                </a:solidFill>
                <a:latin typeface="Microsoft YaHei"/>
                <a:ea typeface="Microsoft YaHei"/>
                <a:cs typeface="Microsoft YaHei"/>
              </a:defRPr>
            </a:lvl7pPr>
            <a:lvl8pPr>
              <a:defRPr sz="3300" b="1">
                <a:solidFill>
                  <a:srgbClr val="162333"/>
                </a:solidFill>
                <a:latin typeface="Microsoft YaHei"/>
                <a:ea typeface="Microsoft YaHei"/>
                <a:cs typeface="Microsoft YaHei"/>
              </a:defRPr>
            </a:lvl8pPr>
            <a:lvl9pPr>
              <a:defRPr sz="3300" b="1">
                <a:solidFill>
                  <a:srgbClr val="162333"/>
                </a:solidFill>
                <a:latin typeface="Microsoft YaHei"/>
                <a:ea typeface="Microsoft YaHei"/>
                <a:cs typeface="Microsoft YaHei"/>
              </a:defRPr>
            </a:lvl9pPr>
          </a:lstStyle>
          <a:p xmlns:a="http://schemas.openxmlformats.org/drawingml/2006/main">
            <a:pPr>
              <a:buNone/>
              <a:defRPr sz="3300" b="1">
                <a:solidFill>
                  <a:srgbClr val="162333"/>
                </a:solidFill>
                <a:latin typeface="Microsoft YaHei"/>
                <a:ea typeface="Microsoft YaHei"/>
                <a:cs typeface="Microsoft YaHei"/>
              </a:defRPr>
            </a:pPr>
            <a:r>
              <a:rPr sz="3300" b="1">
                <a:solidFill>
                  <a:srgbClr val="162333"/>
                </a:solidFill>
                <a:latin typeface="Microsoft YaHei"/>
                <a:ea typeface="Microsoft YaHei"/>
                <a:cs typeface="Microsoft YaHei"/>
              </a:rPr>
              <a:t>完成一次独立扩展与源码改造</a:t>
            </a:r>
          </a:p>
        </p:txBody>
      </p:sp>
      <p:sp>
        <p:nvSpPr>
          <p:cNvPr id="3" name="scenario">
            <a:extLst xmlns:a="http://schemas.openxmlformats.org/drawingml/2006/main">
              <a:ext uri="{FF2B5EF4-FFF2-40B4-BE49-F238E27FC236}">
                <a16:creationId xmlns:a16="http://schemas.microsoft.com/office/drawing/2014/main" id="{750431E4-D9D1-4807-B50C-2903889078A9}"/>
              </a:ext>
            </a:extLst>
          </p:cNvPr>
          <p:cNvSpPr>
            <a:spLocks xmlns:a="http://schemas.openxmlformats.org/drawingml/2006/main" noGrp="1"/>
          </p:cNvSpPr>
          <p:nvPr/>
        </p:nvSpPr>
        <p:spPr>
          <a:xfrm xmlns:a="http://schemas.openxmlformats.org/drawingml/2006/main">
            <a:off x="609600" y="1943100"/>
            <a:ext cx="109347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344B60"/>
                </a:solidFill>
                <a:latin typeface="Microsoft YaHei"/>
                <a:ea typeface="Microsoft YaHei"/>
                <a:cs typeface="Microsoft YaHei"/>
              </a:defRPr>
            </a:defPPr>
            <a:lvl1pPr>
              <a:defRPr sz="2100" b="0">
                <a:solidFill>
                  <a:srgbClr val="344B60"/>
                </a:solidFill>
                <a:latin typeface="Microsoft YaHei"/>
                <a:ea typeface="Microsoft YaHei"/>
                <a:cs typeface="Microsoft YaHei"/>
              </a:defRPr>
            </a:lvl1pPr>
            <a:lvl2pPr>
              <a:defRPr sz="2100" b="0">
                <a:solidFill>
                  <a:srgbClr val="344B60"/>
                </a:solidFill>
                <a:latin typeface="Microsoft YaHei"/>
                <a:ea typeface="Microsoft YaHei"/>
                <a:cs typeface="Microsoft YaHei"/>
              </a:defRPr>
            </a:lvl2pPr>
            <a:lvl3pPr>
              <a:defRPr sz="2100" b="0">
                <a:solidFill>
                  <a:srgbClr val="344B60"/>
                </a:solidFill>
                <a:latin typeface="Microsoft YaHei"/>
                <a:ea typeface="Microsoft YaHei"/>
                <a:cs typeface="Microsoft YaHei"/>
              </a:defRPr>
            </a:lvl3pPr>
            <a:lvl4pPr>
              <a:defRPr sz="2100" b="0">
                <a:solidFill>
                  <a:srgbClr val="344B60"/>
                </a:solidFill>
                <a:latin typeface="Microsoft YaHei"/>
                <a:ea typeface="Microsoft YaHei"/>
                <a:cs typeface="Microsoft YaHei"/>
              </a:defRPr>
            </a:lvl4pPr>
            <a:lvl5pPr>
              <a:defRPr sz="2100" b="0">
                <a:solidFill>
                  <a:srgbClr val="344B60"/>
                </a:solidFill>
                <a:latin typeface="Microsoft YaHei"/>
                <a:ea typeface="Microsoft YaHei"/>
                <a:cs typeface="Microsoft YaHei"/>
              </a:defRPr>
            </a:lvl5pPr>
            <a:lvl6pPr>
              <a:defRPr sz="2100" b="0">
                <a:solidFill>
                  <a:srgbClr val="344B60"/>
                </a:solidFill>
                <a:latin typeface="Microsoft YaHei"/>
                <a:ea typeface="Microsoft YaHei"/>
                <a:cs typeface="Microsoft YaHei"/>
              </a:defRPr>
            </a:lvl6pPr>
            <a:lvl7pPr>
              <a:defRPr sz="2100" b="0">
                <a:solidFill>
                  <a:srgbClr val="344B60"/>
                </a:solidFill>
                <a:latin typeface="Microsoft YaHei"/>
                <a:ea typeface="Microsoft YaHei"/>
                <a:cs typeface="Microsoft YaHei"/>
              </a:defRPr>
            </a:lvl7pPr>
            <a:lvl8pPr>
              <a:defRPr sz="2100" b="0">
                <a:solidFill>
                  <a:srgbClr val="344B60"/>
                </a:solidFill>
                <a:latin typeface="Microsoft YaHei"/>
                <a:ea typeface="Microsoft YaHei"/>
                <a:cs typeface="Microsoft YaHei"/>
              </a:defRPr>
            </a:lvl8pPr>
            <a:lvl9pPr>
              <a:defRPr sz="2100" b="0">
                <a:solidFill>
                  <a:srgbClr val="344B60"/>
                </a:solidFill>
                <a:latin typeface="Microsoft YaHei"/>
                <a:ea typeface="Microsoft YaHei"/>
                <a:cs typeface="Microsoft YaHei"/>
              </a:defRPr>
            </a:lvl9pPr>
          </a:lstStyle>
          <a:p xmlns:a="http://schemas.openxmlformats.org/drawingml/2006/main">
            <a:pPr>
              <a:buNone/>
              <a:defRPr sz="2100" b="0">
                <a:solidFill>
                  <a:srgbClr val="344B60"/>
                </a:solidFill>
                <a:latin typeface="Microsoft YaHei"/>
                <a:ea typeface="Microsoft YaHei"/>
                <a:cs typeface="Microsoft YaHei"/>
              </a:defRPr>
            </a:pPr>
            <a:r>
              <a:rPr sz="2100" b="0">
                <a:solidFill>
                  <a:srgbClr val="344B60"/>
                </a:solidFill>
                <a:latin typeface="Microsoft YaHei"/>
                <a:ea typeface="Microsoft YaHei"/>
                <a:cs typeface="Microsoft YaHei"/>
              </a:rPr>
              <a:t>从需求到可审查修改，能说明每一处改变的理由。</a:t>
            </a:r>
          </a:p>
        </p:txBody>
      </p:sp>
      <p:sp>
        <p:nvSpPr>
          <p:cNvPr id="4" name="section">
            <a:extLst xmlns:a="http://schemas.openxmlformats.org/drawingml/2006/main">
              <a:ext uri="{FF2B5EF4-FFF2-40B4-BE49-F238E27FC236}">
                <a16:creationId xmlns:a16="http://schemas.microsoft.com/office/drawing/2014/main" id="{9937AFBE-19AD-4EB4-925E-08CE3A7AB120}"/>
              </a:ext>
            </a:extLst>
          </p:cNvPr>
          <p:cNvSpPr>
            <a:spLocks xmlns:a="http://schemas.openxmlformats.org/drawingml/2006/main" noGrp="1"/>
          </p:cNvSpPr>
          <p:nvPr/>
        </p:nvSpPr>
        <p:spPr>
          <a:xfrm xmlns:a="http://schemas.openxmlformats.org/drawingml/2006/main">
            <a:off x="609600" y="2914650"/>
            <a:ext cx="1093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B6A64"/>
                </a:solidFill>
                <a:latin typeface="Microsoft YaHei"/>
                <a:ea typeface="Microsoft YaHei"/>
                <a:cs typeface="Microsoft YaHei"/>
              </a:defRPr>
            </a:defPPr>
            <a:lvl1pPr>
              <a:defRPr sz="2025" b="1">
                <a:solidFill>
                  <a:srgbClr val="0B6A64"/>
                </a:solidFill>
                <a:latin typeface="Microsoft YaHei"/>
                <a:ea typeface="Microsoft YaHei"/>
                <a:cs typeface="Microsoft YaHei"/>
              </a:defRPr>
            </a:lvl1pPr>
            <a:lvl2pPr>
              <a:defRPr sz="2025" b="1">
                <a:solidFill>
                  <a:srgbClr val="0B6A64"/>
                </a:solidFill>
                <a:latin typeface="Microsoft YaHei"/>
                <a:ea typeface="Microsoft YaHei"/>
                <a:cs typeface="Microsoft YaHei"/>
              </a:defRPr>
            </a:lvl2pPr>
            <a:lvl3pPr>
              <a:defRPr sz="2025" b="1">
                <a:solidFill>
                  <a:srgbClr val="0B6A64"/>
                </a:solidFill>
                <a:latin typeface="Microsoft YaHei"/>
                <a:ea typeface="Microsoft YaHei"/>
                <a:cs typeface="Microsoft YaHei"/>
              </a:defRPr>
            </a:lvl3pPr>
            <a:lvl4pPr>
              <a:defRPr sz="2025" b="1">
                <a:solidFill>
                  <a:srgbClr val="0B6A64"/>
                </a:solidFill>
                <a:latin typeface="Microsoft YaHei"/>
                <a:ea typeface="Microsoft YaHei"/>
                <a:cs typeface="Microsoft YaHei"/>
              </a:defRPr>
            </a:lvl4pPr>
            <a:lvl5pPr>
              <a:defRPr sz="2025" b="1">
                <a:solidFill>
                  <a:srgbClr val="0B6A64"/>
                </a:solidFill>
                <a:latin typeface="Microsoft YaHei"/>
                <a:ea typeface="Microsoft YaHei"/>
                <a:cs typeface="Microsoft YaHei"/>
              </a:defRPr>
            </a:lvl5pPr>
            <a:lvl6pPr>
              <a:defRPr sz="2025" b="1">
                <a:solidFill>
                  <a:srgbClr val="0B6A64"/>
                </a:solidFill>
                <a:latin typeface="Microsoft YaHei"/>
                <a:ea typeface="Microsoft YaHei"/>
                <a:cs typeface="Microsoft YaHei"/>
              </a:defRPr>
            </a:lvl6pPr>
            <a:lvl7pPr>
              <a:defRPr sz="2025" b="1">
                <a:solidFill>
                  <a:srgbClr val="0B6A64"/>
                </a:solidFill>
                <a:latin typeface="Microsoft YaHei"/>
                <a:ea typeface="Microsoft YaHei"/>
                <a:cs typeface="Microsoft YaHei"/>
              </a:defRPr>
            </a:lvl7pPr>
            <a:lvl8pPr>
              <a:defRPr sz="2025" b="1">
                <a:solidFill>
                  <a:srgbClr val="0B6A64"/>
                </a:solidFill>
                <a:latin typeface="Microsoft YaHei"/>
                <a:ea typeface="Microsoft YaHei"/>
                <a:cs typeface="Microsoft YaHei"/>
              </a:defRPr>
            </a:lvl8pPr>
            <a:lvl9pPr>
              <a:defRPr sz="2025" b="1">
                <a:solidFill>
                  <a:srgbClr val="0B6A64"/>
                </a:solidFill>
                <a:latin typeface="Microsoft YaHei"/>
                <a:ea typeface="Microsoft YaHei"/>
                <a:cs typeface="Microsoft YaHei"/>
              </a:defRPr>
            </a:lvl9pPr>
          </a:lstStyle>
          <a:p xmlns:a="http://schemas.openxmlformats.org/drawingml/2006/main">
            <a:pPr>
              <a:buNone/>
              <a:defRPr sz="2025" b="1">
                <a:solidFill>
                  <a:srgbClr val="0B6A64"/>
                </a:solidFill>
                <a:latin typeface="Microsoft YaHei"/>
                <a:ea typeface="Microsoft YaHei"/>
                <a:cs typeface="Microsoft YaHei"/>
              </a:defRPr>
            </a:pPr>
            <a:r>
              <a:rPr sz="2025" b="1">
                <a:solidFill>
                  <a:srgbClr val="0B6A64"/>
                </a:solidFill>
                <a:latin typeface="Microsoft YaHei"/>
                <a:ea typeface="Microsoft YaHei"/>
                <a:cs typeface="Microsoft YaHei"/>
              </a:rPr>
              <a:t>各层负责什么</a:t>
            </a:r>
          </a:p>
        </p:txBody>
      </p:sp>
      <p:sp>
        <p:nvSpPr>
          <p:cNvPr id="5" name="responsibility-0">
            <a:extLst xmlns:a="http://schemas.openxmlformats.org/drawingml/2006/main">
              <a:ext uri="{FF2B5EF4-FFF2-40B4-BE49-F238E27FC236}">
                <a16:creationId xmlns:a16="http://schemas.microsoft.com/office/drawing/2014/main" id="{1629C21E-C140-4764-9F06-6D14C6DEF189}"/>
              </a:ext>
            </a:extLst>
          </p:cNvPr>
          <p:cNvSpPr>
            <a:spLocks xmlns:a="http://schemas.openxmlformats.org/drawingml/2006/main" noGrp="1"/>
          </p:cNvSpPr>
          <p:nvPr/>
        </p:nvSpPr>
        <p:spPr>
          <a:xfrm xmlns:a="http://schemas.openxmlformats.org/drawingml/2006/main">
            <a:off x="609600" y="3438525"/>
            <a:ext cx="10934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62333"/>
                </a:solidFill>
                <a:latin typeface="Microsoft YaHei"/>
                <a:ea typeface="Microsoft YaHei"/>
                <a:cs typeface="Microsoft YaHei"/>
              </a:defRPr>
            </a:defPPr>
            <a:lvl1pPr>
              <a:defRPr sz="1875" b="0">
                <a:solidFill>
                  <a:srgbClr val="162333"/>
                </a:solidFill>
                <a:latin typeface="Microsoft YaHei"/>
                <a:ea typeface="Microsoft YaHei"/>
                <a:cs typeface="Microsoft YaHei"/>
              </a:defRPr>
            </a:lvl1pPr>
            <a:lvl2pPr>
              <a:defRPr sz="1875" b="0">
                <a:solidFill>
                  <a:srgbClr val="162333"/>
                </a:solidFill>
                <a:latin typeface="Microsoft YaHei"/>
                <a:ea typeface="Microsoft YaHei"/>
                <a:cs typeface="Microsoft YaHei"/>
              </a:defRPr>
            </a:lvl2pPr>
            <a:lvl3pPr>
              <a:defRPr sz="1875" b="0">
                <a:solidFill>
                  <a:srgbClr val="162333"/>
                </a:solidFill>
                <a:latin typeface="Microsoft YaHei"/>
                <a:ea typeface="Microsoft YaHei"/>
                <a:cs typeface="Microsoft YaHei"/>
              </a:defRPr>
            </a:lvl3pPr>
            <a:lvl4pPr>
              <a:defRPr sz="1875" b="0">
                <a:solidFill>
                  <a:srgbClr val="162333"/>
                </a:solidFill>
                <a:latin typeface="Microsoft YaHei"/>
                <a:ea typeface="Microsoft YaHei"/>
                <a:cs typeface="Microsoft YaHei"/>
              </a:defRPr>
            </a:lvl4pPr>
            <a:lvl5pPr>
              <a:defRPr sz="1875" b="0">
                <a:solidFill>
                  <a:srgbClr val="162333"/>
                </a:solidFill>
                <a:latin typeface="Microsoft YaHei"/>
                <a:ea typeface="Microsoft YaHei"/>
                <a:cs typeface="Microsoft YaHei"/>
              </a:defRPr>
            </a:lvl5pPr>
            <a:lvl6pPr>
              <a:defRPr sz="1875" b="0">
                <a:solidFill>
                  <a:srgbClr val="162333"/>
                </a:solidFill>
                <a:latin typeface="Microsoft YaHei"/>
                <a:ea typeface="Microsoft YaHei"/>
                <a:cs typeface="Microsoft YaHei"/>
              </a:defRPr>
            </a:lvl6pPr>
            <a:lvl7pPr>
              <a:defRPr sz="1875" b="0">
                <a:solidFill>
                  <a:srgbClr val="162333"/>
                </a:solidFill>
                <a:latin typeface="Microsoft YaHei"/>
                <a:ea typeface="Microsoft YaHei"/>
                <a:cs typeface="Microsoft YaHei"/>
              </a:defRPr>
            </a:lvl7pPr>
            <a:lvl8pPr>
              <a:defRPr sz="1875" b="0">
                <a:solidFill>
                  <a:srgbClr val="162333"/>
                </a:solidFill>
                <a:latin typeface="Microsoft YaHei"/>
                <a:ea typeface="Microsoft YaHei"/>
                <a:cs typeface="Microsoft YaHei"/>
              </a:defRPr>
            </a:lvl8pPr>
            <a:lvl9pPr>
              <a:defRPr sz="1875" b="0">
                <a:solidFill>
                  <a:srgbClr val="162333"/>
                </a:solidFill>
                <a:latin typeface="Microsoft YaHei"/>
                <a:ea typeface="Microsoft YaHei"/>
                <a:cs typeface="Microsoft YaHei"/>
              </a:defRPr>
            </a:lvl9pPr>
          </a:lstStyle>
          <a:p xmlns:a="http://schemas.openxmlformats.org/drawingml/2006/main">
            <a:pPr>
              <a:buNone/>
              <a:defRPr sz="1875" b="0">
                <a:solidFill>
                  <a:srgbClr val="162333"/>
                </a:solidFill>
                <a:latin typeface="Microsoft YaHei"/>
                <a:ea typeface="Microsoft YaHei"/>
                <a:cs typeface="Microsoft YaHei"/>
              </a:defRPr>
            </a:pPr>
            <a:r>
              <a:rPr sz="1875" b="0">
                <a:solidFill>
                  <a:srgbClr val="162333"/>
                </a:solidFill>
                <a:latin typeface="Microsoft YaHei"/>
                <a:ea typeface="Microsoft YaHei"/>
                <a:cs typeface="Microsoft YaHei"/>
              </a:rPr>
              <a:t>1. 扩展发现、注册与事件分发</a:t>
            </a:r>
          </a:p>
        </p:txBody>
      </p:sp>
      <p:sp>
        <p:nvSpPr>
          <p:cNvPr id="6" name="responsibility-1">
            <a:extLst xmlns:a="http://schemas.openxmlformats.org/drawingml/2006/main">
              <a:ext uri="{FF2B5EF4-FFF2-40B4-BE49-F238E27FC236}">
                <a16:creationId xmlns:a16="http://schemas.microsoft.com/office/drawing/2014/main" id="{797DC6BE-783E-4B41-A21B-046132A24EDD}"/>
              </a:ext>
            </a:extLst>
          </p:cNvPr>
          <p:cNvSpPr>
            <a:spLocks xmlns:a="http://schemas.openxmlformats.org/drawingml/2006/main" noGrp="1"/>
          </p:cNvSpPr>
          <p:nvPr/>
        </p:nvSpPr>
        <p:spPr>
          <a:xfrm xmlns:a="http://schemas.openxmlformats.org/drawingml/2006/main">
            <a:off x="609600" y="3895725"/>
            <a:ext cx="10934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62333"/>
                </a:solidFill>
                <a:latin typeface="Microsoft YaHei"/>
                <a:ea typeface="Microsoft YaHei"/>
                <a:cs typeface="Microsoft YaHei"/>
              </a:defRPr>
            </a:defPPr>
            <a:lvl1pPr>
              <a:defRPr sz="1875" b="0">
                <a:solidFill>
                  <a:srgbClr val="162333"/>
                </a:solidFill>
                <a:latin typeface="Microsoft YaHei"/>
                <a:ea typeface="Microsoft YaHei"/>
                <a:cs typeface="Microsoft YaHei"/>
              </a:defRPr>
            </a:lvl1pPr>
            <a:lvl2pPr>
              <a:defRPr sz="1875" b="0">
                <a:solidFill>
                  <a:srgbClr val="162333"/>
                </a:solidFill>
                <a:latin typeface="Microsoft YaHei"/>
                <a:ea typeface="Microsoft YaHei"/>
                <a:cs typeface="Microsoft YaHei"/>
              </a:defRPr>
            </a:lvl2pPr>
            <a:lvl3pPr>
              <a:defRPr sz="1875" b="0">
                <a:solidFill>
                  <a:srgbClr val="162333"/>
                </a:solidFill>
                <a:latin typeface="Microsoft YaHei"/>
                <a:ea typeface="Microsoft YaHei"/>
                <a:cs typeface="Microsoft YaHei"/>
              </a:defRPr>
            </a:lvl3pPr>
            <a:lvl4pPr>
              <a:defRPr sz="1875" b="0">
                <a:solidFill>
                  <a:srgbClr val="162333"/>
                </a:solidFill>
                <a:latin typeface="Microsoft YaHei"/>
                <a:ea typeface="Microsoft YaHei"/>
                <a:cs typeface="Microsoft YaHei"/>
              </a:defRPr>
            </a:lvl4pPr>
            <a:lvl5pPr>
              <a:defRPr sz="1875" b="0">
                <a:solidFill>
                  <a:srgbClr val="162333"/>
                </a:solidFill>
                <a:latin typeface="Microsoft YaHei"/>
                <a:ea typeface="Microsoft YaHei"/>
                <a:cs typeface="Microsoft YaHei"/>
              </a:defRPr>
            </a:lvl5pPr>
            <a:lvl6pPr>
              <a:defRPr sz="1875" b="0">
                <a:solidFill>
                  <a:srgbClr val="162333"/>
                </a:solidFill>
                <a:latin typeface="Microsoft YaHei"/>
                <a:ea typeface="Microsoft YaHei"/>
                <a:cs typeface="Microsoft YaHei"/>
              </a:defRPr>
            </a:lvl6pPr>
            <a:lvl7pPr>
              <a:defRPr sz="1875" b="0">
                <a:solidFill>
                  <a:srgbClr val="162333"/>
                </a:solidFill>
                <a:latin typeface="Microsoft YaHei"/>
                <a:ea typeface="Microsoft YaHei"/>
                <a:cs typeface="Microsoft YaHei"/>
              </a:defRPr>
            </a:lvl7pPr>
            <a:lvl8pPr>
              <a:defRPr sz="1875" b="0">
                <a:solidFill>
                  <a:srgbClr val="162333"/>
                </a:solidFill>
                <a:latin typeface="Microsoft YaHei"/>
                <a:ea typeface="Microsoft YaHei"/>
                <a:cs typeface="Microsoft YaHei"/>
              </a:defRPr>
            </a:lvl8pPr>
            <a:lvl9pPr>
              <a:defRPr sz="1875" b="0">
                <a:solidFill>
                  <a:srgbClr val="162333"/>
                </a:solidFill>
                <a:latin typeface="Microsoft YaHei"/>
                <a:ea typeface="Microsoft YaHei"/>
                <a:cs typeface="Microsoft YaHei"/>
              </a:defRPr>
            </a:lvl9pPr>
          </a:lstStyle>
          <a:p xmlns:a="http://schemas.openxmlformats.org/drawingml/2006/main">
            <a:pPr>
              <a:buNone/>
              <a:defRPr sz="1875" b="0">
                <a:solidFill>
                  <a:srgbClr val="162333"/>
                </a:solidFill>
                <a:latin typeface="Microsoft YaHei"/>
                <a:ea typeface="Microsoft YaHei"/>
                <a:cs typeface="Microsoft YaHei"/>
              </a:defRPr>
            </a:pPr>
            <a:r>
              <a:rPr sz="1875" b="0">
                <a:solidFill>
                  <a:srgbClr val="162333"/>
                </a:solidFill>
                <a:latin typeface="Microsoft YaHei"/>
                <a:ea typeface="Microsoft YaHei"/>
                <a:cs typeface="Microsoft YaHei"/>
              </a:rPr>
              <a:t>2. SDK 创建与替换运行时</a:t>
            </a:r>
          </a:p>
        </p:txBody>
      </p:sp>
      <p:sp>
        <p:nvSpPr>
          <p:cNvPr id="7" name="responsibility-2">
            <a:extLst xmlns:a="http://schemas.openxmlformats.org/drawingml/2006/main">
              <a:ext uri="{FF2B5EF4-FFF2-40B4-BE49-F238E27FC236}">
                <a16:creationId xmlns:a16="http://schemas.microsoft.com/office/drawing/2014/main" id="{1BD9FC70-8D57-4750-AD77-8BCAF088E7D4}"/>
              </a:ext>
            </a:extLst>
          </p:cNvPr>
          <p:cNvSpPr>
            <a:spLocks xmlns:a="http://schemas.openxmlformats.org/drawingml/2006/main" noGrp="1"/>
          </p:cNvSpPr>
          <p:nvPr/>
        </p:nvSpPr>
        <p:spPr>
          <a:xfrm xmlns:a="http://schemas.openxmlformats.org/drawingml/2006/main">
            <a:off x="609600" y="4352925"/>
            <a:ext cx="10934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62333"/>
                </a:solidFill>
                <a:latin typeface="Microsoft YaHei"/>
                <a:ea typeface="Microsoft YaHei"/>
                <a:cs typeface="Microsoft YaHei"/>
              </a:defRPr>
            </a:defPPr>
            <a:lvl1pPr>
              <a:defRPr sz="1875" b="0">
                <a:solidFill>
                  <a:srgbClr val="162333"/>
                </a:solidFill>
                <a:latin typeface="Microsoft YaHei"/>
                <a:ea typeface="Microsoft YaHei"/>
                <a:cs typeface="Microsoft YaHei"/>
              </a:defRPr>
            </a:lvl1pPr>
            <a:lvl2pPr>
              <a:defRPr sz="1875" b="0">
                <a:solidFill>
                  <a:srgbClr val="162333"/>
                </a:solidFill>
                <a:latin typeface="Microsoft YaHei"/>
                <a:ea typeface="Microsoft YaHei"/>
                <a:cs typeface="Microsoft YaHei"/>
              </a:defRPr>
            </a:lvl2pPr>
            <a:lvl3pPr>
              <a:defRPr sz="1875" b="0">
                <a:solidFill>
                  <a:srgbClr val="162333"/>
                </a:solidFill>
                <a:latin typeface="Microsoft YaHei"/>
                <a:ea typeface="Microsoft YaHei"/>
                <a:cs typeface="Microsoft YaHei"/>
              </a:defRPr>
            </a:lvl3pPr>
            <a:lvl4pPr>
              <a:defRPr sz="1875" b="0">
                <a:solidFill>
                  <a:srgbClr val="162333"/>
                </a:solidFill>
                <a:latin typeface="Microsoft YaHei"/>
                <a:ea typeface="Microsoft YaHei"/>
                <a:cs typeface="Microsoft YaHei"/>
              </a:defRPr>
            </a:lvl4pPr>
            <a:lvl5pPr>
              <a:defRPr sz="1875" b="0">
                <a:solidFill>
                  <a:srgbClr val="162333"/>
                </a:solidFill>
                <a:latin typeface="Microsoft YaHei"/>
                <a:ea typeface="Microsoft YaHei"/>
                <a:cs typeface="Microsoft YaHei"/>
              </a:defRPr>
            </a:lvl5pPr>
            <a:lvl6pPr>
              <a:defRPr sz="1875" b="0">
                <a:solidFill>
                  <a:srgbClr val="162333"/>
                </a:solidFill>
                <a:latin typeface="Microsoft YaHei"/>
                <a:ea typeface="Microsoft YaHei"/>
                <a:cs typeface="Microsoft YaHei"/>
              </a:defRPr>
            </a:lvl6pPr>
            <a:lvl7pPr>
              <a:defRPr sz="1875" b="0">
                <a:solidFill>
                  <a:srgbClr val="162333"/>
                </a:solidFill>
                <a:latin typeface="Microsoft YaHei"/>
                <a:ea typeface="Microsoft YaHei"/>
                <a:cs typeface="Microsoft YaHei"/>
              </a:defRPr>
            </a:lvl7pPr>
            <a:lvl8pPr>
              <a:defRPr sz="1875" b="0">
                <a:solidFill>
                  <a:srgbClr val="162333"/>
                </a:solidFill>
                <a:latin typeface="Microsoft YaHei"/>
                <a:ea typeface="Microsoft YaHei"/>
                <a:cs typeface="Microsoft YaHei"/>
              </a:defRPr>
            </a:lvl8pPr>
            <a:lvl9pPr>
              <a:defRPr sz="1875" b="0">
                <a:solidFill>
                  <a:srgbClr val="162333"/>
                </a:solidFill>
                <a:latin typeface="Microsoft YaHei"/>
                <a:ea typeface="Microsoft YaHei"/>
                <a:cs typeface="Microsoft YaHei"/>
              </a:defRPr>
            </a:lvl9pPr>
          </a:lstStyle>
          <a:p xmlns:a="http://schemas.openxmlformats.org/drawingml/2006/main">
            <a:pPr>
              <a:buNone/>
              <a:defRPr sz="1875" b="0">
                <a:solidFill>
                  <a:srgbClr val="162333"/>
                </a:solidFill>
                <a:latin typeface="Microsoft YaHei"/>
                <a:ea typeface="Microsoft YaHei"/>
                <a:cs typeface="Microsoft YaHei"/>
              </a:defRPr>
            </a:pPr>
            <a:r>
              <a:rPr sz="1875" b="0">
                <a:solidFill>
                  <a:srgbClr val="162333"/>
                </a:solidFill>
                <a:latin typeface="Microsoft YaHei"/>
                <a:ea typeface="Microsoft YaHei"/>
                <a:cs typeface="Microsoft YaHei"/>
              </a:rPr>
              <a:t>3. 依赖、导入与构建边界校验</a:t>
            </a:r>
          </a:p>
        </p:txBody>
      </p:sp>
      <p:sp>
        <p:nvSpPr>
          <p:cNvPr id="8" name="footer">
            <a:extLst xmlns:a="http://schemas.openxmlformats.org/drawingml/2006/main">
              <a:ext uri="{FF2B5EF4-FFF2-40B4-BE49-F238E27FC236}">
                <a16:creationId xmlns:a16="http://schemas.microsoft.com/office/drawing/2014/main" id="{0F8DEBCC-669B-4F5F-B437-4CBDE7B09CEE}"/>
              </a:ext>
            </a:extLst>
          </p:cNvPr>
          <p:cNvSpPr>
            <a:spLocks xmlns:a="http://schemas.openxmlformats.org/drawingml/2006/main" noGrp="1"/>
          </p:cNvSpPr>
          <p:nvPr/>
        </p:nvSpPr>
        <p:spPr>
          <a:xfrm xmlns:a="http://schemas.openxmlformats.org/drawingml/2006/main">
            <a:off x="609600" y="6372225"/>
            <a:ext cx="10934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6677B"/>
                </a:solidFill>
                <a:latin typeface="Microsoft YaHei"/>
                <a:ea typeface="Microsoft YaHei"/>
                <a:cs typeface="Microsoft YaHei"/>
              </a:defRPr>
            </a:defPPr>
            <a:lvl1pPr>
              <a:defRPr sz="1200" b="0">
                <a:solidFill>
                  <a:srgbClr val="56677B"/>
                </a:solidFill>
                <a:latin typeface="Microsoft YaHei"/>
                <a:ea typeface="Microsoft YaHei"/>
                <a:cs typeface="Microsoft YaHei"/>
              </a:defRPr>
            </a:lvl1pPr>
            <a:lvl2pPr>
              <a:defRPr sz="1200" b="0">
                <a:solidFill>
                  <a:srgbClr val="56677B"/>
                </a:solidFill>
                <a:latin typeface="Microsoft YaHei"/>
                <a:ea typeface="Microsoft YaHei"/>
                <a:cs typeface="Microsoft YaHei"/>
              </a:defRPr>
            </a:lvl2pPr>
            <a:lvl3pPr>
              <a:defRPr sz="1200" b="0">
                <a:solidFill>
                  <a:srgbClr val="56677B"/>
                </a:solidFill>
                <a:latin typeface="Microsoft YaHei"/>
                <a:ea typeface="Microsoft YaHei"/>
                <a:cs typeface="Microsoft YaHei"/>
              </a:defRPr>
            </a:lvl3pPr>
            <a:lvl4pPr>
              <a:defRPr sz="1200" b="0">
                <a:solidFill>
                  <a:srgbClr val="56677B"/>
                </a:solidFill>
                <a:latin typeface="Microsoft YaHei"/>
                <a:ea typeface="Microsoft YaHei"/>
                <a:cs typeface="Microsoft YaHei"/>
              </a:defRPr>
            </a:lvl4pPr>
            <a:lvl5pPr>
              <a:defRPr sz="1200" b="0">
                <a:solidFill>
                  <a:srgbClr val="56677B"/>
                </a:solidFill>
                <a:latin typeface="Microsoft YaHei"/>
                <a:ea typeface="Microsoft YaHei"/>
                <a:cs typeface="Microsoft YaHei"/>
              </a:defRPr>
            </a:lvl5pPr>
            <a:lvl6pPr>
              <a:defRPr sz="1200" b="0">
                <a:solidFill>
                  <a:srgbClr val="56677B"/>
                </a:solidFill>
                <a:latin typeface="Microsoft YaHei"/>
                <a:ea typeface="Microsoft YaHei"/>
                <a:cs typeface="Microsoft YaHei"/>
              </a:defRPr>
            </a:lvl6pPr>
            <a:lvl7pPr>
              <a:defRPr sz="1200" b="0">
                <a:solidFill>
                  <a:srgbClr val="56677B"/>
                </a:solidFill>
                <a:latin typeface="Microsoft YaHei"/>
                <a:ea typeface="Microsoft YaHei"/>
                <a:cs typeface="Microsoft YaHei"/>
              </a:defRPr>
            </a:lvl7pPr>
            <a:lvl8pPr>
              <a:defRPr sz="1200" b="0">
                <a:solidFill>
                  <a:srgbClr val="56677B"/>
                </a:solidFill>
                <a:latin typeface="Microsoft YaHei"/>
                <a:ea typeface="Microsoft YaHei"/>
                <a:cs typeface="Microsoft YaHei"/>
              </a:defRPr>
            </a:lvl8pPr>
            <a:lvl9pPr>
              <a:defRPr sz="1200" b="0">
                <a:solidFill>
                  <a:srgbClr val="56677B"/>
                </a:solidFill>
                <a:latin typeface="Microsoft YaHei"/>
                <a:ea typeface="Microsoft YaHei"/>
                <a:cs typeface="Microsoft YaHei"/>
              </a:defRPr>
            </a:lvl9pPr>
          </a:lstStyle>
          <a:p xmlns:a="http://schemas.openxmlformats.org/drawingml/2006/main">
            <a:pPr>
              <a:buNone/>
              <a:defRPr sz="1200" b="0">
                <a:solidFill>
                  <a:srgbClr val="56677B"/>
                </a:solidFill>
                <a:latin typeface="Microsoft YaHei"/>
                <a:ea typeface="Microsoft YaHei"/>
                <a:cs typeface="Microsoft YaHei"/>
              </a:defRPr>
            </a:pPr>
            <a:r>
              <a:rPr sz="1200" b="0">
                <a:solidFill>
                  <a:srgbClr val="56677B"/>
                </a:solidFill>
                <a:latin typeface="Microsoft YaHei"/>
                <a:ea typeface="Microsoft YaHei"/>
                <a:cs typeface="Microsoft YaHei"/>
              </a:rPr>
              <a:t>Pi 源码精通路线   /   change-deliver   /   1     基线 136b87e8a · 源码与参考答案见讲者备注</a:t>
            </a:r>
          </a:p>
        </p:txBody>
      </p:sp>
      <p:sp>
        <p:nvSpPr>
          <p:cNvPr id="10" name="responsibility-3">
            <a:extLst xmlns:a="http://schemas.openxmlformats.org/drawingml/2006/main">
              <a:ext uri="{FF2B5EF4-FFF2-40B4-BE49-F238E27FC236}">
                <a16:creationId xmlns:a16="http://schemas.microsoft.com/office/drawing/2014/main" id="{9A7A35F1-B142-4479-A8B3-2EDE137E49E8}"/>
              </a:ext>
            </a:extLst>
          </p:cNvPr>
          <p:cNvSpPr>
            <a:spLocks xmlns:a="http://schemas.openxmlformats.org/drawingml/2006/main" noGrp="1"/>
          </p:cNvSpPr>
          <p:nvPr/>
        </p:nvSpPr>
        <p:spPr>
          <a:xfrm xmlns:a="http://schemas.openxmlformats.org/drawingml/2006/main">
            <a:off x="609600" y="4810125"/>
            <a:ext cx="10934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875">
                <a:solidFill>
                  <a:srgbClr val="162333"/>
                </a:solidFill>
                <a:latin typeface="Microsoft YaHei"/>
                <a:ea typeface="Microsoft YaHei"/>
                <a:cs typeface="Microsoft YaHei"/>
              </a:defRPr>
            </a:defPPr>
            <a:lvl1pPr algn="l">
              <a:defRPr sz="1875">
                <a:solidFill>
                  <a:srgbClr val="162333"/>
                </a:solidFill>
                <a:latin typeface="Microsoft YaHei"/>
                <a:ea typeface="Microsoft YaHei"/>
                <a:cs typeface="Microsoft YaHei"/>
              </a:defRPr>
            </a:lvl1pPr>
            <a:lvl2pPr algn="l">
              <a:defRPr sz="1875">
                <a:solidFill>
                  <a:srgbClr val="162333"/>
                </a:solidFill>
                <a:latin typeface="Microsoft YaHei"/>
                <a:ea typeface="Microsoft YaHei"/>
                <a:cs typeface="Microsoft YaHei"/>
              </a:defRPr>
            </a:lvl2pPr>
            <a:lvl3pPr algn="l">
              <a:defRPr sz="1875">
                <a:solidFill>
                  <a:srgbClr val="162333"/>
                </a:solidFill>
                <a:latin typeface="Microsoft YaHei"/>
                <a:ea typeface="Microsoft YaHei"/>
                <a:cs typeface="Microsoft YaHei"/>
              </a:defRPr>
            </a:lvl3pPr>
            <a:lvl4pPr algn="l">
              <a:defRPr sz="1875">
                <a:solidFill>
                  <a:srgbClr val="162333"/>
                </a:solidFill>
                <a:latin typeface="Microsoft YaHei"/>
                <a:ea typeface="Microsoft YaHei"/>
                <a:cs typeface="Microsoft YaHei"/>
              </a:defRPr>
            </a:lvl4pPr>
            <a:lvl5pPr algn="l">
              <a:defRPr sz="1875">
                <a:solidFill>
                  <a:srgbClr val="162333"/>
                </a:solidFill>
                <a:latin typeface="Microsoft YaHei"/>
                <a:ea typeface="Microsoft YaHei"/>
                <a:cs typeface="Microsoft YaHei"/>
              </a:defRPr>
            </a:lvl5pPr>
            <a:lvl6pPr algn="l">
              <a:defRPr sz="1875">
                <a:solidFill>
                  <a:srgbClr val="162333"/>
                </a:solidFill>
                <a:latin typeface="Microsoft YaHei"/>
                <a:ea typeface="Microsoft YaHei"/>
                <a:cs typeface="Microsoft YaHei"/>
              </a:defRPr>
            </a:lvl6pPr>
            <a:lvl7pPr algn="l">
              <a:defRPr sz="1875">
                <a:solidFill>
                  <a:srgbClr val="162333"/>
                </a:solidFill>
                <a:latin typeface="Microsoft YaHei"/>
                <a:ea typeface="Microsoft YaHei"/>
                <a:cs typeface="Microsoft YaHei"/>
              </a:defRPr>
            </a:lvl7pPr>
            <a:lvl8pPr algn="l">
              <a:defRPr sz="1875">
                <a:solidFill>
                  <a:srgbClr val="162333"/>
                </a:solidFill>
                <a:latin typeface="Microsoft YaHei"/>
                <a:ea typeface="Microsoft YaHei"/>
                <a:cs typeface="Microsoft YaHei"/>
              </a:defRPr>
            </a:lvl8pPr>
            <a:lvl9pPr algn="l">
              <a:defRPr sz="1875">
                <a:solidFill>
                  <a:srgbClr val="162333"/>
                </a:solidFill>
                <a:latin typeface="Microsoft YaHei"/>
                <a:ea typeface="Microsoft YaHei"/>
                <a:cs typeface="Microsoft YaHei"/>
              </a:defRPr>
            </a:lvl9pPr>
          </a:lstStyle>
          <a:p xmlns:a="http://schemas.openxmlformats.org/drawingml/2006/main">
            <a:pPr algn="l">
              <a:defRPr sz="1875">
                <a:solidFill>
                  <a:srgbClr val="162333"/>
                </a:solidFill>
                <a:latin typeface="Microsoft YaHei"/>
                <a:ea typeface="Microsoft YaHei"/>
                <a:cs typeface="Microsoft YaHei"/>
              </a:defRPr>
            </a:pPr>
            <a:r>
              <a:rPr sz="1875">
                <a:solidFill>
                  <a:srgbClr val="162333"/>
                </a:solidFill>
                <a:latin typeface="Microsoft YaHei"/>
                <a:ea typeface="Microsoft YaHei"/>
                <a:cs typeface="Microsoft YaHei"/>
              </a:rPr>
              <a:t>4. 依赖、导入与构建边界校验</a:t>
            </a:r>
          </a:p>
        </p:txBody>
      </p:sp>
    </p:spTree>
    <p:extLst>
      <p:ext uri="{BB962C8B-B14F-4D97-AF65-F5344CB8AC3E}">
        <p14:creationId xmlns:p14="http://schemas.microsoft.com/office/powerpoint/2010/main" val="758360311"/>
      </p:ext>
    </p:extLst>
  </p:cSld>
</p:sld>
</file>

<file path=ppt/slides/slide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2" name="eyebrow">
            <a:extLst xmlns:a="http://schemas.openxmlformats.org/drawingml/2006/main">
              <a:ext uri="{FF2B5EF4-FFF2-40B4-BE49-F238E27FC236}">
                <a16:creationId xmlns:a16="http://schemas.microsoft.com/office/drawing/2014/main" id="{F88018C2-9162-4B34-9579-C9BED080222C}"/>
              </a:ext>
            </a:extLst>
          </p:cNvPr>
          <p:cNvSpPr>
            <a:spLocks xmlns:a="http://schemas.openxmlformats.org/drawingml/2006/main" noGrp="1"/>
          </p:cNvSpPr>
          <p:nvPr/>
        </p:nvSpPr>
        <p:spPr>
          <a:xfrm xmlns:a="http://schemas.openxmlformats.org/drawingml/2006/main">
            <a:off x="609600" y="30480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0B6A64"/>
                </a:solidFill>
                <a:latin typeface="Microsoft YaHei"/>
                <a:ea typeface="Microsoft YaHei"/>
                <a:cs typeface="Microsoft YaHei"/>
              </a:defRPr>
            </a:defPPr>
            <a:lvl1pPr>
              <a:defRPr sz="1500" b="1">
                <a:solidFill>
                  <a:srgbClr val="0B6A64"/>
                </a:solidFill>
                <a:latin typeface="Microsoft YaHei"/>
                <a:ea typeface="Microsoft YaHei"/>
                <a:cs typeface="Microsoft YaHei"/>
              </a:defRPr>
            </a:lvl1pPr>
            <a:lvl2pPr>
              <a:defRPr sz="1500" b="1">
                <a:solidFill>
                  <a:srgbClr val="0B6A64"/>
                </a:solidFill>
                <a:latin typeface="Microsoft YaHei"/>
                <a:ea typeface="Microsoft YaHei"/>
                <a:cs typeface="Microsoft YaHei"/>
              </a:defRPr>
            </a:lvl2pPr>
            <a:lvl3pPr>
              <a:defRPr sz="1500" b="1">
                <a:solidFill>
                  <a:srgbClr val="0B6A64"/>
                </a:solidFill>
                <a:latin typeface="Microsoft YaHei"/>
                <a:ea typeface="Microsoft YaHei"/>
                <a:cs typeface="Microsoft YaHei"/>
              </a:defRPr>
            </a:lvl3pPr>
            <a:lvl4pPr>
              <a:defRPr sz="1500" b="1">
                <a:solidFill>
                  <a:srgbClr val="0B6A64"/>
                </a:solidFill>
                <a:latin typeface="Microsoft YaHei"/>
                <a:ea typeface="Microsoft YaHei"/>
                <a:cs typeface="Microsoft YaHei"/>
              </a:defRPr>
            </a:lvl4pPr>
            <a:lvl5pPr>
              <a:defRPr sz="1500" b="1">
                <a:solidFill>
                  <a:srgbClr val="0B6A64"/>
                </a:solidFill>
                <a:latin typeface="Microsoft YaHei"/>
                <a:ea typeface="Microsoft YaHei"/>
                <a:cs typeface="Microsoft YaHei"/>
              </a:defRPr>
            </a:lvl5pPr>
            <a:lvl6pPr>
              <a:defRPr sz="1500" b="1">
                <a:solidFill>
                  <a:srgbClr val="0B6A64"/>
                </a:solidFill>
                <a:latin typeface="Microsoft YaHei"/>
                <a:ea typeface="Microsoft YaHei"/>
                <a:cs typeface="Microsoft YaHei"/>
              </a:defRPr>
            </a:lvl6pPr>
            <a:lvl7pPr>
              <a:defRPr sz="1500" b="1">
                <a:solidFill>
                  <a:srgbClr val="0B6A64"/>
                </a:solidFill>
                <a:latin typeface="Microsoft YaHei"/>
                <a:ea typeface="Microsoft YaHei"/>
                <a:cs typeface="Microsoft YaHei"/>
              </a:defRPr>
            </a:lvl7pPr>
            <a:lvl8pPr>
              <a:defRPr sz="1500" b="1">
                <a:solidFill>
                  <a:srgbClr val="0B6A64"/>
                </a:solidFill>
                <a:latin typeface="Microsoft YaHei"/>
                <a:ea typeface="Microsoft YaHei"/>
                <a:cs typeface="Microsoft YaHei"/>
              </a:defRPr>
            </a:lvl8pPr>
            <a:lvl9pPr>
              <a:defRPr sz="1500" b="1">
                <a:solidFill>
                  <a:srgbClr val="0B6A64"/>
                </a:solidFill>
                <a:latin typeface="Microsoft YaHei"/>
                <a:ea typeface="Microsoft YaHei"/>
                <a:cs typeface="Microsoft YaHei"/>
              </a:defRPr>
            </a:lvl9pPr>
          </a:lstStyle>
          <a:p xmlns:a="http://schemas.openxmlformats.org/drawingml/2006/main">
            <a:pPr>
              <a:buNone/>
              <a:defRPr sz="1500" b="1">
                <a:solidFill>
                  <a:srgbClr val="0B6A64"/>
                </a:solidFill>
                <a:latin typeface="Microsoft YaHei"/>
                <a:ea typeface="Microsoft YaHei"/>
                <a:cs typeface="Microsoft YaHei"/>
              </a:defRPr>
            </a:pPr>
            <a:r>
              <a:rPr sz="1500" b="1">
                <a:solidFill>
                  <a:srgbClr val="0B6A64"/>
                </a:solidFill>
                <a:latin typeface="Microsoft YaHei"/>
                <a:ea typeface="Microsoft YaHei"/>
                <a:cs typeface="Microsoft YaHei"/>
              </a:rPr>
              <a:t>08 独立改造   /   步骤与数据</a:t>
            </a:r>
          </a:p>
        </p:txBody>
      </p:sp>
      <p:sp>
        <p:nvSpPr>
          <p:cNvPr id="2" name="title">
            <a:extLst xmlns:a="http://schemas.openxmlformats.org/drawingml/2006/main">
              <a:ext uri="{FF2B5EF4-FFF2-40B4-BE49-F238E27FC236}">
                <a16:creationId xmlns:a16="http://schemas.microsoft.com/office/drawing/2014/main" id="{A24E531F-012F-4CBF-9E50-EA6D84848DFE}"/>
              </a:ext>
            </a:extLst>
          </p:cNvPr>
          <p:cNvSpPr>
            <a:spLocks xmlns:a="http://schemas.openxmlformats.org/drawingml/2006/main" noGrp="1"/>
          </p:cNvSpPr>
          <p:nvPr/>
        </p:nvSpPr>
        <p:spPr>
          <a:xfrm xmlns:a="http://schemas.openxmlformats.org/drawingml/2006/main">
            <a:off x="609600" y="866775"/>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2333"/>
                </a:solidFill>
                <a:latin typeface="Microsoft YaHei"/>
                <a:ea typeface="Microsoft YaHei"/>
                <a:cs typeface="Microsoft YaHei"/>
              </a:defRPr>
            </a:defPPr>
            <a:lvl1pPr>
              <a:defRPr sz="3300" b="1">
                <a:solidFill>
                  <a:srgbClr val="162333"/>
                </a:solidFill>
                <a:latin typeface="Microsoft YaHei"/>
                <a:ea typeface="Microsoft YaHei"/>
                <a:cs typeface="Microsoft YaHei"/>
              </a:defRPr>
            </a:lvl1pPr>
            <a:lvl2pPr>
              <a:defRPr sz="3300" b="1">
                <a:solidFill>
                  <a:srgbClr val="162333"/>
                </a:solidFill>
                <a:latin typeface="Microsoft YaHei"/>
                <a:ea typeface="Microsoft YaHei"/>
                <a:cs typeface="Microsoft YaHei"/>
              </a:defRPr>
            </a:lvl2pPr>
            <a:lvl3pPr>
              <a:defRPr sz="3300" b="1">
                <a:solidFill>
                  <a:srgbClr val="162333"/>
                </a:solidFill>
                <a:latin typeface="Microsoft YaHei"/>
                <a:ea typeface="Microsoft YaHei"/>
                <a:cs typeface="Microsoft YaHei"/>
              </a:defRPr>
            </a:lvl3pPr>
            <a:lvl4pPr>
              <a:defRPr sz="3300" b="1">
                <a:solidFill>
                  <a:srgbClr val="162333"/>
                </a:solidFill>
                <a:latin typeface="Microsoft YaHei"/>
                <a:ea typeface="Microsoft YaHei"/>
                <a:cs typeface="Microsoft YaHei"/>
              </a:defRPr>
            </a:lvl4pPr>
            <a:lvl5pPr>
              <a:defRPr sz="3300" b="1">
                <a:solidFill>
                  <a:srgbClr val="162333"/>
                </a:solidFill>
                <a:latin typeface="Microsoft YaHei"/>
                <a:ea typeface="Microsoft YaHei"/>
                <a:cs typeface="Microsoft YaHei"/>
              </a:defRPr>
            </a:lvl5pPr>
            <a:lvl6pPr>
              <a:defRPr sz="3300" b="1">
                <a:solidFill>
                  <a:srgbClr val="162333"/>
                </a:solidFill>
                <a:latin typeface="Microsoft YaHei"/>
                <a:ea typeface="Microsoft YaHei"/>
                <a:cs typeface="Microsoft YaHei"/>
              </a:defRPr>
            </a:lvl6pPr>
            <a:lvl7pPr>
              <a:defRPr sz="3300" b="1">
                <a:solidFill>
                  <a:srgbClr val="162333"/>
                </a:solidFill>
                <a:latin typeface="Microsoft YaHei"/>
                <a:ea typeface="Microsoft YaHei"/>
                <a:cs typeface="Microsoft YaHei"/>
              </a:defRPr>
            </a:lvl7pPr>
            <a:lvl8pPr>
              <a:defRPr sz="3300" b="1">
                <a:solidFill>
                  <a:srgbClr val="162333"/>
                </a:solidFill>
                <a:latin typeface="Microsoft YaHei"/>
                <a:ea typeface="Microsoft YaHei"/>
                <a:cs typeface="Microsoft YaHei"/>
              </a:defRPr>
            </a:lvl8pPr>
            <a:lvl9pPr>
              <a:defRPr sz="3300" b="1">
                <a:solidFill>
                  <a:srgbClr val="162333"/>
                </a:solidFill>
                <a:latin typeface="Microsoft YaHei"/>
                <a:ea typeface="Microsoft YaHei"/>
                <a:cs typeface="Microsoft YaHei"/>
              </a:defRPr>
            </a:lvl9pPr>
          </a:lstStyle>
          <a:p xmlns:a="http://schemas.openxmlformats.org/drawingml/2006/main">
            <a:pPr>
              <a:buNone/>
              <a:defRPr sz="3300" b="1">
                <a:solidFill>
                  <a:srgbClr val="162333"/>
                </a:solidFill>
                <a:latin typeface="Microsoft YaHei"/>
                <a:ea typeface="Microsoft YaHei"/>
                <a:cs typeface="Microsoft YaHei"/>
              </a:defRPr>
            </a:pPr>
            <a:r>
              <a:rPr sz="3300" b="1">
                <a:solidFill>
                  <a:srgbClr val="162333"/>
                </a:solidFill>
                <a:latin typeface="Microsoft YaHei"/>
                <a:ea typeface="Microsoft YaHei"/>
                <a:cs typeface="Microsoft YaHei"/>
              </a:rPr>
              <a:t>完成一次独立扩展与源码改造</a:t>
            </a:r>
          </a:p>
        </p:txBody>
      </p:sp>
      <p:sp>
        <p:nvSpPr>
          <p:cNvPr id="3" name="step-0">
            <a:extLst xmlns:a="http://schemas.openxmlformats.org/drawingml/2006/main">
              <a:ext uri="{FF2B5EF4-FFF2-40B4-BE49-F238E27FC236}">
                <a16:creationId xmlns:a16="http://schemas.microsoft.com/office/drawing/2014/main" id="{064BA063-96BA-4FB3-B826-BAD407C8FC65}"/>
              </a:ext>
            </a:extLst>
          </p:cNvPr>
          <p:cNvSpPr>
            <a:spLocks xmlns:a="http://schemas.openxmlformats.org/drawingml/2006/main" noGrp="1"/>
          </p:cNvSpPr>
          <p:nvPr/>
        </p:nvSpPr>
        <p:spPr>
          <a:xfrm xmlns:a="http://schemas.openxmlformats.org/drawingml/2006/main">
            <a:off x="609600" y="2047875"/>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B6A64"/>
                </a:solidFill>
                <a:latin typeface="Microsoft YaHei"/>
                <a:ea typeface="Microsoft YaHei"/>
                <a:cs typeface="Microsoft YaHei"/>
              </a:defRPr>
            </a:defPPr>
            <a:lvl1pPr>
              <a:defRPr sz="2025" b="1">
                <a:solidFill>
                  <a:srgbClr val="0B6A64"/>
                </a:solidFill>
                <a:latin typeface="Microsoft YaHei"/>
                <a:ea typeface="Microsoft YaHei"/>
                <a:cs typeface="Microsoft YaHei"/>
              </a:defRPr>
            </a:lvl1pPr>
            <a:lvl2pPr>
              <a:defRPr sz="2025" b="1">
                <a:solidFill>
                  <a:srgbClr val="0B6A64"/>
                </a:solidFill>
                <a:latin typeface="Microsoft YaHei"/>
                <a:ea typeface="Microsoft YaHei"/>
                <a:cs typeface="Microsoft YaHei"/>
              </a:defRPr>
            </a:lvl2pPr>
            <a:lvl3pPr>
              <a:defRPr sz="2025" b="1">
                <a:solidFill>
                  <a:srgbClr val="0B6A64"/>
                </a:solidFill>
                <a:latin typeface="Microsoft YaHei"/>
                <a:ea typeface="Microsoft YaHei"/>
                <a:cs typeface="Microsoft YaHei"/>
              </a:defRPr>
            </a:lvl3pPr>
            <a:lvl4pPr>
              <a:defRPr sz="2025" b="1">
                <a:solidFill>
                  <a:srgbClr val="0B6A64"/>
                </a:solidFill>
                <a:latin typeface="Microsoft YaHei"/>
                <a:ea typeface="Microsoft YaHei"/>
                <a:cs typeface="Microsoft YaHei"/>
              </a:defRPr>
            </a:lvl4pPr>
            <a:lvl5pPr>
              <a:defRPr sz="2025" b="1">
                <a:solidFill>
                  <a:srgbClr val="0B6A64"/>
                </a:solidFill>
                <a:latin typeface="Microsoft YaHei"/>
                <a:ea typeface="Microsoft YaHei"/>
                <a:cs typeface="Microsoft YaHei"/>
              </a:defRPr>
            </a:lvl5pPr>
            <a:lvl6pPr>
              <a:defRPr sz="2025" b="1">
                <a:solidFill>
                  <a:srgbClr val="0B6A64"/>
                </a:solidFill>
                <a:latin typeface="Microsoft YaHei"/>
                <a:ea typeface="Microsoft YaHei"/>
                <a:cs typeface="Microsoft YaHei"/>
              </a:defRPr>
            </a:lvl6pPr>
            <a:lvl7pPr>
              <a:defRPr sz="2025" b="1">
                <a:solidFill>
                  <a:srgbClr val="0B6A64"/>
                </a:solidFill>
                <a:latin typeface="Microsoft YaHei"/>
                <a:ea typeface="Microsoft YaHei"/>
                <a:cs typeface="Microsoft YaHei"/>
              </a:defRPr>
            </a:lvl7pPr>
            <a:lvl8pPr>
              <a:defRPr sz="2025" b="1">
                <a:solidFill>
                  <a:srgbClr val="0B6A64"/>
                </a:solidFill>
                <a:latin typeface="Microsoft YaHei"/>
                <a:ea typeface="Microsoft YaHei"/>
                <a:cs typeface="Microsoft YaHei"/>
              </a:defRPr>
            </a:lvl8pPr>
            <a:lvl9pPr>
              <a:defRPr sz="2025" b="1">
                <a:solidFill>
                  <a:srgbClr val="0B6A64"/>
                </a:solidFill>
                <a:latin typeface="Microsoft YaHei"/>
                <a:ea typeface="Microsoft YaHei"/>
                <a:cs typeface="Microsoft YaHei"/>
              </a:defRPr>
            </a:lvl9pPr>
          </a:lstStyle>
          <a:p xmlns:a="http://schemas.openxmlformats.org/drawingml/2006/main">
            <a:pPr>
              <a:buNone/>
              <a:defRPr sz="2025" b="1">
                <a:solidFill>
                  <a:srgbClr val="0B6A64"/>
                </a:solidFill>
                <a:latin typeface="Microsoft YaHei"/>
                <a:ea typeface="Microsoft YaHei"/>
                <a:cs typeface="Microsoft YaHei"/>
              </a:defRPr>
            </a:pPr>
            <a:r>
              <a:rPr sz="2025" b="1">
                <a:solidFill>
                  <a:srgbClr val="0B6A64"/>
                </a:solidFill>
                <a:latin typeface="Microsoft YaHei"/>
                <a:ea typeface="Microsoft YaHei"/>
                <a:cs typeface="Microsoft YaHei"/>
              </a:rPr>
              <a:t>1. 把需求变成行为</a:t>
            </a:r>
          </a:p>
        </p:txBody>
      </p:sp>
      <p:sp>
        <p:nvSpPr>
          <p:cNvPr id="4" name="data-0">
            <a:extLst xmlns:a="http://schemas.openxmlformats.org/drawingml/2006/main">
              <a:ext uri="{FF2B5EF4-FFF2-40B4-BE49-F238E27FC236}">
                <a16:creationId xmlns:a16="http://schemas.microsoft.com/office/drawing/2014/main" id="{20A9ED8C-805F-40D7-AC0C-F698A7D83C9E}"/>
              </a:ext>
            </a:extLst>
          </p:cNvPr>
          <p:cNvSpPr>
            <a:spLocks xmlns:a="http://schemas.openxmlformats.org/drawingml/2006/main" noGrp="1"/>
          </p:cNvSpPr>
          <p:nvPr/>
        </p:nvSpPr>
        <p:spPr>
          <a:xfrm xmlns:a="http://schemas.openxmlformats.org/drawingml/2006/main">
            <a:off x="838200" y="2409825"/>
            <a:ext cx="10706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344B60"/>
                </a:solidFill>
                <a:latin typeface="Microsoft YaHei"/>
                <a:ea typeface="Microsoft YaHei"/>
                <a:cs typeface="Microsoft YaHei"/>
              </a:defRPr>
            </a:defPPr>
            <a:lvl1pPr>
              <a:defRPr sz="1725" b="0">
                <a:solidFill>
                  <a:srgbClr val="344B60"/>
                </a:solidFill>
                <a:latin typeface="Microsoft YaHei"/>
                <a:ea typeface="Microsoft YaHei"/>
                <a:cs typeface="Microsoft YaHei"/>
              </a:defRPr>
            </a:lvl1pPr>
            <a:lvl2pPr>
              <a:defRPr sz="1725" b="0">
                <a:solidFill>
                  <a:srgbClr val="344B60"/>
                </a:solidFill>
                <a:latin typeface="Microsoft YaHei"/>
                <a:ea typeface="Microsoft YaHei"/>
                <a:cs typeface="Microsoft YaHei"/>
              </a:defRPr>
            </a:lvl2pPr>
            <a:lvl3pPr>
              <a:defRPr sz="1725" b="0">
                <a:solidFill>
                  <a:srgbClr val="344B60"/>
                </a:solidFill>
                <a:latin typeface="Microsoft YaHei"/>
                <a:ea typeface="Microsoft YaHei"/>
                <a:cs typeface="Microsoft YaHei"/>
              </a:defRPr>
            </a:lvl3pPr>
            <a:lvl4pPr>
              <a:defRPr sz="1725" b="0">
                <a:solidFill>
                  <a:srgbClr val="344B60"/>
                </a:solidFill>
                <a:latin typeface="Microsoft YaHei"/>
                <a:ea typeface="Microsoft YaHei"/>
                <a:cs typeface="Microsoft YaHei"/>
              </a:defRPr>
            </a:lvl4pPr>
            <a:lvl5pPr>
              <a:defRPr sz="1725" b="0">
                <a:solidFill>
                  <a:srgbClr val="344B60"/>
                </a:solidFill>
                <a:latin typeface="Microsoft YaHei"/>
                <a:ea typeface="Microsoft YaHei"/>
                <a:cs typeface="Microsoft YaHei"/>
              </a:defRPr>
            </a:lvl5pPr>
            <a:lvl6pPr>
              <a:defRPr sz="1725" b="0">
                <a:solidFill>
                  <a:srgbClr val="344B60"/>
                </a:solidFill>
                <a:latin typeface="Microsoft YaHei"/>
                <a:ea typeface="Microsoft YaHei"/>
                <a:cs typeface="Microsoft YaHei"/>
              </a:defRPr>
            </a:lvl6pPr>
            <a:lvl7pPr>
              <a:defRPr sz="1725" b="0">
                <a:solidFill>
                  <a:srgbClr val="344B60"/>
                </a:solidFill>
                <a:latin typeface="Microsoft YaHei"/>
                <a:ea typeface="Microsoft YaHei"/>
                <a:cs typeface="Microsoft YaHei"/>
              </a:defRPr>
            </a:lvl7pPr>
            <a:lvl8pPr>
              <a:defRPr sz="1725" b="0">
                <a:solidFill>
                  <a:srgbClr val="344B60"/>
                </a:solidFill>
                <a:latin typeface="Microsoft YaHei"/>
                <a:ea typeface="Microsoft YaHei"/>
                <a:cs typeface="Microsoft YaHei"/>
              </a:defRPr>
            </a:lvl8pPr>
            <a:lvl9pPr>
              <a:defRPr sz="1725" b="0">
                <a:solidFill>
                  <a:srgbClr val="344B60"/>
                </a:solidFill>
                <a:latin typeface="Microsoft YaHei"/>
                <a:ea typeface="Microsoft YaHei"/>
                <a:cs typeface="Microsoft YaHei"/>
              </a:defRPr>
            </a:lvl9pPr>
          </a:lstStyle>
          <a:p xmlns:a="http://schemas.openxmlformats.org/drawingml/2006/main">
            <a:pPr>
              <a:buNone/>
              <a:defRPr sz="1725" b="0">
                <a:solidFill>
                  <a:srgbClr val="344B60"/>
                </a:solidFill>
                <a:latin typeface="Microsoft YaHei"/>
                <a:ea typeface="Microsoft YaHei"/>
                <a:cs typeface="Microsoft YaHei"/>
              </a:defRPr>
            </a:pPr>
            <a:r>
              <a:rPr sz="1725" b="0">
                <a:solidFill>
                  <a:srgbClr val="344B60"/>
                </a:solidFill>
                <a:latin typeface="Microsoft YaHei"/>
                <a:ea typeface="Microsoft YaHei"/>
                <a:cs typeface="Microsoft YaHei"/>
              </a:rPr>
              <a:t>输入：具体需求    输出：可测试的行为说明</a:t>
            </a:r>
          </a:p>
        </p:txBody>
      </p:sp>
      <p:sp>
        <p:nvSpPr>
          <p:cNvPr id="5" name="step-1">
            <a:extLst xmlns:a="http://schemas.openxmlformats.org/drawingml/2006/main">
              <a:ext uri="{FF2B5EF4-FFF2-40B4-BE49-F238E27FC236}">
                <a16:creationId xmlns:a16="http://schemas.microsoft.com/office/drawing/2014/main" id="{C32EE2E1-FEDB-471A-AA27-FF6A1A071E0C}"/>
              </a:ext>
            </a:extLst>
          </p:cNvPr>
          <p:cNvSpPr>
            <a:spLocks xmlns:a="http://schemas.openxmlformats.org/drawingml/2006/main" noGrp="1"/>
          </p:cNvSpPr>
          <p:nvPr/>
        </p:nvSpPr>
        <p:spPr>
          <a:xfrm xmlns:a="http://schemas.openxmlformats.org/drawingml/2006/main">
            <a:off x="609600" y="281940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B6A64"/>
                </a:solidFill>
                <a:latin typeface="Microsoft YaHei"/>
                <a:ea typeface="Microsoft YaHei"/>
                <a:cs typeface="Microsoft YaHei"/>
              </a:defRPr>
            </a:defPPr>
            <a:lvl1pPr>
              <a:defRPr sz="2025" b="1">
                <a:solidFill>
                  <a:srgbClr val="0B6A64"/>
                </a:solidFill>
                <a:latin typeface="Microsoft YaHei"/>
                <a:ea typeface="Microsoft YaHei"/>
                <a:cs typeface="Microsoft YaHei"/>
              </a:defRPr>
            </a:lvl1pPr>
            <a:lvl2pPr>
              <a:defRPr sz="2025" b="1">
                <a:solidFill>
                  <a:srgbClr val="0B6A64"/>
                </a:solidFill>
                <a:latin typeface="Microsoft YaHei"/>
                <a:ea typeface="Microsoft YaHei"/>
                <a:cs typeface="Microsoft YaHei"/>
              </a:defRPr>
            </a:lvl2pPr>
            <a:lvl3pPr>
              <a:defRPr sz="2025" b="1">
                <a:solidFill>
                  <a:srgbClr val="0B6A64"/>
                </a:solidFill>
                <a:latin typeface="Microsoft YaHei"/>
                <a:ea typeface="Microsoft YaHei"/>
                <a:cs typeface="Microsoft YaHei"/>
              </a:defRPr>
            </a:lvl3pPr>
            <a:lvl4pPr>
              <a:defRPr sz="2025" b="1">
                <a:solidFill>
                  <a:srgbClr val="0B6A64"/>
                </a:solidFill>
                <a:latin typeface="Microsoft YaHei"/>
                <a:ea typeface="Microsoft YaHei"/>
                <a:cs typeface="Microsoft YaHei"/>
              </a:defRPr>
            </a:lvl4pPr>
            <a:lvl5pPr>
              <a:defRPr sz="2025" b="1">
                <a:solidFill>
                  <a:srgbClr val="0B6A64"/>
                </a:solidFill>
                <a:latin typeface="Microsoft YaHei"/>
                <a:ea typeface="Microsoft YaHei"/>
                <a:cs typeface="Microsoft YaHei"/>
              </a:defRPr>
            </a:lvl5pPr>
            <a:lvl6pPr>
              <a:defRPr sz="2025" b="1">
                <a:solidFill>
                  <a:srgbClr val="0B6A64"/>
                </a:solidFill>
                <a:latin typeface="Microsoft YaHei"/>
                <a:ea typeface="Microsoft YaHei"/>
                <a:cs typeface="Microsoft YaHei"/>
              </a:defRPr>
            </a:lvl6pPr>
            <a:lvl7pPr>
              <a:defRPr sz="2025" b="1">
                <a:solidFill>
                  <a:srgbClr val="0B6A64"/>
                </a:solidFill>
                <a:latin typeface="Microsoft YaHei"/>
                <a:ea typeface="Microsoft YaHei"/>
                <a:cs typeface="Microsoft YaHei"/>
              </a:defRPr>
            </a:lvl7pPr>
            <a:lvl8pPr>
              <a:defRPr sz="2025" b="1">
                <a:solidFill>
                  <a:srgbClr val="0B6A64"/>
                </a:solidFill>
                <a:latin typeface="Microsoft YaHei"/>
                <a:ea typeface="Microsoft YaHei"/>
                <a:cs typeface="Microsoft YaHei"/>
              </a:defRPr>
            </a:lvl8pPr>
            <a:lvl9pPr>
              <a:defRPr sz="2025" b="1">
                <a:solidFill>
                  <a:srgbClr val="0B6A64"/>
                </a:solidFill>
                <a:latin typeface="Microsoft YaHei"/>
                <a:ea typeface="Microsoft YaHei"/>
                <a:cs typeface="Microsoft YaHei"/>
              </a:defRPr>
            </a:lvl9pPr>
          </a:lstStyle>
          <a:p xmlns:a="http://schemas.openxmlformats.org/drawingml/2006/main">
            <a:pPr>
              <a:buNone/>
              <a:defRPr sz="2025" b="1">
                <a:solidFill>
                  <a:srgbClr val="0B6A64"/>
                </a:solidFill>
                <a:latin typeface="Microsoft YaHei"/>
                <a:ea typeface="Microsoft YaHei"/>
                <a:cs typeface="Microsoft YaHei"/>
              </a:defRPr>
            </a:pPr>
            <a:r>
              <a:rPr sz="2025" b="1">
                <a:solidFill>
                  <a:srgbClr val="0B6A64"/>
                </a:solidFill>
                <a:latin typeface="Microsoft YaHei"/>
                <a:ea typeface="Microsoft YaHei"/>
                <a:cs typeface="Microsoft YaHei"/>
              </a:rPr>
              <a:t>2. 定位契约与调用者</a:t>
            </a:r>
          </a:p>
        </p:txBody>
      </p:sp>
      <p:sp>
        <p:nvSpPr>
          <p:cNvPr id="6" name="data-1">
            <a:extLst xmlns:a="http://schemas.openxmlformats.org/drawingml/2006/main">
              <a:ext uri="{FF2B5EF4-FFF2-40B4-BE49-F238E27FC236}">
                <a16:creationId xmlns:a16="http://schemas.microsoft.com/office/drawing/2014/main" id="{3E0B83AC-DAAB-41FF-977C-0D58FA6F5CB4}"/>
              </a:ext>
            </a:extLst>
          </p:cNvPr>
          <p:cNvSpPr>
            <a:spLocks xmlns:a="http://schemas.openxmlformats.org/drawingml/2006/main" noGrp="1"/>
          </p:cNvSpPr>
          <p:nvPr/>
        </p:nvSpPr>
        <p:spPr>
          <a:xfrm xmlns:a="http://schemas.openxmlformats.org/drawingml/2006/main">
            <a:off x="838200" y="3181350"/>
            <a:ext cx="10706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344B60"/>
                </a:solidFill>
                <a:latin typeface="Microsoft YaHei"/>
                <a:ea typeface="Microsoft YaHei"/>
                <a:cs typeface="Microsoft YaHei"/>
              </a:defRPr>
            </a:defPPr>
            <a:lvl1pPr>
              <a:defRPr sz="1725" b="0">
                <a:solidFill>
                  <a:srgbClr val="344B60"/>
                </a:solidFill>
                <a:latin typeface="Microsoft YaHei"/>
                <a:ea typeface="Microsoft YaHei"/>
                <a:cs typeface="Microsoft YaHei"/>
              </a:defRPr>
            </a:lvl1pPr>
            <a:lvl2pPr>
              <a:defRPr sz="1725" b="0">
                <a:solidFill>
                  <a:srgbClr val="344B60"/>
                </a:solidFill>
                <a:latin typeface="Microsoft YaHei"/>
                <a:ea typeface="Microsoft YaHei"/>
                <a:cs typeface="Microsoft YaHei"/>
              </a:defRPr>
            </a:lvl2pPr>
            <a:lvl3pPr>
              <a:defRPr sz="1725" b="0">
                <a:solidFill>
                  <a:srgbClr val="344B60"/>
                </a:solidFill>
                <a:latin typeface="Microsoft YaHei"/>
                <a:ea typeface="Microsoft YaHei"/>
                <a:cs typeface="Microsoft YaHei"/>
              </a:defRPr>
            </a:lvl3pPr>
            <a:lvl4pPr>
              <a:defRPr sz="1725" b="0">
                <a:solidFill>
                  <a:srgbClr val="344B60"/>
                </a:solidFill>
                <a:latin typeface="Microsoft YaHei"/>
                <a:ea typeface="Microsoft YaHei"/>
                <a:cs typeface="Microsoft YaHei"/>
              </a:defRPr>
            </a:lvl4pPr>
            <a:lvl5pPr>
              <a:defRPr sz="1725" b="0">
                <a:solidFill>
                  <a:srgbClr val="344B60"/>
                </a:solidFill>
                <a:latin typeface="Microsoft YaHei"/>
                <a:ea typeface="Microsoft YaHei"/>
                <a:cs typeface="Microsoft YaHei"/>
              </a:defRPr>
            </a:lvl5pPr>
            <a:lvl6pPr>
              <a:defRPr sz="1725" b="0">
                <a:solidFill>
                  <a:srgbClr val="344B60"/>
                </a:solidFill>
                <a:latin typeface="Microsoft YaHei"/>
                <a:ea typeface="Microsoft YaHei"/>
                <a:cs typeface="Microsoft YaHei"/>
              </a:defRPr>
            </a:lvl6pPr>
            <a:lvl7pPr>
              <a:defRPr sz="1725" b="0">
                <a:solidFill>
                  <a:srgbClr val="344B60"/>
                </a:solidFill>
                <a:latin typeface="Microsoft YaHei"/>
                <a:ea typeface="Microsoft YaHei"/>
                <a:cs typeface="Microsoft YaHei"/>
              </a:defRPr>
            </a:lvl7pPr>
            <a:lvl8pPr>
              <a:defRPr sz="1725" b="0">
                <a:solidFill>
                  <a:srgbClr val="344B60"/>
                </a:solidFill>
                <a:latin typeface="Microsoft YaHei"/>
                <a:ea typeface="Microsoft YaHei"/>
                <a:cs typeface="Microsoft YaHei"/>
              </a:defRPr>
            </a:lvl8pPr>
            <a:lvl9pPr>
              <a:defRPr sz="1725" b="0">
                <a:solidFill>
                  <a:srgbClr val="344B60"/>
                </a:solidFill>
                <a:latin typeface="Microsoft YaHei"/>
                <a:ea typeface="Microsoft YaHei"/>
                <a:cs typeface="Microsoft YaHei"/>
              </a:defRPr>
            </a:lvl9pPr>
          </a:lstStyle>
          <a:p xmlns:a="http://schemas.openxmlformats.org/drawingml/2006/main">
            <a:pPr>
              <a:buNone/>
              <a:defRPr sz="1725" b="0">
                <a:solidFill>
                  <a:srgbClr val="344B60"/>
                </a:solidFill>
                <a:latin typeface="Microsoft YaHei"/>
                <a:ea typeface="Microsoft YaHei"/>
                <a:cs typeface="Microsoft YaHei"/>
              </a:defRPr>
            </a:pPr>
            <a:r>
              <a:rPr sz="1725" b="0">
                <a:solidFill>
                  <a:srgbClr val="344B60"/>
                </a:solidFill>
                <a:latin typeface="Microsoft YaHei"/>
                <a:ea typeface="Microsoft YaHei"/>
                <a:cs typeface="Microsoft YaHei"/>
              </a:rPr>
              <a:t>输入：行为说明    输出：最小修改范围</a:t>
            </a:r>
          </a:p>
        </p:txBody>
      </p:sp>
      <p:sp>
        <p:nvSpPr>
          <p:cNvPr id="7" name="step-2">
            <a:extLst xmlns:a="http://schemas.openxmlformats.org/drawingml/2006/main">
              <a:ext uri="{FF2B5EF4-FFF2-40B4-BE49-F238E27FC236}">
                <a16:creationId xmlns:a16="http://schemas.microsoft.com/office/drawing/2014/main" id="{0E7D18DC-95D7-42FB-8112-029F4CB90B86}"/>
              </a:ext>
            </a:extLst>
          </p:cNvPr>
          <p:cNvSpPr>
            <a:spLocks xmlns:a="http://schemas.openxmlformats.org/drawingml/2006/main" noGrp="1"/>
          </p:cNvSpPr>
          <p:nvPr/>
        </p:nvSpPr>
        <p:spPr>
          <a:xfrm xmlns:a="http://schemas.openxmlformats.org/drawingml/2006/main">
            <a:off x="609600" y="3590925"/>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B6A64"/>
                </a:solidFill>
                <a:latin typeface="Microsoft YaHei"/>
                <a:ea typeface="Microsoft YaHei"/>
                <a:cs typeface="Microsoft YaHei"/>
              </a:defRPr>
            </a:defPPr>
            <a:lvl1pPr>
              <a:defRPr sz="2025" b="1">
                <a:solidFill>
                  <a:srgbClr val="0B6A64"/>
                </a:solidFill>
                <a:latin typeface="Microsoft YaHei"/>
                <a:ea typeface="Microsoft YaHei"/>
                <a:cs typeface="Microsoft YaHei"/>
              </a:defRPr>
            </a:lvl1pPr>
            <a:lvl2pPr>
              <a:defRPr sz="2025" b="1">
                <a:solidFill>
                  <a:srgbClr val="0B6A64"/>
                </a:solidFill>
                <a:latin typeface="Microsoft YaHei"/>
                <a:ea typeface="Microsoft YaHei"/>
                <a:cs typeface="Microsoft YaHei"/>
              </a:defRPr>
            </a:lvl2pPr>
            <a:lvl3pPr>
              <a:defRPr sz="2025" b="1">
                <a:solidFill>
                  <a:srgbClr val="0B6A64"/>
                </a:solidFill>
                <a:latin typeface="Microsoft YaHei"/>
                <a:ea typeface="Microsoft YaHei"/>
                <a:cs typeface="Microsoft YaHei"/>
              </a:defRPr>
            </a:lvl3pPr>
            <a:lvl4pPr>
              <a:defRPr sz="2025" b="1">
                <a:solidFill>
                  <a:srgbClr val="0B6A64"/>
                </a:solidFill>
                <a:latin typeface="Microsoft YaHei"/>
                <a:ea typeface="Microsoft YaHei"/>
                <a:cs typeface="Microsoft YaHei"/>
              </a:defRPr>
            </a:lvl4pPr>
            <a:lvl5pPr>
              <a:defRPr sz="2025" b="1">
                <a:solidFill>
                  <a:srgbClr val="0B6A64"/>
                </a:solidFill>
                <a:latin typeface="Microsoft YaHei"/>
                <a:ea typeface="Microsoft YaHei"/>
                <a:cs typeface="Microsoft YaHei"/>
              </a:defRPr>
            </a:lvl5pPr>
            <a:lvl6pPr>
              <a:defRPr sz="2025" b="1">
                <a:solidFill>
                  <a:srgbClr val="0B6A64"/>
                </a:solidFill>
                <a:latin typeface="Microsoft YaHei"/>
                <a:ea typeface="Microsoft YaHei"/>
                <a:cs typeface="Microsoft YaHei"/>
              </a:defRPr>
            </a:lvl6pPr>
            <a:lvl7pPr>
              <a:defRPr sz="2025" b="1">
                <a:solidFill>
                  <a:srgbClr val="0B6A64"/>
                </a:solidFill>
                <a:latin typeface="Microsoft YaHei"/>
                <a:ea typeface="Microsoft YaHei"/>
                <a:cs typeface="Microsoft YaHei"/>
              </a:defRPr>
            </a:lvl7pPr>
            <a:lvl8pPr>
              <a:defRPr sz="2025" b="1">
                <a:solidFill>
                  <a:srgbClr val="0B6A64"/>
                </a:solidFill>
                <a:latin typeface="Microsoft YaHei"/>
                <a:ea typeface="Microsoft YaHei"/>
                <a:cs typeface="Microsoft YaHei"/>
              </a:defRPr>
            </a:lvl8pPr>
            <a:lvl9pPr>
              <a:defRPr sz="2025" b="1">
                <a:solidFill>
                  <a:srgbClr val="0B6A64"/>
                </a:solidFill>
                <a:latin typeface="Microsoft YaHei"/>
                <a:ea typeface="Microsoft YaHei"/>
                <a:cs typeface="Microsoft YaHei"/>
              </a:defRPr>
            </a:lvl9pPr>
          </a:lstStyle>
          <a:p xmlns:a="http://schemas.openxmlformats.org/drawingml/2006/main">
            <a:pPr>
              <a:buNone/>
              <a:defRPr sz="2025" b="1">
                <a:solidFill>
                  <a:srgbClr val="0B6A64"/>
                </a:solidFill>
                <a:latin typeface="Microsoft YaHei"/>
                <a:ea typeface="Microsoft YaHei"/>
                <a:cs typeface="Microsoft YaHei"/>
              </a:defRPr>
            </a:pPr>
            <a:r>
              <a:rPr sz="2025" b="1">
                <a:solidFill>
                  <a:srgbClr val="0B6A64"/>
                </a:solidFill>
                <a:latin typeface="Microsoft YaHei"/>
                <a:ea typeface="Microsoft YaHei"/>
                <a:cs typeface="Microsoft YaHei"/>
              </a:rPr>
              <a:t>3. 先定义回归用例</a:t>
            </a:r>
          </a:p>
        </p:txBody>
      </p:sp>
      <p:sp>
        <p:nvSpPr>
          <p:cNvPr id="8" name="data-2">
            <a:extLst xmlns:a="http://schemas.openxmlformats.org/drawingml/2006/main">
              <a:ext uri="{FF2B5EF4-FFF2-40B4-BE49-F238E27FC236}">
                <a16:creationId xmlns:a16="http://schemas.microsoft.com/office/drawing/2014/main" id="{7300ACB7-368B-49B0-9195-8EB169A35C5C}"/>
              </a:ext>
            </a:extLst>
          </p:cNvPr>
          <p:cNvSpPr>
            <a:spLocks xmlns:a="http://schemas.openxmlformats.org/drawingml/2006/main" noGrp="1"/>
          </p:cNvSpPr>
          <p:nvPr/>
        </p:nvSpPr>
        <p:spPr>
          <a:xfrm xmlns:a="http://schemas.openxmlformats.org/drawingml/2006/main">
            <a:off x="838200" y="3952875"/>
            <a:ext cx="10706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344B60"/>
                </a:solidFill>
                <a:latin typeface="Microsoft YaHei"/>
                <a:ea typeface="Microsoft YaHei"/>
                <a:cs typeface="Microsoft YaHei"/>
              </a:defRPr>
            </a:defPPr>
            <a:lvl1pPr>
              <a:defRPr sz="1725" b="0">
                <a:solidFill>
                  <a:srgbClr val="344B60"/>
                </a:solidFill>
                <a:latin typeface="Microsoft YaHei"/>
                <a:ea typeface="Microsoft YaHei"/>
                <a:cs typeface="Microsoft YaHei"/>
              </a:defRPr>
            </a:lvl1pPr>
            <a:lvl2pPr>
              <a:defRPr sz="1725" b="0">
                <a:solidFill>
                  <a:srgbClr val="344B60"/>
                </a:solidFill>
                <a:latin typeface="Microsoft YaHei"/>
                <a:ea typeface="Microsoft YaHei"/>
                <a:cs typeface="Microsoft YaHei"/>
              </a:defRPr>
            </a:lvl2pPr>
            <a:lvl3pPr>
              <a:defRPr sz="1725" b="0">
                <a:solidFill>
                  <a:srgbClr val="344B60"/>
                </a:solidFill>
                <a:latin typeface="Microsoft YaHei"/>
                <a:ea typeface="Microsoft YaHei"/>
                <a:cs typeface="Microsoft YaHei"/>
              </a:defRPr>
            </a:lvl3pPr>
            <a:lvl4pPr>
              <a:defRPr sz="1725" b="0">
                <a:solidFill>
                  <a:srgbClr val="344B60"/>
                </a:solidFill>
                <a:latin typeface="Microsoft YaHei"/>
                <a:ea typeface="Microsoft YaHei"/>
                <a:cs typeface="Microsoft YaHei"/>
              </a:defRPr>
            </a:lvl4pPr>
            <a:lvl5pPr>
              <a:defRPr sz="1725" b="0">
                <a:solidFill>
                  <a:srgbClr val="344B60"/>
                </a:solidFill>
                <a:latin typeface="Microsoft YaHei"/>
                <a:ea typeface="Microsoft YaHei"/>
                <a:cs typeface="Microsoft YaHei"/>
              </a:defRPr>
            </a:lvl5pPr>
            <a:lvl6pPr>
              <a:defRPr sz="1725" b="0">
                <a:solidFill>
                  <a:srgbClr val="344B60"/>
                </a:solidFill>
                <a:latin typeface="Microsoft YaHei"/>
                <a:ea typeface="Microsoft YaHei"/>
                <a:cs typeface="Microsoft YaHei"/>
              </a:defRPr>
            </a:lvl6pPr>
            <a:lvl7pPr>
              <a:defRPr sz="1725" b="0">
                <a:solidFill>
                  <a:srgbClr val="344B60"/>
                </a:solidFill>
                <a:latin typeface="Microsoft YaHei"/>
                <a:ea typeface="Microsoft YaHei"/>
                <a:cs typeface="Microsoft YaHei"/>
              </a:defRPr>
            </a:lvl7pPr>
            <a:lvl8pPr>
              <a:defRPr sz="1725" b="0">
                <a:solidFill>
                  <a:srgbClr val="344B60"/>
                </a:solidFill>
                <a:latin typeface="Microsoft YaHei"/>
                <a:ea typeface="Microsoft YaHei"/>
                <a:cs typeface="Microsoft YaHei"/>
              </a:defRPr>
            </a:lvl8pPr>
            <a:lvl9pPr>
              <a:defRPr sz="1725" b="0">
                <a:solidFill>
                  <a:srgbClr val="344B60"/>
                </a:solidFill>
                <a:latin typeface="Microsoft YaHei"/>
                <a:ea typeface="Microsoft YaHei"/>
                <a:cs typeface="Microsoft YaHei"/>
              </a:defRPr>
            </a:lvl9pPr>
          </a:lstStyle>
          <a:p xmlns:a="http://schemas.openxmlformats.org/drawingml/2006/main">
            <a:pPr>
              <a:buNone/>
              <a:defRPr sz="1725" b="0">
                <a:solidFill>
                  <a:srgbClr val="344B60"/>
                </a:solidFill>
                <a:latin typeface="Microsoft YaHei"/>
                <a:ea typeface="Microsoft YaHei"/>
                <a:cs typeface="Microsoft YaHei"/>
              </a:defRPr>
            </a:pPr>
            <a:r>
              <a:rPr sz="1725" b="0">
                <a:solidFill>
                  <a:srgbClr val="344B60"/>
                </a:solidFill>
                <a:latin typeface="Microsoft YaHei"/>
                <a:ea typeface="Microsoft YaHei"/>
                <a:cs typeface="Microsoft YaHei"/>
              </a:rPr>
              <a:t>输入：失败场景    输出：修复前失败、修复后通过的用例</a:t>
            </a:r>
          </a:p>
        </p:txBody>
      </p:sp>
      <p:sp>
        <p:nvSpPr>
          <p:cNvPr id="9" name="step-3">
            <a:extLst xmlns:a="http://schemas.openxmlformats.org/drawingml/2006/main">
              <a:ext uri="{FF2B5EF4-FFF2-40B4-BE49-F238E27FC236}">
                <a16:creationId xmlns:a16="http://schemas.microsoft.com/office/drawing/2014/main" id="{57E74E21-2D65-4A20-8F1B-8C3EE509D4D5}"/>
              </a:ext>
            </a:extLst>
          </p:cNvPr>
          <p:cNvSpPr>
            <a:spLocks xmlns:a="http://schemas.openxmlformats.org/drawingml/2006/main" noGrp="1"/>
          </p:cNvSpPr>
          <p:nvPr/>
        </p:nvSpPr>
        <p:spPr>
          <a:xfrm xmlns:a="http://schemas.openxmlformats.org/drawingml/2006/main">
            <a:off x="609600" y="436245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B6A64"/>
                </a:solidFill>
                <a:latin typeface="Microsoft YaHei"/>
                <a:ea typeface="Microsoft YaHei"/>
                <a:cs typeface="Microsoft YaHei"/>
              </a:defRPr>
            </a:defPPr>
            <a:lvl1pPr>
              <a:defRPr sz="2025" b="1">
                <a:solidFill>
                  <a:srgbClr val="0B6A64"/>
                </a:solidFill>
                <a:latin typeface="Microsoft YaHei"/>
                <a:ea typeface="Microsoft YaHei"/>
                <a:cs typeface="Microsoft YaHei"/>
              </a:defRPr>
            </a:lvl1pPr>
            <a:lvl2pPr>
              <a:defRPr sz="2025" b="1">
                <a:solidFill>
                  <a:srgbClr val="0B6A64"/>
                </a:solidFill>
                <a:latin typeface="Microsoft YaHei"/>
                <a:ea typeface="Microsoft YaHei"/>
                <a:cs typeface="Microsoft YaHei"/>
              </a:defRPr>
            </a:lvl2pPr>
            <a:lvl3pPr>
              <a:defRPr sz="2025" b="1">
                <a:solidFill>
                  <a:srgbClr val="0B6A64"/>
                </a:solidFill>
                <a:latin typeface="Microsoft YaHei"/>
                <a:ea typeface="Microsoft YaHei"/>
                <a:cs typeface="Microsoft YaHei"/>
              </a:defRPr>
            </a:lvl3pPr>
            <a:lvl4pPr>
              <a:defRPr sz="2025" b="1">
                <a:solidFill>
                  <a:srgbClr val="0B6A64"/>
                </a:solidFill>
                <a:latin typeface="Microsoft YaHei"/>
                <a:ea typeface="Microsoft YaHei"/>
                <a:cs typeface="Microsoft YaHei"/>
              </a:defRPr>
            </a:lvl4pPr>
            <a:lvl5pPr>
              <a:defRPr sz="2025" b="1">
                <a:solidFill>
                  <a:srgbClr val="0B6A64"/>
                </a:solidFill>
                <a:latin typeface="Microsoft YaHei"/>
                <a:ea typeface="Microsoft YaHei"/>
                <a:cs typeface="Microsoft YaHei"/>
              </a:defRPr>
            </a:lvl5pPr>
            <a:lvl6pPr>
              <a:defRPr sz="2025" b="1">
                <a:solidFill>
                  <a:srgbClr val="0B6A64"/>
                </a:solidFill>
                <a:latin typeface="Microsoft YaHei"/>
                <a:ea typeface="Microsoft YaHei"/>
                <a:cs typeface="Microsoft YaHei"/>
              </a:defRPr>
            </a:lvl6pPr>
            <a:lvl7pPr>
              <a:defRPr sz="2025" b="1">
                <a:solidFill>
                  <a:srgbClr val="0B6A64"/>
                </a:solidFill>
                <a:latin typeface="Microsoft YaHei"/>
                <a:ea typeface="Microsoft YaHei"/>
                <a:cs typeface="Microsoft YaHei"/>
              </a:defRPr>
            </a:lvl7pPr>
            <a:lvl8pPr>
              <a:defRPr sz="2025" b="1">
                <a:solidFill>
                  <a:srgbClr val="0B6A64"/>
                </a:solidFill>
                <a:latin typeface="Microsoft YaHei"/>
                <a:ea typeface="Microsoft YaHei"/>
                <a:cs typeface="Microsoft YaHei"/>
              </a:defRPr>
            </a:lvl8pPr>
            <a:lvl9pPr>
              <a:defRPr sz="2025" b="1">
                <a:solidFill>
                  <a:srgbClr val="0B6A64"/>
                </a:solidFill>
                <a:latin typeface="Microsoft YaHei"/>
                <a:ea typeface="Microsoft YaHei"/>
                <a:cs typeface="Microsoft YaHei"/>
              </a:defRPr>
            </a:lvl9pPr>
          </a:lstStyle>
          <a:p xmlns:a="http://schemas.openxmlformats.org/drawingml/2006/main">
            <a:pPr>
              <a:buNone/>
              <a:defRPr sz="2025" b="1">
                <a:solidFill>
                  <a:srgbClr val="0B6A64"/>
                </a:solidFill>
                <a:latin typeface="Microsoft YaHei"/>
                <a:ea typeface="Microsoft YaHei"/>
                <a:cs typeface="Microsoft YaHei"/>
              </a:defRPr>
            </a:pPr>
            <a:r>
              <a:rPr sz="2025" b="1">
                <a:solidFill>
                  <a:srgbClr val="0B6A64"/>
                </a:solidFill>
                <a:latin typeface="Microsoft YaHei"/>
                <a:ea typeface="Microsoft YaHei"/>
                <a:cs typeface="Microsoft YaHei"/>
              </a:rPr>
              <a:t>4. 审查并交付</a:t>
            </a:r>
          </a:p>
        </p:txBody>
      </p:sp>
      <p:sp>
        <p:nvSpPr>
          <p:cNvPr id="10" name="data-3">
            <a:extLst xmlns:a="http://schemas.openxmlformats.org/drawingml/2006/main">
              <a:ext uri="{FF2B5EF4-FFF2-40B4-BE49-F238E27FC236}">
                <a16:creationId xmlns:a16="http://schemas.microsoft.com/office/drawing/2014/main" id="{C4531F25-D4EA-46B2-89D9-53F06D5AD7AE}"/>
              </a:ext>
            </a:extLst>
          </p:cNvPr>
          <p:cNvSpPr>
            <a:spLocks xmlns:a="http://schemas.openxmlformats.org/drawingml/2006/main" noGrp="1"/>
          </p:cNvSpPr>
          <p:nvPr/>
        </p:nvSpPr>
        <p:spPr>
          <a:xfrm xmlns:a="http://schemas.openxmlformats.org/drawingml/2006/main">
            <a:off x="838200" y="4724400"/>
            <a:ext cx="10706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344B60"/>
                </a:solidFill>
                <a:latin typeface="Microsoft YaHei"/>
                <a:ea typeface="Microsoft YaHei"/>
                <a:cs typeface="Microsoft YaHei"/>
              </a:defRPr>
            </a:defPPr>
            <a:lvl1pPr>
              <a:defRPr sz="1725" b="0">
                <a:solidFill>
                  <a:srgbClr val="344B60"/>
                </a:solidFill>
                <a:latin typeface="Microsoft YaHei"/>
                <a:ea typeface="Microsoft YaHei"/>
                <a:cs typeface="Microsoft YaHei"/>
              </a:defRPr>
            </a:lvl1pPr>
            <a:lvl2pPr>
              <a:defRPr sz="1725" b="0">
                <a:solidFill>
                  <a:srgbClr val="344B60"/>
                </a:solidFill>
                <a:latin typeface="Microsoft YaHei"/>
                <a:ea typeface="Microsoft YaHei"/>
                <a:cs typeface="Microsoft YaHei"/>
              </a:defRPr>
            </a:lvl2pPr>
            <a:lvl3pPr>
              <a:defRPr sz="1725" b="0">
                <a:solidFill>
                  <a:srgbClr val="344B60"/>
                </a:solidFill>
                <a:latin typeface="Microsoft YaHei"/>
                <a:ea typeface="Microsoft YaHei"/>
                <a:cs typeface="Microsoft YaHei"/>
              </a:defRPr>
            </a:lvl3pPr>
            <a:lvl4pPr>
              <a:defRPr sz="1725" b="0">
                <a:solidFill>
                  <a:srgbClr val="344B60"/>
                </a:solidFill>
                <a:latin typeface="Microsoft YaHei"/>
                <a:ea typeface="Microsoft YaHei"/>
                <a:cs typeface="Microsoft YaHei"/>
              </a:defRPr>
            </a:lvl4pPr>
            <a:lvl5pPr>
              <a:defRPr sz="1725" b="0">
                <a:solidFill>
                  <a:srgbClr val="344B60"/>
                </a:solidFill>
                <a:latin typeface="Microsoft YaHei"/>
                <a:ea typeface="Microsoft YaHei"/>
                <a:cs typeface="Microsoft YaHei"/>
              </a:defRPr>
            </a:lvl5pPr>
            <a:lvl6pPr>
              <a:defRPr sz="1725" b="0">
                <a:solidFill>
                  <a:srgbClr val="344B60"/>
                </a:solidFill>
                <a:latin typeface="Microsoft YaHei"/>
                <a:ea typeface="Microsoft YaHei"/>
                <a:cs typeface="Microsoft YaHei"/>
              </a:defRPr>
            </a:lvl6pPr>
            <a:lvl7pPr>
              <a:defRPr sz="1725" b="0">
                <a:solidFill>
                  <a:srgbClr val="344B60"/>
                </a:solidFill>
                <a:latin typeface="Microsoft YaHei"/>
                <a:ea typeface="Microsoft YaHei"/>
                <a:cs typeface="Microsoft YaHei"/>
              </a:defRPr>
            </a:lvl7pPr>
            <a:lvl8pPr>
              <a:defRPr sz="1725" b="0">
                <a:solidFill>
                  <a:srgbClr val="344B60"/>
                </a:solidFill>
                <a:latin typeface="Microsoft YaHei"/>
                <a:ea typeface="Microsoft YaHei"/>
                <a:cs typeface="Microsoft YaHei"/>
              </a:defRPr>
            </a:lvl8pPr>
            <a:lvl9pPr>
              <a:defRPr sz="1725" b="0">
                <a:solidFill>
                  <a:srgbClr val="344B60"/>
                </a:solidFill>
                <a:latin typeface="Microsoft YaHei"/>
                <a:ea typeface="Microsoft YaHei"/>
                <a:cs typeface="Microsoft YaHei"/>
              </a:defRPr>
            </a:lvl9pPr>
          </a:lstStyle>
          <a:p xmlns:a="http://schemas.openxmlformats.org/drawingml/2006/main">
            <a:pPr>
              <a:buNone/>
              <a:defRPr sz="1725" b="0">
                <a:solidFill>
                  <a:srgbClr val="344B60"/>
                </a:solidFill>
                <a:latin typeface="Microsoft YaHei"/>
                <a:ea typeface="Microsoft YaHei"/>
                <a:cs typeface="Microsoft YaHei"/>
              </a:defRPr>
            </a:pPr>
            <a:r>
              <a:rPr sz="1725" b="0">
                <a:solidFill>
                  <a:srgbClr val="344B60"/>
                </a:solidFill>
                <a:latin typeface="Microsoft YaHei"/>
                <a:ea typeface="Microsoft YaHei"/>
                <a:cs typeface="Microsoft YaHei"/>
              </a:rPr>
              <a:t>输入：完成的修改    输出：可审查的变更与验证说明</a:t>
            </a:r>
          </a:p>
        </p:txBody>
      </p:sp>
      <p:sp>
        <p:nvSpPr>
          <p:cNvPr id="11" name="footer">
            <a:extLst xmlns:a="http://schemas.openxmlformats.org/drawingml/2006/main">
              <a:ext uri="{FF2B5EF4-FFF2-40B4-BE49-F238E27FC236}">
                <a16:creationId xmlns:a16="http://schemas.microsoft.com/office/drawing/2014/main" id="{635436F1-ADF8-4635-A532-7F5EEC33EA79}"/>
              </a:ext>
            </a:extLst>
          </p:cNvPr>
          <p:cNvSpPr>
            <a:spLocks xmlns:a="http://schemas.openxmlformats.org/drawingml/2006/main" noGrp="1"/>
          </p:cNvSpPr>
          <p:nvPr/>
        </p:nvSpPr>
        <p:spPr>
          <a:xfrm xmlns:a="http://schemas.openxmlformats.org/drawingml/2006/main">
            <a:off x="609600" y="6372225"/>
            <a:ext cx="10934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6677B"/>
                </a:solidFill>
                <a:latin typeface="Microsoft YaHei"/>
                <a:ea typeface="Microsoft YaHei"/>
                <a:cs typeface="Microsoft YaHei"/>
              </a:defRPr>
            </a:defPPr>
            <a:lvl1pPr>
              <a:defRPr sz="1200" b="0">
                <a:solidFill>
                  <a:srgbClr val="56677B"/>
                </a:solidFill>
                <a:latin typeface="Microsoft YaHei"/>
                <a:ea typeface="Microsoft YaHei"/>
                <a:cs typeface="Microsoft YaHei"/>
              </a:defRPr>
            </a:lvl1pPr>
            <a:lvl2pPr>
              <a:defRPr sz="1200" b="0">
                <a:solidFill>
                  <a:srgbClr val="56677B"/>
                </a:solidFill>
                <a:latin typeface="Microsoft YaHei"/>
                <a:ea typeface="Microsoft YaHei"/>
                <a:cs typeface="Microsoft YaHei"/>
              </a:defRPr>
            </a:lvl2pPr>
            <a:lvl3pPr>
              <a:defRPr sz="1200" b="0">
                <a:solidFill>
                  <a:srgbClr val="56677B"/>
                </a:solidFill>
                <a:latin typeface="Microsoft YaHei"/>
                <a:ea typeface="Microsoft YaHei"/>
                <a:cs typeface="Microsoft YaHei"/>
              </a:defRPr>
            </a:lvl3pPr>
            <a:lvl4pPr>
              <a:defRPr sz="1200" b="0">
                <a:solidFill>
                  <a:srgbClr val="56677B"/>
                </a:solidFill>
                <a:latin typeface="Microsoft YaHei"/>
                <a:ea typeface="Microsoft YaHei"/>
                <a:cs typeface="Microsoft YaHei"/>
              </a:defRPr>
            </a:lvl4pPr>
            <a:lvl5pPr>
              <a:defRPr sz="1200" b="0">
                <a:solidFill>
                  <a:srgbClr val="56677B"/>
                </a:solidFill>
                <a:latin typeface="Microsoft YaHei"/>
                <a:ea typeface="Microsoft YaHei"/>
                <a:cs typeface="Microsoft YaHei"/>
              </a:defRPr>
            </a:lvl5pPr>
            <a:lvl6pPr>
              <a:defRPr sz="1200" b="0">
                <a:solidFill>
                  <a:srgbClr val="56677B"/>
                </a:solidFill>
                <a:latin typeface="Microsoft YaHei"/>
                <a:ea typeface="Microsoft YaHei"/>
                <a:cs typeface="Microsoft YaHei"/>
              </a:defRPr>
            </a:lvl6pPr>
            <a:lvl7pPr>
              <a:defRPr sz="1200" b="0">
                <a:solidFill>
                  <a:srgbClr val="56677B"/>
                </a:solidFill>
                <a:latin typeface="Microsoft YaHei"/>
                <a:ea typeface="Microsoft YaHei"/>
                <a:cs typeface="Microsoft YaHei"/>
              </a:defRPr>
            </a:lvl7pPr>
            <a:lvl8pPr>
              <a:defRPr sz="1200" b="0">
                <a:solidFill>
                  <a:srgbClr val="56677B"/>
                </a:solidFill>
                <a:latin typeface="Microsoft YaHei"/>
                <a:ea typeface="Microsoft YaHei"/>
                <a:cs typeface="Microsoft YaHei"/>
              </a:defRPr>
            </a:lvl8pPr>
            <a:lvl9pPr>
              <a:defRPr sz="1200" b="0">
                <a:solidFill>
                  <a:srgbClr val="56677B"/>
                </a:solidFill>
                <a:latin typeface="Microsoft YaHei"/>
                <a:ea typeface="Microsoft YaHei"/>
                <a:cs typeface="Microsoft YaHei"/>
              </a:defRPr>
            </a:lvl9pPr>
          </a:lstStyle>
          <a:p xmlns:a="http://schemas.openxmlformats.org/drawingml/2006/main">
            <a:pPr>
              <a:buNone/>
              <a:defRPr sz="1200" b="0">
                <a:solidFill>
                  <a:srgbClr val="56677B"/>
                </a:solidFill>
                <a:latin typeface="Microsoft YaHei"/>
                <a:ea typeface="Microsoft YaHei"/>
                <a:cs typeface="Microsoft YaHei"/>
              </a:defRPr>
            </a:pPr>
            <a:r>
              <a:rPr sz="1200" b="0">
                <a:solidFill>
                  <a:srgbClr val="56677B"/>
                </a:solidFill>
                <a:latin typeface="Microsoft YaHei"/>
                <a:ea typeface="Microsoft YaHei"/>
                <a:cs typeface="Microsoft YaHei"/>
              </a:rPr>
              <a:t>Pi 源码精通路线   /   change-deliver   /   2     基线 136b87e8a · 源码与参考答案见讲者备注</a:t>
            </a:r>
          </a:p>
        </p:txBody>
      </p:sp>
    </p:spTree>
    <p:extLst>
      <p:ext uri="{BB962C8B-B14F-4D97-AF65-F5344CB8AC3E}">
        <p14:creationId xmlns:p14="http://schemas.microsoft.com/office/powerpoint/2010/main" val="1723731345"/>
      </p:ext>
    </p:extLst>
  </p:cSld>
</p:sld>
</file>

<file path=ppt/slides/slide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5AD5DEAA-FD91-4A88-9261-2AEB525B97CA}"/>
              </a:ext>
            </a:extLst>
          </p:cNvPr>
          <p:cNvSpPr>
            <a:spLocks xmlns:a="http://schemas.openxmlformats.org/drawingml/2006/main" noGrp="1"/>
          </p:cNvSpPr>
          <p:nvPr/>
        </p:nvSpPr>
        <p:spPr>
          <a:xfrm xmlns:a="http://schemas.openxmlformats.org/drawingml/2006/main">
            <a:off x="609600" y="30480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0B6A64"/>
                </a:solidFill>
                <a:latin typeface="Microsoft YaHei"/>
                <a:ea typeface="Microsoft YaHei"/>
                <a:cs typeface="Microsoft YaHei"/>
              </a:defRPr>
            </a:defPPr>
            <a:lvl1pPr>
              <a:defRPr sz="1500" b="1">
                <a:solidFill>
                  <a:srgbClr val="0B6A64"/>
                </a:solidFill>
                <a:latin typeface="Microsoft YaHei"/>
                <a:ea typeface="Microsoft YaHei"/>
                <a:cs typeface="Microsoft YaHei"/>
              </a:defRPr>
            </a:lvl1pPr>
            <a:lvl2pPr>
              <a:defRPr sz="1500" b="1">
                <a:solidFill>
                  <a:srgbClr val="0B6A64"/>
                </a:solidFill>
                <a:latin typeface="Microsoft YaHei"/>
                <a:ea typeface="Microsoft YaHei"/>
                <a:cs typeface="Microsoft YaHei"/>
              </a:defRPr>
            </a:lvl2pPr>
            <a:lvl3pPr>
              <a:defRPr sz="1500" b="1">
                <a:solidFill>
                  <a:srgbClr val="0B6A64"/>
                </a:solidFill>
                <a:latin typeface="Microsoft YaHei"/>
                <a:ea typeface="Microsoft YaHei"/>
                <a:cs typeface="Microsoft YaHei"/>
              </a:defRPr>
            </a:lvl3pPr>
            <a:lvl4pPr>
              <a:defRPr sz="1500" b="1">
                <a:solidFill>
                  <a:srgbClr val="0B6A64"/>
                </a:solidFill>
                <a:latin typeface="Microsoft YaHei"/>
                <a:ea typeface="Microsoft YaHei"/>
                <a:cs typeface="Microsoft YaHei"/>
              </a:defRPr>
            </a:lvl4pPr>
            <a:lvl5pPr>
              <a:defRPr sz="1500" b="1">
                <a:solidFill>
                  <a:srgbClr val="0B6A64"/>
                </a:solidFill>
                <a:latin typeface="Microsoft YaHei"/>
                <a:ea typeface="Microsoft YaHei"/>
                <a:cs typeface="Microsoft YaHei"/>
              </a:defRPr>
            </a:lvl5pPr>
            <a:lvl6pPr>
              <a:defRPr sz="1500" b="1">
                <a:solidFill>
                  <a:srgbClr val="0B6A64"/>
                </a:solidFill>
                <a:latin typeface="Microsoft YaHei"/>
                <a:ea typeface="Microsoft YaHei"/>
                <a:cs typeface="Microsoft YaHei"/>
              </a:defRPr>
            </a:lvl6pPr>
            <a:lvl7pPr>
              <a:defRPr sz="1500" b="1">
                <a:solidFill>
                  <a:srgbClr val="0B6A64"/>
                </a:solidFill>
                <a:latin typeface="Microsoft YaHei"/>
                <a:ea typeface="Microsoft YaHei"/>
                <a:cs typeface="Microsoft YaHei"/>
              </a:defRPr>
            </a:lvl7pPr>
            <a:lvl8pPr>
              <a:defRPr sz="1500" b="1">
                <a:solidFill>
                  <a:srgbClr val="0B6A64"/>
                </a:solidFill>
                <a:latin typeface="Microsoft YaHei"/>
                <a:ea typeface="Microsoft YaHei"/>
                <a:cs typeface="Microsoft YaHei"/>
              </a:defRPr>
            </a:lvl8pPr>
            <a:lvl9pPr>
              <a:defRPr sz="1500" b="1">
                <a:solidFill>
                  <a:srgbClr val="0B6A64"/>
                </a:solidFill>
                <a:latin typeface="Microsoft YaHei"/>
                <a:ea typeface="Microsoft YaHei"/>
                <a:cs typeface="Microsoft YaHei"/>
              </a:defRPr>
            </a:lvl9pPr>
          </a:lstStyle>
          <a:p xmlns:a="http://schemas.openxmlformats.org/drawingml/2006/main">
            <a:pPr>
              <a:buNone/>
              <a:defRPr sz="1500" b="1">
                <a:solidFill>
                  <a:srgbClr val="0B6A64"/>
                </a:solidFill>
                <a:latin typeface="Microsoft YaHei"/>
                <a:ea typeface="Microsoft YaHei"/>
                <a:cs typeface="Microsoft YaHei"/>
              </a:defRPr>
            </a:pPr>
            <a:r>
              <a:rPr sz="1500" b="1">
                <a:solidFill>
                  <a:srgbClr val="0B6A64"/>
                </a:solidFill>
                <a:latin typeface="Microsoft YaHei"/>
                <a:ea typeface="Microsoft YaHei"/>
                <a:cs typeface="Microsoft YaHei"/>
              </a:rPr>
              <a:t>08 独立改造   /   失败与验证</a:t>
            </a:r>
          </a:p>
        </p:txBody>
      </p:sp>
      <p:sp>
        <p:nvSpPr>
          <p:cNvPr id="2" name="title">
            <a:extLst xmlns:a="http://schemas.openxmlformats.org/drawingml/2006/main">
              <a:ext uri="{FF2B5EF4-FFF2-40B4-BE49-F238E27FC236}">
                <a16:creationId xmlns:a16="http://schemas.microsoft.com/office/drawing/2014/main" id="{A9B6A161-DC1D-4944-8635-7B8A071FD327}"/>
              </a:ext>
            </a:extLst>
          </p:cNvPr>
          <p:cNvSpPr>
            <a:spLocks xmlns:a="http://schemas.openxmlformats.org/drawingml/2006/main" noGrp="1"/>
          </p:cNvSpPr>
          <p:nvPr/>
        </p:nvSpPr>
        <p:spPr>
          <a:xfrm xmlns:a="http://schemas.openxmlformats.org/drawingml/2006/main">
            <a:off x="609600" y="866775"/>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2333"/>
                </a:solidFill>
                <a:latin typeface="Microsoft YaHei"/>
                <a:ea typeface="Microsoft YaHei"/>
                <a:cs typeface="Microsoft YaHei"/>
              </a:defRPr>
            </a:defPPr>
            <a:lvl1pPr>
              <a:defRPr sz="3300" b="1">
                <a:solidFill>
                  <a:srgbClr val="162333"/>
                </a:solidFill>
                <a:latin typeface="Microsoft YaHei"/>
                <a:ea typeface="Microsoft YaHei"/>
                <a:cs typeface="Microsoft YaHei"/>
              </a:defRPr>
            </a:lvl1pPr>
            <a:lvl2pPr>
              <a:defRPr sz="3300" b="1">
                <a:solidFill>
                  <a:srgbClr val="162333"/>
                </a:solidFill>
                <a:latin typeface="Microsoft YaHei"/>
                <a:ea typeface="Microsoft YaHei"/>
                <a:cs typeface="Microsoft YaHei"/>
              </a:defRPr>
            </a:lvl2pPr>
            <a:lvl3pPr>
              <a:defRPr sz="3300" b="1">
                <a:solidFill>
                  <a:srgbClr val="162333"/>
                </a:solidFill>
                <a:latin typeface="Microsoft YaHei"/>
                <a:ea typeface="Microsoft YaHei"/>
                <a:cs typeface="Microsoft YaHei"/>
              </a:defRPr>
            </a:lvl3pPr>
            <a:lvl4pPr>
              <a:defRPr sz="3300" b="1">
                <a:solidFill>
                  <a:srgbClr val="162333"/>
                </a:solidFill>
                <a:latin typeface="Microsoft YaHei"/>
                <a:ea typeface="Microsoft YaHei"/>
                <a:cs typeface="Microsoft YaHei"/>
              </a:defRPr>
            </a:lvl4pPr>
            <a:lvl5pPr>
              <a:defRPr sz="3300" b="1">
                <a:solidFill>
                  <a:srgbClr val="162333"/>
                </a:solidFill>
                <a:latin typeface="Microsoft YaHei"/>
                <a:ea typeface="Microsoft YaHei"/>
                <a:cs typeface="Microsoft YaHei"/>
              </a:defRPr>
            </a:lvl5pPr>
            <a:lvl6pPr>
              <a:defRPr sz="3300" b="1">
                <a:solidFill>
                  <a:srgbClr val="162333"/>
                </a:solidFill>
                <a:latin typeface="Microsoft YaHei"/>
                <a:ea typeface="Microsoft YaHei"/>
                <a:cs typeface="Microsoft YaHei"/>
              </a:defRPr>
            </a:lvl6pPr>
            <a:lvl7pPr>
              <a:defRPr sz="3300" b="1">
                <a:solidFill>
                  <a:srgbClr val="162333"/>
                </a:solidFill>
                <a:latin typeface="Microsoft YaHei"/>
                <a:ea typeface="Microsoft YaHei"/>
                <a:cs typeface="Microsoft YaHei"/>
              </a:defRPr>
            </a:lvl7pPr>
            <a:lvl8pPr>
              <a:defRPr sz="3300" b="1">
                <a:solidFill>
                  <a:srgbClr val="162333"/>
                </a:solidFill>
                <a:latin typeface="Microsoft YaHei"/>
                <a:ea typeface="Microsoft YaHei"/>
                <a:cs typeface="Microsoft YaHei"/>
              </a:defRPr>
            </a:lvl8pPr>
            <a:lvl9pPr>
              <a:defRPr sz="3300" b="1">
                <a:solidFill>
                  <a:srgbClr val="162333"/>
                </a:solidFill>
                <a:latin typeface="Microsoft YaHei"/>
                <a:ea typeface="Microsoft YaHei"/>
                <a:cs typeface="Microsoft YaHei"/>
              </a:defRPr>
            </a:lvl9pPr>
          </a:lstStyle>
          <a:p xmlns:a="http://schemas.openxmlformats.org/drawingml/2006/main">
            <a:pPr>
              <a:buNone/>
              <a:defRPr sz="3300" b="1">
                <a:solidFill>
                  <a:srgbClr val="162333"/>
                </a:solidFill>
                <a:latin typeface="Microsoft YaHei"/>
                <a:ea typeface="Microsoft YaHei"/>
                <a:cs typeface="Microsoft YaHei"/>
              </a:defRPr>
            </a:pPr>
            <a:r>
              <a:rPr sz="3300" b="1">
                <a:solidFill>
                  <a:srgbClr val="162333"/>
                </a:solidFill>
                <a:latin typeface="Microsoft YaHei"/>
                <a:ea typeface="Microsoft YaHei"/>
                <a:cs typeface="Microsoft YaHei"/>
              </a:rPr>
              <a:t>完成一次独立扩展与源码改造</a:t>
            </a:r>
          </a:p>
        </p:txBody>
      </p:sp>
      <p:sp>
        <p:nvSpPr>
          <p:cNvPr id="3" name="failure-label">
            <a:extLst xmlns:a="http://schemas.openxmlformats.org/drawingml/2006/main">
              <a:ext uri="{FF2B5EF4-FFF2-40B4-BE49-F238E27FC236}">
                <a16:creationId xmlns:a16="http://schemas.microsoft.com/office/drawing/2014/main" id="{F8E54431-9C7C-4FBD-90A0-4E1B97F83B21}"/>
              </a:ext>
            </a:extLst>
          </p:cNvPr>
          <p:cNvSpPr>
            <a:spLocks xmlns:a="http://schemas.openxmlformats.org/drawingml/2006/main" noGrp="1"/>
          </p:cNvSpPr>
          <p:nvPr/>
        </p:nvSpPr>
        <p:spPr>
          <a:xfrm xmlns:a="http://schemas.openxmlformats.org/drawingml/2006/main">
            <a:off x="609600" y="2009775"/>
            <a:ext cx="1093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B6A64"/>
                </a:solidFill>
                <a:latin typeface="Microsoft YaHei"/>
                <a:ea typeface="Microsoft YaHei"/>
                <a:cs typeface="Microsoft YaHei"/>
              </a:defRPr>
            </a:defPPr>
            <a:lvl1pPr>
              <a:defRPr sz="2100" b="1">
                <a:solidFill>
                  <a:srgbClr val="0B6A64"/>
                </a:solidFill>
                <a:latin typeface="Microsoft YaHei"/>
                <a:ea typeface="Microsoft YaHei"/>
                <a:cs typeface="Microsoft YaHei"/>
              </a:defRPr>
            </a:lvl1pPr>
            <a:lvl2pPr>
              <a:defRPr sz="2100" b="1">
                <a:solidFill>
                  <a:srgbClr val="0B6A64"/>
                </a:solidFill>
                <a:latin typeface="Microsoft YaHei"/>
                <a:ea typeface="Microsoft YaHei"/>
                <a:cs typeface="Microsoft YaHei"/>
              </a:defRPr>
            </a:lvl2pPr>
            <a:lvl3pPr>
              <a:defRPr sz="2100" b="1">
                <a:solidFill>
                  <a:srgbClr val="0B6A64"/>
                </a:solidFill>
                <a:latin typeface="Microsoft YaHei"/>
                <a:ea typeface="Microsoft YaHei"/>
                <a:cs typeface="Microsoft YaHei"/>
              </a:defRPr>
            </a:lvl3pPr>
            <a:lvl4pPr>
              <a:defRPr sz="2100" b="1">
                <a:solidFill>
                  <a:srgbClr val="0B6A64"/>
                </a:solidFill>
                <a:latin typeface="Microsoft YaHei"/>
                <a:ea typeface="Microsoft YaHei"/>
                <a:cs typeface="Microsoft YaHei"/>
              </a:defRPr>
            </a:lvl4pPr>
            <a:lvl5pPr>
              <a:defRPr sz="2100" b="1">
                <a:solidFill>
                  <a:srgbClr val="0B6A64"/>
                </a:solidFill>
                <a:latin typeface="Microsoft YaHei"/>
                <a:ea typeface="Microsoft YaHei"/>
                <a:cs typeface="Microsoft YaHei"/>
              </a:defRPr>
            </a:lvl5pPr>
            <a:lvl6pPr>
              <a:defRPr sz="2100" b="1">
                <a:solidFill>
                  <a:srgbClr val="0B6A64"/>
                </a:solidFill>
                <a:latin typeface="Microsoft YaHei"/>
                <a:ea typeface="Microsoft YaHei"/>
                <a:cs typeface="Microsoft YaHei"/>
              </a:defRPr>
            </a:lvl6pPr>
            <a:lvl7pPr>
              <a:defRPr sz="2100" b="1">
                <a:solidFill>
                  <a:srgbClr val="0B6A64"/>
                </a:solidFill>
                <a:latin typeface="Microsoft YaHei"/>
                <a:ea typeface="Microsoft YaHei"/>
                <a:cs typeface="Microsoft YaHei"/>
              </a:defRPr>
            </a:lvl7pPr>
            <a:lvl8pPr>
              <a:defRPr sz="2100" b="1">
                <a:solidFill>
                  <a:srgbClr val="0B6A64"/>
                </a:solidFill>
                <a:latin typeface="Microsoft YaHei"/>
                <a:ea typeface="Microsoft YaHei"/>
                <a:cs typeface="Microsoft YaHei"/>
              </a:defRPr>
            </a:lvl8pPr>
            <a:lvl9pPr>
              <a:defRPr sz="2100" b="1">
                <a:solidFill>
                  <a:srgbClr val="0B6A64"/>
                </a:solidFill>
                <a:latin typeface="Microsoft YaHei"/>
                <a:ea typeface="Microsoft YaHei"/>
                <a:cs typeface="Microsoft YaHei"/>
              </a:defRPr>
            </a:lvl9pPr>
          </a:lstStyle>
          <a:p xmlns:a="http://schemas.openxmlformats.org/drawingml/2006/main">
            <a:pPr>
              <a:buNone/>
              <a:defRPr sz="2100" b="1">
                <a:solidFill>
                  <a:srgbClr val="0B6A64"/>
                </a:solidFill>
                <a:latin typeface="Microsoft YaHei"/>
                <a:ea typeface="Microsoft YaHei"/>
                <a:cs typeface="Microsoft YaHei"/>
              </a:defRPr>
            </a:pPr>
            <a:r>
              <a:rPr sz="2100" b="1">
                <a:solidFill>
                  <a:srgbClr val="0B6A64"/>
                </a:solidFill>
                <a:latin typeface="Microsoft YaHei"/>
                <a:ea typeface="Microsoft YaHei"/>
                <a:cs typeface="Microsoft YaHei"/>
              </a:rPr>
              <a:t>失败与恢复</a:t>
            </a:r>
          </a:p>
        </p:txBody>
      </p:sp>
      <p:sp>
        <p:nvSpPr>
          <p:cNvPr id="4" name="failure">
            <a:extLst xmlns:a="http://schemas.openxmlformats.org/drawingml/2006/main">
              <a:ext uri="{FF2B5EF4-FFF2-40B4-BE49-F238E27FC236}">
                <a16:creationId xmlns:a16="http://schemas.microsoft.com/office/drawing/2014/main" id="{037D0A0E-7A7B-4C40-9140-5C93F9478124}"/>
              </a:ext>
            </a:extLst>
          </p:cNvPr>
          <p:cNvSpPr>
            <a:spLocks xmlns:a="http://schemas.openxmlformats.org/drawingml/2006/main" noGrp="1"/>
          </p:cNvSpPr>
          <p:nvPr/>
        </p:nvSpPr>
        <p:spPr>
          <a:xfrm xmlns:a="http://schemas.openxmlformats.org/drawingml/2006/main">
            <a:off x="609600" y="2543175"/>
            <a:ext cx="10934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2333"/>
                </a:solidFill>
                <a:latin typeface="Microsoft YaHei"/>
                <a:ea typeface="Microsoft YaHei"/>
                <a:cs typeface="Microsoft YaHei"/>
              </a:defRPr>
            </a:defPPr>
            <a:lvl1pPr>
              <a:defRPr sz="2025" b="0">
                <a:solidFill>
                  <a:srgbClr val="162333"/>
                </a:solidFill>
                <a:latin typeface="Microsoft YaHei"/>
                <a:ea typeface="Microsoft YaHei"/>
                <a:cs typeface="Microsoft YaHei"/>
              </a:defRPr>
            </a:lvl1pPr>
            <a:lvl2pPr>
              <a:defRPr sz="2025" b="0">
                <a:solidFill>
                  <a:srgbClr val="162333"/>
                </a:solidFill>
                <a:latin typeface="Microsoft YaHei"/>
                <a:ea typeface="Microsoft YaHei"/>
                <a:cs typeface="Microsoft YaHei"/>
              </a:defRPr>
            </a:lvl2pPr>
            <a:lvl3pPr>
              <a:defRPr sz="2025" b="0">
                <a:solidFill>
                  <a:srgbClr val="162333"/>
                </a:solidFill>
                <a:latin typeface="Microsoft YaHei"/>
                <a:ea typeface="Microsoft YaHei"/>
                <a:cs typeface="Microsoft YaHei"/>
              </a:defRPr>
            </a:lvl3pPr>
            <a:lvl4pPr>
              <a:defRPr sz="2025" b="0">
                <a:solidFill>
                  <a:srgbClr val="162333"/>
                </a:solidFill>
                <a:latin typeface="Microsoft YaHei"/>
                <a:ea typeface="Microsoft YaHei"/>
                <a:cs typeface="Microsoft YaHei"/>
              </a:defRPr>
            </a:lvl4pPr>
            <a:lvl5pPr>
              <a:defRPr sz="2025" b="0">
                <a:solidFill>
                  <a:srgbClr val="162333"/>
                </a:solidFill>
                <a:latin typeface="Microsoft YaHei"/>
                <a:ea typeface="Microsoft YaHei"/>
                <a:cs typeface="Microsoft YaHei"/>
              </a:defRPr>
            </a:lvl5pPr>
            <a:lvl6pPr>
              <a:defRPr sz="2025" b="0">
                <a:solidFill>
                  <a:srgbClr val="162333"/>
                </a:solidFill>
                <a:latin typeface="Microsoft YaHei"/>
                <a:ea typeface="Microsoft YaHei"/>
                <a:cs typeface="Microsoft YaHei"/>
              </a:defRPr>
            </a:lvl6pPr>
            <a:lvl7pPr>
              <a:defRPr sz="2025" b="0">
                <a:solidFill>
                  <a:srgbClr val="162333"/>
                </a:solidFill>
                <a:latin typeface="Microsoft YaHei"/>
                <a:ea typeface="Microsoft YaHei"/>
                <a:cs typeface="Microsoft YaHei"/>
              </a:defRPr>
            </a:lvl7pPr>
            <a:lvl8pPr>
              <a:defRPr sz="2025" b="0">
                <a:solidFill>
                  <a:srgbClr val="162333"/>
                </a:solidFill>
                <a:latin typeface="Microsoft YaHei"/>
                <a:ea typeface="Microsoft YaHei"/>
                <a:cs typeface="Microsoft YaHei"/>
              </a:defRPr>
            </a:lvl8pPr>
            <a:lvl9pPr>
              <a:defRPr sz="2025" b="0">
                <a:solidFill>
                  <a:srgbClr val="162333"/>
                </a:solidFill>
                <a:latin typeface="Microsoft YaHei"/>
                <a:ea typeface="Microsoft YaHei"/>
                <a:cs typeface="Microsoft YaHei"/>
              </a:defRPr>
            </a:lvl9pPr>
          </a:lstStyle>
          <a:p xmlns:a="http://schemas.openxmlformats.org/drawingml/2006/main">
            <a:pPr>
              <a:buNone/>
              <a:defRPr sz="2025" b="0">
                <a:solidFill>
                  <a:srgbClr val="162333"/>
                </a:solidFill>
                <a:latin typeface="Microsoft YaHei"/>
                <a:ea typeface="Microsoft YaHei"/>
                <a:cs typeface="Microsoft YaHei"/>
              </a:defRPr>
            </a:pPr>
            <a:r>
              <a:rPr sz="2025" b="0">
                <a:solidFill>
                  <a:srgbClr val="162333"/>
                </a:solidFill>
                <a:latin typeface="Microsoft YaHei"/>
                <a:ea typeface="Microsoft YaHei"/>
                <a:cs typeface="Microsoft YaHei"/>
              </a:rPr>
              <a:t>一个测试通过不能证明所有配置路径都正确。新增接口前应先查询已有契约及复用点。</a:t>
            </a:r>
          </a:p>
        </p:txBody>
      </p:sp>
      <p:sp>
        <p:nvSpPr>
          <p:cNvPr id="5" name="exercise-label">
            <a:extLst xmlns:a="http://schemas.openxmlformats.org/drawingml/2006/main">
              <a:ext uri="{FF2B5EF4-FFF2-40B4-BE49-F238E27FC236}">
                <a16:creationId xmlns:a16="http://schemas.microsoft.com/office/drawing/2014/main" id="{D3534C12-2FF6-44C5-BD8B-CDD556954D75}"/>
              </a:ext>
            </a:extLst>
          </p:cNvPr>
          <p:cNvSpPr>
            <a:spLocks xmlns:a="http://schemas.openxmlformats.org/drawingml/2006/main" noGrp="1"/>
          </p:cNvSpPr>
          <p:nvPr/>
        </p:nvSpPr>
        <p:spPr>
          <a:xfrm xmlns:a="http://schemas.openxmlformats.org/drawingml/2006/main">
            <a:off x="609600" y="4086225"/>
            <a:ext cx="1093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B6A64"/>
                </a:solidFill>
                <a:latin typeface="Microsoft YaHei"/>
                <a:ea typeface="Microsoft YaHei"/>
                <a:cs typeface="Microsoft YaHei"/>
              </a:defRPr>
            </a:defPPr>
            <a:lvl1pPr>
              <a:defRPr sz="2100" b="1">
                <a:solidFill>
                  <a:srgbClr val="0B6A64"/>
                </a:solidFill>
                <a:latin typeface="Microsoft YaHei"/>
                <a:ea typeface="Microsoft YaHei"/>
                <a:cs typeface="Microsoft YaHei"/>
              </a:defRPr>
            </a:lvl1pPr>
            <a:lvl2pPr>
              <a:defRPr sz="2100" b="1">
                <a:solidFill>
                  <a:srgbClr val="0B6A64"/>
                </a:solidFill>
                <a:latin typeface="Microsoft YaHei"/>
                <a:ea typeface="Microsoft YaHei"/>
                <a:cs typeface="Microsoft YaHei"/>
              </a:defRPr>
            </a:lvl2pPr>
            <a:lvl3pPr>
              <a:defRPr sz="2100" b="1">
                <a:solidFill>
                  <a:srgbClr val="0B6A64"/>
                </a:solidFill>
                <a:latin typeface="Microsoft YaHei"/>
                <a:ea typeface="Microsoft YaHei"/>
                <a:cs typeface="Microsoft YaHei"/>
              </a:defRPr>
            </a:lvl3pPr>
            <a:lvl4pPr>
              <a:defRPr sz="2100" b="1">
                <a:solidFill>
                  <a:srgbClr val="0B6A64"/>
                </a:solidFill>
                <a:latin typeface="Microsoft YaHei"/>
                <a:ea typeface="Microsoft YaHei"/>
                <a:cs typeface="Microsoft YaHei"/>
              </a:defRPr>
            </a:lvl4pPr>
            <a:lvl5pPr>
              <a:defRPr sz="2100" b="1">
                <a:solidFill>
                  <a:srgbClr val="0B6A64"/>
                </a:solidFill>
                <a:latin typeface="Microsoft YaHei"/>
                <a:ea typeface="Microsoft YaHei"/>
                <a:cs typeface="Microsoft YaHei"/>
              </a:defRPr>
            </a:lvl5pPr>
            <a:lvl6pPr>
              <a:defRPr sz="2100" b="1">
                <a:solidFill>
                  <a:srgbClr val="0B6A64"/>
                </a:solidFill>
                <a:latin typeface="Microsoft YaHei"/>
                <a:ea typeface="Microsoft YaHei"/>
                <a:cs typeface="Microsoft YaHei"/>
              </a:defRPr>
            </a:lvl6pPr>
            <a:lvl7pPr>
              <a:defRPr sz="2100" b="1">
                <a:solidFill>
                  <a:srgbClr val="0B6A64"/>
                </a:solidFill>
                <a:latin typeface="Microsoft YaHei"/>
                <a:ea typeface="Microsoft YaHei"/>
                <a:cs typeface="Microsoft YaHei"/>
              </a:defRPr>
            </a:lvl7pPr>
            <a:lvl8pPr>
              <a:defRPr sz="2100" b="1">
                <a:solidFill>
                  <a:srgbClr val="0B6A64"/>
                </a:solidFill>
                <a:latin typeface="Microsoft YaHei"/>
                <a:ea typeface="Microsoft YaHei"/>
                <a:cs typeface="Microsoft YaHei"/>
              </a:defRPr>
            </a:lvl8pPr>
            <a:lvl9pPr>
              <a:defRPr sz="2100" b="1">
                <a:solidFill>
                  <a:srgbClr val="0B6A64"/>
                </a:solidFill>
                <a:latin typeface="Microsoft YaHei"/>
                <a:ea typeface="Microsoft YaHei"/>
                <a:cs typeface="Microsoft YaHei"/>
              </a:defRPr>
            </a:lvl9pPr>
          </a:lstStyle>
          <a:p xmlns:a="http://schemas.openxmlformats.org/drawingml/2006/main">
            <a:pPr>
              <a:buNone/>
              <a:defRPr sz="2100" b="1">
                <a:solidFill>
                  <a:srgbClr val="0B6A64"/>
                </a:solidFill>
                <a:latin typeface="Microsoft YaHei"/>
                <a:ea typeface="Microsoft YaHei"/>
                <a:cs typeface="Microsoft YaHei"/>
              </a:defRPr>
            </a:pPr>
            <a:r>
              <a:rPr sz="2100" b="1">
                <a:solidFill>
                  <a:srgbClr val="0B6A64"/>
                </a:solidFill>
                <a:latin typeface="Microsoft YaHei"/>
                <a:ea typeface="Microsoft YaHei"/>
                <a:cs typeface="Microsoft YaHei"/>
              </a:rPr>
              <a:t>动手练习</a:t>
            </a:r>
          </a:p>
        </p:txBody>
      </p:sp>
      <p:sp>
        <p:nvSpPr>
          <p:cNvPr id="6" name="exercise">
            <a:extLst xmlns:a="http://schemas.openxmlformats.org/drawingml/2006/main">
              <a:ext uri="{FF2B5EF4-FFF2-40B4-BE49-F238E27FC236}">
                <a16:creationId xmlns:a16="http://schemas.microsoft.com/office/drawing/2014/main" id="{999B72EE-FD06-49FF-812D-12544E969785}"/>
              </a:ext>
            </a:extLst>
          </p:cNvPr>
          <p:cNvSpPr>
            <a:spLocks xmlns:a="http://schemas.openxmlformats.org/drawingml/2006/main" noGrp="1"/>
          </p:cNvSpPr>
          <p:nvPr/>
        </p:nvSpPr>
        <p:spPr>
          <a:xfrm xmlns:a="http://schemas.openxmlformats.org/drawingml/2006/main">
            <a:off x="609600" y="4619625"/>
            <a:ext cx="10934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2333"/>
                </a:solidFill>
                <a:latin typeface="Microsoft YaHei"/>
                <a:ea typeface="Microsoft YaHei"/>
                <a:cs typeface="Microsoft YaHei"/>
              </a:defRPr>
            </a:defPPr>
            <a:lvl1pPr>
              <a:defRPr sz="2025" b="0">
                <a:solidFill>
                  <a:srgbClr val="162333"/>
                </a:solidFill>
                <a:latin typeface="Microsoft YaHei"/>
                <a:ea typeface="Microsoft YaHei"/>
                <a:cs typeface="Microsoft YaHei"/>
              </a:defRPr>
            </a:lvl1pPr>
            <a:lvl2pPr>
              <a:defRPr sz="2025" b="0">
                <a:solidFill>
                  <a:srgbClr val="162333"/>
                </a:solidFill>
                <a:latin typeface="Microsoft YaHei"/>
                <a:ea typeface="Microsoft YaHei"/>
                <a:cs typeface="Microsoft YaHei"/>
              </a:defRPr>
            </a:lvl2pPr>
            <a:lvl3pPr>
              <a:defRPr sz="2025" b="0">
                <a:solidFill>
                  <a:srgbClr val="162333"/>
                </a:solidFill>
                <a:latin typeface="Microsoft YaHei"/>
                <a:ea typeface="Microsoft YaHei"/>
                <a:cs typeface="Microsoft YaHei"/>
              </a:defRPr>
            </a:lvl3pPr>
            <a:lvl4pPr>
              <a:defRPr sz="2025" b="0">
                <a:solidFill>
                  <a:srgbClr val="162333"/>
                </a:solidFill>
                <a:latin typeface="Microsoft YaHei"/>
                <a:ea typeface="Microsoft YaHei"/>
                <a:cs typeface="Microsoft YaHei"/>
              </a:defRPr>
            </a:lvl4pPr>
            <a:lvl5pPr>
              <a:defRPr sz="2025" b="0">
                <a:solidFill>
                  <a:srgbClr val="162333"/>
                </a:solidFill>
                <a:latin typeface="Microsoft YaHei"/>
                <a:ea typeface="Microsoft YaHei"/>
                <a:cs typeface="Microsoft YaHei"/>
              </a:defRPr>
            </a:lvl5pPr>
            <a:lvl6pPr>
              <a:defRPr sz="2025" b="0">
                <a:solidFill>
                  <a:srgbClr val="162333"/>
                </a:solidFill>
                <a:latin typeface="Microsoft YaHei"/>
                <a:ea typeface="Microsoft YaHei"/>
                <a:cs typeface="Microsoft YaHei"/>
              </a:defRPr>
            </a:lvl6pPr>
            <a:lvl7pPr>
              <a:defRPr sz="2025" b="0">
                <a:solidFill>
                  <a:srgbClr val="162333"/>
                </a:solidFill>
                <a:latin typeface="Microsoft YaHei"/>
                <a:ea typeface="Microsoft YaHei"/>
                <a:cs typeface="Microsoft YaHei"/>
              </a:defRPr>
            </a:lvl7pPr>
            <a:lvl8pPr>
              <a:defRPr sz="2025" b="0">
                <a:solidFill>
                  <a:srgbClr val="162333"/>
                </a:solidFill>
                <a:latin typeface="Microsoft YaHei"/>
                <a:ea typeface="Microsoft YaHei"/>
                <a:cs typeface="Microsoft YaHei"/>
              </a:defRPr>
            </a:lvl8pPr>
            <a:lvl9pPr>
              <a:defRPr sz="2025" b="0">
                <a:solidFill>
                  <a:srgbClr val="162333"/>
                </a:solidFill>
                <a:latin typeface="Microsoft YaHei"/>
                <a:ea typeface="Microsoft YaHei"/>
                <a:cs typeface="Microsoft YaHei"/>
              </a:defRPr>
            </a:lvl9pPr>
          </a:lstStyle>
          <a:p xmlns:a="http://schemas.openxmlformats.org/drawingml/2006/main">
            <a:pPr>
              <a:buNone/>
              <a:defRPr sz="2025" b="0">
                <a:solidFill>
                  <a:srgbClr val="162333"/>
                </a:solidFill>
                <a:latin typeface="Microsoft YaHei"/>
                <a:ea typeface="Microsoft YaHei"/>
                <a:cs typeface="Microsoft YaHei"/>
              </a:defRPr>
            </a:pPr>
            <a:r>
              <a:rPr sz="2025" b="0">
                <a:solidFill>
                  <a:srgbClr val="162333"/>
                </a:solidFill>
                <a:latin typeface="Microsoft YaHei"/>
                <a:ea typeface="Microsoft YaHei"/>
                <a:cs typeface="Microsoft YaHei"/>
              </a:rPr>
              <a:t>选择一个现成工具扩展示例，增加一个无外部副作用的能力，并提交一份行为、调用链和验证笔记。</a:t>
            </a:r>
          </a:p>
        </p:txBody>
      </p:sp>
      <p:sp>
        <p:nvSpPr>
          <p:cNvPr id="7" name="footer">
            <a:extLst xmlns:a="http://schemas.openxmlformats.org/drawingml/2006/main">
              <a:ext uri="{FF2B5EF4-FFF2-40B4-BE49-F238E27FC236}">
                <a16:creationId xmlns:a16="http://schemas.microsoft.com/office/drawing/2014/main" id="{A214413C-8DC7-4E38-A605-20280F6B984F}"/>
              </a:ext>
            </a:extLst>
          </p:cNvPr>
          <p:cNvSpPr>
            <a:spLocks xmlns:a="http://schemas.openxmlformats.org/drawingml/2006/main" noGrp="1"/>
          </p:cNvSpPr>
          <p:nvPr/>
        </p:nvSpPr>
        <p:spPr>
          <a:xfrm xmlns:a="http://schemas.openxmlformats.org/drawingml/2006/main">
            <a:off x="609600" y="6372225"/>
            <a:ext cx="10934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6677B"/>
                </a:solidFill>
                <a:latin typeface="Microsoft YaHei"/>
                <a:ea typeface="Microsoft YaHei"/>
                <a:cs typeface="Microsoft YaHei"/>
              </a:defRPr>
            </a:defPPr>
            <a:lvl1pPr>
              <a:defRPr sz="1200" b="0">
                <a:solidFill>
                  <a:srgbClr val="56677B"/>
                </a:solidFill>
                <a:latin typeface="Microsoft YaHei"/>
                <a:ea typeface="Microsoft YaHei"/>
                <a:cs typeface="Microsoft YaHei"/>
              </a:defRPr>
            </a:lvl1pPr>
            <a:lvl2pPr>
              <a:defRPr sz="1200" b="0">
                <a:solidFill>
                  <a:srgbClr val="56677B"/>
                </a:solidFill>
                <a:latin typeface="Microsoft YaHei"/>
                <a:ea typeface="Microsoft YaHei"/>
                <a:cs typeface="Microsoft YaHei"/>
              </a:defRPr>
            </a:lvl2pPr>
            <a:lvl3pPr>
              <a:defRPr sz="1200" b="0">
                <a:solidFill>
                  <a:srgbClr val="56677B"/>
                </a:solidFill>
                <a:latin typeface="Microsoft YaHei"/>
                <a:ea typeface="Microsoft YaHei"/>
                <a:cs typeface="Microsoft YaHei"/>
              </a:defRPr>
            </a:lvl3pPr>
            <a:lvl4pPr>
              <a:defRPr sz="1200" b="0">
                <a:solidFill>
                  <a:srgbClr val="56677B"/>
                </a:solidFill>
                <a:latin typeface="Microsoft YaHei"/>
                <a:ea typeface="Microsoft YaHei"/>
                <a:cs typeface="Microsoft YaHei"/>
              </a:defRPr>
            </a:lvl4pPr>
            <a:lvl5pPr>
              <a:defRPr sz="1200" b="0">
                <a:solidFill>
                  <a:srgbClr val="56677B"/>
                </a:solidFill>
                <a:latin typeface="Microsoft YaHei"/>
                <a:ea typeface="Microsoft YaHei"/>
                <a:cs typeface="Microsoft YaHei"/>
              </a:defRPr>
            </a:lvl5pPr>
            <a:lvl6pPr>
              <a:defRPr sz="1200" b="0">
                <a:solidFill>
                  <a:srgbClr val="56677B"/>
                </a:solidFill>
                <a:latin typeface="Microsoft YaHei"/>
                <a:ea typeface="Microsoft YaHei"/>
                <a:cs typeface="Microsoft YaHei"/>
              </a:defRPr>
            </a:lvl6pPr>
            <a:lvl7pPr>
              <a:defRPr sz="1200" b="0">
                <a:solidFill>
                  <a:srgbClr val="56677B"/>
                </a:solidFill>
                <a:latin typeface="Microsoft YaHei"/>
                <a:ea typeface="Microsoft YaHei"/>
                <a:cs typeface="Microsoft YaHei"/>
              </a:defRPr>
            </a:lvl7pPr>
            <a:lvl8pPr>
              <a:defRPr sz="1200" b="0">
                <a:solidFill>
                  <a:srgbClr val="56677B"/>
                </a:solidFill>
                <a:latin typeface="Microsoft YaHei"/>
                <a:ea typeface="Microsoft YaHei"/>
                <a:cs typeface="Microsoft YaHei"/>
              </a:defRPr>
            </a:lvl8pPr>
            <a:lvl9pPr>
              <a:defRPr sz="1200" b="0">
                <a:solidFill>
                  <a:srgbClr val="56677B"/>
                </a:solidFill>
                <a:latin typeface="Microsoft YaHei"/>
                <a:ea typeface="Microsoft YaHei"/>
                <a:cs typeface="Microsoft YaHei"/>
              </a:defRPr>
            </a:lvl9pPr>
          </a:lstStyle>
          <a:p xmlns:a="http://schemas.openxmlformats.org/drawingml/2006/main">
            <a:pPr>
              <a:buNone/>
              <a:defRPr sz="1200" b="0">
                <a:solidFill>
                  <a:srgbClr val="56677B"/>
                </a:solidFill>
                <a:latin typeface="Microsoft YaHei"/>
                <a:ea typeface="Microsoft YaHei"/>
                <a:cs typeface="Microsoft YaHei"/>
              </a:defRPr>
            </a:pPr>
            <a:r>
              <a:rPr sz="1200" b="0">
                <a:solidFill>
                  <a:srgbClr val="56677B"/>
                </a:solidFill>
                <a:latin typeface="Microsoft YaHei"/>
                <a:ea typeface="Microsoft YaHei"/>
                <a:cs typeface="Microsoft YaHei"/>
              </a:rPr>
              <a:t>Pi 源码精通路线   /   change-deliver   /   3     基线 136b87e8a · 源码与参考答案见讲者备注</a:t>
            </a:r>
          </a:p>
        </p:txBody>
      </p:sp>
    </p:spTree>
    <p:extLst>
      <p:ext uri="{BB962C8B-B14F-4D97-AF65-F5344CB8AC3E}">
        <p14:creationId xmlns:p14="http://schemas.microsoft.com/office/powerpoint/2010/main" val="183997314"/>
      </p:ext>
    </p:extLst>
  </p:cSld>
</p:sld>
</file>

<file path=ppt/slides/slide4.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0" name="eyebrow">
            <a:extLst xmlns:a="http://schemas.openxmlformats.org/drawingml/2006/main">
              <a:ext uri="{FF2B5EF4-FFF2-40B4-BE49-F238E27FC236}">
                <a16:creationId xmlns:a16="http://schemas.microsoft.com/office/drawing/2014/main" id="{E0D03771-29BF-4FF4-912A-8F69264A82ED}"/>
              </a:ext>
            </a:extLst>
          </p:cNvPr>
          <p:cNvSpPr>
            <a:spLocks xmlns:a="http://schemas.openxmlformats.org/drawingml/2006/main" noGrp="1"/>
          </p:cNvSpPr>
          <p:nvPr/>
        </p:nvSpPr>
        <p:spPr>
          <a:xfrm xmlns:a="http://schemas.openxmlformats.org/drawingml/2006/main">
            <a:off x="609600" y="30480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0B6A64"/>
                </a:solidFill>
                <a:latin typeface="Microsoft YaHei"/>
                <a:ea typeface="Microsoft YaHei"/>
                <a:cs typeface="Microsoft YaHei"/>
              </a:defRPr>
            </a:defPPr>
            <a:lvl1pPr>
              <a:defRPr sz="1500" b="1">
                <a:solidFill>
                  <a:srgbClr val="0B6A64"/>
                </a:solidFill>
                <a:latin typeface="Microsoft YaHei"/>
                <a:ea typeface="Microsoft YaHei"/>
                <a:cs typeface="Microsoft YaHei"/>
              </a:defRPr>
            </a:lvl1pPr>
            <a:lvl2pPr>
              <a:defRPr sz="1500" b="1">
                <a:solidFill>
                  <a:srgbClr val="0B6A64"/>
                </a:solidFill>
                <a:latin typeface="Microsoft YaHei"/>
                <a:ea typeface="Microsoft YaHei"/>
                <a:cs typeface="Microsoft YaHei"/>
              </a:defRPr>
            </a:lvl2pPr>
            <a:lvl3pPr>
              <a:defRPr sz="1500" b="1">
                <a:solidFill>
                  <a:srgbClr val="0B6A64"/>
                </a:solidFill>
                <a:latin typeface="Microsoft YaHei"/>
                <a:ea typeface="Microsoft YaHei"/>
                <a:cs typeface="Microsoft YaHei"/>
              </a:defRPr>
            </a:lvl3pPr>
            <a:lvl4pPr>
              <a:defRPr sz="1500" b="1">
                <a:solidFill>
                  <a:srgbClr val="0B6A64"/>
                </a:solidFill>
                <a:latin typeface="Microsoft YaHei"/>
                <a:ea typeface="Microsoft YaHei"/>
                <a:cs typeface="Microsoft YaHei"/>
              </a:defRPr>
            </a:lvl4pPr>
            <a:lvl5pPr>
              <a:defRPr sz="1500" b="1">
                <a:solidFill>
                  <a:srgbClr val="0B6A64"/>
                </a:solidFill>
                <a:latin typeface="Microsoft YaHei"/>
                <a:ea typeface="Microsoft YaHei"/>
                <a:cs typeface="Microsoft YaHei"/>
              </a:defRPr>
            </a:lvl5pPr>
            <a:lvl6pPr>
              <a:defRPr sz="1500" b="1">
                <a:solidFill>
                  <a:srgbClr val="0B6A64"/>
                </a:solidFill>
                <a:latin typeface="Microsoft YaHei"/>
                <a:ea typeface="Microsoft YaHei"/>
                <a:cs typeface="Microsoft YaHei"/>
              </a:defRPr>
            </a:lvl6pPr>
            <a:lvl7pPr>
              <a:defRPr sz="1500" b="1">
                <a:solidFill>
                  <a:srgbClr val="0B6A64"/>
                </a:solidFill>
                <a:latin typeface="Microsoft YaHei"/>
                <a:ea typeface="Microsoft YaHei"/>
                <a:cs typeface="Microsoft YaHei"/>
              </a:defRPr>
            </a:lvl7pPr>
            <a:lvl8pPr>
              <a:defRPr sz="1500" b="1">
                <a:solidFill>
                  <a:srgbClr val="0B6A64"/>
                </a:solidFill>
                <a:latin typeface="Microsoft YaHei"/>
                <a:ea typeface="Microsoft YaHei"/>
                <a:cs typeface="Microsoft YaHei"/>
              </a:defRPr>
            </a:lvl8pPr>
            <a:lvl9pPr>
              <a:defRPr sz="1500" b="1">
                <a:solidFill>
                  <a:srgbClr val="0B6A64"/>
                </a:solidFill>
                <a:latin typeface="Microsoft YaHei"/>
                <a:ea typeface="Microsoft YaHei"/>
                <a:cs typeface="Microsoft YaHei"/>
              </a:defRPr>
            </a:lvl9pPr>
          </a:lstStyle>
          <a:p xmlns:a="http://schemas.openxmlformats.org/drawingml/2006/main">
            <a:pPr>
              <a:buNone/>
              <a:defRPr sz="1500" b="1">
                <a:solidFill>
                  <a:srgbClr val="0B6A64"/>
                </a:solidFill>
                <a:latin typeface="Microsoft YaHei"/>
                <a:ea typeface="Microsoft YaHei"/>
                <a:cs typeface="Microsoft YaHei"/>
              </a:defRPr>
            </a:pPr>
            <a:r>
              <a:rPr sz="1500" b="1">
                <a:solidFill>
                  <a:srgbClr val="0B6A64"/>
                </a:solidFill>
                <a:latin typeface="Microsoft YaHei"/>
                <a:ea typeface="Microsoft YaHei"/>
                <a:cs typeface="Microsoft YaHei"/>
              </a:rPr>
              <a:t>08 独立改造   /   场景与职责</a:t>
            </a:r>
          </a:p>
        </p:txBody>
      </p:sp>
      <p:sp>
        <p:nvSpPr>
          <p:cNvPr id="2" name="title">
            <a:extLst xmlns:a="http://schemas.openxmlformats.org/drawingml/2006/main">
              <a:ext uri="{FF2B5EF4-FFF2-40B4-BE49-F238E27FC236}">
                <a16:creationId xmlns:a16="http://schemas.microsoft.com/office/drawing/2014/main" id="{C29BCEE5-7E77-4D4F-AEBC-8471D6E836E3}"/>
              </a:ext>
            </a:extLst>
          </p:cNvPr>
          <p:cNvSpPr>
            <a:spLocks xmlns:a="http://schemas.openxmlformats.org/drawingml/2006/main" noGrp="1"/>
          </p:cNvSpPr>
          <p:nvPr/>
        </p:nvSpPr>
        <p:spPr>
          <a:xfrm xmlns:a="http://schemas.openxmlformats.org/drawingml/2006/main">
            <a:off x="609600" y="866775"/>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2333"/>
                </a:solidFill>
                <a:latin typeface="Microsoft YaHei"/>
                <a:ea typeface="Microsoft YaHei"/>
                <a:cs typeface="Microsoft YaHei"/>
              </a:defRPr>
            </a:defPPr>
            <a:lvl1pPr>
              <a:defRPr sz="3300" b="1">
                <a:solidFill>
                  <a:srgbClr val="162333"/>
                </a:solidFill>
                <a:latin typeface="Microsoft YaHei"/>
                <a:ea typeface="Microsoft YaHei"/>
                <a:cs typeface="Microsoft YaHei"/>
              </a:defRPr>
            </a:lvl1pPr>
            <a:lvl2pPr>
              <a:defRPr sz="3300" b="1">
                <a:solidFill>
                  <a:srgbClr val="162333"/>
                </a:solidFill>
                <a:latin typeface="Microsoft YaHei"/>
                <a:ea typeface="Microsoft YaHei"/>
                <a:cs typeface="Microsoft YaHei"/>
              </a:defRPr>
            </a:lvl2pPr>
            <a:lvl3pPr>
              <a:defRPr sz="3300" b="1">
                <a:solidFill>
                  <a:srgbClr val="162333"/>
                </a:solidFill>
                <a:latin typeface="Microsoft YaHei"/>
                <a:ea typeface="Microsoft YaHei"/>
                <a:cs typeface="Microsoft YaHei"/>
              </a:defRPr>
            </a:lvl3pPr>
            <a:lvl4pPr>
              <a:defRPr sz="3300" b="1">
                <a:solidFill>
                  <a:srgbClr val="162333"/>
                </a:solidFill>
                <a:latin typeface="Microsoft YaHei"/>
                <a:ea typeface="Microsoft YaHei"/>
                <a:cs typeface="Microsoft YaHei"/>
              </a:defRPr>
            </a:lvl4pPr>
            <a:lvl5pPr>
              <a:defRPr sz="3300" b="1">
                <a:solidFill>
                  <a:srgbClr val="162333"/>
                </a:solidFill>
                <a:latin typeface="Microsoft YaHei"/>
                <a:ea typeface="Microsoft YaHei"/>
                <a:cs typeface="Microsoft YaHei"/>
              </a:defRPr>
            </a:lvl5pPr>
            <a:lvl6pPr>
              <a:defRPr sz="3300" b="1">
                <a:solidFill>
                  <a:srgbClr val="162333"/>
                </a:solidFill>
                <a:latin typeface="Microsoft YaHei"/>
                <a:ea typeface="Microsoft YaHei"/>
                <a:cs typeface="Microsoft YaHei"/>
              </a:defRPr>
            </a:lvl6pPr>
            <a:lvl7pPr>
              <a:defRPr sz="3300" b="1">
                <a:solidFill>
                  <a:srgbClr val="162333"/>
                </a:solidFill>
                <a:latin typeface="Microsoft YaHei"/>
                <a:ea typeface="Microsoft YaHei"/>
                <a:cs typeface="Microsoft YaHei"/>
              </a:defRPr>
            </a:lvl7pPr>
            <a:lvl8pPr>
              <a:defRPr sz="3300" b="1">
                <a:solidFill>
                  <a:srgbClr val="162333"/>
                </a:solidFill>
                <a:latin typeface="Microsoft YaHei"/>
                <a:ea typeface="Microsoft YaHei"/>
                <a:cs typeface="Microsoft YaHei"/>
              </a:defRPr>
            </a:lvl8pPr>
            <a:lvl9pPr>
              <a:defRPr sz="3300" b="1">
                <a:solidFill>
                  <a:srgbClr val="162333"/>
                </a:solidFill>
                <a:latin typeface="Microsoft YaHei"/>
                <a:ea typeface="Microsoft YaHei"/>
                <a:cs typeface="Microsoft YaHei"/>
              </a:defRPr>
            </a:lvl9pPr>
          </a:lstStyle>
          <a:p xmlns:a="http://schemas.openxmlformats.org/drawingml/2006/main">
            <a:pPr>
              <a:buNone/>
              <a:defRPr sz="3300" b="1">
                <a:solidFill>
                  <a:srgbClr val="162333"/>
                </a:solidFill>
                <a:latin typeface="Microsoft YaHei"/>
                <a:ea typeface="Microsoft YaHei"/>
                <a:cs typeface="Microsoft YaHei"/>
              </a:defRPr>
            </a:pPr>
            <a:r>
              <a:rPr sz="3300" b="1">
                <a:solidFill>
                  <a:srgbClr val="162333"/>
                </a:solidFill>
                <a:latin typeface="Microsoft YaHei"/>
                <a:ea typeface="Microsoft YaHei"/>
                <a:cs typeface="Microsoft YaHei"/>
              </a:rPr>
              <a:t>生成数据、打包部署与版本升级核对</a:t>
            </a:r>
          </a:p>
        </p:txBody>
      </p:sp>
      <p:sp>
        <p:nvSpPr>
          <p:cNvPr id="3" name="scenario">
            <a:extLst xmlns:a="http://schemas.openxmlformats.org/drawingml/2006/main">
              <a:ext uri="{FF2B5EF4-FFF2-40B4-BE49-F238E27FC236}">
                <a16:creationId xmlns:a16="http://schemas.microsoft.com/office/drawing/2014/main" id="{A1C9555A-508A-4CF1-8F4E-C79903A340AD}"/>
              </a:ext>
            </a:extLst>
          </p:cNvPr>
          <p:cNvSpPr>
            <a:spLocks xmlns:a="http://schemas.openxmlformats.org/drawingml/2006/main" noGrp="1"/>
          </p:cNvSpPr>
          <p:nvPr/>
        </p:nvSpPr>
        <p:spPr>
          <a:xfrm xmlns:a="http://schemas.openxmlformats.org/drawingml/2006/main">
            <a:off x="609600" y="1943100"/>
            <a:ext cx="109347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344B60"/>
                </a:solidFill>
                <a:latin typeface="Microsoft YaHei"/>
                <a:ea typeface="Microsoft YaHei"/>
                <a:cs typeface="Microsoft YaHei"/>
              </a:defRPr>
            </a:defPPr>
            <a:lvl1pPr>
              <a:defRPr sz="2100" b="0">
                <a:solidFill>
                  <a:srgbClr val="344B60"/>
                </a:solidFill>
                <a:latin typeface="Microsoft YaHei"/>
                <a:ea typeface="Microsoft YaHei"/>
                <a:cs typeface="Microsoft YaHei"/>
              </a:defRPr>
            </a:lvl1pPr>
            <a:lvl2pPr>
              <a:defRPr sz="2100" b="0">
                <a:solidFill>
                  <a:srgbClr val="344B60"/>
                </a:solidFill>
                <a:latin typeface="Microsoft YaHei"/>
                <a:ea typeface="Microsoft YaHei"/>
                <a:cs typeface="Microsoft YaHei"/>
              </a:defRPr>
            </a:lvl2pPr>
            <a:lvl3pPr>
              <a:defRPr sz="2100" b="0">
                <a:solidFill>
                  <a:srgbClr val="344B60"/>
                </a:solidFill>
                <a:latin typeface="Microsoft YaHei"/>
                <a:ea typeface="Microsoft YaHei"/>
                <a:cs typeface="Microsoft YaHei"/>
              </a:defRPr>
            </a:lvl3pPr>
            <a:lvl4pPr>
              <a:defRPr sz="2100" b="0">
                <a:solidFill>
                  <a:srgbClr val="344B60"/>
                </a:solidFill>
                <a:latin typeface="Microsoft YaHei"/>
                <a:ea typeface="Microsoft YaHei"/>
                <a:cs typeface="Microsoft YaHei"/>
              </a:defRPr>
            </a:lvl4pPr>
            <a:lvl5pPr>
              <a:defRPr sz="2100" b="0">
                <a:solidFill>
                  <a:srgbClr val="344B60"/>
                </a:solidFill>
                <a:latin typeface="Microsoft YaHei"/>
                <a:ea typeface="Microsoft YaHei"/>
                <a:cs typeface="Microsoft YaHei"/>
              </a:defRPr>
            </a:lvl5pPr>
            <a:lvl6pPr>
              <a:defRPr sz="2100" b="0">
                <a:solidFill>
                  <a:srgbClr val="344B60"/>
                </a:solidFill>
                <a:latin typeface="Microsoft YaHei"/>
                <a:ea typeface="Microsoft YaHei"/>
                <a:cs typeface="Microsoft YaHei"/>
              </a:defRPr>
            </a:lvl6pPr>
            <a:lvl7pPr>
              <a:defRPr sz="2100" b="0">
                <a:solidFill>
                  <a:srgbClr val="344B60"/>
                </a:solidFill>
                <a:latin typeface="Microsoft YaHei"/>
                <a:ea typeface="Microsoft YaHei"/>
                <a:cs typeface="Microsoft YaHei"/>
              </a:defRPr>
            </a:lvl7pPr>
            <a:lvl8pPr>
              <a:defRPr sz="2100" b="0">
                <a:solidFill>
                  <a:srgbClr val="344B60"/>
                </a:solidFill>
                <a:latin typeface="Microsoft YaHei"/>
                <a:ea typeface="Microsoft YaHei"/>
                <a:cs typeface="Microsoft YaHei"/>
              </a:defRPr>
            </a:lvl8pPr>
            <a:lvl9pPr>
              <a:defRPr sz="2100" b="0">
                <a:solidFill>
                  <a:srgbClr val="344B60"/>
                </a:solidFill>
                <a:latin typeface="Microsoft YaHei"/>
                <a:ea typeface="Microsoft YaHei"/>
                <a:cs typeface="Microsoft YaHei"/>
              </a:defRPr>
            </a:lvl9pPr>
          </a:lstStyle>
          <a:p xmlns:a="http://schemas.openxmlformats.org/drawingml/2006/main">
            <a:pPr>
              <a:buNone/>
              <a:defRPr sz="2100" b="0">
                <a:solidFill>
                  <a:srgbClr val="344B60"/>
                </a:solidFill>
                <a:latin typeface="Microsoft YaHei"/>
                <a:ea typeface="Microsoft YaHei"/>
                <a:cs typeface="Microsoft YaHei"/>
              </a:defRPr>
            </a:pPr>
            <a:r>
              <a:rPr sz="2100" b="0">
                <a:solidFill>
                  <a:srgbClr val="344B60"/>
                </a:solidFill>
                <a:latin typeface="Microsoft YaHei"/>
                <a:ea typeface="Microsoft YaHei"/>
                <a:cs typeface="Microsoft YaHei"/>
              </a:rPr>
              <a:t>源码修改完成后，需要理解发布产物和升级时的变化范围。</a:t>
            </a:r>
          </a:p>
        </p:txBody>
      </p:sp>
      <p:sp>
        <p:nvSpPr>
          <p:cNvPr id="4" name="section">
            <a:extLst xmlns:a="http://schemas.openxmlformats.org/drawingml/2006/main">
              <a:ext uri="{FF2B5EF4-FFF2-40B4-BE49-F238E27FC236}">
                <a16:creationId xmlns:a16="http://schemas.microsoft.com/office/drawing/2014/main" id="{A400F25B-E5E3-49EB-82DD-433A9C0B49A6}"/>
              </a:ext>
            </a:extLst>
          </p:cNvPr>
          <p:cNvSpPr>
            <a:spLocks xmlns:a="http://schemas.openxmlformats.org/drawingml/2006/main" noGrp="1"/>
          </p:cNvSpPr>
          <p:nvPr/>
        </p:nvSpPr>
        <p:spPr>
          <a:xfrm xmlns:a="http://schemas.openxmlformats.org/drawingml/2006/main">
            <a:off x="609600" y="2914650"/>
            <a:ext cx="1093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B6A64"/>
                </a:solidFill>
                <a:latin typeface="Microsoft YaHei"/>
                <a:ea typeface="Microsoft YaHei"/>
                <a:cs typeface="Microsoft YaHei"/>
              </a:defRPr>
            </a:defPPr>
            <a:lvl1pPr>
              <a:defRPr sz="2025" b="1">
                <a:solidFill>
                  <a:srgbClr val="0B6A64"/>
                </a:solidFill>
                <a:latin typeface="Microsoft YaHei"/>
                <a:ea typeface="Microsoft YaHei"/>
                <a:cs typeface="Microsoft YaHei"/>
              </a:defRPr>
            </a:lvl1pPr>
            <a:lvl2pPr>
              <a:defRPr sz="2025" b="1">
                <a:solidFill>
                  <a:srgbClr val="0B6A64"/>
                </a:solidFill>
                <a:latin typeface="Microsoft YaHei"/>
                <a:ea typeface="Microsoft YaHei"/>
                <a:cs typeface="Microsoft YaHei"/>
              </a:defRPr>
            </a:lvl2pPr>
            <a:lvl3pPr>
              <a:defRPr sz="2025" b="1">
                <a:solidFill>
                  <a:srgbClr val="0B6A64"/>
                </a:solidFill>
                <a:latin typeface="Microsoft YaHei"/>
                <a:ea typeface="Microsoft YaHei"/>
                <a:cs typeface="Microsoft YaHei"/>
              </a:defRPr>
            </a:lvl3pPr>
            <a:lvl4pPr>
              <a:defRPr sz="2025" b="1">
                <a:solidFill>
                  <a:srgbClr val="0B6A64"/>
                </a:solidFill>
                <a:latin typeface="Microsoft YaHei"/>
                <a:ea typeface="Microsoft YaHei"/>
                <a:cs typeface="Microsoft YaHei"/>
              </a:defRPr>
            </a:lvl4pPr>
            <a:lvl5pPr>
              <a:defRPr sz="2025" b="1">
                <a:solidFill>
                  <a:srgbClr val="0B6A64"/>
                </a:solidFill>
                <a:latin typeface="Microsoft YaHei"/>
                <a:ea typeface="Microsoft YaHei"/>
                <a:cs typeface="Microsoft YaHei"/>
              </a:defRPr>
            </a:lvl5pPr>
            <a:lvl6pPr>
              <a:defRPr sz="2025" b="1">
                <a:solidFill>
                  <a:srgbClr val="0B6A64"/>
                </a:solidFill>
                <a:latin typeface="Microsoft YaHei"/>
                <a:ea typeface="Microsoft YaHei"/>
                <a:cs typeface="Microsoft YaHei"/>
              </a:defRPr>
            </a:lvl6pPr>
            <a:lvl7pPr>
              <a:defRPr sz="2025" b="1">
                <a:solidFill>
                  <a:srgbClr val="0B6A64"/>
                </a:solidFill>
                <a:latin typeface="Microsoft YaHei"/>
                <a:ea typeface="Microsoft YaHei"/>
                <a:cs typeface="Microsoft YaHei"/>
              </a:defRPr>
            </a:lvl7pPr>
            <a:lvl8pPr>
              <a:defRPr sz="2025" b="1">
                <a:solidFill>
                  <a:srgbClr val="0B6A64"/>
                </a:solidFill>
                <a:latin typeface="Microsoft YaHei"/>
                <a:ea typeface="Microsoft YaHei"/>
                <a:cs typeface="Microsoft YaHei"/>
              </a:defRPr>
            </a:lvl8pPr>
            <a:lvl9pPr>
              <a:defRPr sz="2025" b="1">
                <a:solidFill>
                  <a:srgbClr val="0B6A64"/>
                </a:solidFill>
                <a:latin typeface="Microsoft YaHei"/>
                <a:ea typeface="Microsoft YaHei"/>
                <a:cs typeface="Microsoft YaHei"/>
              </a:defRPr>
            </a:lvl9pPr>
          </a:lstStyle>
          <a:p xmlns:a="http://schemas.openxmlformats.org/drawingml/2006/main">
            <a:pPr>
              <a:buNone/>
              <a:defRPr sz="2025" b="1">
                <a:solidFill>
                  <a:srgbClr val="0B6A64"/>
                </a:solidFill>
                <a:latin typeface="Microsoft YaHei"/>
                <a:ea typeface="Microsoft YaHei"/>
                <a:cs typeface="Microsoft YaHei"/>
              </a:defRPr>
            </a:pPr>
            <a:r>
              <a:rPr sz="2025" b="1">
                <a:solidFill>
                  <a:srgbClr val="0B6A64"/>
                </a:solidFill>
                <a:latin typeface="Microsoft YaHei"/>
                <a:ea typeface="Microsoft YaHei"/>
                <a:cs typeface="Microsoft YaHei"/>
              </a:rPr>
              <a:t>各层负责什么</a:t>
            </a:r>
          </a:p>
        </p:txBody>
      </p:sp>
      <p:sp>
        <p:nvSpPr>
          <p:cNvPr id="5" name="responsibility-0">
            <a:extLst xmlns:a="http://schemas.openxmlformats.org/drawingml/2006/main">
              <a:ext uri="{FF2B5EF4-FFF2-40B4-BE49-F238E27FC236}">
                <a16:creationId xmlns:a16="http://schemas.microsoft.com/office/drawing/2014/main" id="{294EF043-B80D-4DDB-B9C0-37A4C1FDF539}"/>
              </a:ext>
            </a:extLst>
          </p:cNvPr>
          <p:cNvSpPr>
            <a:spLocks xmlns:a="http://schemas.openxmlformats.org/drawingml/2006/main" noGrp="1"/>
          </p:cNvSpPr>
          <p:nvPr/>
        </p:nvSpPr>
        <p:spPr>
          <a:xfrm xmlns:a="http://schemas.openxmlformats.org/drawingml/2006/main">
            <a:off x="609600" y="3438525"/>
            <a:ext cx="10934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62333"/>
                </a:solidFill>
                <a:latin typeface="Microsoft YaHei"/>
                <a:ea typeface="Microsoft YaHei"/>
                <a:cs typeface="Microsoft YaHei"/>
              </a:defRPr>
            </a:defPPr>
            <a:lvl1pPr>
              <a:defRPr sz="1875" b="0">
                <a:solidFill>
                  <a:srgbClr val="162333"/>
                </a:solidFill>
                <a:latin typeface="Microsoft YaHei"/>
                <a:ea typeface="Microsoft YaHei"/>
                <a:cs typeface="Microsoft YaHei"/>
              </a:defRPr>
            </a:lvl1pPr>
            <a:lvl2pPr>
              <a:defRPr sz="1875" b="0">
                <a:solidFill>
                  <a:srgbClr val="162333"/>
                </a:solidFill>
                <a:latin typeface="Microsoft YaHei"/>
                <a:ea typeface="Microsoft YaHei"/>
                <a:cs typeface="Microsoft YaHei"/>
              </a:defRPr>
            </a:lvl2pPr>
            <a:lvl3pPr>
              <a:defRPr sz="1875" b="0">
                <a:solidFill>
                  <a:srgbClr val="162333"/>
                </a:solidFill>
                <a:latin typeface="Microsoft YaHei"/>
                <a:ea typeface="Microsoft YaHei"/>
                <a:cs typeface="Microsoft YaHei"/>
              </a:defRPr>
            </a:lvl3pPr>
            <a:lvl4pPr>
              <a:defRPr sz="1875" b="0">
                <a:solidFill>
                  <a:srgbClr val="162333"/>
                </a:solidFill>
                <a:latin typeface="Microsoft YaHei"/>
                <a:ea typeface="Microsoft YaHei"/>
                <a:cs typeface="Microsoft YaHei"/>
              </a:defRPr>
            </a:lvl4pPr>
            <a:lvl5pPr>
              <a:defRPr sz="1875" b="0">
                <a:solidFill>
                  <a:srgbClr val="162333"/>
                </a:solidFill>
                <a:latin typeface="Microsoft YaHei"/>
                <a:ea typeface="Microsoft YaHei"/>
                <a:cs typeface="Microsoft YaHei"/>
              </a:defRPr>
            </a:lvl5pPr>
            <a:lvl6pPr>
              <a:defRPr sz="1875" b="0">
                <a:solidFill>
                  <a:srgbClr val="162333"/>
                </a:solidFill>
                <a:latin typeface="Microsoft YaHei"/>
                <a:ea typeface="Microsoft YaHei"/>
                <a:cs typeface="Microsoft YaHei"/>
              </a:defRPr>
            </a:lvl6pPr>
            <a:lvl7pPr>
              <a:defRPr sz="1875" b="0">
                <a:solidFill>
                  <a:srgbClr val="162333"/>
                </a:solidFill>
                <a:latin typeface="Microsoft YaHei"/>
                <a:ea typeface="Microsoft YaHei"/>
                <a:cs typeface="Microsoft YaHei"/>
              </a:defRPr>
            </a:lvl7pPr>
            <a:lvl8pPr>
              <a:defRPr sz="1875" b="0">
                <a:solidFill>
                  <a:srgbClr val="162333"/>
                </a:solidFill>
                <a:latin typeface="Microsoft YaHei"/>
                <a:ea typeface="Microsoft YaHei"/>
                <a:cs typeface="Microsoft YaHei"/>
              </a:defRPr>
            </a:lvl8pPr>
            <a:lvl9pPr>
              <a:defRPr sz="1875" b="0">
                <a:solidFill>
                  <a:srgbClr val="162333"/>
                </a:solidFill>
                <a:latin typeface="Microsoft YaHei"/>
                <a:ea typeface="Microsoft YaHei"/>
                <a:cs typeface="Microsoft YaHei"/>
              </a:defRPr>
            </a:lvl9pPr>
          </a:lstStyle>
          <a:p xmlns:a="http://schemas.openxmlformats.org/drawingml/2006/main">
            <a:pPr>
              <a:buNone/>
              <a:defRPr sz="1875" b="0">
                <a:solidFill>
                  <a:srgbClr val="162333"/>
                </a:solidFill>
                <a:latin typeface="Microsoft YaHei"/>
                <a:ea typeface="Microsoft YaHei"/>
                <a:cs typeface="Microsoft YaHei"/>
              </a:defRPr>
            </a:pPr>
            <a:r>
              <a:rPr sz="1875" b="0">
                <a:solidFill>
                  <a:srgbClr val="162333"/>
                </a:solidFill>
                <a:latin typeface="Microsoft YaHei"/>
                <a:ea typeface="Microsoft YaHei"/>
                <a:cs typeface="Microsoft YaHei"/>
              </a:rPr>
              <a:t>1. 模型目录协议与生成维护</a:t>
            </a:r>
          </a:p>
        </p:txBody>
      </p:sp>
      <p:sp>
        <p:nvSpPr>
          <p:cNvPr id="6" name="responsibility-1">
            <a:extLst xmlns:a="http://schemas.openxmlformats.org/drawingml/2006/main">
              <a:ext uri="{FF2B5EF4-FFF2-40B4-BE49-F238E27FC236}">
                <a16:creationId xmlns:a16="http://schemas.microsoft.com/office/drawing/2014/main" id="{5FB5E062-0C52-4429-B458-26456EC9B6BF}"/>
              </a:ext>
            </a:extLst>
          </p:cNvPr>
          <p:cNvSpPr>
            <a:spLocks xmlns:a="http://schemas.openxmlformats.org/drawingml/2006/main" noGrp="1"/>
          </p:cNvSpPr>
          <p:nvPr/>
        </p:nvSpPr>
        <p:spPr>
          <a:xfrm xmlns:a="http://schemas.openxmlformats.org/drawingml/2006/main">
            <a:off x="609600" y="3895725"/>
            <a:ext cx="10934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62333"/>
                </a:solidFill>
                <a:latin typeface="Microsoft YaHei"/>
                <a:ea typeface="Microsoft YaHei"/>
                <a:cs typeface="Microsoft YaHei"/>
              </a:defRPr>
            </a:defPPr>
            <a:lvl1pPr>
              <a:defRPr sz="1875" b="0">
                <a:solidFill>
                  <a:srgbClr val="162333"/>
                </a:solidFill>
                <a:latin typeface="Microsoft YaHei"/>
                <a:ea typeface="Microsoft YaHei"/>
                <a:cs typeface="Microsoft YaHei"/>
              </a:defRPr>
            </a:lvl1pPr>
            <a:lvl2pPr>
              <a:defRPr sz="1875" b="0">
                <a:solidFill>
                  <a:srgbClr val="162333"/>
                </a:solidFill>
                <a:latin typeface="Microsoft YaHei"/>
                <a:ea typeface="Microsoft YaHei"/>
                <a:cs typeface="Microsoft YaHei"/>
              </a:defRPr>
            </a:lvl2pPr>
            <a:lvl3pPr>
              <a:defRPr sz="1875" b="0">
                <a:solidFill>
                  <a:srgbClr val="162333"/>
                </a:solidFill>
                <a:latin typeface="Microsoft YaHei"/>
                <a:ea typeface="Microsoft YaHei"/>
                <a:cs typeface="Microsoft YaHei"/>
              </a:defRPr>
            </a:lvl3pPr>
            <a:lvl4pPr>
              <a:defRPr sz="1875" b="0">
                <a:solidFill>
                  <a:srgbClr val="162333"/>
                </a:solidFill>
                <a:latin typeface="Microsoft YaHei"/>
                <a:ea typeface="Microsoft YaHei"/>
                <a:cs typeface="Microsoft YaHei"/>
              </a:defRPr>
            </a:lvl4pPr>
            <a:lvl5pPr>
              <a:defRPr sz="1875" b="0">
                <a:solidFill>
                  <a:srgbClr val="162333"/>
                </a:solidFill>
                <a:latin typeface="Microsoft YaHei"/>
                <a:ea typeface="Microsoft YaHei"/>
                <a:cs typeface="Microsoft YaHei"/>
              </a:defRPr>
            </a:lvl5pPr>
            <a:lvl6pPr>
              <a:defRPr sz="1875" b="0">
                <a:solidFill>
                  <a:srgbClr val="162333"/>
                </a:solidFill>
                <a:latin typeface="Microsoft YaHei"/>
                <a:ea typeface="Microsoft YaHei"/>
                <a:cs typeface="Microsoft YaHei"/>
              </a:defRPr>
            </a:lvl6pPr>
            <a:lvl7pPr>
              <a:defRPr sz="1875" b="0">
                <a:solidFill>
                  <a:srgbClr val="162333"/>
                </a:solidFill>
                <a:latin typeface="Microsoft YaHei"/>
                <a:ea typeface="Microsoft YaHei"/>
                <a:cs typeface="Microsoft YaHei"/>
              </a:defRPr>
            </a:lvl7pPr>
            <a:lvl8pPr>
              <a:defRPr sz="1875" b="0">
                <a:solidFill>
                  <a:srgbClr val="162333"/>
                </a:solidFill>
                <a:latin typeface="Microsoft YaHei"/>
                <a:ea typeface="Microsoft YaHei"/>
                <a:cs typeface="Microsoft YaHei"/>
              </a:defRPr>
            </a:lvl8pPr>
            <a:lvl9pPr>
              <a:defRPr sz="1875" b="0">
                <a:solidFill>
                  <a:srgbClr val="162333"/>
                </a:solidFill>
                <a:latin typeface="Microsoft YaHei"/>
                <a:ea typeface="Microsoft YaHei"/>
                <a:cs typeface="Microsoft YaHei"/>
              </a:defRPr>
            </a:lvl9pPr>
          </a:lstStyle>
          <a:p xmlns:a="http://schemas.openxmlformats.org/drawingml/2006/main">
            <a:pPr>
              <a:buNone/>
              <a:defRPr sz="1875" b="0">
                <a:solidFill>
                  <a:srgbClr val="162333"/>
                </a:solidFill>
                <a:latin typeface="Microsoft YaHei"/>
                <a:ea typeface="Microsoft YaHei"/>
                <a:cs typeface="Microsoft YaHei"/>
              </a:defRPr>
            </a:pPr>
            <a:r>
              <a:rPr sz="1875" b="0">
                <a:solidFill>
                  <a:srgbClr val="162333"/>
                </a:solidFill>
                <a:latin typeface="Microsoft YaHei"/>
                <a:ea typeface="Microsoft YaHei"/>
                <a:cs typeface="Microsoft YaHei"/>
              </a:rPr>
              <a:t>2. 安装锁生成与生命周期脚本审查</a:t>
            </a:r>
          </a:p>
        </p:txBody>
      </p:sp>
      <p:sp>
        <p:nvSpPr>
          <p:cNvPr id="7" name="responsibility-2">
            <a:extLst xmlns:a="http://schemas.openxmlformats.org/drawingml/2006/main">
              <a:ext uri="{FF2B5EF4-FFF2-40B4-BE49-F238E27FC236}">
                <a16:creationId xmlns:a16="http://schemas.microsoft.com/office/drawing/2014/main" id="{773AAEBE-88F0-4B38-A7A6-3EA8A850BE16}"/>
              </a:ext>
            </a:extLst>
          </p:cNvPr>
          <p:cNvSpPr>
            <a:spLocks xmlns:a="http://schemas.openxmlformats.org/drawingml/2006/main" noGrp="1"/>
          </p:cNvSpPr>
          <p:nvPr/>
        </p:nvSpPr>
        <p:spPr>
          <a:xfrm xmlns:a="http://schemas.openxmlformats.org/drawingml/2006/main">
            <a:off x="609600" y="4352925"/>
            <a:ext cx="10934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62333"/>
                </a:solidFill>
                <a:latin typeface="Microsoft YaHei"/>
                <a:ea typeface="Microsoft YaHei"/>
                <a:cs typeface="Microsoft YaHei"/>
              </a:defRPr>
            </a:defPPr>
            <a:lvl1pPr>
              <a:defRPr sz="1875" b="0">
                <a:solidFill>
                  <a:srgbClr val="162333"/>
                </a:solidFill>
                <a:latin typeface="Microsoft YaHei"/>
                <a:ea typeface="Microsoft YaHei"/>
                <a:cs typeface="Microsoft YaHei"/>
              </a:defRPr>
            </a:lvl1pPr>
            <a:lvl2pPr>
              <a:defRPr sz="1875" b="0">
                <a:solidFill>
                  <a:srgbClr val="162333"/>
                </a:solidFill>
                <a:latin typeface="Microsoft YaHei"/>
                <a:ea typeface="Microsoft YaHei"/>
                <a:cs typeface="Microsoft YaHei"/>
              </a:defRPr>
            </a:lvl2pPr>
            <a:lvl3pPr>
              <a:defRPr sz="1875" b="0">
                <a:solidFill>
                  <a:srgbClr val="162333"/>
                </a:solidFill>
                <a:latin typeface="Microsoft YaHei"/>
                <a:ea typeface="Microsoft YaHei"/>
                <a:cs typeface="Microsoft YaHei"/>
              </a:defRPr>
            </a:lvl3pPr>
            <a:lvl4pPr>
              <a:defRPr sz="1875" b="0">
                <a:solidFill>
                  <a:srgbClr val="162333"/>
                </a:solidFill>
                <a:latin typeface="Microsoft YaHei"/>
                <a:ea typeface="Microsoft YaHei"/>
                <a:cs typeface="Microsoft YaHei"/>
              </a:defRPr>
            </a:lvl4pPr>
            <a:lvl5pPr>
              <a:defRPr sz="1875" b="0">
                <a:solidFill>
                  <a:srgbClr val="162333"/>
                </a:solidFill>
                <a:latin typeface="Microsoft YaHei"/>
                <a:ea typeface="Microsoft YaHei"/>
                <a:cs typeface="Microsoft YaHei"/>
              </a:defRPr>
            </a:lvl5pPr>
            <a:lvl6pPr>
              <a:defRPr sz="1875" b="0">
                <a:solidFill>
                  <a:srgbClr val="162333"/>
                </a:solidFill>
                <a:latin typeface="Microsoft YaHei"/>
                <a:ea typeface="Microsoft YaHei"/>
                <a:cs typeface="Microsoft YaHei"/>
              </a:defRPr>
            </a:lvl6pPr>
            <a:lvl7pPr>
              <a:defRPr sz="1875" b="0">
                <a:solidFill>
                  <a:srgbClr val="162333"/>
                </a:solidFill>
                <a:latin typeface="Microsoft YaHei"/>
                <a:ea typeface="Microsoft YaHei"/>
                <a:cs typeface="Microsoft YaHei"/>
              </a:defRPr>
            </a:lvl7pPr>
            <a:lvl8pPr>
              <a:defRPr sz="1875" b="0">
                <a:solidFill>
                  <a:srgbClr val="162333"/>
                </a:solidFill>
                <a:latin typeface="Microsoft YaHei"/>
                <a:ea typeface="Microsoft YaHei"/>
                <a:cs typeface="Microsoft YaHei"/>
              </a:defRPr>
            </a:lvl8pPr>
            <a:lvl9pPr>
              <a:defRPr sz="1875" b="0">
                <a:solidFill>
                  <a:srgbClr val="162333"/>
                </a:solidFill>
                <a:latin typeface="Microsoft YaHei"/>
                <a:ea typeface="Microsoft YaHei"/>
                <a:cs typeface="Microsoft YaHei"/>
              </a:defRPr>
            </a:lvl9pPr>
          </a:lstStyle>
          <a:p xmlns:a="http://schemas.openxmlformats.org/drawingml/2006/main">
            <a:pPr>
              <a:buNone/>
              <a:defRPr sz="1875" b="0">
                <a:solidFill>
                  <a:srgbClr val="162333"/>
                </a:solidFill>
                <a:latin typeface="Microsoft YaHei"/>
                <a:ea typeface="Microsoft YaHei"/>
                <a:cs typeface="Microsoft YaHei"/>
              </a:defRPr>
            </a:pPr>
            <a:r>
              <a:rPr sz="1875" b="0">
                <a:solidFill>
                  <a:srgbClr val="162333"/>
                </a:solidFill>
                <a:latin typeface="Microsoft YaHei"/>
                <a:ea typeface="Microsoft YaHei"/>
                <a:cs typeface="Microsoft YaHei"/>
              </a:rPr>
              <a:t>3. 打包、发布与版本同步</a:t>
            </a:r>
          </a:p>
        </p:txBody>
      </p:sp>
      <p:sp>
        <p:nvSpPr>
          <p:cNvPr id="8" name="responsibility-3">
            <a:extLst xmlns:a="http://schemas.openxmlformats.org/drawingml/2006/main">
              <a:ext uri="{FF2B5EF4-FFF2-40B4-BE49-F238E27FC236}">
                <a16:creationId xmlns:a16="http://schemas.microsoft.com/office/drawing/2014/main" id="{35C00C9C-7111-47D5-B25A-C7DFB78C9F0B}"/>
              </a:ext>
            </a:extLst>
          </p:cNvPr>
          <p:cNvSpPr>
            <a:spLocks xmlns:a="http://schemas.openxmlformats.org/drawingml/2006/main" noGrp="1"/>
          </p:cNvSpPr>
          <p:nvPr/>
        </p:nvSpPr>
        <p:spPr>
          <a:xfrm xmlns:a="http://schemas.openxmlformats.org/drawingml/2006/main">
            <a:off x="609600" y="4810125"/>
            <a:ext cx="10934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62333"/>
                </a:solidFill>
                <a:latin typeface="Microsoft YaHei"/>
                <a:ea typeface="Microsoft YaHei"/>
                <a:cs typeface="Microsoft YaHei"/>
              </a:defRPr>
            </a:defPPr>
            <a:lvl1pPr>
              <a:defRPr sz="1875" b="0">
                <a:solidFill>
                  <a:srgbClr val="162333"/>
                </a:solidFill>
                <a:latin typeface="Microsoft YaHei"/>
                <a:ea typeface="Microsoft YaHei"/>
                <a:cs typeface="Microsoft YaHei"/>
              </a:defRPr>
            </a:lvl1pPr>
            <a:lvl2pPr>
              <a:defRPr sz="1875" b="0">
                <a:solidFill>
                  <a:srgbClr val="162333"/>
                </a:solidFill>
                <a:latin typeface="Microsoft YaHei"/>
                <a:ea typeface="Microsoft YaHei"/>
                <a:cs typeface="Microsoft YaHei"/>
              </a:defRPr>
            </a:lvl2pPr>
            <a:lvl3pPr>
              <a:defRPr sz="1875" b="0">
                <a:solidFill>
                  <a:srgbClr val="162333"/>
                </a:solidFill>
                <a:latin typeface="Microsoft YaHei"/>
                <a:ea typeface="Microsoft YaHei"/>
                <a:cs typeface="Microsoft YaHei"/>
              </a:defRPr>
            </a:lvl3pPr>
            <a:lvl4pPr>
              <a:defRPr sz="1875" b="0">
                <a:solidFill>
                  <a:srgbClr val="162333"/>
                </a:solidFill>
                <a:latin typeface="Microsoft YaHei"/>
                <a:ea typeface="Microsoft YaHei"/>
                <a:cs typeface="Microsoft YaHei"/>
              </a:defRPr>
            </a:lvl4pPr>
            <a:lvl5pPr>
              <a:defRPr sz="1875" b="0">
                <a:solidFill>
                  <a:srgbClr val="162333"/>
                </a:solidFill>
                <a:latin typeface="Microsoft YaHei"/>
                <a:ea typeface="Microsoft YaHei"/>
                <a:cs typeface="Microsoft YaHei"/>
              </a:defRPr>
            </a:lvl5pPr>
            <a:lvl6pPr>
              <a:defRPr sz="1875" b="0">
                <a:solidFill>
                  <a:srgbClr val="162333"/>
                </a:solidFill>
                <a:latin typeface="Microsoft YaHei"/>
                <a:ea typeface="Microsoft YaHei"/>
                <a:cs typeface="Microsoft YaHei"/>
              </a:defRPr>
            </a:lvl6pPr>
            <a:lvl7pPr>
              <a:defRPr sz="1875" b="0">
                <a:solidFill>
                  <a:srgbClr val="162333"/>
                </a:solidFill>
                <a:latin typeface="Microsoft YaHei"/>
                <a:ea typeface="Microsoft YaHei"/>
                <a:cs typeface="Microsoft YaHei"/>
              </a:defRPr>
            </a:lvl7pPr>
            <a:lvl8pPr>
              <a:defRPr sz="1875" b="0">
                <a:solidFill>
                  <a:srgbClr val="162333"/>
                </a:solidFill>
                <a:latin typeface="Microsoft YaHei"/>
                <a:ea typeface="Microsoft YaHei"/>
                <a:cs typeface="Microsoft YaHei"/>
              </a:defRPr>
            </a:lvl8pPr>
            <a:lvl9pPr>
              <a:defRPr sz="1875" b="0">
                <a:solidFill>
                  <a:srgbClr val="162333"/>
                </a:solidFill>
                <a:latin typeface="Microsoft YaHei"/>
                <a:ea typeface="Microsoft YaHei"/>
                <a:cs typeface="Microsoft YaHei"/>
              </a:defRPr>
            </a:lvl9pPr>
          </a:lstStyle>
          <a:p xmlns:a="http://schemas.openxmlformats.org/drawingml/2006/main">
            <a:pPr>
              <a:buNone/>
              <a:defRPr sz="1875" b="0">
                <a:solidFill>
                  <a:srgbClr val="162333"/>
                </a:solidFill>
                <a:latin typeface="Microsoft YaHei"/>
                <a:ea typeface="Microsoft YaHei"/>
                <a:cs typeface="Microsoft YaHei"/>
              </a:defRPr>
            </a:pPr>
            <a:r>
              <a:rPr sz="1875" b="0">
                <a:solidFill>
                  <a:srgbClr val="162333"/>
                </a:solidFill>
                <a:latin typeface="Microsoft YaHei"/>
                <a:ea typeface="Microsoft YaHei"/>
                <a:cs typeface="Microsoft YaHei"/>
              </a:rPr>
              <a:t>4. 源码解析器与历史实验资料</a:t>
            </a:r>
          </a:p>
        </p:txBody>
      </p:sp>
      <p:sp>
        <p:nvSpPr>
          <p:cNvPr id="9" name="footer">
            <a:extLst xmlns:a="http://schemas.openxmlformats.org/drawingml/2006/main">
              <a:ext uri="{FF2B5EF4-FFF2-40B4-BE49-F238E27FC236}">
                <a16:creationId xmlns:a16="http://schemas.microsoft.com/office/drawing/2014/main" id="{8481F8BE-9EDE-4C14-A8DD-5245E9AA651A}"/>
              </a:ext>
            </a:extLst>
          </p:cNvPr>
          <p:cNvSpPr>
            <a:spLocks xmlns:a="http://schemas.openxmlformats.org/drawingml/2006/main" noGrp="1"/>
          </p:cNvSpPr>
          <p:nvPr/>
        </p:nvSpPr>
        <p:spPr>
          <a:xfrm xmlns:a="http://schemas.openxmlformats.org/drawingml/2006/main">
            <a:off x="609600" y="6372225"/>
            <a:ext cx="10934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6677B"/>
                </a:solidFill>
                <a:latin typeface="Microsoft YaHei"/>
                <a:ea typeface="Microsoft YaHei"/>
                <a:cs typeface="Microsoft YaHei"/>
              </a:defRPr>
            </a:defPPr>
            <a:lvl1pPr>
              <a:defRPr sz="1200" b="0">
                <a:solidFill>
                  <a:srgbClr val="56677B"/>
                </a:solidFill>
                <a:latin typeface="Microsoft YaHei"/>
                <a:ea typeface="Microsoft YaHei"/>
                <a:cs typeface="Microsoft YaHei"/>
              </a:defRPr>
            </a:lvl1pPr>
            <a:lvl2pPr>
              <a:defRPr sz="1200" b="0">
                <a:solidFill>
                  <a:srgbClr val="56677B"/>
                </a:solidFill>
                <a:latin typeface="Microsoft YaHei"/>
                <a:ea typeface="Microsoft YaHei"/>
                <a:cs typeface="Microsoft YaHei"/>
              </a:defRPr>
            </a:lvl2pPr>
            <a:lvl3pPr>
              <a:defRPr sz="1200" b="0">
                <a:solidFill>
                  <a:srgbClr val="56677B"/>
                </a:solidFill>
                <a:latin typeface="Microsoft YaHei"/>
                <a:ea typeface="Microsoft YaHei"/>
                <a:cs typeface="Microsoft YaHei"/>
              </a:defRPr>
            </a:lvl3pPr>
            <a:lvl4pPr>
              <a:defRPr sz="1200" b="0">
                <a:solidFill>
                  <a:srgbClr val="56677B"/>
                </a:solidFill>
                <a:latin typeface="Microsoft YaHei"/>
                <a:ea typeface="Microsoft YaHei"/>
                <a:cs typeface="Microsoft YaHei"/>
              </a:defRPr>
            </a:lvl4pPr>
            <a:lvl5pPr>
              <a:defRPr sz="1200" b="0">
                <a:solidFill>
                  <a:srgbClr val="56677B"/>
                </a:solidFill>
                <a:latin typeface="Microsoft YaHei"/>
                <a:ea typeface="Microsoft YaHei"/>
                <a:cs typeface="Microsoft YaHei"/>
              </a:defRPr>
            </a:lvl5pPr>
            <a:lvl6pPr>
              <a:defRPr sz="1200" b="0">
                <a:solidFill>
                  <a:srgbClr val="56677B"/>
                </a:solidFill>
                <a:latin typeface="Microsoft YaHei"/>
                <a:ea typeface="Microsoft YaHei"/>
                <a:cs typeface="Microsoft YaHei"/>
              </a:defRPr>
            </a:lvl6pPr>
            <a:lvl7pPr>
              <a:defRPr sz="1200" b="0">
                <a:solidFill>
                  <a:srgbClr val="56677B"/>
                </a:solidFill>
                <a:latin typeface="Microsoft YaHei"/>
                <a:ea typeface="Microsoft YaHei"/>
                <a:cs typeface="Microsoft YaHei"/>
              </a:defRPr>
            </a:lvl7pPr>
            <a:lvl8pPr>
              <a:defRPr sz="1200" b="0">
                <a:solidFill>
                  <a:srgbClr val="56677B"/>
                </a:solidFill>
                <a:latin typeface="Microsoft YaHei"/>
                <a:ea typeface="Microsoft YaHei"/>
                <a:cs typeface="Microsoft YaHei"/>
              </a:defRPr>
            </a:lvl8pPr>
            <a:lvl9pPr>
              <a:defRPr sz="1200" b="0">
                <a:solidFill>
                  <a:srgbClr val="56677B"/>
                </a:solidFill>
                <a:latin typeface="Microsoft YaHei"/>
                <a:ea typeface="Microsoft YaHei"/>
                <a:cs typeface="Microsoft YaHei"/>
              </a:defRPr>
            </a:lvl9pPr>
          </a:lstStyle>
          <a:p xmlns:a="http://schemas.openxmlformats.org/drawingml/2006/main">
            <a:pPr>
              <a:buNone/>
              <a:defRPr sz="1200" b="0">
                <a:solidFill>
                  <a:srgbClr val="56677B"/>
                </a:solidFill>
                <a:latin typeface="Microsoft YaHei"/>
                <a:ea typeface="Microsoft YaHei"/>
                <a:cs typeface="Microsoft YaHei"/>
              </a:defRPr>
            </a:pPr>
            <a:r>
              <a:rPr sz="1200" b="0">
                <a:solidFill>
                  <a:srgbClr val="56677B"/>
                </a:solidFill>
                <a:latin typeface="Microsoft YaHei"/>
                <a:ea typeface="Microsoft YaHei"/>
                <a:cs typeface="Microsoft YaHei"/>
              </a:rPr>
              <a:t>Pi 源码精通路线   /   release-upgrade   /   1     基线 136b87e8a · 源码与参考答案见讲者备注</a:t>
            </a:r>
          </a:p>
        </p:txBody>
      </p:sp>
    </p:spTree>
    <p:extLst>
      <p:ext uri="{BB962C8B-B14F-4D97-AF65-F5344CB8AC3E}">
        <p14:creationId xmlns:p14="http://schemas.microsoft.com/office/powerpoint/2010/main" val="1342668407"/>
      </p:ext>
    </p:extLst>
  </p:cSld>
</p:sld>
</file>

<file path=ppt/slides/slide5.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2" name="eyebrow">
            <a:extLst xmlns:a="http://schemas.openxmlformats.org/drawingml/2006/main">
              <a:ext uri="{FF2B5EF4-FFF2-40B4-BE49-F238E27FC236}">
                <a16:creationId xmlns:a16="http://schemas.microsoft.com/office/drawing/2014/main" id="{FF31C894-0B30-4ED5-A679-66A73CF43E81}"/>
              </a:ext>
            </a:extLst>
          </p:cNvPr>
          <p:cNvSpPr>
            <a:spLocks xmlns:a="http://schemas.openxmlformats.org/drawingml/2006/main" noGrp="1"/>
          </p:cNvSpPr>
          <p:nvPr/>
        </p:nvSpPr>
        <p:spPr>
          <a:xfrm xmlns:a="http://schemas.openxmlformats.org/drawingml/2006/main">
            <a:off x="609600" y="30480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0B6A64"/>
                </a:solidFill>
                <a:latin typeface="Microsoft YaHei"/>
                <a:ea typeface="Microsoft YaHei"/>
                <a:cs typeface="Microsoft YaHei"/>
              </a:defRPr>
            </a:defPPr>
            <a:lvl1pPr>
              <a:defRPr sz="1500" b="1">
                <a:solidFill>
                  <a:srgbClr val="0B6A64"/>
                </a:solidFill>
                <a:latin typeface="Microsoft YaHei"/>
                <a:ea typeface="Microsoft YaHei"/>
                <a:cs typeface="Microsoft YaHei"/>
              </a:defRPr>
            </a:lvl1pPr>
            <a:lvl2pPr>
              <a:defRPr sz="1500" b="1">
                <a:solidFill>
                  <a:srgbClr val="0B6A64"/>
                </a:solidFill>
                <a:latin typeface="Microsoft YaHei"/>
                <a:ea typeface="Microsoft YaHei"/>
                <a:cs typeface="Microsoft YaHei"/>
              </a:defRPr>
            </a:lvl2pPr>
            <a:lvl3pPr>
              <a:defRPr sz="1500" b="1">
                <a:solidFill>
                  <a:srgbClr val="0B6A64"/>
                </a:solidFill>
                <a:latin typeface="Microsoft YaHei"/>
                <a:ea typeface="Microsoft YaHei"/>
                <a:cs typeface="Microsoft YaHei"/>
              </a:defRPr>
            </a:lvl3pPr>
            <a:lvl4pPr>
              <a:defRPr sz="1500" b="1">
                <a:solidFill>
                  <a:srgbClr val="0B6A64"/>
                </a:solidFill>
                <a:latin typeface="Microsoft YaHei"/>
                <a:ea typeface="Microsoft YaHei"/>
                <a:cs typeface="Microsoft YaHei"/>
              </a:defRPr>
            </a:lvl4pPr>
            <a:lvl5pPr>
              <a:defRPr sz="1500" b="1">
                <a:solidFill>
                  <a:srgbClr val="0B6A64"/>
                </a:solidFill>
                <a:latin typeface="Microsoft YaHei"/>
                <a:ea typeface="Microsoft YaHei"/>
                <a:cs typeface="Microsoft YaHei"/>
              </a:defRPr>
            </a:lvl5pPr>
            <a:lvl6pPr>
              <a:defRPr sz="1500" b="1">
                <a:solidFill>
                  <a:srgbClr val="0B6A64"/>
                </a:solidFill>
                <a:latin typeface="Microsoft YaHei"/>
                <a:ea typeface="Microsoft YaHei"/>
                <a:cs typeface="Microsoft YaHei"/>
              </a:defRPr>
            </a:lvl6pPr>
            <a:lvl7pPr>
              <a:defRPr sz="1500" b="1">
                <a:solidFill>
                  <a:srgbClr val="0B6A64"/>
                </a:solidFill>
                <a:latin typeface="Microsoft YaHei"/>
                <a:ea typeface="Microsoft YaHei"/>
                <a:cs typeface="Microsoft YaHei"/>
              </a:defRPr>
            </a:lvl7pPr>
            <a:lvl8pPr>
              <a:defRPr sz="1500" b="1">
                <a:solidFill>
                  <a:srgbClr val="0B6A64"/>
                </a:solidFill>
                <a:latin typeface="Microsoft YaHei"/>
                <a:ea typeface="Microsoft YaHei"/>
                <a:cs typeface="Microsoft YaHei"/>
              </a:defRPr>
            </a:lvl8pPr>
            <a:lvl9pPr>
              <a:defRPr sz="1500" b="1">
                <a:solidFill>
                  <a:srgbClr val="0B6A64"/>
                </a:solidFill>
                <a:latin typeface="Microsoft YaHei"/>
                <a:ea typeface="Microsoft YaHei"/>
                <a:cs typeface="Microsoft YaHei"/>
              </a:defRPr>
            </a:lvl9pPr>
          </a:lstStyle>
          <a:p xmlns:a="http://schemas.openxmlformats.org/drawingml/2006/main">
            <a:pPr>
              <a:buNone/>
              <a:defRPr sz="1500" b="1">
                <a:solidFill>
                  <a:srgbClr val="0B6A64"/>
                </a:solidFill>
                <a:latin typeface="Microsoft YaHei"/>
                <a:ea typeface="Microsoft YaHei"/>
                <a:cs typeface="Microsoft YaHei"/>
              </a:defRPr>
            </a:pPr>
            <a:r>
              <a:rPr sz="1500" b="1">
                <a:solidFill>
                  <a:srgbClr val="0B6A64"/>
                </a:solidFill>
                <a:latin typeface="Microsoft YaHei"/>
                <a:ea typeface="Microsoft YaHei"/>
                <a:cs typeface="Microsoft YaHei"/>
              </a:rPr>
              <a:t>08 独立改造   /   步骤与数据</a:t>
            </a:r>
          </a:p>
        </p:txBody>
      </p:sp>
      <p:sp>
        <p:nvSpPr>
          <p:cNvPr id="2" name="title">
            <a:extLst xmlns:a="http://schemas.openxmlformats.org/drawingml/2006/main">
              <a:ext uri="{FF2B5EF4-FFF2-40B4-BE49-F238E27FC236}">
                <a16:creationId xmlns:a16="http://schemas.microsoft.com/office/drawing/2014/main" id="{ABFE25B5-C36B-4D0E-9216-19077B1FE14B}"/>
              </a:ext>
            </a:extLst>
          </p:cNvPr>
          <p:cNvSpPr>
            <a:spLocks xmlns:a="http://schemas.openxmlformats.org/drawingml/2006/main" noGrp="1"/>
          </p:cNvSpPr>
          <p:nvPr/>
        </p:nvSpPr>
        <p:spPr>
          <a:xfrm xmlns:a="http://schemas.openxmlformats.org/drawingml/2006/main">
            <a:off x="609600" y="866775"/>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2333"/>
                </a:solidFill>
                <a:latin typeface="Microsoft YaHei"/>
                <a:ea typeface="Microsoft YaHei"/>
                <a:cs typeface="Microsoft YaHei"/>
              </a:defRPr>
            </a:defPPr>
            <a:lvl1pPr>
              <a:defRPr sz="3300" b="1">
                <a:solidFill>
                  <a:srgbClr val="162333"/>
                </a:solidFill>
                <a:latin typeface="Microsoft YaHei"/>
                <a:ea typeface="Microsoft YaHei"/>
                <a:cs typeface="Microsoft YaHei"/>
              </a:defRPr>
            </a:lvl1pPr>
            <a:lvl2pPr>
              <a:defRPr sz="3300" b="1">
                <a:solidFill>
                  <a:srgbClr val="162333"/>
                </a:solidFill>
                <a:latin typeface="Microsoft YaHei"/>
                <a:ea typeface="Microsoft YaHei"/>
                <a:cs typeface="Microsoft YaHei"/>
              </a:defRPr>
            </a:lvl2pPr>
            <a:lvl3pPr>
              <a:defRPr sz="3300" b="1">
                <a:solidFill>
                  <a:srgbClr val="162333"/>
                </a:solidFill>
                <a:latin typeface="Microsoft YaHei"/>
                <a:ea typeface="Microsoft YaHei"/>
                <a:cs typeface="Microsoft YaHei"/>
              </a:defRPr>
            </a:lvl3pPr>
            <a:lvl4pPr>
              <a:defRPr sz="3300" b="1">
                <a:solidFill>
                  <a:srgbClr val="162333"/>
                </a:solidFill>
                <a:latin typeface="Microsoft YaHei"/>
                <a:ea typeface="Microsoft YaHei"/>
                <a:cs typeface="Microsoft YaHei"/>
              </a:defRPr>
            </a:lvl4pPr>
            <a:lvl5pPr>
              <a:defRPr sz="3300" b="1">
                <a:solidFill>
                  <a:srgbClr val="162333"/>
                </a:solidFill>
                <a:latin typeface="Microsoft YaHei"/>
                <a:ea typeface="Microsoft YaHei"/>
                <a:cs typeface="Microsoft YaHei"/>
              </a:defRPr>
            </a:lvl5pPr>
            <a:lvl6pPr>
              <a:defRPr sz="3300" b="1">
                <a:solidFill>
                  <a:srgbClr val="162333"/>
                </a:solidFill>
                <a:latin typeface="Microsoft YaHei"/>
                <a:ea typeface="Microsoft YaHei"/>
                <a:cs typeface="Microsoft YaHei"/>
              </a:defRPr>
            </a:lvl6pPr>
            <a:lvl7pPr>
              <a:defRPr sz="3300" b="1">
                <a:solidFill>
                  <a:srgbClr val="162333"/>
                </a:solidFill>
                <a:latin typeface="Microsoft YaHei"/>
                <a:ea typeface="Microsoft YaHei"/>
                <a:cs typeface="Microsoft YaHei"/>
              </a:defRPr>
            </a:lvl7pPr>
            <a:lvl8pPr>
              <a:defRPr sz="3300" b="1">
                <a:solidFill>
                  <a:srgbClr val="162333"/>
                </a:solidFill>
                <a:latin typeface="Microsoft YaHei"/>
                <a:ea typeface="Microsoft YaHei"/>
                <a:cs typeface="Microsoft YaHei"/>
              </a:defRPr>
            </a:lvl8pPr>
            <a:lvl9pPr>
              <a:defRPr sz="3300" b="1">
                <a:solidFill>
                  <a:srgbClr val="162333"/>
                </a:solidFill>
                <a:latin typeface="Microsoft YaHei"/>
                <a:ea typeface="Microsoft YaHei"/>
                <a:cs typeface="Microsoft YaHei"/>
              </a:defRPr>
            </a:lvl9pPr>
          </a:lstStyle>
          <a:p xmlns:a="http://schemas.openxmlformats.org/drawingml/2006/main">
            <a:pPr>
              <a:buNone/>
              <a:defRPr sz="3300" b="1">
                <a:solidFill>
                  <a:srgbClr val="162333"/>
                </a:solidFill>
                <a:latin typeface="Microsoft YaHei"/>
                <a:ea typeface="Microsoft YaHei"/>
                <a:cs typeface="Microsoft YaHei"/>
              </a:defRPr>
            </a:pPr>
            <a:r>
              <a:rPr sz="3300" b="1">
                <a:solidFill>
                  <a:srgbClr val="162333"/>
                </a:solidFill>
                <a:latin typeface="Microsoft YaHei"/>
                <a:ea typeface="Microsoft YaHei"/>
                <a:cs typeface="Microsoft YaHei"/>
              </a:rPr>
              <a:t>生成数据、打包部署与版本升级核对</a:t>
            </a:r>
          </a:p>
        </p:txBody>
      </p:sp>
      <p:sp>
        <p:nvSpPr>
          <p:cNvPr id="3" name="step-0">
            <a:extLst xmlns:a="http://schemas.openxmlformats.org/drawingml/2006/main">
              <a:ext uri="{FF2B5EF4-FFF2-40B4-BE49-F238E27FC236}">
                <a16:creationId xmlns:a16="http://schemas.microsoft.com/office/drawing/2014/main" id="{206AA046-A2E7-41E0-AFB8-4D6C136F2B4A}"/>
              </a:ext>
            </a:extLst>
          </p:cNvPr>
          <p:cNvSpPr>
            <a:spLocks xmlns:a="http://schemas.openxmlformats.org/drawingml/2006/main" noGrp="1"/>
          </p:cNvSpPr>
          <p:nvPr/>
        </p:nvSpPr>
        <p:spPr>
          <a:xfrm xmlns:a="http://schemas.openxmlformats.org/drawingml/2006/main">
            <a:off x="609600" y="2047875"/>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B6A64"/>
                </a:solidFill>
                <a:latin typeface="Microsoft YaHei"/>
                <a:ea typeface="Microsoft YaHei"/>
                <a:cs typeface="Microsoft YaHei"/>
              </a:defRPr>
            </a:defPPr>
            <a:lvl1pPr>
              <a:defRPr sz="2025" b="1">
                <a:solidFill>
                  <a:srgbClr val="0B6A64"/>
                </a:solidFill>
                <a:latin typeface="Microsoft YaHei"/>
                <a:ea typeface="Microsoft YaHei"/>
                <a:cs typeface="Microsoft YaHei"/>
              </a:defRPr>
            </a:lvl1pPr>
            <a:lvl2pPr>
              <a:defRPr sz="2025" b="1">
                <a:solidFill>
                  <a:srgbClr val="0B6A64"/>
                </a:solidFill>
                <a:latin typeface="Microsoft YaHei"/>
                <a:ea typeface="Microsoft YaHei"/>
                <a:cs typeface="Microsoft YaHei"/>
              </a:defRPr>
            </a:lvl2pPr>
            <a:lvl3pPr>
              <a:defRPr sz="2025" b="1">
                <a:solidFill>
                  <a:srgbClr val="0B6A64"/>
                </a:solidFill>
                <a:latin typeface="Microsoft YaHei"/>
                <a:ea typeface="Microsoft YaHei"/>
                <a:cs typeface="Microsoft YaHei"/>
              </a:defRPr>
            </a:lvl3pPr>
            <a:lvl4pPr>
              <a:defRPr sz="2025" b="1">
                <a:solidFill>
                  <a:srgbClr val="0B6A64"/>
                </a:solidFill>
                <a:latin typeface="Microsoft YaHei"/>
                <a:ea typeface="Microsoft YaHei"/>
                <a:cs typeface="Microsoft YaHei"/>
              </a:defRPr>
            </a:lvl4pPr>
            <a:lvl5pPr>
              <a:defRPr sz="2025" b="1">
                <a:solidFill>
                  <a:srgbClr val="0B6A64"/>
                </a:solidFill>
                <a:latin typeface="Microsoft YaHei"/>
                <a:ea typeface="Microsoft YaHei"/>
                <a:cs typeface="Microsoft YaHei"/>
              </a:defRPr>
            </a:lvl5pPr>
            <a:lvl6pPr>
              <a:defRPr sz="2025" b="1">
                <a:solidFill>
                  <a:srgbClr val="0B6A64"/>
                </a:solidFill>
                <a:latin typeface="Microsoft YaHei"/>
                <a:ea typeface="Microsoft YaHei"/>
                <a:cs typeface="Microsoft YaHei"/>
              </a:defRPr>
            </a:lvl6pPr>
            <a:lvl7pPr>
              <a:defRPr sz="2025" b="1">
                <a:solidFill>
                  <a:srgbClr val="0B6A64"/>
                </a:solidFill>
                <a:latin typeface="Microsoft YaHei"/>
                <a:ea typeface="Microsoft YaHei"/>
                <a:cs typeface="Microsoft YaHei"/>
              </a:defRPr>
            </a:lvl7pPr>
            <a:lvl8pPr>
              <a:defRPr sz="2025" b="1">
                <a:solidFill>
                  <a:srgbClr val="0B6A64"/>
                </a:solidFill>
                <a:latin typeface="Microsoft YaHei"/>
                <a:ea typeface="Microsoft YaHei"/>
                <a:cs typeface="Microsoft YaHei"/>
              </a:defRPr>
            </a:lvl8pPr>
            <a:lvl9pPr>
              <a:defRPr sz="2025" b="1">
                <a:solidFill>
                  <a:srgbClr val="0B6A64"/>
                </a:solidFill>
                <a:latin typeface="Microsoft YaHei"/>
                <a:ea typeface="Microsoft YaHei"/>
                <a:cs typeface="Microsoft YaHei"/>
              </a:defRPr>
            </a:lvl9pPr>
          </a:lstStyle>
          <a:p xmlns:a="http://schemas.openxmlformats.org/drawingml/2006/main">
            <a:pPr>
              <a:buNone/>
              <a:defRPr sz="2025" b="1">
                <a:solidFill>
                  <a:srgbClr val="0B6A64"/>
                </a:solidFill>
                <a:latin typeface="Microsoft YaHei"/>
                <a:ea typeface="Microsoft YaHei"/>
                <a:cs typeface="Microsoft YaHei"/>
              </a:defRPr>
            </a:pPr>
            <a:r>
              <a:rPr sz="2025" b="1">
                <a:solidFill>
                  <a:srgbClr val="0B6A64"/>
                </a:solidFill>
                <a:latin typeface="Microsoft YaHei"/>
                <a:ea typeface="Microsoft YaHei"/>
                <a:cs typeface="Microsoft YaHei"/>
              </a:rPr>
              <a:t>1. 区分手写与生成文件</a:t>
            </a:r>
          </a:p>
        </p:txBody>
      </p:sp>
      <p:sp>
        <p:nvSpPr>
          <p:cNvPr id="4" name="data-0">
            <a:extLst xmlns:a="http://schemas.openxmlformats.org/drawingml/2006/main">
              <a:ext uri="{FF2B5EF4-FFF2-40B4-BE49-F238E27FC236}">
                <a16:creationId xmlns:a16="http://schemas.microsoft.com/office/drawing/2014/main" id="{56FA24D0-1B84-4A61-B6D7-67456DC17625}"/>
              </a:ext>
            </a:extLst>
          </p:cNvPr>
          <p:cNvSpPr>
            <a:spLocks xmlns:a="http://schemas.openxmlformats.org/drawingml/2006/main" noGrp="1"/>
          </p:cNvSpPr>
          <p:nvPr/>
        </p:nvSpPr>
        <p:spPr>
          <a:xfrm xmlns:a="http://schemas.openxmlformats.org/drawingml/2006/main">
            <a:off x="838200" y="2409825"/>
            <a:ext cx="10706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344B60"/>
                </a:solidFill>
                <a:latin typeface="Microsoft YaHei"/>
                <a:ea typeface="Microsoft YaHei"/>
                <a:cs typeface="Microsoft YaHei"/>
              </a:defRPr>
            </a:defPPr>
            <a:lvl1pPr>
              <a:defRPr sz="1725" b="0">
                <a:solidFill>
                  <a:srgbClr val="344B60"/>
                </a:solidFill>
                <a:latin typeface="Microsoft YaHei"/>
                <a:ea typeface="Microsoft YaHei"/>
                <a:cs typeface="Microsoft YaHei"/>
              </a:defRPr>
            </a:lvl1pPr>
            <a:lvl2pPr>
              <a:defRPr sz="1725" b="0">
                <a:solidFill>
                  <a:srgbClr val="344B60"/>
                </a:solidFill>
                <a:latin typeface="Microsoft YaHei"/>
                <a:ea typeface="Microsoft YaHei"/>
                <a:cs typeface="Microsoft YaHei"/>
              </a:defRPr>
            </a:lvl2pPr>
            <a:lvl3pPr>
              <a:defRPr sz="1725" b="0">
                <a:solidFill>
                  <a:srgbClr val="344B60"/>
                </a:solidFill>
                <a:latin typeface="Microsoft YaHei"/>
                <a:ea typeface="Microsoft YaHei"/>
                <a:cs typeface="Microsoft YaHei"/>
              </a:defRPr>
            </a:lvl3pPr>
            <a:lvl4pPr>
              <a:defRPr sz="1725" b="0">
                <a:solidFill>
                  <a:srgbClr val="344B60"/>
                </a:solidFill>
                <a:latin typeface="Microsoft YaHei"/>
                <a:ea typeface="Microsoft YaHei"/>
                <a:cs typeface="Microsoft YaHei"/>
              </a:defRPr>
            </a:lvl4pPr>
            <a:lvl5pPr>
              <a:defRPr sz="1725" b="0">
                <a:solidFill>
                  <a:srgbClr val="344B60"/>
                </a:solidFill>
                <a:latin typeface="Microsoft YaHei"/>
                <a:ea typeface="Microsoft YaHei"/>
                <a:cs typeface="Microsoft YaHei"/>
              </a:defRPr>
            </a:lvl5pPr>
            <a:lvl6pPr>
              <a:defRPr sz="1725" b="0">
                <a:solidFill>
                  <a:srgbClr val="344B60"/>
                </a:solidFill>
                <a:latin typeface="Microsoft YaHei"/>
                <a:ea typeface="Microsoft YaHei"/>
                <a:cs typeface="Microsoft YaHei"/>
              </a:defRPr>
            </a:lvl6pPr>
            <a:lvl7pPr>
              <a:defRPr sz="1725" b="0">
                <a:solidFill>
                  <a:srgbClr val="344B60"/>
                </a:solidFill>
                <a:latin typeface="Microsoft YaHei"/>
                <a:ea typeface="Microsoft YaHei"/>
                <a:cs typeface="Microsoft YaHei"/>
              </a:defRPr>
            </a:lvl7pPr>
            <a:lvl8pPr>
              <a:defRPr sz="1725" b="0">
                <a:solidFill>
                  <a:srgbClr val="344B60"/>
                </a:solidFill>
                <a:latin typeface="Microsoft YaHei"/>
                <a:ea typeface="Microsoft YaHei"/>
                <a:cs typeface="Microsoft YaHei"/>
              </a:defRPr>
            </a:lvl8pPr>
            <a:lvl9pPr>
              <a:defRPr sz="1725" b="0">
                <a:solidFill>
                  <a:srgbClr val="344B60"/>
                </a:solidFill>
                <a:latin typeface="Microsoft YaHei"/>
                <a:ea typeface="Microsoft YaHei"/>
                <a:cs typeface="Microsoft YaHei"/>
              </a:defRPr>
            </a:lvl9pPr>
          </a:lstStyle>
          <a:p xmlns:a="http://schemas.openxmlformats.org/drawingml/2006/main">
            <a:pPr>
              <a:buNone/>
              <a:defRPr sz="1725" b="0">
                <a:solidFill>
                  <a:srgbClr val="344B60"/>
                </a:solidFill>
                <a:latin typeface="Microsoft YaHei"/>
                <a:ea typeface="Microsoft YaHei"/>
                <a:cs typeface="Microsoft YaHei"/>
              </a:defRPr>
            </a:pPr>
            <a:r>
              <a:rPr sz="1725" b="0">
                <a:solidFill>
                  <a:srgbClr val="344B60"/>
                </a:solidFill>
                <a:latin typeface="Microsoft YaHei"/>
                <a:ea typeface="Microsoft YaHei"/>
                <a:cs typeface="Microsoft YaHei"/>
              </a:rPr>
              <a:t>输入：模型或配置变更    输出：正确的生成入口</a:t>
            </a:r>
          </a:p>
        </p:txBody>
      </p:sp>
      <p:sp>
        <p:nvSpPr>
          <p:cNvPr id="5" name="step-1">
            <a:extLst xmlns:a="http://schemas.openxmlformats.org/drawingml/2006/main">
              <a:ext uri="{FF2B5EF4-FFF2-40B4-BE49-F238E27FC236}">
                <a16:creationId xmlns:a16="http://schemas.microsoft.com/office/drawing/2014/main" id="{11896CDB-3450-4CDE-8226-93A2C1A42379}"/>
              </a:ext>
            </a:extLst>
          </p:cNvPr>
          <p:cNvSpPr>
            <a:spLocks xmlns:a="http://schemas.openxmlformats.org/drawingml/2006/main" noGrp="1"/>
          </p:cNvSpPr>
          <p:nvPr/>
        </p:nvSpPr>
        <p:spPr>
          <a:xfrm xmlns:a="http://schemas.openxmlformats.org/drawingml/2006/main">
            <a:off x="609600" y="281940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B6A64"/>
                </a:solidFill>
                <a:latin typeface="Microsoft YaHei"/>
                <a:ea typeface="Microsoft YaHei"/>
                <a:cs typeface="Microsoft YaHei"/>
              </a:defRPr>
            </a:defPPr>
            <a:lvl1pPr>
              <a:defRPr sz="2025" b="1">
                <a:solidFill>
                  <a:srgbClr val="0B6A64"/>
                </a:solidFill>
                <a:latin typeface="Microsoft YaHei"/>
                <a:ea typeface="Microsoft YaHei"/>
                <a:cs typeface="Microsoft YaHei"/>
              </a:defRPr>
            </a:lvl1pPr>
            <a:lvl2pPr>
              <a:defRPr sz="2025" b="1">
                <a:solidFill>
                  <a:srgbClr val="0B6A64"/>
                </a:solidFill>
                <a:latin typeface="Microsoft YaHei"/>
                <a:ea typeface="Microsoft YaHei"/>
                <a:cs typeface="Microsoft YaHei"/>
              </a:defRPr>
            </a:lvl2pPr>
            <a:lvl3pPr>
              <a:defRPr sz="2025" b="1">
                <a:solidFill>
                  <a:srgbClr val="0B6A64"/>
                </a:solidFill>
                <a:latin typeface="Microsoft YaHei"/>
                <a:ea typeface="Microsoft YaHei"/>
                <a:cs typeface="Microsoft YaHei"/>
              </a:defRPr>
            </a:lvl3pPr>
            <a:lvl4pPr>
              <a:defRPr sz="2025" b="1">
                <a:solidFill>
                  <a:srgbClr val="0B6A64"/>
                </a:solidFill>
                <a:latin typeface="Microsoft YaHei"/>
                <a:ea typeface="Microsoft YaHei"/>
                <a:cs typeface="Microsoft YaHei"/>
              </a:defRPr>
            </a:lvl4pPr>
            <a:lvl5pPr>
              <a:defRPr sz="2025" b="1">
                <a:solidFill>
                  <a:srgbClr val="0B6A64"/>
                </a:solidFill>
                <a:latin typeface="Microsoft YaHei"/>
                <a:ea typeface="Microsoft YaHei"/>
                <a:cs typeface="Microsoft YaHei"/>
              </a:defRPr>
            </a:lvl5pPr>
            <a:lvl6pPr>
              <a:defRPr sz="2025" b="1">
                <a:solidFill>
                  <a:srgbClr val="0B6A64"/>
                </a:solidFill>
                <a:latin typeface="Microsoft YaHei"/>
                <a:ea typeface="Microsoft YaHei"/>
                <a:cs typeface="Microsoft YaHei"/>
              </a:defRPr>
            </a:lvl6pPr>
            <a:lvl7pPr>
              <a:defRPr sz="2025" b="1">
                <a:solidFill>
                  <a:srgbClr val="0B6A64"/>
                </a:solidFill>
                <a:latin typeface="Microsoft YaHei"/>
                <a:ea typeface="Microsoft YaHei"/>
                <a:cs typeface="Microsoft YaHei"/>
              </a:defRPr>
            </a:lvl7pPr>
            <a:lvl8pPr>
              <a:defRPr sz="2025" b="1">
                <a:solidFill>
                  <a:srgbClr val="0B6A64"/>
                </a:solidFill>
                <a:latin typeface="Microsoft YaHei"/>
                <a:ea typeface="Microsoft YaHei"/>
                <a:cs typeface="Microsoft YaHei"/>
              </a:defRPr>
            </a:lvl8pPr>
            <a:lvl9pPr>
              <a:defRPr sz="2025" b="1">
                <a:solidFill>
                  <a:srgbClr val="0B6A64"/>
                </a:solidFill>
                <a:latin typeface="Microsoft YaHei"/>
                <a:ea typeface="Microsoft YaHei"/>
                <a:cs typeface="Microsoft YaHei"/>
              </a:defRPr>
            </a:lvl9pPr>
          </a:lstStyle>
          <a:p xmlns:a="http://schemas.openxmlformats.org/drawingml/2006/main">
            <a:pPr>
              <a:buNone/>
              <a:defRPr sz="2025" b="1">
                <a:solidFill>
                  <a:srgbClr val="0B6A64"/>
                </a:solidFill>
                <a:latin typeface="Microsoft YaHei"/>
                <a:ea typeface="Microsoft YaHei"/>
                <a:cs typeface="Microsoft YaHei"/>
              </a:defRPr>
            </a:pPr>
            <a:r>
              <a:rPr sz="2025" b="1">
                <a:solidFill>
                  <a:srgbClr val="0B6A64"/>
                </a:solidFill>
                <a:latin typeface="Microsoft YaHei"/>
                <a:ea typeface="Microsoft YaHei"/>
                <a:cs typeface="Microsoft YaHei"/>
              </a:rPr>
              <a:t>2. 检查依赖与安装锁</a:t>
            </a:r>
          </a:p>
        </p:txBody>
      </p:sp>
      <p:sp>
        <p:nvSpPr>
          <p:cNvPr id="6" name="data-1">
            <a:extLst xmlns:a="http://schemas.openxmlformats.org/drawingml/2006/main">
              <a:ext uri="{FF2B5EF4-FFF2-40B4-BE49-F238E27FC236}">
                <a16:creationId xmlns:a16="http://schemas.microsoft.com/office/drawing/2014/main" id="{74484A23-E60C-4E3E-BC52-E5DE331F54D7}"/>
              </a:ext>
            </a:extLst>
          </p:cNvPr>
          <p:cNvSpPr>
            <a:spLocks xmlns:a="http://schemas.openxmlformats.org/drawingml/2006/main" noGrp="1"/>
          </p:cNvSpPr>
          <p:nvPr/>
        </p:nvSpPr>
        <p:spPr>
          <a:xfrm xmlns:a="http://schemas.openxmlformats.org/drawingml/2006/main">
            <a:off x="838200" y="3181350"/>
            <a:ext cx="10706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344B60"/>
                </a:solidFill>
                <a:latin typeface="Microsoft YaHei"/>
                <a:ea typeface="Microsoft YaHei"/>
                <a:cs typeface="Microsoft YaHei"/>
              </a:defRPr>
            </a:defPPr>
            <a:lvl1pPr>
              <a:defRPr sz="1725" b="0">
                <a:solidFill>
                  <a:srgbClr val="344B60"/>
                </a:solidFill>
                <a:latin typeface="Microsoft YaHei"/>
                <a:ea typeface="Microsoft YaHei"/>
                <a:cs typeface="Microsoft YaHei"/>
              </a:defRPr>
            </a:lvl1pPr>
            <a:lvl2pPr>
              <a:defRPr sz="1725" b="0">
                <a:solidFill>
                  <a:srgbClr val="344B60"/>
                </a:solidFill>
                <a:latin typeface="Microsoft YaHei"/>
                <a:ea typeface="Microsoft YaHei"/>
                <a:cs typeface="Microsoft YaHei"/>
              </a:defRPr>
            </a:lvl2pPr>
            <a:lvl3pPr>
              <a:defRPr sz="1725" b="0">
                <a:solidFill>
                  <a:srgbClr val="344B60"/>
                </a:solidFill>
                <a:latin typeface="Microsoft YaHei"/>
                <a:ea typeface="Microsoft YaHei"/>
                <a:cs typeface="Microsoft YaHei"/>
              </a:defRPr>
            </a:lvl3pPr>
            <a:lvl4pPr>
              <a:defRPr sz="1725" b="0">
                <a:solidFill>
                  <a:srgbClr val="344B60"/>
                </a:solidFill>
                <a:latin typeface="Microsoft YaHei"/>
                <a:ea typeface="Microsoft YaHei"/>
                <a:cs typeface="Microsoft YaHei"/>
              </a:defRPr>
            </a:lvl4pPr>
            <a:lvl5pPr>
              <a:defRPr sz="1725" b="0">
                <a:solidFill>
                  <a:srgbClr val="344B60"/>
                </a:solidFill>
                <a:latin typeface="Microsoft YaHei"/>
                <a:ea typeface="Microsoft YaHei"/>
                <a:cs typeface="Microsoft YaHei"/>
              </a:defRPr>
            </a:lvl5pPr>
            <a:lvl6pPr>
              <a:defRPr sz="1725" b="0">
                <a:solidFill>
                  <a:srgbClr val="344B60"/>
                </a:solidFill>
                <a:latin typeface="Microsoft YaHei"/>
                <a:ea typeface="Microsoft YaHei"/>
                <a:cs typeface="Microsoft YaHei"/>
              </a:defRPr>
            </a:lvl6pPr>
            <a:lvl7pPr>
              <a:defRPr sz="1725" b="0">
                <a:solidFill>
                  <a:srgbClr val="344B60"/>
                </a:solidFill>
                <a:latin typeface="Microsoft YaHei"/>
                <a:ea typeface="Microsoft YaHei"/>
                <a:cs typeface="Microsoft YaHei"/>
              </a:defRPr>
            </a:lvl7pPr>
            <a:lvl8pPr>
              <a:defRPr sz="1725" b="0">
                <a:solidFill>
                  <a:srgbClr val="344B60"/>
                </a:solidFill>
                <a:latin typeface="Microsoft YaHei"/>
                <a:ea typeface="Microsoft YaHei"/>
                <a:cs typeface="Microsoft YaHei"/>
              </a:defRPr>
            </a:lvl8pPr>
            <a:lvl9pPr>
              <a:defRPr sz="1725" b="0">
                <a:solidFill>
                  <a:srgbClr val="344B60"/>
                </a:solidFill>
                <a:latin typeface="Microsoft YaHei"/>
                <a:ea typeface="Microsoft YaHei"/>
                <a:cs typeface="Microsoft YaHei"/>
              </a:defRPr>
            </a:lvl9pPr>
          </a:lstStyle>
          <a:p xmlns:a="http://schemas.openxmlformats.org/drawingml/2006/main">
            <a:pPr>
              <a:buNone/>
              <a:defRPr sz="1725" b="0">
                <a:solidFill>
                  <a:srgbClr val="344B60"/>
                </a:solidFill>
                <a:latin typeface="Microsoft YaHei"/>
                <a:ea typeface="Microsoft YaHei"/>
                <a:cs typeface="Microsoft YaHei"/>
              </a:defRPr>
            </a:pPr>
            <a:r>
              <a:rPr sz="1725" b="0">
                <a:solidFill>
                  <a:srgbClr val="344B60"/>
                </a:solidFill>
                <a:latin typeface="Microsoft YaHei"/>
                <a:ea typeface="Microsoft YaHei"/>
                <a:cs typeface="Microsoft YaHei"/>
              </a:rPr>
              <a:t>输入：依赖元数据    输出：一致的锁文件与检查</a:t>
            </a:r>
          </a:p>
        </p:txBody>
      </p:sp>
      <p:sp>
        <p:nvSpPr>
          <p:cNvPr id="7" name="step-2">
            <a:extLst xmlns:a="http://schemas.openxmlformats.org/drawingml/2006/main">
              <a:ext uri="{FF2B5EF4-FFF2-40B4-BE49-F238E27FC236}">
                <a16:creationId xmlns:a16="http://schemas.microsoft.com/office/drawing/2014/main" id="{590DD0EF-42F9-4D90-8B76-2B757155C4B2}"/>
              </a:ext>
            </a:extLst>
          </p:cNvPr>
          <p:cNvSpPr>
            <a:spLocks xmlns:a="http://schemas.openxmlformats.org/drawingml/2006/main" noGrp="1"/>
          </p:cNvSpPr>
          <p:nvPr/>
        </p:nvSpPr>
        <p:spPr>
          <a:xfrm xmlns:a="http://schemas.openxmlformats.org/drawingml/2006/main">
            <a:off x="609600" y="3590925"/>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B6A64"/>
                </a:solidFill>
                <a:latin typeface="Microsoft YaHei"/>
                <a:ea typeface="Microsoft YaHei"/>
                <a:cs typeface="Microsoft YaHei"/>
              </a:defRPr>
            </a:defPPr>
            <a:lvl1pPr>
              <a:defRPr sz="2025" b="1">
                <a:solidFill>
                  <a:srgbClr val="0B6A64"/>
                </a:solidFill>
                <a:latin typeface="Microsoft YaHei"/>
                <a:ea typeface="Microsoft YaHei"/>
                <a:cs typeface="Microsoft YaHei"/>
              </a:defRPr>
            </a:lvl1pPr>
            <a:lvl2pPr>
              <a:defRPr sz="2025" b="1">
                <a:solidFill>
                  <a:srgbClr val="0B6A64"/>
                </a:solidFill>
                <a:latin typeface="Microsoft YaHei"/>
                <a:ea typeface="Microsoft YaHei"/>
                <a:cs typeface="Microsoft YaHei"/>
              </a:defRPr>
            </a:lvl2pPr>
            <a:lvl3pPr>
              <a:defRPr sz="2025" b="1">
                <a:solidFill>
                  <a:srgbClr val="0B6A64"/>
                </a:solidFill>
                <a:latin typeface="Microsoft YaHei"/>
                <a:ea typeface="Microsoft YaHei"/>
                <a:cs typeface="Microsoft YaHei"/>
              </a:defRPr>
            </a:lvl3pPr>
            <a:lvl4pPr>
              <a:defRPr sz="2025" b="1">
                <a:solidFill>
                  <a:srgbClr val="0B6A64"/>
                </a:solidFill>
                <a:latin typeface="Microsoft YaHei"/>
                <a:ea typeface="Microsoft YaHei"/>
                <a:cs typeface="Microsoft YaHei"/>
              </a:defRPr>
            </a:lvl4pPr>
            <a:lvl5pPr>
              <a:defRPr sz="2025" b="1">
                <a:solidFill>
                  <a:srgbClr val="0B6A64"/>
                </a:solidFill>
                <a:latin typeface="Microsoft YaHei"/>
                <a:ea typeface="Microsoft YaHei"/>
                <a:cs typeface="Microsoft YaHei"/>
              </a:defRPr>
            </a:lvl5pPr>
            <a:lvl6pPr>
              <a:defRPr sz="2025" b="1">
                <a:solidFill>
                  <a:srgbClr val="0B6A64"/>
                </a:solidFill>
                <a:latin typeface="Microsoft YaHei"/>
                <a:ea typeface="Microsoft YaHei"/>
                <a:cs typeface="Microsoft YaHei"/>
              </a:defRPr>
            </a:lvl6pPr>
            <a:lvl7pPr>
              <a:defRPr sz="2025" b="1">
                <a:solidFill>
                  <a:srgbClr val="0B6A64"/>
                </a:solidFill>
                <a:latin typeface="Microsoft YaHei"/>
                <a:ea typeface="Microsoft YaHei"/>
                <a:cs typeface="Microsoft YaHei"/>
              </a:defRPr>
            </a:lvl7pPr>
            <a:lvl8pPr>
              <a:defRPr sz="2025" b="1">
                <a:solidFill>
                  <a:srgbClr val="0B6A64"/>
                </a:solidFill>
                <a:latin typeface="Microsoft YaHei"/>
                <a:ea typeface="Microsoft YaHei"/>
                <a:cs typeface="Microsoft YaHei"/>
              </a:defRPr>
            </a:lvl8pPr>
            <a:lvl9pPr>
              <a:defRPr sz="2025" b="1">
                <a:solidFill>
                  <a:srgbClr val="0B6A64"/>
                </a:solidFill>
                <a:latin typeface="Microsoft YaHei"/>
                <a:ea typeface="Microsoft YaHei"/>
                <a:cs typeface="Microsoft YaHei"/>
              </a:defRPr>
            </a:lvl9pPr>
          </a:lstStyle>
          <a:p xmlns:a="http://schemas.openxmlformats.org/drawingml/2006/main">
            <a:pPr>
              <a:buNone/>
              <a:defRPr sz="2025" b="1">
                <a:solidFill>
                  <a:srgbClr val="0B6A64"/>
                </a:solidFill>
                <a:latin typeface="Microsoft YaHei"/>
                <a:ea typeface="Microsoft YaHei"/>
                <a:cs typeface="Microsoft YaHei"/>
              </a:defRPr>
            </a:pPr>
            <a:r>
              <a:rPr sz="2025" b="1">
                <a:solidFill>
                  <a:srgbClr val="0B6A64"/>
                </a:solidFill>
                <a:latin typeface="Microsoft YaHei"/>
                <a:ea typeface="Microsoft YaHei"/>
                <a:cs typeface="Microsoft YaHei"/>
              </a:rPr>
              <a:t>3. 理解发布产物</a:t>
            </a:r>
          </a:p>
        </p:txBody>
      </p:sp>
      <p:sp>
        <p:nvSpPr>
          <p:cNvPr id="8" name="data-2">
            <a:extLst xmlns:a="http://schemas.openxmlformats.org/drawingml/2006/main">
              <a:ext uri="{FF2B5EF4-FFF2-40B4-BE49-F238E27FC236}">
                <a16:creationId xmlns:a16="http://schemas.microsoft.com/office/drawing/2014/main" id="{1AF53030-2C24-4671-A32C-9D3BC22C781B}"/>
              </a:ext>
            </a:extLst>
          </p:cNvPr>
          <p:cNvSpPr>
            <a:spLocks xmlns:a="http://schemas.openxmlformats.org/drawingml/2006/main" noGrp="1"/>
          </p:cNvSpPr>
          <p:nvPr/>
        </p:nvSpPr>
        <p:spPr>
          <a:xfrm xmlns:a="http://schemas.openxmlformats.org/drawingml/2006/main">
            <a:off x="838200" y="3952875"/>
            <a:ext cx="10706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344B60"/>
                </a:solidFill>
                <a:latin typeface="Microsoft YaHei"/>
                <a:ea typeface="Microsoft YaHei"/>
                <a:cs typeface="Microsoft YaHei"/>
              </a:defRPr>
            </a:defPPr>
            <a:lvl1pPr>
              <a:defRPr sz="1725" b="0">
                <a:solidFill>
                  <a:srgbClr val="344B60"/>
                </a:solidFill>
                <a:latin typeface="Microsoft YaHei"/>
                <a:ea typeface="Microsoft YaHei"/>
                <a:cs typeface="Microsoft YaHei"/>
              </a:defRPr>
            </a:lvl1pPr>
            <a:lvl2pPr>
              <a:defRPr sz="1725" b="0">
                <a:solidFill>
                  <a:srgbClr val="344B60"/>
                </a:solidFill>
                <a:latin typeface="Microsoft YaHei"/>
                <a:ea typeface="Microsoft YaHei"/>
                <a:cs typeface="Microsoft YaHei"/>
              </a:defRPr>
            </a:lvl2pPr>
            <a:lvl3pPr>
              <a:defRPr sz="1725" b="0">
                <a:solidFill>
                  <a:srgbClr val="344B60"/>
                </a:solidFill>
                <a:latin typeface="Microsoft YaHei"/>
                <a:ea typeface="Microsoft YaHei"/>
                <a:cs typeface="Microsoft YaHei"/>
              </a:defRPr>
            </a:lvl3pPr>
            <a:lvl4pPr>
              <a:defRPr sz="1725" b="0">
                <a:solidFill>
                  <a:srgbClr val="344B60"/>
                </a:solidFill>
                <a:latin typeface="Microsoft YaHei"/>
                <a:ea typeface="Microsoft YaHei"/>
                <a:cs typeface="Microsoft YaHei"/>
              </a:defRPr>
            </a:lvl4pPr>
            <a:lvl5pPr>
              <a:defRPr sz="1725" b="0">
                <a:solidFill>
                  <a:srgbClr val="344B60"/>
                </a:solidFill>
                <a:latin typeface="Microsoft YaHei"/>
                <a:ea typeface="Microsoft YaHei"/>
                <a:cs typeface="Microsoft YaHei"/>
              </a:defRPr>
            </a:lvl5pPr>
            <a:lvl6pPr>
              <a:defRPr sz="1725" b="0">
                <a:solidFill>
                  <a:srgbClr val="344B60"/>
                </a:solidFill>
                <a:latin typeface="Microsoft YaHei"/>
                <a:ea typeface="Microsoft YaHei"/>
                <a:cs typeface="Microsoft YaHei"/>
              </a:defRPr>
            </a:lvl6pPr>
            <a:lvl7pPr>
              <a:defRPr sz="1725" b="0">
                <a:solidFill>
                  <a:srgbClr val="344B60"/>
                </a:solidFill>
                <a:latin typeface="Microsoft YaHei"/>
                <a:ea typeface="Microsoft YaHei"/>
                <a:cs typeface="Microsoft YaHei"/>
              </a:defRPr>
            </a:lvl7pPr>
            <a:lvl8pPr>
              <a:defRPr sz="1725" b="0">
                <a:solidFill>
                  <a:srgbClr val="344B60"/>
                </a:solidFill>
                <a:latin typeface="Microsoft YaHei"/>
                <a:ea typeface="Microsoft YaHei"/>
                <a:cs typeface="Microsoft YaHei"/>
              </a:defRPr>
            </a:lvl8pPr>
            <a:lvl9pPr>
              <a:defRPr sz="1725" b="0">
                <a:solidFill>
                  <a:srgbClr val="344B60"/>
                </a:solidFill>
                <a:latin typeface="Microsoft YaHei"/>
                <a:ea typeface="Microsoft YaHei"/>
                <a:cs typeface="Microsoft YaHei"/>
              </a:defRPr>
            </a:lvl9pPr>
          </a:lstStyle>
          <a:p xmlns:a="http://schemas.openxmlformats.org/drawingml/2006/main">
            <a:pPr>
              <a:buNone/>
              <a:defRPr sz="1725" b="0">
                <a:solidFill>
                  <a:srgbClr val="344B60"/>
                </a:solidFill>
                <a:latin typeface="Microsoft YaHei"/>
                <a:ea typeface="Microsoft YaHei"/>
                <a:cs typeface="Microsoft YaHei"/>
              </a:defRPr>
            </a:pPr>
            <a:r>
              <a:rPr sz="1725" b="0">
                <a:solidFill>
                  <a:srgbClr val="344B60"/>
                </a:solidFill>
                <a:latin typeface="Microsoft YaHei"/>
                <a:ea typeface="Microsoft YaHei"/>
                <a:cs typeface="Microsoft YaHei"/>
              </a:rPr>
              <a:t>输入：源码与版本    输出：待验证发布产物</a:t>
            </a:r>
          </a:p>
        </p:txBody>
      </p:sp>
      <p:sp>
        <p:nvSpPr>
          <p:cNvPr id="9" name="step-3">
            <a:extLst xmlns:a="http://schemas.openxmlformats.org/drawingml/2006/main">
              <a:ext uri="{FF2B5EF4-FFF2-40B4-BE49-F238E27FC236}">
                <a16:creationId xmlns:a16="http://schemas.microsoft.com/office/drawing/2014/main" id="{DF7ADD69-FDE4-4FDA-987D-BF86189A0172}"/>
              </a:ext>
            </a:extLst>
          </p:cNvPr>
          <p:cNvSpPr>
            <a:spLocks xmlns:a="http://schemas.openxmlformats.org/drawingml/2006/main" noGrp="1"/>
          </p:cNvSpPr>
          <p:nvPr/>
        </p:nvSpPr>
        <p:spPr>
          <a:xfrm xmlns:a="http://schemas.openxmlformats.org/drawingml/2006/main">
            <a:off x="609600" y="436245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B6A64"/>
                </a:solidFill>
                <a:latin typeface="Microsoft YaHei"/>
                <a:ea typeface="Microsoft YaHei"/>
                <a:cs typeface="Microsoft YaHei"/>
              </a:defRPr>
            </a:defPPr>
            <a:lvl1pPr>
              <a:defRPr sz="2025" b="1">
                <a:solidFill>
                  <a:srgbClr val="0B6A64"/>
                </a:solidFill>
                <a:latin typeface="Microsoft YaHei"/>
                <a:ea typeface="Microsoft YaHei"/>
                <a:cs typeface="Microsoft YaHei"/>
              </a:defRPr>
            </a:lvl1pPr>
            <a:lvl2pPr>
              <a:defRPr sz="2025" b="1">
                <a:solidFill>
                  <a:srgbClr val="0B6A64"/>
                </a:solidFill>
                <a:latin typeface="Microsoft YaHei"/>
                <a:ea typeface="Microsoft YaHei"/>
                <a:cs typeface="Microsoft YaHei"/>
              </a:defRPr>
            </a:lvl2pPr>
            <a:lvl3pPr>
              <a:defRPr sz="2025" b="1">
                <a:solidFill>
                  <a:srgbClr val="0B6A64"/>
                </a:solidFill>
                <a:latin typeface="Microsoft YaHei"/>
                <a:ea typeface="Microsoft YaHei"/>
                <a:cs typeface="Microsoft YaHei"/>
              </a:defRPr>
            </a:lvl3pPr>
            <a:lvl4pPr>
              <a:defRPr sz="2025" b="1">
                <a:solidFill>
                  <a:srgbClr val="0B6A64"/>
                </a:solidFill>
                <a:latin typeface="Microsoft YaHei"/>
                <a:ea typeface="Microsoft YaHei"/>
                <a:cs typeface="Microsoft YaHei"/>
              </a:defRPr>
            </a:lvl4pPr>
            <a:lvl5pPr>
              <a:defRPr sz="2025" b="1">
                <a:solidFill>
                  <a:srgbClr val="0B6A64"/>
                </a:solidFill>
                <a:latin typeface="Microsoft YaHei"/>
                <a:ea typeface="Microsoft YaHei"/>
                <a:cs typeface="Microsoft YaHei"/>
              </a:defRPr>
            </a:lvl5pPr>
            <a:lvl6pPr>
              <a:defRPr sz="2025" b="1">
                <a:solidFill>
                  <a:srgbClr val="0B6A64"/>
                </a:solidFill>
                <a:latin typeface="Microsoft YaHei"/>
                <a:ea typeface="Microsoft YaHei"/>
                <a:cs typeface="Microsoft YaHei"/>
              </a:defRPr>
            </a:lvl6pPr>
            <a:lvl7pPr>
              <a:defRPr sz="2025" b="1">
                <a:solidFill>
                  <a:srgbClr val="0B6A64"/>
                </a:solidFill>
                <a:latin typeface="Microsoft YaHei"/>
                <a:ea typeface="Microsoft YaHei"/>
                <a:cs typeface="Microsoft YaHei"/>
              </a:defRPr>
            </a:lvl7pPr>
            <a:lvl8pPr>
              <a:defRPr sz="2025" b="1">
                <a:solidFill>
                  <a:srgbClr val="0B6A64"/>
                </a:solidFill>
                <a:latin typeface="Microsoft YaHei"/>
                <a:ea typeface="Microsoft YaHei"/>
                <a:cs typeface="Microsoft YaHei"/>
              </a:defRPr>
            </a:lvl8pPr>
            <a:lvl9pPr>
              <a:defRPr sz="2025" b="1">
                <a:solidFill>
                  <a:srgbClr val="0B6A64"/>
                </a:solidFill>
                <a:latin typeface="Microsoft YaHei"/>
                <a:ea typeface="Microsoft YaHei"/>
                <a:cs typeface="Microsoft YaHei"/>
              </a:defRPr>
            </a:lvl9pPr>
          </a:lstStyle>
          <a:p xmlns:a="http://schemas.openxmlformats.org/drawingml/2006/main">
            <a:pPr>
              <a:buNone/>
              <a:defRPr sz="2025" b="1">
                <a:solidFill>
                  <a:srgbClr val="0B6A64"/>
                </a:solidFill>
                <a:latin typeface="Microsoft YaHei"/>
                <a:ea typeface="Microsoft YaHei"/>
                <a:cs typeface="Microsoft YaHei"/>
              </a:defRPr>
            </a:pPr>
            <a:r>
              <a:rPr sz="2025" b="1">
                <a:solidFill>
                  <a:srgbClr val="0B6A64"/>
                </a:solidFill>
                <a:latin typeface="Microsoft YaHei"/>
                <a:ea typeface="Microsoft YaHei"/>
                <a:cs typeface="Microsoft YaHei"/>
              </a:rPr>
              <a:t>4. 回到用户运行场景</a:t>
            </a:r>
          </a:p>
        </p:txBody>
      </p:sp>
      <p:sp>
        <p:nvSpPr>
          <p:cNvPr id="10" name="data-3">
            <a:extLst xmlns:a="http://schemas.openxmlformats.org/drawingml/2006/main">
              <a:ext uri="{FF2B5EF4-FFF2-40B4-BE49-F238E27FC236}">
                <a16:creationId xmlns:a16="http://schemas.microsoft.com/office/drawing/2014/main" id="{27DDEFBB-C8BC-4F24-8C98-3BCA110121FC}"/>
              </a:ext>
            </a:extLst>
          </p:cNvPr>
          <p:cNvSpPr>
            <a:spLocks xmlns:a="http://schemas.openxmlformats.org/drawingml/2006/main" noGrp="1"/>
          </p:cNvSpPr>
          <p:nvPr/>
        </p:nvSpPr>
        <p:spPr>
          <a:xfrm xmlns:a="http://schemas.openxmlformats.org/drawingml/2006/main">
            <a:off x="838200" y="4724400"/>
            <a:ext cx="10706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344B60"/>
                </a:solidFill>
                <a:latin typeface="Microsoft YaHei"/>
                <a:ea typeface="Microsoft YaHei"/>
                <a:cs typeface="Microsoft YaHei"/>
              </a:defRPr>
            </a:defPPr>
            <a:lvl1pPr>
              <a:defRPr sz="1725" b="0">
                <a:solidFill>
                  <a:srgbClr val="344B60"/>
                </a:solidFill>
                <a:latin typeface="Microsoft YaHei"/>
                <a:ea typeface="Microsoft YaHei"/>
                <a:cs typeface="Microsoft YaHei"/>
              </a:defRPr>
            </a:lvl1pPr>
            <a:lvl2pPr>
              <a:defRPr sz="1725" b="0">
                <a:solidFill>
                  <a:srgbClr val="344B60"/>
                </a:solidFill>
                <a:latin typeface="Microsoft YaHei"/>
                <a:ea typeface="Microsoft YaHei"/>
                <a:cs typeface="Microsoft YaHei"/>
              </a:defRPr>
            </a:lvl2pPr>
            <a:lvl3pPr>
              <a:defRPr sz="1725" b="0">
                <a:solidFill>
                  <a:srgbClr val="344B60"/>
                </a:solidFill>
                <a:latin typeface="Microsoft YaHei"/>
                <a:ea typeface="Microsoft YaHei"/>
                <a:cs typeface="Microsoft YaHei"/>
              </a:defRPr>
            </a:lvl3pPr>
            <a:lvl4pPr>
              <a:defRPr sz="1725" b="0">
                <a:solidFill>
                  <a:srgbClr val="344B60"/>
                </a:solidFill>
                <a:latin typeface="Microsoft YaHei"/>
                <a:ea typeface="Microsoft YaHei"/>
                <a:cs typeface="Microsoft YaHei"/>
              </a:defRPr>
            </a:lvl4pPr>
            <a:lvl5pPr>
              <a:defRPr sz="1725" b="0">
                <a:solidFill>
                  <a:srgbClr val="344B60"/>
                </a:solidFill>
                <a:latin typeface="Microsoft YaHei"/>
                <a:ea typeface="Microsoft YaHei"/>
                <a:cs typeface="Microsoft YaHei"/>
              </a:defRPr>
            </a:lvl5pPr>
            <a:lvl6pPr>
              <a:defRPr sz="1725" b="0">
                <a:solidFill>
                  <a:srgbClr val="344B60"/>
                </a:solidFill>
                <a:latin typeface="Microsoft YaHei"/>
                <a:ea typeface="Microsoft YaHei"/>
                <a:cs typeface="Microsoft YaHei"/>
              </a:defRPr>
            </a:lvl6pPr>
            <a:lvl7pPr>
              <a:defRPr sz="1725" b="0">
                <a:solidFill>
                  <a:srgbClr val="344B60"/>
                </a:solidFill>
                <a:latin typeface="Microsoft YaHei"/>
                <a:ea typeface="Microsoft YaHei"/>
                <a:cs typeface="Microsoft YaHei"/>
              </a:defRPr>
            </a:lvl7pPr>
            <a:lvl8pPr>
              <a:defRPr sz="1725" b="0">
                <a:solidFill>
                  <a:srgbClr val="344B60"/>
                </a:solidFill>
                <a:latin typeface="Microsoft YaHei"/>
                <a:ea typeface="Microsoft YaHei"/>
                <a:cs typeface="Microsoft YaHei"/>
              </a:defRPr>
            </a:lvl8pPr>
            <a:lvl9pPr>
              <a:defRPr sz="1725" b="0">
                <a:solidFill>
                  <a:srgbClr val="344B60"/>
                </a:solidFill>
                <a:latin typeface="Microsoft YaHei"/>
                <a:ea typeface="Microsoft YaHei"/>
                <a:cs typeface="Microsoft YaHei"/>
              </a:defRPr>
            </a:lvl9pPr>
          </a:lstStyle>
          <a:p xmlns:a="http://schemas.openxmlformats.org/drawingml/2006/main">
            <a:pPr>
              <a:buNone/>
              <a:defRPr sz="1725" b="0">
                <a:solidFill>
                  <a:srgbClr val="344B60"/>
                </a:solidFill>
                <a:latin typeface="Microsoft YaHei"/>
                <a:ea typeface="Microsoft YaHei"/>
                <a:cs typeface="Microsoft YaHei"/>
              </a:defRPr>
            </a:pPr>
            <a:r>
              <a:rPr sz="1725" b="0">
                <a:solidFill>
                  <a:srgbClr val="344B60"/>
                </a:solidFill>
                <a:latin typeface="Microsoft YaHei"/>
                <a:ea typeface="Microsoft YaHei"/>
                <a:cs typeface="Microsoft YaHei"/>
              </a:rPr>
              <a:t>输入：目标安装形态    输出：可复现的升级检查清单</a:t>
            </a:r>
          </a:p>
        </p:txBody>
      </p:sp>
      <p:sp>
        <p:nvSpPr>
          <p:cNvPr id="11" name="footer">
            <a:extLst xmlns:a="http://schemas.openxmlformats.org/drawingml/2006/main">
              <a:ext uri="{FF2B5EF4-FFF2-40B4-BE49-F238E27FC236}">
                <a16:creationId xmlns:a16="http://schemas.microsoft.com/office/drawing/2014/main" id="{D7CF350B-1C88-4D6A-8833-7A0D06AFF35D}"/>
              </a:ext>
            </a:extLst>
          </p:cNvPr>
          <p:cNvSpPr>
            <a:spLocks xmlns:a="http://schemas.openxmlformats.org/drawingml/2006/main" noGrp="1"/>
          </p:cNvSpPr>
          <p:nvPr/>
        </p:nvSpPr>
        <p:spPr>
          <a:xfrm xmlns:a="http://schemas.openxmlformats.org/drawingml/2006/main">
            <a:off x="609600" y="6372225"/>
            <a:ext cx="10934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6677B"/>
                </a:solidFill>
                <a:latin typeface="Microsoft YaHei"/>
                <a:ea typeface="Microsoft YaHei"/>
                <a:cs typeface="Microsoft YaHei"/>
              </a:defRPr>
            </a:defPPr>
            <a:lvl1pPr>
              <a:defRPr sz="1200" b="0">
                <a:solidFill>
                  <a:srgbClr val="56677B"/>
                </a:solidFill>
                <a:latin typeface="Microsoft YaHei"/>
                <a:ea typeface="Microsoft YaHei"/>
                <a:cs typeface="Microsoft YaHei"/>
              </a:defRPr>
            </a:lvl1pPr>
            <a:lvl2pPr>
              <a:defRPr sz="1200" b="0">
                <a:solidFill>
                  <a:srgbClr val="56677B"/>
                </a:solidFill>
                <a:latin typeface="Microsoft YaHei"/>
                <a:ea typeface="Microsoft YaHei"/>
                <a:cs typeface="Microsoft YaHei"/>
              </a:defRPr>
            </a:lvl2pPr>
            <a:lvl3pPr>
              <a:defRPr sz="1200" b="0">
                <a:solidFill>
                  <a:srgbClr val="56677B"/>
                </a:solidFill>
                <a:latin typeface="Microsoft YaHei"/>
                <a:ea typeface="Microsoft YaHei"/>
                <a:cs typeface="Microsoft YaHei"/>
              </a:defRPr>
            </a:lvl3pPr>
            <a:lvl4pPr>
              <a:defRPr sz="1200" b="0">
                <a:solidFill>
                  <a:srgbClr val="56677B"/>
                </a:solidFill>
                <a:latin typeface="Microsoft YaHei"/>
                <a:ea typeface="Microsoft YaHei"/>
                <a:cs typeface="Microsoft YaHei"/>
              </a:defRPr>
            </a:lvl4pPr>
            <a:lvl5pPr>
              <a:defRPr sz="1200" b="0">
                <a:solidFill>
                  <a:srgbClr val="56677B"/>
                </a:solidFill>
                <a:latin typeface="Microsoft YaHei"/>
                <a:ea typeface="Microsoft YaHei"/>
                <a:cs typeface="Microsoft YaHei"/>
              </a:defRPr>
            </a:lvl5pPr>
            <a:lvl6pPr>
              <a:defRPr sz="1200" b="0">
                <a:solidFill>
                  <a:srgbClr val="56677B"/>
                </a:solidFill>
                <a:latin typeface="Microsoft YaHei"/>
                <a:ea typeface="Microsoft YaHei"/>
                <a:cs typeface="Microsoft YaHei"/>
              </a:defRPr>
            </a:lvl6pPr>
            <a:lvl7pPr>
              <a:defRPr sz="1200" b="0">
                <a:solidFill>
                  <a:srgbClr val="56677B"/>
                </a:solidFill>
                <a:latin typeface="Microsoft YaHei"/>
                <a:ea typeface="Microsoft YaHei"/>
                <a:cs typeface="Microsoft YaHei"/>
              </a:defRPr>
            </a:lvl7pPr>
            <a:lvl8pPr>
              <a:defRPr sz="1200" b="0">
                <a:solidFill>
                  <a:srgbClr val="56677B"/>
                </a:solidFill>
                <a:latin typeface="Microsoft YaHei"/>
                <a:ea typeface="Microsoft YaHei"/>
                <a:cs typeface="Microsoft YaHei"/>
              </a:defRPr>
            </a:lvl8pPr>
            <a:lvl9pPr>
              <a:defRPr sz="1200" b="0">
                <a:solidFill>
                  <a:srgbClr val="56677B"/>
                </a:solidFill>
                <a:latin typeface="Microsoft YaHei"/>
                <a:ea typeface="Microsoft YaHei"/>
                <a:cs typeface="Microsoft YaHei"/>
              </a:defRPr>
            </a:lvl9pPr>
          </a:lstStyle>
          <a:p xmlns:a="http://schemas.openxmlformats.org/drawingml/2006/main">
            <a:pPr>
              <a:buNone/>
              <a:defRPr sz="1200" b="0">
                <a:solidFill>
                  <a:srgbClr val="56677B"/>
                </a:solidFill>
                <a:latin typeface="Microsoft YaHei"/>
                <a:ea typeface="Microsoft YaHei"/>
                <a:cs typeface="Microsoft YaHei"/>
              </a:defRPr>
            </a:pPr>
            <a:r>
              <a:rPr sz="1200" b="0">
                <a:solidFill>
                  <a:srgbClr val="56677B"/>
                </a:solidFill>
                <a:latin typeface="Microsoft YaHei"/>
                <a:ea typeface="Microsoft YaHei"/>
                <a:cs typeface="Microsoft YaHei"/>
              </a:rPr>
              <a:t>Pi 源码精通路线   /   release-upgrade   /   2     基线 136b87e8a · 源码与参考答案见讲者备注</a:t>
            </a:r>
          </a:p>
        </p:txBody>
      </p:sp>
    </p:spTree>
    <p:extLst>
      <p:ext uri="{BB962C8B-B14F-4D97-AF65-F5344CB8AC3E}">
        <p14:creationId xmlns:p14="http://schemas.microsoft.com/office/powerpoint/2010/main" val="209555373"/>
      </p:ext>
    </p:extLst>
  </p:cSld>
</p:sld>
</file>

<file path=ppt/slides/slide6.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7C3B5FF4-B5DF-40D8-A3ED-E907E341D148}"/>
              </a:ext>
            </a:extLst>
          </p:cNvPr>
          <p:cNvSpPr>
            <a:spLocks xmlns:a="http://schemas.openxmlformats.org/drawingml/2006/main" noGrp="1"/>
          </p:cNvSpPr>
          <p:nvPr/>
        </p:nvSpPr>
        <p:spPr>
          <a:xfrm xmlns:a="http://schemas.openxmlformats.org/drawingml/2006/main">
            <a:off x="609600" y="30480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0B6A64"/>
                </a:solidFill>
                <a:latin typeface="Microsoft YaHei"/>
                <a:ea typeface="Microsoft YaHei"/>
                <a:cs typeface="Microsoft YaHei"/>
              </a:defRPr>
            </a:defPPr>
            <a:lvl1pPr>
              <a:defRPr sz="1500" b="1">
                <a:solidFill>
                  <a:srgbClr val="0B6A64"/>
                </a:solidFill>
                <a:latin typeface="Microsoft YaHei"/>
                <a:ea typeface="Microsoft YaHei"/>
                <a:cs typeface="Microsoft YaHei"/>
              </a:defRPr>
            </a:lvl1pPr>
            <a:lvl2pPr>
              <a:defRPr sz="1500" b="1">
                <a:solidFill>
                  <a:srgbClr val="0B6A64"/>
                </a:solidFill>
                <a:latin typeface="Microsoft YaHei"/>
                <a:ea typeface="Microsoft YaHei"/>
                <a:cs typeface="Microsoft YaHei"/>
              </a:defRPr>
            </a:lvl2pPr>
            <a:lvl3pPr>
              <a:defRPr sz="1500" b="1">
                <a:solidFill>
                  <a:srgbClr val="0B6A64"/>
                </a:solidFill>
                <a:latin typeface="Microsoft YaHei"/>
                <a:ea typeface="Microsoft YaHei"/>
                <a:cs typeface="Microsoft YaHei"/>
              </a:defRPr>
            </a:lvl3pPr>
            <a:lvl4pPr>
              <a:defRPr sz="1500" b="1">
                <a:solidFill>
                  <a:srgbClr val="0B6A64"/>
                </a:solidFill>
                <a:latin typeface="Microsoft YaHei"/>
                <a:ea typeface="Microsoft YaHei"/>
                <a:cs typeface="Microsoft YaHei"/>
              </a:defRPr>
            </a:lvl4pPr>
            <a:lvl5pPr>
              <a:defRPr sz="1500" b="1">
                <a:solidFill>
                  <a:srgbClr val="0B6A64"/>
                </a:solidFill>
                <a:latin typeface="Microsoft YaHei"/>
                <a:ea typeface="Microsoft YaHei"/>
                <a:cs typeface="Microsoft YaHei"/>
              </a:defRPr>
            </a:lvl5pPr>
            <a:lvl6pPr>
              <a:defRPr sz="1500" b="1">
                <a:solidFill>
                  <a:srgbClr val="0B6A64"/>
                </a:solidFill>
                <a:latin typeface="Microsoft YaHei"/>
                <a:ea typeface="Microsoft YaHei"/>
                <a:cs typeface="Microsoft YaHei"/>
              </a:defRPr>
            </a:lvl6pPr>
            <a:lvl7pPr>
              <a:defRPr sz="1500" b="1">
                <a:solidFill>
                  <a:srgbClr val="0B6A64"/>
                </a:solidFill>
                <a:latin typeface="Microsoft YaHei"/>
                <a:ea typeface="Microsoft YaHei"/>
                <a:cs typeface="Microsoft YaHei"/>
              </a:defRPr>
            </a:lvl7pPr>
            <a:lvl8pPr>
              <a:defRPr sz="1500" b="1">
                <a:solidFill>
                  <a:srgbClr val="0B6A64"/>
                </a:solidFill>
                <a:latin typeface="Microsoft YaHei"/>
                <a:ea typeface="Microsoft YaHei"/>
                <a:cs typeface="Microsoft YaHei"/>
              </a:defRPr>
            </a:lvl8pPr>
            <a:lvl9pPr>
              <a:defRPr sz="1500" b="1">
                <a:solidFill>
                  <a:srgbClr val="0B6A64"/>
                </a:solidFill>
                <a:latin typeface="Microsoft YaHei"/>
                <a:ea typeface="Microsoft YaHei"/>
                <a:cs typeface="Microsoft YaHei"/>
              </a:defRPr>
            </a:lvl9pPr>
          </a:lstStyle>
          <a:p xmlns:a="http://schemas.openxmlformats.org/drawingml/2006/main">
            <a:pPr>
              <a:buNone/>
              <a:defRPr sz="1500" b="1">
                <a:solidFill>
                  <a:srgbClr val="0B6A64"/>
                </a:solidFill>
                <a:latin typeface="Microsoft YaHei"/>
                <a:ea typeface="Microsoft YaHei"/>
                <a:cs typeface="Microsoft YaHei"/>
              </a:defRPr>
            </a:pPr>
            <a:r>
              <a:rPr sz="1500" b="1">
                <a:solidFill>
                  <a:srgbClr val="0B6A64"/>
                </a:solidFill>
                <a:latin typeface="Microsoft YaHei"/>
                <a:ea typeface="Microsoft YaHei"/>
                <a:cs typeface="Microsoft YaHei"/>
              </a:rPr>
              <a:t>08 独立改造   /   失败与验证</a:t>
            </a:r>
          </a:p>
        </p:txBody>
      </p:sp>
      <p:sp>
        <p:nvSpPr>
          <p:cNvPr id="2" name="title">
            <a:extLst xmlns:a="http://schemas.openxmlformats.org/drawingml/2006/main">
              <a:ext uri="{FF2B5EF4-FFF2-40B4-BE49-F238E27FC236}">
                <a16:creationId xmlns:a16="http://schemas.microsoft.com/office/drawing/2014/main" id="{4B2E6A3D-6A1C-41B6-9B7E-E78FE7D9A808}"/>
              </a:ext>
            </a:extLst>
          </p:cNvPr>
          <p:cNvSpPr>
            <a:spLocks xmlns:a="http://schemas.openxmlformats.org/drawingml/2006/main" noGrp="1"/>
          </p:cNvSpPr>
          <p:nvPr/>
        </p:nvSpPr>
        <p:spPr>
          <a:xfrm xmlns:a="http://schemas.openxmlformats.org/drawingml/2006/main">
            <a:off x="609600" y="866775"/>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2333"/>
                </a:solidFill>
                <a:latin typeface="Microsoft YaHei"/>
                <a:ea typeface="Microsoft YaHei"/>
                <a:cs typeface="Microsoft YaHei"/>
              </a:defRPr>
            </a:defPPr>
            <a:lvl1pPr>
              <a:defRPr sz="3300" b="1">
                <a:solidFill>
                  <a:srgbClr val="162333"/>
                </a:solidFill>
                <a:latin typeface="Microsoft YaHei"/>
                <a:ea typeface="Microsoft YaHei"/>
                <a:cs typeface="Microsoft YaHei"/>
              </a:defRPr>
            </a:lvl1pPr>
            <a:lvl2pPr>
              <a:defRPr sz="3300" b="1">
                <a:solidFill>
                  <a:srgbClr val="162333"/>
                </a:solidFill>
                <a:latin typeface="Microsoft YaHei"/>
                <a:ea typeface="Microsoft YaHei"/>
                <a:cs typeface="Microsoft YaHei"/>
              </a:defRPr>
            </a:lvl2pPr>
            <a:lvl3pPr>
              <a:defRPr sz="3300" b="1">
                <a:solidFill>
                  <a:srgbClr val="162333"/>
                </a:solidFill>
                <a:latin typeface="Microsoft YaHei"/>
                <a:ea typeface="Microsoft YaHei"/>
                <a:cs typeface="Microsoft YaHei"/>
              </a:defRPr>
            </a:lvl3pPr>
            <a:lvl4pPr>
              <a:defRPr sz="3300" b="1">
                <a:solidFill>
                  <a:srgbClr val="162333"/>
                </a:solidFill>
                <a:latin typeface="Microsoft YaHei"/>
                <a:ea typeface="Microsoft YaHei"/>
                <a:cs typeface="Microsoft YaHei"/>
              </a:defRPr>
            </a:lvl4pPr>
            <a:lvl5pPr>
              <a:defRPr sz="3300" b="1">
                <a:solidFill>
                  <a:srgbClr val="162333"/>
                </a:solidFill>
                <a:latin typeface="Microsoft YaHei"/>
                <a:ea typeface="Microsoft YaHei"/>
                <a:cs typeface="Microsoft YaHei"/>
              </a:defRPr>
            </a:lvl5pPr>
            <a:lvl6pPr>
              <a:defRPr sz="3300" b="1">
                <a:solidFill>
                  <a:srgbClr val="162333"/>
                </a:solidFill>
                <a:latin typeface="Microsoft YaHei"/>
                <a:ea typeface="Microsoft YaHei"/>
                <a:cs typeface="Microsoft YaHei"/>
              </a:defRPr>
            </a:lvl6pPr>
            <a:lvl7pPr>
              <a:defRPr sz="3300" b="1">
                <a:solidFill>
                  <a:srgbClr val="162333"/>
                </a:solidFill>
                <a:latin typeface="Microsoft YaHei"/>
                <a:ea typeface="Microsoft YaHei"/>
                <a:cs typeface="Microsoft YaHei"/>
              </a:defRPr>
            </a:lvl7pPr>
            <a:lvl8pPr>
              <a:defRPr sz="3300" b="1">
                <a:solidFill>
                  <a:srgbClr val="162333"/>
                </a:solidFill>
                <a:latin typeface="Microsoft YaHei"/>
                <a:ea typeface="Microsoft YaHei"/>
                <a:cs typeface="Microsoft YaHei"/>
              </a:defRPr>
            </a:lvl8pPr>
            <a:lvl9pPr>
              <a:defRPr sz="3300" b="1">
                <a:solidFill>
                  <a:srgbClr val="162333"/>
                </a:solidFill>
                <a:latin typeface="Microsoft YaHei"/>
                <a:ea typeface="Microsoft YaHei"/>
                <a:cs typeface="Microsoft YaHei"/>
              </a:defRPr>
            </a:lvl9pPr>
          </a:lstStyle>
          <a:p xmlns:a="http://schemas.openxmlformats.org/drawingml/2006/main">
            <a:pPr>
              <a:buNone/>
              <a:defRPr sz="3300" b="1">
                <a:solidFill>
                  <a:srgbClr val="162333"/>
                </a:solidFill>
                <a:latin typeface="Microsoft YaHei"/>
                <a:ea typeface="Microsoft YaHei"/>
                <a:cs typeface="Microsoft YaHei"/>
              </a:defRPr>
            </a:pPr>
            <a:r>
              <a:rPr sz="3300" b="1">
                <a:solidFill>
                  <a:srgbClr val="162333"/>
                </a:solidFill>
                <a:latin typeface="Microsoft YaHei"/>
                <a:ea typeface="Microsoft YaHei"/>
                <a:cs typeface="Microsoft YaHei"/>
              </a:rPr>
              <a:t>生成数据、打包部署与版本升级核对</a:t>
            </a:r>
          </a:p>
        </p:txBody>
      </p:sp>
      <p:sp>
        <p:nvSpPr>
          <p:cNvPr id="3" name="failure-label">
            <a:extLst xmlns:a="http://schemas.openxmlformats.org/drawingml/2006/main">
              <a:ext uri="{FF2B5EF4-FFF2-40B4-BE49-F238E27FC236}">
                <a16:creationId xmlns:a16="http://schemas.microsoft.com/office/drawing/2014/main" id="{917C618C-29D3-47FB-BAB1-A61D6255C35F}"/>
              </a:ext>
            </a:extLst>
          </p:cNvPr>
          <p:cNvSpPr>
            <a:spLocks xmlns:a="http://schemas.openxmlformats.org/drawingml/2006/main" noGrp="1"/>
          </p:cNvSpPr>
          <p:nvPr/>
        </p:nvSpPr>
        <p:spPr>
          <a:xfrm xmlns:a="http://schemas.openxmlformats.org/drawingml/2006/main">
            <a:off x="609600" y="2009775"/>
            <a:ext cx="1093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B6A64"/>
                </a:solidFill>
                <a:latin typeface="Microsoft YaHei"/>
                <a:ea typeface="Microsoft YaHei"/>
                <a:cs typeface="Microsoft YaHei"/>
              </a:defRPr>
            </a:defPPr>
            <a:lvl1pPr>
              <a:defRPr sz="2100" b="1">
                <a:solidFill>
                  <a:srgbClr val="0B6A64"/>
                </a:solidFill>
                <a:latin typeface="Microsoft YaHei"/>
                <a:ea typeface="Microsoft YaHei"/>
                <a:cs typeface="Microsoft YaHei"/>
              </a:defRPr>
            </a:lvl1pPr>
            <a:lvl2pPr>
              <a:defRPr sz="2100" b="1">
                <a:solidFill>
                  <a:srgbClr val="0B6A64"/>
                </a:solidFill>
                <a:latin typeface="Microsoft YaHei"/>
                <a:ea typeface="Microsoft YaHei"/>
                <a:cs typeface="Microsoft YaHei"/>
              </a:defRPr>
            </a:lvl2pPr>
            <a:lvl3pPr>
              <a:defRPr sz="2100" b="1">
                <a:solidFill>
                  <a:srgbClr val="0B6A64"/>
                </a:solidFill>
                <a:latin typeface="Microsoft YaHei"/>
                <a:ea typeface="Microsoft YaHei"/>
                <a:cs typeface="Microsoft YaHei"/>
              </a:defRPr>
            </a:lvl3pPr>
            <a:lvl4pPr>
              <a:defRPr sz="2100" b="1">
                <a:solidFill>
                  <a:srgbClr val="0B6A64"/>
                </a:solidFill>
                <a:latin typeface="Microsoft YaHei"/>
                <a:ea typeface="Microsoft YaHei"/>
                <a:cs typeface="Microsoft YaHei"/>
              </a:defRPr>
            </a:lvl4pPr>
            <a:lvl5pPr>
              <a:defRPr sz="2100" b="1">
                <a:solidFill>
                  <a:srgbClr val="0B6A64"/>
                </a:solidFill>
                <a:latin typeface="Microsoft YaHei"/>
                <a:ea typeface="Microsoft YaHei"/>
                <a:cs typeface="Microsoft YaHei"/>
              </a:defRPr>
            </a:lvl5pPr>
            <a:lvl6pPr>
              <a:defRPr sz="2100" b="1">
                <a:solidFill>
                  <a:srgbClr val="0B6A64"/>
                </a:solidFill>
                <a:latin typeface="Microsoft YaHei"/>
                <a:ea typeface="Microsoft YaHei"/>
                <a:cs typeface="Microsoft YaHei"/>
              </a:defRPr>
            </a:lvl6pPr>
            <a:lvl7pPr>
              <a:defRPr sz="2100" b="1">
                <a:solidFill>
                  <a:srgbClr val="0B6A64"/>
                </a:solidFill>
                <a:latin typeface="Microsoft YaHei"/>
                <a:ea typeface="Microsoft YaHei"/>
                <a:cs typeface="Microsoft YaHei"/>
              </a:defRPr>
            </a:lvl7pPr>
            <a:lvl8pPr>
              <a:defRPr sz="2100" b="1">
                <a:solidFill>
                  <a:srgbClr val="0B6A64"/>
                </a:solidFill>
                <a:latin typeface="Microsoft YaHei"/>
                <a:ea typeface="Microsoft YaHei"/>
                <a:cs typeface="Microsoft YaHei"/>
              </a:defRPr>
            </a:lvl8pPr>
            <a:lvl9pPr>
              <a:defRPr sz="2100" b="1">
                <a:solidFill>
                  <a:srgbClr val="0B6A64"/>
                </a:solidFill>
                <a:latin typeface="Microsoft YaHei"/>
                <a:ea typeface="Microsoft YaHei"/>
                <a:cs typeface="Microsoft YaHei"/>
              </a:defRPr>
            </a:lvl9pPr>
          </a:lstStyle>
          <a:p xmlns:a="http://schemas.openxmlformats.org/drawingml/2006/main">
            <a:pPr>
              <a:buNone/>
              <a:defRPr sz="2100" b="1">
                <a:solidFill>
                  <a:srgbClr val="0B6A64"/>
                </a:solidFill>
                <a:latin typeface="Microsoft YaHei"/>
                <a:ea typeface="Microsoft YaHei"/>
                <a:cs typeface="Microsoft YaHei"/>
              </a:defRPr>
            </a:pPr>
            <a:r>
              <a:rPr sz="2100" b="1">
                <a:solidFill>
                  <a:srgbClr val="0B6A64"/>
                </a:solidFill>
                <a:latin typeface="Microsoft YaHei"/>
                <a:ea typeface="Microsoft YaHei"/>
                <a:cs typeface="Microsoft YaHei"/>
              </a:rPr>
              <a:t>失败与恢复</a:t>
            </a:r>
          </a:p>
        </p:txBody>
      </p:sp>
      <p:sp>
        <p:nvSpPr>
          <p:cNvPr id="4" name="failure">
            <a:extLst xmlns:a="http://schemas.openxmlformats.org/drawingml/2006/main">
              <a:ext uri="{FF2B5EF4-FFF2-40B4-BE49-F238E27FC236}">
                <a16:creationId xmlns:a16="http://schemas.microsoft.com/office/drawing/2014/main" id="{61A9BF97-3331-4D06-A775-ED8DA0081D89}"/>
              </a:ext>
            </a:extLst>
          </p:cNvPr>
          <p:cNvSpPr>
            <a:spLocks xmlns:a="http://schemas.openxmlformats.org/drawingml/2006/main" noGrp="1"/>
          </p:cNvSpPr>
          <p:nvPr/>
        </p:nvSpPr>
        <p:spPr>
          <a:xfrm xmlns:a="http://schemas.openxmlformats.org/drawingml/2006/main">
            <a:off x="609600" y="2543175"/>
            <a:ext cx="10934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2333"/>
                </a:solidFill>
                <a:latin typeface="Microsoft YaHei"/>
                <a:ea typeface="Microsoft YaHei"/>
                <a:cs typeface="Microsoft YaHei"/>
              </a:defRPr>
            </a:defPPr>
            <a:lvl1pPr>
              <a:defRPr sz="2025" b="0">
                <a:solidFill>
                  <a:srgbClr val="162333"/>
                </a:solidFill>
                <a:latin typeface="Microsoft YaHei"/>
                <a:ea typeface="Microsoft YaHei"/>
                <a:cs typeface="Microsoft YaHei"/>
              </a:defRPr>
            </a:lvl1pPr>
            <a:lvl2pPr>
              <a:defRPr sz="2025" b="0">
                <a:solidFill>
                  <a:srgbClr val="162333"/>
                </a:solidFill>
                <a:latin typeface="Microsoft YaHei"/>
                <a:ea typeface="Microsoft YaHei"/>
                <a:cs typeface="Microsoft YaHei"/>
              </a:defRPr>
            </a:lvl2pPr>
            <a:lvl3pPr>
              <a:defRPr sz="2025" b="0">
                <a:solidFill>
                  <a:srgbClr val="162333"/>
                </a:solidFill>
                <a:latin typeface="Microsoft YaHei"/>
                <a:ea typeface="Microsoft YaHei"/>
                <a:cs typeface="Microsoft YaHei"/>
              </a:defRPr>
            </a:lvl3pPr>
            <a:lvl4pPr>
              <a:defRPr sz="2025" b="0">
                <a:solidFill>
                  <a:srgbClr val="162333"/>
                </a:solidFill>
                <a:latin typeface="Microsoft YaHei"/>
                <a:ea typeface="Microsoft YaHei"/>
                <a:cs typeface="Microsoft YaHei"/>
              </a:defRPr>
            </a:lvl4pPr>
            <a:lvl5pPr>
              <a:defRPr sz="2025" b="0">
                <a:solidFill>
                  <a:srgbClr val="162333"/>
                </a:solidFill>
                <a:latin typeface="Microsoft YaHei"/>
                <a:ea typeface="Microsoft YaHei"/>
                <a:cs typeface="Microsoft YaHei"/>
              </a:defRPr>
            </a:lvl5pPr>
            <a:lvl6pPr>
              <a:defRPr sz="2025" b="0">
                <a:solidFill>
                  <a:srgbClr val="162333"/>
                </a:solidFill>
                <a:latin typeface="Microsoft YaHei"/>
                <a:ea typeface="Microsoft YaHei"/>
                <a:cs typeface="Microsoft YaHei"/>
              </a:defRPr>
            </a:lvl6pPr>
            <a:lvl7pPr>
              <a:defRPr sz="2025" b="0">
                <a:solidFill>
                  <a:srgbClr val="162333"/>
                </a:solidFill>
                <a:latin typeface="Microsoft YaHei"/>
                <a:ea typeface="Microsoft YaHei"/>
                <a:cs typeface="Microsoft YaHei"/>
              </a:defRPr>
            </a:lvl7pPr>
            <a:lvl8pPr>
              <a:defRPr sz="2025" b="0">
                <a:solidFill>
                  <a:srgbClr val="162333"/>
                </a:solidFill>
                <a:latin typeface="Microsoft YaHei"/>
                <a:ea typeface="Microsoft YaHei"/>
                <a:cs typeface="Microsoft YaHei"/>
              </a:defRPr>
            </a:lvl8pPr>
            <a:lvl9pPr>
              <a:defRPr sz="2025" b="0">
                <a:solidFill>
                  <a:srgbClr val="162333"/>
                </a:solidFill>
                <a:latin typeface="Microsoft YaHei"/>
                <a:ea typeface="Microsoft YaHei"/>
                <a:cs typeface="Microsoft YaHei"/>
              </a:defRPr>
            </a:lvl9pPr>
          </a:lstStyle>
          <a:p xmlns:a="http://schemas.openxmlformats.org/drawingml/2006/main">
            <a:pPr>
              <a:buNone/>
              <a:defRPr sz="2025" b="0">
                <a:solidFill>
                  <a:srgbClr val="162333"/>
                </a:solidFill>
                <a:latin typeface="Microsoft YaHei"/>
                <a:ea typeface="Microsoft YaHei"/>
                <a:cs typeface="Microsoft YaHei"/>
              </a:defRPr>
            </a:pPr>
            <a:r>
              <a:rPr sz="2025" b="0">
                <a:solidFill>
                  <a:srgbClr val="162333"/>
                </a:solidFill>
                <a:latin typeface="Microsoft YaHei"/>
                <a:ea typeface="Microsoft YaHei"/>
                <a:cs typeface="Microsoft YaHei"/>
              </a:rPr>
              <a:t>源码可运行不等于发布包完整；发布、部署和依赖安装不是阅读教程自动授权的动作。</a:t>
            </a:r>
          </a:p>
        </p:txBody>
      </p:sp>
      <p:sp>
        <p:nvSpPr>
          <p:cNvPr id="5" name="exercise-label">
            <a:extLst xmlns:a="http://schemas.openxmlformats.org/drawingml/2006/main">
              <a:ext uri="{FF2B5EF4-FFF2-40B4-BE49-F238E27FC236}">
                <a16:creationId xmlns:a16="http://schemas.microsoft.com/office/drawing/2014/main" id="{84329CED-8E90-4B57-B230-791C0541862C}"/>
              </a:ext>
            </a:extLst>
          </p:cNvPr>
          <p:cNvSpPr>
            <a:spLocks xmlns:a="http://schemas.openxmlformats.org/drawingml/2006/main" noGrp="1"/>
          </p:cNvSpPr>
          <p:nvPr/>
        </p:nvSpPr>
        <p:spPr>
          <a:xfrm xmlns:a="http://schemas.openxmlformats.org/drawingml/2006/main">
            <a:off x="609600" y="4086225"/>
            <a:ext cx="1093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B6A64"/>
                </a:solidFill>
                <a:latin typeface="Microsoft YaHei"/>
                <a:ea typeface="Microsoft YaHei"/>
                <a:cs typeface="Microsoft YaHei"/>
              </a:defRPr>
            </a:defPPr>
            <a:lvl1pPr>
              <a:defRPr sz="2100" b="1">
                <a:solidFill>
                  <a:srgbClr val="0B6A64"/>
                </a:solidFill>
                <a:latin typeface="Microsoft YaHei"/>
                <a:ea typeface="Microsoft YaHei"/>
                <a:cs typeface="Microsoft YaHei"/>
              </a:defRPr>
            </a:lvl1pPr>
            <a:lvl2pPr>
              <a:defRPr sz="2100" b="1">
                <a:solidFill>
                  <a:srgbClr val="0B6A64"/>
                </a:solidFill>
                <a:latin typeface="Microsoft YaHei"/>
                <a:ea typeface="Microsoft YaHei"/>
                <a:cs typeface="Microsoft YaHei"/>
              </a:defRPr>
            </a:lvl2pPr>
            <a:lvl3pPr>
              <a:defRPr sz="2100" b="1">
                <a:solidFill>
                  <a:srgbClr val="0B6A64"/>
                </a:solidFill>
                <a:latin typeface="Microsoft YaHei"/>
                <a:ea typeface="Microsoft YaHei"/>
                <a:cs typeface="Microsoft YaHei"/>
              </a:defRPr>
            </a:lvl3pPr>
            <a:lvl4pPr>
              <a:defRPr sz="2100" b="1">
                <a:solidFill>
                  <a:srgbClr val="0B6A64"/>
                </a:solidFill>
                <a:latin typeface="Microsoft YaHei"/>
                <a:ea typeface="Microsoft YaHei"/>
                <a:cs typeface="Microsoft YaHei"/>
              </a:defRPr>
            </a:lvl4pPr>
            <a:lvl5pPr>
              <a:defRPr sz="2100" b="1">
                <a:solidFill>
                  <a:srgbClr val="0B6A64"/>
                </a:solidFill>
                <a:latin typeface="Microsoft YaHei"/>
                <a:ea typeface="Microsoft YaHei"/>
                <a:cs typeface="Microsoft YaHei"/>
              </a:defRPr>
            </a:lvl5pPr>
            <a:lvl6pPr>
              <a:defRPr sz="2100" b="1">
                <a:solidFill>
                  <a:srgbClr val="0B6A64"/>
                </a:solidFill>
                <a:latin typeface="Microsoft YaHei"/>
                <a:ea typeface="Microsoft YaHei"/>
                <a:cs typeface="Microsoft YaHei"/>
              </a:defRPr>
            </a:lvl6pPr>
            <a:lvl7pPr>
              <a:defRPr sz="2100" b="1">
                <a:solidFill>
                  <a:srgbClr val="0B6A64"/>
                </a:solidFill>
                <a:latin typeface="Microsoft YaHei"/>
                <a:ea typeface="Microsoft YaHei"/>
                <a:cs typeface="Microsoft YaHei"/>
              </a:defRPr>
            </a:lvl7pPr>
            <a:lvl8pPr>
              <a:defRPr sz="2100" b="1">
                <a:solidFill>
                  <a:srgbClr val="0B6A64"/>
                </a:solidFill>
                <a:latin typeface="Microsoft YaHei"/>
                <a:ea typeface="Microsoft YaHei"/>
                <a:cs typeface="Microsoft YaHei"/>
              </a:defRPr>
            </a:lvl8pPr>
            <a:lvl9pPr>
              <a:defRPr sz="2100" b="1">
                <a:solidFill>
                  <a:srgbClr val="0B6A64"/>
                </a:solidFill>
                <a:latin typeface="Microsoft YaHei"/>
                <a:ea typeface="Microsoft YaHei"/>
                <a:cs typeface="Microsoft YaHei"/>
              </a:defRPr>
            </a:lvl9pPr>
          </a:lstStyle>
          <a:p xmlns:a="http://schemas.openxmlformats.org/drawingml/2006/main">
            <a:pPr>
              <a:buNone/>
              <a:defRPr sz="2100" b="1">
                <a:solidFill>
                  <a:srgbClr val="0B6A64"/>
                </a:solidFill>
                <a:latin typeface="Microsoft YaHei"/>
                <a:ea typeface="Microsoft YaHei"/>
                <a:cs typeface="Microsoft YaHei"/>
              </a:defRPr>
            </a:pPr>
            <a:r>
              <a:rPr sz="2100" b="1">
                <a:solidFill>
                  <a:srgbClr val="0B6A64"/>
                </a:solidFill>
                <a:latin typeface="Microsoft YaHei"/>
                <a:ea typeface="Microsoft YaHei"/>
                <a:cs typeface="Microsoft YaHei"/>
              </a:rPr>
              <a:t>动手练习</a:t>
            </a:r>
          </a:p>
        </p:txBody>
      </p:sp>
      <p:sp>
        <p:nvSpPr>
          <p:cNvPr id="6" name="exercise">
            <a:extLst xmlns:a="http://schemas.openxmlformats.org/drawingml/2006/main">
              <a:ext uri="{FF2B5EF4-FFF2-40B4-BE49-F238E27FC236}">
                <a16:creationId xmlns:a16="http://schemas.microsoft.com/office/drawing/2014/main" id="{8AE4B755-89A5-4D3F-8947-19028852116B}"/>
              </a:ext>
            </a:extLst>
          </p:cNvPr>
          <p:cNvSpPr>
            <a:spLocks xmlns:a="http://schemas.openxmlformats.org/drawingml/2006/main" noGrp="1"/>
          </p:cNvSpPr>
          <p:nvPr/>
        </p:nvSpPr>
        <p:spPr>
          <a:xfrm xmlns:a="http://schemas.openxmlformats.org/drawingml/2006/main">
            <a:off x="609600" y="4619625"/>
            <a:ext cx="10934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2333"/>
                </a:solidFill>
                <a:latin typeface="Microsoft YaHei"/>
                <a:ea typeface="Microsoft YaHei"/>
                <a:cs typeface="Microsoft YaHei"/>
              </a:defRPr>
            </a:defPPr>
            <a:lvl1pPr>
              <a:defRPr sz="2025" b="0">
                <a:solidFill>
                  <a:srgbClr val="162333"/>
                </a:solidFill>
                <a:latin typeface="Microsoft YaHei"/>
                <a:ea typeface="Microsoft YaHei"/>
                <a:cs typeface="Microsoft YaHei"/>
              </a:defRPr>
            </a:lvl1pPr>
            <a:lvl2pPr>
              <a:defRPr sz="2025" b="0">
                <a:solidFill>
                  <a:srgbClr val="162333"/>
                </a:solidFill>
                <a:latin typeface="Microsoft YaHei"/>
                <a:ea typeface="Microsoft YaHei"/>
                <a:cs typeface="Microsoft YaHei"/>
              </a:defRPr>
            </a:lvl2pPr>
            <a:lvl3pPr>
              <a:defRPr sz="2025" b="0">
                <a:solidFill>
                  <a:srgbClr val="162333"/>
                </a:solidFill>
                <a:latin typeface="Microsoft YaHei"/>
                <a:ea typeface="Microsoft YaHei"/>
                <a:cs typeface="Microsoft YaHei"/>
              </a:defRPr>
            </a:lvl3pPr>
            <a:lvl4pPr>
              <a:defRPr sz="2025" b="0">
                <a:solidFill>
                  <a:srgbClr val="162333"/>
                </a:solidFill>
                <a:latin typeface="Microsoft YaHei"/>
                <a:ea typeface="Microsoft YaHei"/>
                <a:cs typeface="Microsoft YaHei"/>
              </a:defRPr>
            </a:lvl4pPr>
            <a:lvl5pPr>
              <a:defRPr sz="2025" b="0">
                <a:solidFill>
                  <a:srgbClr val="162333"/>
                </a:solidFill>
                <a:latin typeface="Microsoft YaHei"/>
                <a:ea typeface="Microsoft YaHei"/>
                <a:cs typeface="Microsoft YaHei"/>
              </a:defRPr>
            </a:lvl5pPr>
            <a:lvl6pPr>
              <a:defRPr sz="2025" b="0">
                <a:solidFill>
                  <a:srgbClr val="162333"/>
                </a:solidFill>
                <a:latin typeface="Microsoft YaHei"/>
                <a:ea typeface="Microsoft YaHei"/>
                <a:cs typeface="Microsoft YaHei"/>
              </a:defRPr>
            </a:lvl6pPr>
            <a:lvl7pPr>
              <a:defRPr sz="2025" b="0">
                <a:solidFill>
                  <a:srgbClr val="162333"/>
                </a:solidFill>
                <a:latin typeface="Microsoft YaHei"/>
                <a:ea typeface="Microsoft YaHei"/>
                <a:cs typeface="Microsoft YaHei"/>
              </a:defRPr>
            </a:lvl7pPr>
            <a:lvl8pPr>
              <a:defRPr sz="2025" b="0">
                <a:solidFill>
                  <a:srgbClr val="162333"/>
                </a:solidFill>
                <a:latin typeface="Microsoft YaHei"/>
                <a:ea typeface="Microsoft YaHei"/>
                <a:cs typeface="Microsoft YaHei"/>
              </a:defRPr>
            </a:lvl8pPr>
            <a:lvl9pPr>
              <a:defRPr sz="2025" b="0">
                <a:solidFill>
                  <a:srgbClr val="162333"/>
                </a:solidFill>
                <a:latin typeface="Microsoft YaHei"/>
                <a:ea typeface="Microsoft YaHei"/>
                <a:cs typeface="Microsoft YaHei"/>
              </a:defRPr>
            </a:lvl9pPr>
          </a:lstStyle>
          <a:p xmlns:a="http://schemas.openxmlformats.org/drawingml/2006/main">
            <a:pPr>
              <a:buNone/>
              <a:defRPr sz="2025" b="0">
                <a:solidFill>
                  <a:srgbClr val="162333"/>
                </a:solidFill>
                <a:latin typeface="Microsoft YaHei"/>
                <a:ea typeface="Microsoft YaHei"/>
                <a:cs typeface="Microsoft YaHei"/>
              </a:defRPr>
            </a:pPr>
            <a:r>
              <a:rPr sz="2025" b="0">
                <a:solidFill>
                  <a:srgbClr val="162333"/>
                </a:solidFill>
                <a:latin typeface="Microsoft YaHei"/>
                <a:ea typeface="Microsoft YaHei"/>
                <a:cs typeface="Microsoft YaHei"/>
              </a:rPr>
              <a:t>任选一个 release 脚本说明输入产物和消费者检查；再记录一项本版本接口变化及受影响例子。</a:t>
            </a:r>
          </a:p>
        </p:txBody>
      </p:sp>
      <p:sp>
        <p:nvSpPr>
          <p:cNvPr id="7" name="footer">
            <a:extLst xmlns:a="http://schemas.openxmlformats.org/drawingml/2006/main">
              <a:ext uri="{FF2B5EF4-FFF2-40B4-BE49-F238E27FC236}">
                <a16:creationId xmlns:a16="http://schemas.microsoft.com/office/drawing/2014/main" id="{F58FF4C0-966A-4722-857B-B66E02183032}"/>
              </a:ext>
            </a:extLst>
          </p:cNvPr>
          <p:cNvSpPr>
            <a:spLocks xmlns:a="http://schemas.openxmlformats.org/drawingml/2006/main" noGrp="1"/>
          </p:cNvSpPr>
          <p:nvPr/>
        </p:nvSpPr>
        <p:spPr>
          <a:xfrm xmlns:a="http://schemas.openxmlformats.org/drawingml/2006/main">
            <a:off x="609600" y="6372225"/>
            <a:ext cx="10934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6677B"/>
                </a:solidFill>
                <a:latin typeface="Microsoft YaHei"/>
                <a:ea typeface="Microsoft YaHei"/>
                <a:cs typeface="Microsoft YaHei"/>
              </a:defRPr>
            </a:defPPr>
            <a:lvl1pPr>
              <a:defRPr sz="1200" b="0">
                <a:solidFill>
                  <a:srgbClr val="56677B"/>
                </a:solidFill>
                <a:latin typeface="Microsoft YaHei"/>
                <a:ea typeface="Microsoft YaHei"/>
                <a:cs typeface="Microsoft YaHei"/>
              </a:defRPr>
            </a:lvl1pPr>
            <a:lvl2pPr>
              <a:defRPr sz="1200" b="0">
                <a:solidFill>
                  <a:srgbClr val="56677B"/>
                </a:solidFill>
                <a:latin typeface="Microsoft YaHei"/>
                <a:ea typeface="Microsoft YaHei"/>
                <a:cs typeface="Microsoft YaHei"/>
              </a:defRPr>
            </a:lvl2pPr>
            <a:lvl3pPr>
              <a:defRPr sz="1200" b="0">
                <a:solidFill>
                  <a:srgbClr val="56677B"/>
                </a:solidFill>
                <a:latin typeface="Microsoft YaHei"/>
                <a:ea typeface="Microsoft YaHei"/>
                <a:cs typeface="Microsoft YaHei"/>
              </a:defRPr>
            </a:lvl3pPr>
            <a:lvl4pPr>
              <a:defRPr sz="1200" b="0">
                <a:solidFill>
                  <a:srgbClr val="56677B"/>
                </a:solidFill>
                <a:latin typeface="Microsoft YaHei"/>
                <a:ea typeface="Microsoft YaHei"/>
                <a:cs typeface="Microsoft YaHei"/>
              </a:defRPr>
            </a:lvl4pPr>
            <a:lvl5pPr>
              <a:defRPr sz="1200" b="0">
                <a:solidFill>
                  <a:srgbClr val="56677B"/>
                </a:solidFill>
                <a:latin typeface="Microsoft YaHei"/>
                <a:ea typeface="Microsoft YaHei"/>
                <a:cs typeface="Microsoft YaHei"/>
              </a:defRPr>
            </a:lvl5pPr>
            <a:lvl6pPr>
              <a:defRPr sz="1200" b="0">
                <a:solidFill>
                  <a:srgbClr val="56677B"/>
                </a:solidFill>
                <a:latin typeface="Microsoft YaHei"/>
                <a:ea typeface="Microsoft YaHei"/>
                <a:cs typeface="Microsoft YaHei"/>
              </a:defRPr>
            </a:lvl6pPr>
            <a:lvl7pPr>
              <a:defRPr sz="1200" b="0">
                <a:solidFill>
                  <a:srgbClr val="56677B"/>
                </a:solidFill>
                <a:latin typeface="Microsoft YaHei"/>
                <a:ea typeface="Microsoft YaHei"/>
                <a:cs typeface="Microsoft YaHei"/>
              </a:defRPr>
            </a:lvl7pPr>
            <a:lvl8pPr>
              <a:defRPr sz="1200" b="0">
                <a:solidFill>
                  <a:srgbClr val="56677B"/>
                </a:solidFill>
                <a:latin typeface="Microsoft YaHei"/>
                <a:ea typeface="Microsoft YaHei"/>
                <a:cs typeface="Microsoft YaHei"/>
              </a:defRPr>
            </a:lvl8pPr>
            <a:lvl9pPr>
              <a:defRPr sz="1200" b="0">
                <a:solidFill>
                  <a:srgbClr val="56677B"/>
                </a:solidFill>
                <a:latin typeface="Microsoft YaHei"/>
                <a:ea typeface="Microsoft YaHei"/>
                <a:cs typeface="Microsoft YaHei"/>
              </a:defRPr>
            </a:lvl9pPr>
          </a:lstStyle>
          <a:p xmlns:a="http://schemas.openxmlformats.org/drawingml/2006/main">
            <a:pPr>
              <a:buNone/>
              <a:defRPr sz="1200" b="0">
                <a:solidFill>
                  <a:srgbClr val="56677B"/>
                </a:solidFill>
                <a:latin typeface="Microsoft YaHei"/>
                <a:ea typeface="Microsoft YaHei"/>
                <a:cs typeface="Microsoft YaHei"/>
              </a:defRPr>
            </a:pPr>
            <a:r>
              <a:rPr sz="1200" b="0">
                <a:solidFill>
                  <a:srgbClr val="56677B"/>
                </a:solidFill>
                <a:latin typeface="Microsoft YaHei"/>
                <a:ea typeface="Microsoft YaHei"/>
                <a:cs typeface="Microsoft YaHei"/>
              </a:rPr>
              <a:t>Pi 源码精通路线   /   release-upgrade   /   3     基线 136b87e8a · 源码与参考答案见讲者备注</a:t>
            </a:r>
          </a:p>
        </p:txBody>
      </p:sp>
    </p:spTree>
    <p:extLst>
      <p:ext uri="{BB962C8B-B14F-4D97-AF65-F5344CB8AC3E}">
        <p14:creationId xmlns:p14="http://schemas.microsoft.com/office/powerpoint/2010/main" val="389352854"/>
      </p:ext>
    </p:extLst>
  </p:cSld>
</p:sld>
</file>

<file path=ppt/slides/slide7.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9" name="eyebrow">
            <a:extLst xmlns:a="http://schemas.openxmlformats.org/drawingml/2006/main">
              <a:ext uri="{FF2B5EF4-FFF2-40B4-BE49-F238E27FC236}">
                <a16:creationId xmlns:a16="http://schemas.microsoft.com/office/drawing/2014/main" id="{9727CA47-921E-4C62-A68B-7F179F9FD7D1}"/>
              </a:ext>
            </a:extLst>
          </p:cNvPr>
          <p:cNvSpPr>
            <a:spLocks xmlns:a="http://schemas.openxmlformats.org/drawingml/2006/main" noGrp="1"/>
          </p:cNvSpPr>
          <p:nvPr/>
        </p:nvSpPr>
        <p:spPr>
          <a:xfrm xmlns:a="http://schemas.openxmlformats.org/drawingml/2006/main">
            <a:off x="609600" y="30480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0B6A64"/>
                </a:solidFill>
                <a:latin typeface="Microsoft YaHei"/>
                <a:ea typeface="Microsoft YaHei"/>
                <a:cs typeface="Microsoft YaHei"/>
              </a:defRPr>
            </a:defPPr>
            <a:lvl1pPr>
              <a:defRPr sz="1500" b="1">
                <a:solidFill>
                  <a:srgbClr val="0B6A64"/>
                </a:solidFill>
                <a:latin typeface="Microsoft YaHei"/>
                <a:ea typeface="Microsoft YaHei"/>
                <a:cs typeface="Microsoft YaHei"/>
              </a:defRPr>
            </a:lvl1pPr>
            <a:lvl2pPr>
              <a:defRPr sz="1500" b="1">
                <a:solidFill>
                  <a:srgbClr val="0B6A64"/>
                </a:solidFill>
                <a:latin typeface="Microsoft YaHei"/>
                <a:ea typeface="Microsoft YaHei"/>
                <a:cs typeface="Microsoft YaHei"/>
              </a:defRPr>
            </a:lvl2pPr>
            <a:lvl3pPr>
              <a:defRPr sz="1500" b="1">
                <a:solidFill>
                  <a:srgbClr val="0B6A64"/>
                </a:solidFill>
                <a:latin typeface="Microsoft YaHei"/>
                <a:ea typeface="Microsoft YaHei"/>
                <a:cs typeface="Microsoft YaHei"/>
              </a:defRPr>
            </a:lvl3pPr>
            <a:lvl4pPr>
              <a:defRPr sz="1500" b="1">
                <a:solidFill>
                  <a:srgbClr val="0B6A64"/>
                </a:solidFill>
                <a:latin typeface="Microsoft YaHei"/>
                <a:ea typeface="Microsoft YaHei"/>
                <a:cs typeface="Microsoft YaHei"/>
              </a:defRPr>
            </a:lvl4pPr>
            <a:lvl5pPr>
              <a:defRPr sz="1500" b="1">
                <a:solidFill>
                  <a:srgbClr val="0B6A64"/>
                </a:solidFill>
                <a:latin typeface="Microsoft YaHei"/>
                <a:ea typeface="Microsoft YaHei"/>
                <a:cs typeface="Microsoft YaHei"/>
              </a:defRPr>
            </a:lvl5pPr>
            <a:lvl6pPr>
              <a:defRPr sz="1500" b="1">
                <a:solidFill>
                  <a:srgbClr val="0B6A64"/>
                </a:solidFill>
                <a:latin typeface="Microsoft YaHei"/>
                <a:ea typeface="Microsoft YaHei"/>
                <a:cs typeface="Microsoft YaHei"/>
              </a:defRPr>
            </a:lvl6pPr>
            <a:lvl7pPr>
              <a:defRPr sz="1500" b="1">
                <a:solidFill>
                  <a:srgbClr val="0B6A64"/>
                </a:solidFill>
                <a:latin typeface="Microsoft YaHei"/>
                <a:ea typeface="Microsoft YaHei"/>
                <a:cs typeface="Microsoft YaHei"/>
              </a:defRPr>
            </a:lvl7pPr>
            <a:lvl8pPr>
              <a:defRPr sz="1500" b="1">
                <a:solidFill>
                  <a:srgbClr val="0B6A64"/>
                </a:solidFill>
                <a:latin typeface="Microsoft YaHei"/>
                <a:ea typeface="Microsoft YaHei"/>
                <a:cs typeface="Microsoft YaHei"/>
              </a:defRPr>
            </a:lvl8pPr>
            <a:lvl9pPr>
              <a:defRPr sz="1500" b="1">
                <a:solidFill>
                  <a:srgbClr val="0B6A64"/>
                </a:solidFill>
                <a:latin typeface="Microsoft YaHei"/>
                <a:ea typeface="Microsoft YaHei"/>
                <a:cs typeface="Microsoft YaHei"/>
              </a:defRPr>
            </a:lvl9pPr>
          </a:lstStyle>
          <a:p xmlns:a="http://schemas.openxmlformats.org/drawingml/2006/main">
            <a:pPr>
              <a:buNone/>
              <a:defRPr sz="1500" b="1">
                <a:solidFill>
                  <a:srgbClr val="0B6A64"/>
                </a:solidFill>
                <a:latin typeface="Microsoft YaHei"/>
                <a:ea typeface="Microsoft YaHei"/>
                <a:cs typeface="Microsoft YaHei"/>
              </a:defRPr>
            </a:pPr>
            <a:r>
              <a:rPr sz="1500" b="1">
                <a:solidFill>
                  <a:srgbClr val="0B6A64"/>
                </a:solidFill>
                <a:latin typeface="Microsoft YaHei"/>
                <a:ea typeface="Microsoft YaHei"/>
                <a:cs typeface="Microsoft YaHei"/>
              </a:rPr>
              <a:t>08 独立改造   /   场景与职责</a:t>
            </a:r>
          </a:p>
        </p:txBody>
      </p:sp>
      <p:sp>
        <p:nvSpPr>
          <p:cNvPr id="2" name="title">
            <a:extLst xmlns:a="http://schemas.openxmlformats.org/drawingml/2006/main">
              <a:ext uri="{FF2B5EF4-FFF2-40B4-BE49-F238E27FC236}">
                <a16:creationId xmlns:a16="http://schemas.microsoft.com/office/drawing/2014/main" id="{53A56A68-8882-4F0D-9C43-422CBD4D0067}"/>
              </a:ext>
            </a:extLst>
          </p:cNvPr>
          <p:cNvSpPr>
            <a:spLocks xmlns:a="http://schemas.openxmlformats.org/drawingml/2006/main" noGrp="1"/>
          </p:cNvSpPr>
          <p:nvPr/>
        </p:nvSpPr>
        <p:spPr>
          <a:xfrm xmlns:a="http://schemas.openxmlformats.org/drawingml/2006/main">
            <a:off x="609600" y="866775"/>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2333"/>
                </a:solidFill>
                <a:latin typeface="Microsoft YaHei"/>
                <a:ea typeface="Microsoft YaHei"/>
                <a:cs typeface="Microsoft YaHei"/>
              </a:defRPr>
            </a:defPPr>
            <a:lvl1pPr>
              <a:defRPr sz="3300" b="1">
                <a:solidFill>
                  <a:srgbClr val="162333"/>
                </a:solidFill>
                <a:latin typeface="Microsoft YaHei"/>
                <a:ea typeface="Microsoft YaHei"/>
                <a:cs typeface="Microsoft YaHei"/>
              </a:defRPr>
            </a:lvl1pPr>
            <a:lvl2pPr>
              <a:defRPr sz="3300" b="1">
                <a:solidFill>
                  <a:srgbClr val="162333"/>
                </a:solidFill>
                <a:latin typeface="Microsoft YaHei"/>
                <a:ea typeface="Microsoft YaHei"/>
                <a:cs typeface="Microsoft YaHei"/>
              </a:defRPr>
            </a:lvl2pPr>
            <a:lvl3pPr>
              <a:defRPr sz="3300" b="1">
                <a:solidFill>
                  <a:srgbClr val="162333"/>
                </a:solidFill>
                <a:latin typeface="Microsoft YaHei"/>
                <a:ea typeface="Microsoft YaHei"/>
                <a:cs typeface="Microsoft YaHei"/>
              </a:defRPr>
            </a:lvl3pPr>
            <a:lvl4pPr>
              <a:defRPr sz="3300" b="1">
                <a:solidFill>
                  <a:srgbClr val="162333"/>
                </a:solidFill>
                <a:latin typeface="Microsoft YaHei"/>
                <a:ea typeface="Microsoft YaHei"/>
                <a:cs typeface="Microsoft YaHei"/>
              </a:defRPr>
            </a:lvl4pPr>
            <a:lvl5pPr>
              <a:defRPr sz="3300" b="1">
                <a:solidFill>
                  <a:srgbClr val="162333"/>
                </a:solidFill>
                <a:latin typeface="Microsoft YaHei"/>
                <a:ea typeface="Microsoft YaHei"/>
                <a:cs typeface="Microsoft YaHei"/>
              </a:defRPr>
            </a:lvl5pPr>
            <a:lvl6pPr>
              <a:defRPr sz="3300" b="1">
                <a:solidFill>
                  <a:srgbClr val="162333"/>
                </a:solidFill>
                <a:latin typeface="Microsoft YaHei"/>
                <a:ea typeface="Microsoft YaHei"/>
                <a:cs typeface="Microsoft YaHei"/>
              </a:defRPr>
            </a:lvl6pPr>
            <a:lvl7pPr>
              <a:defRPr sz="3300" b="1">
                <a:solidFill>
                  <a:srgbClr val="162333"/>
                </a:solidFill>
                <a:latin typeface="Microsoft YaHei"/>
                <a:ea typeface="Microsoft YaHei"/>
                <a:cs typeface="Microsoft YaHei"/>
              </a:defRPr>
            </a:lvl7pPr>
            <a:lvl8pPr>
              <a:defRPr sz="3300" b="1">
                <a:solidFill>
                  <a:srgbClr val="162333"/>
                </a:solidFill>
                <a:latin typeface="Microsoft YaHei"/>
                <a:ea typeface="Microsoft YaHei"/>
                <a:cs typeface="Microsoft YaHei"/>
              </a:defRPr>
            </a:lvl8pPr>
            <a:lvl9pPr>
              <a:defRPr sz="3300" b="1">
                <a:solidFill>
                  <a:srgbClr val="162333"/>
                </a:solidFill>
                <a:latin typeface="Microsoft YaHei"/>
                <a:ea typeface="Microsoft YaHei"/>
                <a:cs typeface="Microsoft YaHei"/>
              </a:defRPr>
            </a:lvl9pPr>
          </a:lstStyle>
          <a:p xmlns:a="http://schemas.openxmlformats.org/drawingml/2006/main">
            <a:pPr>
              <a:buNone/>
              <a:defRPr sz="3300" b="1">
                <a:solidFill>
                  <a:srgbClr val="162333"/>
                </a:solidFill>
                <a:latin typeface="Microsoft YaHei"/>
                <a:ea typeface="Microsoft YaHei"/>
                <a:cs typeface="Microsoft YaHei"/>
              </a:defRPr>
            </a:pPr>
            <a:r>
              <a:rPr sz="3300" b="1">
                <a:solidFill>
                  <a:srgbClr val="162333"/>
                </a:solidFill>
                <a:latin typeface="Microsoft YaHei"/>
                <a:ea typeface="Microsoft YaHei"/>
                <a:cs typeface="Microsoft YaHei"/>
              </a:rPr>
              <a:t>从历史设计到当前实现的证据审查</a:t>
            </a:r>
          </a:p>
        </p:txBody>
      </p:sp>
      <p:sp>
        <p:nvSpPr>
          <p:cNvPr id="3" name="scenario">
            <a:extLst xmlns:a="http://schemas.openxmlformats.org/drawingml/2006/main">
              <a:ext uri="{FF2B5EF4-FFF2-40B4-BE49-F238E27FC236}">
                <a16:creationId xmlns:a16="http://schemas.microsoft.com/office/drawing/2014/main" id="{26514E29-3DA2-44CB-9445-9B7F5334CE10}"/>
              </a:ext>
            </a:extLst>
          </p:cNvPr>
          <p:cNvSpPr>
            <a:spLocks xmlns:a="http://schemas.openxmlformats.org/drawingml/2006/main" noGrp="1"/>
          </p:cNvSpPr>
          <p:nvPr/>
        </p:nvSpPr>
        <p:spPr>
          <a:xfrm xmlns:a="http://schemas.openxmlformats.org/drawingml/2006/main">
            <a:off x="609600" y="1943100"/>
            <a:ext cx="109347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344B60"/>
                </a:solidFill>
                <a:latin typeface="Microsoft YaHei"/>
                <a:ea typeface="Microsoft YaHei"/>
                <a:cs typeface="Microsoft YaHei"/>
              </a:defRPr>
            </a:defPPr>
            <a:lvl1pPr>
              <a:defRPr sz="2100" b="0">
                <a:solidFill>
                  <a:srgbClr val="344B60"/>
                </a:solidFill>
                <a:latin typeface="Microsoft YaHei"/>
                <a:ea typeface="Microsoft YaHei"/>
                <a:cs typeface="Microsoft YaHei"/>
              </a:defRPr>
            </a:lvl1pPr>
            <a:lvl2pPr>
              <a:defRPr sz="2100" b="0">
                <a:solidFill>
                  <a:srgbClr val="344B60"/>
                </a:solidFill>
                <a:latin typeface="Microsoft YaHei"/>
                <a:ea typeface="Microsoft YaHei"/>
                <a:cs typeface="Microsoft YaHei"/>
              </a:defRPr>
            </a:lvl2pPr>
            <a:lvl3pPr>
              <a:defRPr sz="2100" b="0">
                <a:solidFill>
                  <a:srgbClr val="344B60"/>
                </a:solidFill>
                <a:latin typeface="Microsoft YaHei"/>
                <a:ea typeface="Microsoft YaHei"/>
                <a:cs typeface="Microsoft YaHei"/>
              </a:defRPr>
            </a:lvl3pPr>
            <a:lvl4pPr>
              <a:defRPr sz="2100" b="0">
                <a:solidFill>
                  <a:srgbClr val="344B60"/>
                </a:solidFill>
                <a:latin typeface="Microsoft YaHei"/>
                <a:ea typeface="Microsoft YaHei"/>
                <a:cs typeface="Microsoft YaHei"/>
              </a:defRPr>
            </a:lvl4pPr>
            <a:lvl5pPr>
              <a:defRPr sz="2100" b="0">
                <a:solidFill>
                  <a:srgbClr val="344B60"/>
                </a:solidFill>
                <a:latin typeface="Microsoft YaHei"/>
                <a:ea typeface="Microsoft YaHei"/>
                <a:cs typeface="Microsoft YaHei"/>
              </a:defRPr>
            </a:lvl5pPr>
            <a:lvl6pPr>
              <a:defRPr sz="2100" b="0">
                <a:solidFill>
                  <a:srgbClr val="344B60"/>
                </a:solidFill>
                <a:latin typeface="Microsoft YaHei"/>
                <a:ea typeface="Microsoft YaHei"/>
                <a:cs typeface="Microsoft YaHei"/>
              </a:defRPr>
            </a:lvl6pPr>
            <a:lvl7pPr>
              <a:defRPr sz="2100" b="0">
                <a:solidFill>
                  <a:srgbClr val="344B60"/>
                </a:solidFill>
                <a:latin typeface="Microsoft YaHei"/>
                <a:ea typeface="Microsoft YaHei"/>
                <a:cs typeface="Microsoft YaHei"/>
              </a:defRPr>
            </a:lvl7pPr>
            <a:lvl8pPr>
              <a:defRPr sz="2100" b="0">
                <a:solidFill>
                  <a:srgbClr val="344B60"/>
                </a:solidFill>
                <a:latin typeface="Microsoft YaHei"/>
                <a:ea typeface="Microsoft YaHei"/>
                <a:cs typeface="Microsoft YaHei"/>
              </a:defRPr>
            </a:lvl8pPr>
            <a:lvl9pPr>
              <a:defRPr sz="2100" b="0">
                <a:solidFill>
                  <a:srgbClr val="344B60"/>
                </a:solidFill>
                <a:latin typeface="Microsoft YaHei"/>
                <a:ea typeface="Microsoft YaHei"/>
                <a:cs typeface="Microsoft YaHei"/>
              </a:defRPr>
            </a:lvl9pPr>
          </a:lstStyle>
          <a:p xmlns:a="http://schemas.openxmlformats.org/drawingml/2006/main">
            <a:pPr>
              <a:buNone/>
              <a:defRPr sz="2100" b="0">
                <a:solidFill>
                  <a:srgbClr val="344B60"/>
                </a:solidFill>
                <a:latin typeface="Microsoft YaHei"/>
                <a:ea typeface="Microsoft YaHei"/>
                <a:cs typeface="Microsoft YaHei"/>
              </a:defRPr>
            </a:pPr>
            <a:r>
              <a:rPr sz="2100" b="0">
                <a:solidFill>
                  <a:srgbClr val="344B60"/>
                </a:solidFill>
                <a:latin typeface="Microsoft YaHei"/>
                <a:ea typeface="Microsoft YaHei"/>
                <a:cs typeface="Microsoft YaHei"/>
              </a:rPr>
              <a:t>仓库保留旧目录、设计提案和中文翻译，需要判断哪些还能直接使用。</a:t>
            </a:r>
          </a:p>
        </p:txBody>
      </p:sp>
      <p:sp>
        <p:nvSpPr>
          <p:cNvPr id="4" name="section">
            <a:extLst xmlns:a="http://schemas.openxmlformats.org/drawingml/2006/main">
              <a:ext uri="{FF2B5EF4-FFF2-40B4-BE49-F238E27FC236}">
                <a16:creationId xmlns:a16="http://schemas.microsoft.com/office/drawing/2014/main" id="{D5EB4951-2A20-4631-9256-F1FF1F719589}"/>
              </a:ext>
            </a:extLst>
          </p:cNvPr>
          <p:cNvSpPr>
            <a:spLocks xmlns:a="http://schemas.openxmlformats.org/drawingml/2006/main" noGrp="1"/>
          </p:cNvSpPr>
          <p:nvPr/>
        </p:nvSpPr>
        <p:spPr>
          <a:xfrm xmlns:a="http://schemas.openxmlformats.org/drawingml/2006/main">
            <a:off x="609600" y="2914650"/>
            <a:ext cx="1093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B6A64"/>
                </a:solidFill>
                <a:latin typeface="Microsoft YaHei"/>
                <a:ea typeface="Microsoft YaHei"/>
                <a:cs typeface="Microsoft YaHei"/>
              </a:defRPr>
            </a:defPPr>
            <a:lvl1pPr>
              <a:defRPr sz="2025" b="1">
                <a:solidFill>
                  <a:srgbClr val="0B6A64"/>
                </a:solidFill>
                <a:latin typeface="Microsoft YaHei"/>
                <a:ea typeface="Microsoft YaHei"/>
                <a:cs typeface="Microsoft YaHei"/>
              </a:defRPr>
            </a:lvl1pPr>
            <a:lvl2pPr>
              <a:defRPr sz="2025" b="1">
                <a:solidFill>
                  <a:srgbClr val="0B6A64"/>
                </a:solidFill>
                <a:latin typeface="Microsoft YaHei"/>
                <a:ea typeface="Microsoft YaHei"/>
                <a:cs typeface="Microsoft YaHei"/>
              </a:defRPr>
            </a:lvl2pPr>
            <a:lvl3pPr>
              <a:defRPr sz="2025" b="1">
                <a:solidFill>
                  <a:srgbClr val="0B6A64"/>
                </a:solidFill>
                <a:latin typeface="Microsoft YaHei"/>
                <a:ea typeface="Microsoft YaHei"/>
                <a:cs typeface="Microsoft YaHei"/>
              </a:defRPr>
            </a:lvl3pPr>
            <a:lvl4pPr>
              <a:defRPr sz="2025" b="1">
                <a:solidFill>
                  <a:srgbClr val="0B6A64"/>
                </a:solidFill>
                <a:latin typeface="Microsoft YaHei"/>
                <a:ea typeface="Microsoft YaHei"/>
                <a:cs typeface="Microsoft YaHei"/>
              </a:defRPr>
            </a:lvl4pPr>
            <a:lvl5pPr>
              <a:defRPr sz="2025" b="1">
                <a:solidFill>
                  <a:srgbClr val="0B6A64"/>
                </a:solidFill>
                <a:latin typeface="Microsoft YaHei"/>
                <a:ea typeface="Microsoft YaHei"/>
                <a:cs typeface="Microsoft YaHei"/>
              </a:defRPr>
            </a:lvl5pPr>
            <a:lvl6pPr>
              <a:defRPr sz="2025" b="1">
                <a:solidFill>
                  <a:srgbClr val="0B6A64"/>
                </a:solidFill>
                <a:latin typeface="Microsoft YaHei"/>
                <a:ea typeface="Microsoft YaHei"/>
                <a:cs typeface="Microsoft YaHei"/>
              </a:defRPr>
            </a:lvl6pPr>
            <a:lvl7pPr>
              <a:defRPr sz="2025" b="1">
                <a:solidFill>
                  <a:srgbClr val="0B6A64"/>
                </a:solidFill>
                <a:latin typeface="Microsoft YaHei"/>
                <a:ea typeface="Microsoft YaHei"/>
                <a:cs typeface="Microsoft YaHei"/>
              </a:defRPr>
            </a:lvl7pPr>
            <a:lvl8pPr>
              <a:defRPr sz="2025" b="1">
                <a:solidFill>
                  <a:srgbClr val="0B6A64"/>
                </a:solidFill>
                <a:latin typeface="Microsoft YaHei"/>
                <a:ea typeface="Microsoft YaHei"/>
                <a:cs typeface="Microsoft YaHei"/>
              </a:defRPr>
            </a:lvl8pPr>
            <a:lvl9pPr>
              <a:defRPr sz="2025" b="1">
                <a:solidFill>
                  <a:srgbClr val="0B6A64"/>
                </a:solidFill>
                <a:latin typeface="Microsoft YaHei"/>
                <a:ea typeface="Microsoft YaHei"/>
                <a:cs typeface="Microsoft YaHei"/>
              </a:defRPr>
            </a:lvl9pPr>
          </a:lstStyle>
          <a:p xmlns:a="http://schemas.openxmlformats.org/drawingml/2006/main">
            <a:pPr>
              <a:buNone/>
              <a:defRPr sz="2025" b="1">
                <a:solidFill>
                  <a:srgbClr val="0B6A64"/>
                </a:solidFill>
                <a:latin typeface="Microsoft YaHei"/>
                <a:ea typeface="Microsoft YaHei"/>
                <a:cs typeface="Microsoft YaHei"/>
              </a:defRPr>
            </a:pPr>
            <a:r>
              <a:rPr sz="2025" b="1">
                <a:solidFill>
                  <a:srgbClr val="0B6A64"/>
                </a:solidFill>
                <a:latin typeface="Microsoft YaHei"/>
                <a:ea typeface="Microsoft YaHei"/>
                <a:cs typeface="Microsoft YaHei"/>
              </a:rPr>
              <a:t>各层负责什么</a:t>
            </a:r>
          </a:p>
        </p:txBody>
      </p:sp>
      <p:sp>
        <p:nvSpPr>
          <p:cNvPr id="5" name="responsibility-0">
            <a:extLst xmlns:a="http://schemas.openxmlformats.org/drawingml/2006/main">
              <a:ext uri="{FF2B5EF4-FFF2-40B4-BE49-F238E27FC236}">
                <a16:creationId xmlns:a16="http://schemas.microsoft.com/office/drawing/2014/main" id="{3FE8F98C-ECA3-4BAA-A6FD-5F4CAA6C2F2D}"/>
              </a:ext>
            </a:extLst>
          </p:cNvPr>
          <p:cNvSpPr>
            <a:spLocks xmlns:a="http://schemas.openxmlformats.org/drawingml/2006/main" noGrp="1"/>
          </p:cNvSpPr>
          <p:nvPr/>
        </p:nvSpPr>
        <p:spPr>
          <a:xfrm xmlns:a="http://schemas.openxmlformats.org/drawingml/2006/main">
            <a:off x="609600" y="3438525"/>
            <a:ext cx="10934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62333"/>
                </a:solidFill>
                <a:latin typeface="Microsoft YaHei"/>
                <a:ea typeface="Microsoft YaHei"/>
                <a:cs typeface="Microsoft YaHei"/>
              </a:defRPr>
            </a:defPPr>
            <a:lvl1pPr>
              <a:defRPr sz="1875" b="0">
                <a:solidFill>
                  <a:srgbClr val="162333"/>
                </a:solidFill>
                <a:latin typeface="Microsoft YaHei"/>
                <a:ea typeface="Microsoft YaHei"/>
                <a:cs typeface="Microsoft YaHei"/>
              </a:defRPr>
            </a:lvl1pPr>
            <a:lvl2pPr>
              <a:defRPr sz="1875" b="0">
                <a:solidFill>
                  <a:srgbClr val="162333"/>
                </a:solidFill>
                <a:latin typeface="Microsoft YaHei"/>
                <a:ea typeface="Microsoft YaHei"/>
                <a:cs typeface="Microsoft YaHei"/>
              </a:defRPr>
            </a:lvl2pPr>
            <a:lvl3pPr>
              <a:defRPr sz="1875" b="0">
                <a:solidFill>
                  <a:srgbClr val="162333"/>
                </a:solidFill>
                <a:latin typeface="Microsoft YaHei"/>
                <a:ea typeface="Microsoft YaHei"/>
                <a:cs typeface="Microsoft YaHei"/>
              </a:defRPr>
            </a:lvl3pPr>
            <a:lvl4pPr>
              <a:defRPr sz="1875" b="0">
                <a:solidFill>
                  <a:srgbClr val="162333"/>
                </a:solidFill>
                <a:latin typeface="Microsoft YaHei"/>
                <a:ea typeface="Microsoft YaHei"/>
                <a:cs typeface="Microsoft YaHei"/>
              </a:defRPr>
            </a:lvl4pPr>
            <a:lvl5pPr>
              <a:defRPr sz="1875" b="0">
                <a:solidFill>
                  <a:srgbClr val="162333"/>
                </a:solidFill>
                <a:latin typeface="Microsoft YaHei"/>
                <a:ea typeface="Microsoft YaHei"/>
                <a:cs typeface="Microsoft YaHei"/>
              </a:defRPr>
            </a:lvl5pPr>
            <a:lvl6pPr>
              <a:defRPr sz="1875" b="0">
                <a:solidFill>
                  <a:srgbClr val="162333"/>
                </a:solidFill>
                <a:latin typeface="Microsoft YaHei"/>
                <a:ea typeface="Microsoft YaHei"/>
                <a:cs typeface="Microsoft YaHei"/>
              </a:defRPr>
            </a:lvl6pPr>
            <a:lvl7pPr>
              <a:defRPr sz="1875" b="0">
                <a:solidFill>
                  <a:srgbClr val="162333"/>
                </a:solidFill>
                <a:latin typeface="Microsoft YaHei"/>
                <a:ea typeface="Microsoft YaHei"/>
                <a:cs typeface="Microsoft YaHei"/>
              </a:defRPr>
            </a:lvl7pPr>
            <a:lvl8pPr>
              <a:defRPr sz="1875" b="0">
                <a:solidFill>
                  <a:srgbClr val="162333"/>
                </a:solidFill>
                <a:latin typeface="Microsoft YaHei"/>
                <a:ea typeface="Microsoft YaHei"/>
                <a:cs typeface="Microsoft YaHei"/>
              </a:defRPr>
            </a:lvl8pPr>
            <a:lvl9pPr>
              <a:defRPr sz="1875" b="0">
                <a:solidFill>
                  <a:srgbClr val="162333"/>
                </a:solidFill>
                <a:latin typeface="Microsoft YaHei"/>
                <a:ea typeface="Microsoft YaHei"/>
                <a:cs typeface="Microsoft YaHei"/>
              </a:defRPr>
            </a:lvl9pPr>
          </a:lstStyle>
          <a:p xmlns:a="http://schemas.openxmlformats.org/drawingml/2006/main">
            <a:pPr>
              <a:buNone/>
              <a:defRPr sz="1875" b="0">
                <a:solidFill>
                  <a:srgbClr val="162333"/>
                </a:solidFill>
                <a:latin typeface="Microsoft YaHei"/>
                <a:ea typeface="Microsoft YaHei"/>
                <a:cs typeface="Microsoft YaHei"/>
              </a:defRPr>
            </a:pPr>
            <a:r>
              <a:rPr sz="1875" b="0">
                <a:solidFill>
                  <a:srgbClr val="162333"/>
                </a:solidFill>
                <a:latin typeface="Microsoft YaHei"/>
                <a:ea typeface="Microsoft YaHei"/>
                <a:cs typeface="Microsoft YaHei"/>
              </a:rPr>
              <a:t>1. 依赖、导入与构建边界校验</a:t>
            </a:r>
          </a:p>
        </p:txBody>
      </p:sp>
      <p:sp>
        <p:nvSpPr>
          <p:cNvPr id="6" name="responsibility-1">
            <a:extLst xmlns:a="http://schemas.openxmlformats.org/drawingml/2006/main">
              <a:ext uri="{FF2B5EF4-FFF2-40B4-BE49-F238E27FC236}">
                <a16:creationId xmlns:a16="http://schemas.microsoft.com/office/drawing/2014/main" id="{D4700072-C912-4852-8486-E0725DA2E167}"/>
              </a:ext>
            </a:extLst>
          </p:cNvPr>
          <p:cNvSpPr>
            <a:spLocks xmlns:a="http://schemas.openxmlformats.org/drawingml/2006/main" noGrp="1"/>
          </p:cNvSpPr>
          <p:nvPr/>
        </p:nvSpPr>
        <p:spPr>
          <a:xfrm xmlns:a="http://schemas.openxmlformats.org/drawingml/2006/main">
            <a:off x="609600" y="3895725"/>
            <a:ext cx="10934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62333"/>
                </a:solidFill>
                <a:latin typeface="Microsoft YaHei"/>
                <a:ea typeface="Microsoft YaHei"/>
                <a:cs typeface="Microsoft YaHei"/>
              </a:defRPr>
            </a:defPPr>
            <a:lvl1pPr>
              <a:defRPr sz="1875" b="0">
                <a:solidFill>
                  <a:srgbClr val="162333"/>
                </a:solidFill>
                <a:latin typeface="Microsoft YaHei"/>
                <a:ea typeface="Microsoft YaHei"/>
                <a:cs typeface="Microsoft YaHei"/>
              </a:defRPr>
            </a:lvl1pPr>
            <a:lvl2pPr>
              <a:defRPr sz="1875" b="0">
                <a:solidFill>
                  <a:srgbClr val="162333"/>
                </a:solidFill>
                <a:latin typeface="Microsoft YaHei"/>
                <a:ea typeface="Microsoft YaHei"/>
                <a:cs typeface="Microsoft YaHei"/>
              </a:defRPr>
            </a:lvl2pPr>
            <a:lvl3pPr>
              <a:defRPr sz="1875" b="0">
                <a:solidFill>
                  <a:srgbClr val="162333"/>
                </a:solidFill>
                <a:latin typeface="Microsoft YaHei"/>
                <a:ea typeface="Microsoft YaHei"/>
                <a:cs typeface="Microsoft YaHei"/>
              </a:defRPr>
            </a:lvl3pPr>
            <a:lvl4pPr>
              <a:defRPr sz="1875" b="0">
                <a:solidFill>
                  <a:srgbClr val="162333"/>
                </a:solidFill>
                <a:latin typeface="Microsoft YaHei"/>
                <a:ea typeface="Microsoft YaHei"/>
                <a:cs typeface="Microsoft YaHei"/>
              </a:defRPr>
            </a:lvl4pPr>
            <a:lvl5pPr>
              <a:defRPr sz="1875" b="0">
                <a:solidFill>
                  <a:srgbClr val="162333"/>
                </a:solidFill>
                <a:latin typeface="Microsoft YaHei"/>
                <a:ea typeface="Microsoft YaHei"/>
                <a:cs typeface="Microsoft YaHei"/>
              </a:defRPr>
            </a:lvl5pPr>
            <a:lvl6pPr>
              <a:defRPr sz="1875" b="0">
                <a:solidFill>
                  <a:srgbClr val="162333"/>
                </a:solidFill>
                <a:latin typeface="Microsoft YaHei"/>
                <a:ea typeface="Microsoft YaHei"/>
                <a:cs typeface="Microsoft YaHei"/>
              </a:defRPr>
            </a:lvl6pPr>
            <a:lvl7pPr>
              <a:defRPr sz="1875" b="0">
                <a:solidFill>
                  <a:srgbClr val="162333"/>
                </a:solidFill>
                <a:latin typeface="Microsoft YaHei"/>
                <a:ea typeface="Microsoft YaHei"/>
                <a:cs typeface="Microsoft YaHei"/>
              </a:defRPr>
            </a:lvl7pPr>
            <a:lvl8pPr>
              <a:defRPr sz="1875" b="0">
                <a:solidFill>
                  <a:srgbClr val="162333"/>
                </a:solidFill>
                <a:latin typeface="Microsoft YaHei"/>
                <a:ea typeface="Microsoft YaHei"/>
                <a:cs typeface="Microsoft YaHei"/>
              </a:defRPr>
            </a:lvl8pPr>
            <a:lvl9pPr>
              <a:defRPr sz="1875" b="0">
                <a:solidFill>
                  <a:srgbClr val="162333"/>
                </a:solidFill>
                <a:latin typeface="Microsoft YaHei"/>
                <a:ea typeface="Microsoft YaHei"/>
                <a:cs typeface="Microsoft YaHei"/>
              </a:defRPr>
            </a:lvl9pPr>
          </a:lstStyle>
          <a:p xmlns:a="http://schemas.openxmlformats.org/drawingml/2006/main">
            <a:pPr>
              <a:buNone/>
              <a:defRPr sz="1875" b="0">
                <a:solidFill>
                  <a:srgbClr val="162333"/>
                </a:solidFill>
                <a:latin typeface="Microsoft YaHei"/>
                <a:ea typeface="Microsoft YaHei"/>
                <a:cs typeface="Microsoft YaHei"/>
              </a:defRPr>
            </a:pPr>
            <a:r>
              <a:rPr sz="1875" b="0">
                <a:solidFill>
                  <a:srgbClr val="162333"/>
                </a:solidFill>
                <a:latin typeface="Microsoft YaHei"/>
                <a:ea typeface="Microsoft YaHei"/>
                <a:cs typeface="Microsoft YaHei"/>
              </a:rPr>
              <a:t>2. SDK 创建与替换运行时</a:t>
            </a:r>
          </a:p>
        </p:txBody>
      </p:sp>
      <p:sp>
        <p:nvSpPr>
          <p:cNvPr id="7" name="responsibility-2">
            <a:extLst xmlns:a="http://schemas.openxmlformats.org/drawingml/2006/main">
              <a:ext uri="{FF2B5EF4-FFF2-40B4-BE49-F238E27FC236}">
                <a16:creationId xmlns:a16="http://schemas.microsoft.com/office/drawing/2014/main" id="{2C20F626-4B88-46F3-B1C6-C43C0C04763C}"/>
              </a:ext>
            </a:extLst>
          </p:cNvPr>
          <p:cNvSpPr>
            <a:spLocks xmlns:a="http://schemas.openxmlformats.org/drawingml/2006/main" noGrp="1"/>
          </p:cNvSpPr>
          <p:nvPr/>
        </p:nvSpPr>
        <p:spPr>
          <a:xfrm xmlns:a="http://schemas.openxmlformats.org/drawingml/2006/main">
            <a:off x="609600" y="4352925"/>
            <a:ext cx="10934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62333"/>
                </a:solidFill>
                <a:latin typeface="Microsoft YaHei"/>
                <a:ea typeface="Microsoft YaHei"/>
                <a:cs typeface="Microsoft YaHei"/>
              </a:defRPr>
            </a:defPPr>
            <a:lvl1pPr>
              <a:defRPr sz="1875" b="0">
                <a:solidFill>
                  <a:srgbClr val="162333"/>
                </a:solidFill>
                <a:latin typeface="Microsoft YaHei"/>
                <a:ea typeface="Microsoft YaHei"/>
                <a:cs typeface="Microsoft YaHei"/>
              </a:defRPr>
            </a:lvl1pPr>
            <a:lvl2pPr>
              <a:defRPr sz="1875" b="0">
                <a:solidFill>
                  <a:srgbClr val="162333"/>
                </a:solidFill>
                <a:latin typeface="Microsoft YaHei"/>
                <a:ea typeface="Microsoft YaHei"/>
                <a:cs typeface="Microsoft YaHei"/>
              </a:defRPr>
            </a:lvl2pPr>
            <a:lvl3pPr>
              <a:defRPr sz="1875" b="0">
                <a:solidFill>
                  <a:srgbClr val="162333"/>
                </a:solidFill>
                <a:latin typeface="Microsoft YaHei"/>
                <a:ea typeface="Microsoft YaHei"/>
                <a:cs typeface="Microsoft YaHei"/>
              </a:defRPr>
            </a:lvl3pPr>
            <a:lvl4pPr>
              <a:defRPr sz="1875" b="0">
                <a:solidFill>
                  <a:srgbClr val="162333"/>
                </a:solidFill>
                <a:latin typeface="Microsoft YaHei"/>
                <a:ea typeface="Microsoft YaHei"/>
                <a:cs typeface="Microsoft YaHei"/>
              </a:defRPr>
            </a:lvl4pPr>
            <a:lvl5pPr>
              <a:defRPr sz="1875" b="0">
                <a:solidFill>
                  <a:srgbClr val="162333"/>
                </a:solidFill>
                <a:latin typeface="Microsoft YaHei"/>
                <a:ea typeface="Microsoft YaHei"/>
                <a:cs typeface="Microsoft YaHei"/>
              </a:defRPr>
            </a:lvl5pPr>
            <a:lvl6pPr>
              <a:defRPr sz="1875" b="0">
                <a:solidFill>
                  <a:srgbClr val="162333"/>
                </a:solidFill>
                <a:latin typeface="Microsoft YaHei"/>
                <a:ea typeface="Microsoft YaHei"/>
                <a:cs typeface="Microsoft YaHei"/>
              </a:defRPr>
            </a:lvl6pPr>
            <a:lvl7pPr>
              <a:defRPr sz="1875" b="0">
                <a:solidFill>
                  <a:srgbClr val="162333"/>
                </a:solidFill>
                <a:latin typeface="Microsoft YaHei"/>
                <a:ea typeface="Microsoft YaHei"/>
                <a:cs typeface="Microsoft YaHei"/>
              </a:defRPr>
            </a:lvl7pPr>
            <a:lvl8pPr>
              <a:defRPr sz="1875" b="0">
                <a:solidFill>
                  <a:srgbClr val="162333"/>
                </a:solidFill>
                <a:latin typeface="Microsoft YaHei"/>
                <a:ea typeface="Microsoft YaHei"/>
                <a:cs typeface="Microsoft YaHei"/>
              </a:defRPr>
            </a:lvl8pPr>
            <a:lvl9pPr>
              <a:defRPr sz="1875" b="0">
                <a:solidFill>
                  <a:srgbClr val="162333"/>
                </a:solidFill>
                <a:latin typeface="Microsoft YaHei"/>
                <a:ea typeface="Microsoft YaHei"/>
                <a:cs typeface="Microsoft YaHei"/>
              </a:defRPr>
            </a:lvl9pPr>
          </a:lstStyle>
          <a:p xmlns:a="http://schemas.openxmlformats.org/drawingml/2006/main">
            <a:pPr>
              <a:buNone/>
              <a:defRPr sz="1875" b="0">
                <a:solidFill>
                  <a:srgbClr val="162333"/>
                </a:solidFill>
                <a:latin typeface="Microsoft YaHei"/>
                <a:ea typeface="Microsoft YaHei"/>
                <a:cs typeface="Microsoft YaHei"/>
              </a:defRPr>
            </a:pPr>
            <a:r>
              <a:rPr sz="1875" b="0">
                <a:solidFill>
                  <a:srgbClr val="162333"/>
                </a:solidFill>
                <a:latin typeface="Microsoft YaHei"/>
                <a:ea typeface="Microsoft YaHei"/>
                <a:cs typeface="Microsoft YaHei"/>
              </a:rPr>
              <a:t>3. 会话统计与性能分析</a:t>
            </a:r>
          </a:p>
        </p:txBody>
      </p:sp>
      <p:sp>
        <p:nvSpPr>
          <p:cNvPr id="8" name="footer">
            <a:extLst xmlns:a="http://schemas.openxmlformats.org/drawingml/2006/main">
              <a:ext uri="{FF2B5EF4-FFF2-40B4-BE49-F238E27FC236}">
                <a16:creationId xmlns:a16="http://schemas.microsoft.com/office/drawing/2014/main" id="{567E8942-0EEB-473F-9F5E-BE9F7E2F9CBC}"/>
              </a:ext>
            </a:extLst>
          </p:cNvPr>
          <p:cNvSpPr>
            <a:spLocks xmlns:a="http://schemas.openxmlformats.org/drawingml/2006/main" noGrp="1"/>
          </p:cNvSpPr>
          <p:nvPr/>
        </p:nvSpPr>
        <p:spPr>
          <a:xfrm xmlns:a="http://schemas.openxmlformats.org/drawingml/2006/main">
            <a:off x="609600" y="6372225"/>
            <a:ext cx="10934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6677B"/>
                </a:solidFill>
                <a:latin typeface="Microsoft YaHei"/>
                <a:ea typeface="Microsoft YaHei"/>
                <a:cs typeface="Microsoft YaHei"/>
              </a:defRPr>
            </a:defPPr>
            <a:lvl1pPr>
              <a:defRPr sz="1200" b="0">
                <a:solidFill>
                  <a:srgbClr val="56677B"/>
                </a:solidFill>
                <a:latin typeface="Microsoft YaHei"/>
                <a:ea typeface="Microsoft YaHei"/>
                <a:cs typeface="Microsoft YaHei"/>
              </a:defRPr>
            </a:lvl1pPr>
            <a:lvl2pPr>
              <a:defRPr sz="1200" b="0">
                <a:solidFill>
                  <a:srgbClr val="56677B"/>
                </a:solidFill>
                <a:latin typeface="Microsoft YaHei"/>
                <a:ea typeface="Microsoft YaHei"/>
                <a:cs typeface="Microsoft YaHei"/>
              </a:defRPr>
            </a:lvl2pPr>
            <a:lvl3pPr>
              <a:defRPr sz="1200" b="0">
                <a:solidFill>
                  <a:srgbClr val="56677B"/>
                </a:solidFill>
                <a:latin typeface="Microsoft YaHei"/>
                <a:ea typeface="Microsoft YaHei"/>
                <a:cs typeface="Microsoft YaHei"/>
              </a:defRPr>
            </a:lvl3pPr>
            <a:lvl4pPr>
              <a:defRPr sz="1200" b="0">
                <a:solidFill>
                  <a:srgbClr val="56677B"/>
                </a:solidFill>
                <a:latin typeface="Microsoft YaHei"/>
                <a:ea typeface="Microsoft YaHei"/>
                <a:cs typeface="Microsoft YaHei"/>
              </a:defRPr>
            </a:lvl4pPr>
            <a:lvl5pPr>
              <a:defRPr sz="1200" b="0">
                <a:solidFill>
                  <a:srgbClr val="56677B"/>
                </a:solidFill>
                <a:latin typeface="Microsoft YaHei"/>
                <a:ea typeface="Microsoft YaHei"/>
                <a:cs typeface="Microsoft YaHei"/>
              </a:defRPr>
            </a:lvl5pPr>
            <a:lvl6pPr>
              <a:defRPr sz="1200" b="0">
                <a:solidFill>
                  <a:srgbClr val="56677B"/>
                </a:solidFill>
                <a:latin typeface="Microsoft YaHei"/>
                <a:ea typeface="Microsoft YaHei"/>
                <a:cs typeface="Microsoft YaHei"/>
              </a:defRPr>
            </a:lvl6pPr>
            <a:lvl7pPr>
              <a:defRPr sz="1200" b="0">
                <a:solidFill>
                  <a:srgbClr val="56677B"/>
                </a:solidFill>
                <a:latin typeface="Microsoft YaHei"/>
                <a:ea typeface="Microsoft YaHei"/>
                <a:cs typeface="Microsoft YaHei"/>
              </a:defRPr>
            </a:lvl7pPr>
            <a:lvl8pPr>
              <a:defRPr sz="1200" b="0">
                <a:solidFill>
                  <a:srgbClr val="56677B"/>
                </a:solidFill>
                <a:latin typeface="Microsoft YaHei"/>
                <a:ea typeface="Microsoft YaHei"/>
                <a:cs typeface="Microsoft YaHei"/>
              </a:defRPr>
            </a:lvl8pPr>
            <a:lvl9pPr>
              <a:defRPr sz="1200" b="0">
                <a:solidFill>
                  <a:srgbClr val="56677B"/>
                </a:solidFill>
                <a:latin typeface="Microsoft YaHei"/>
                <a:ea typeface="Microsoft YaHei"/>
                <a:cs typeface="Microsoft YaHei"/>
              </a:defRPr>
            </a:lvl9pPr>
          </a:lstStyle>
          <a:p xmlns:a="http://schemas.openxmlformats.org/drawingml/2006/main">
            <a:pPr>
              <a:buNone/>
              <a:defRPr sz="1200" b="0">
                <a:solidFill>
                  <a:srgbClr val="56677B"/>
                </a:solidFill>
                <a:latin typeface="Microsoft YaHei"/>
                <a:ea typeface="Microsoft YaHei"/>
                <a:cs typeface="Microsoft YaHei"/>
              </a:defRPr>
            </a:pPr>
            <a:r>
              <a:rPr sz="1200" b="0">
                <a:solidFill>
                  <a:srgbClr val="56677B"/>
                </a:solidFill>
                <a:latin typeface="Microsoft YaHei"/>
                <a:ea typeface="Microsoft YaHei"/>
                <a:cs typeface="Microsoft YaHei"/>
              </a:rPr>
              <a:t>Pi 源码精通路线   /   design-history   /   1     基线 136b87e8a · 源码与参考答案见讲者备注</a:t>
            </a:r>
          </a:p>
        </p:txBody>
      </p:sp>
    </p:spTree>
    <p:extLst>
      <p:ext uri="{BB962C8B-B14F-4D97-AF65-F5344CB8AC3E}">
        <p14:creationId xmlns:p14="http://schemas.microsoft.com/office/powerpoint/2010/main" val="1844278764"/>
      </p:ext>
    </p:extLst>
  </p:cSld>
</p:sld>
</file>

<file path=ppt/slides/slide8.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0" name="eyebrow">
            <a:extLst xmlns:a="http://schemas.openxmlformats.org/drawingml/2006/main">
              <a:ext uri="{FF2B5EF4-FFF2-40B4-BE49-F238E27FC236}">
                <a16:creationId xmlns:a16="http://schemas.microsoft.com/office/drawing/2014/main" id="{6DAFA0FD-6793-4980-9C63-E27635B583F7}"/>
              </a:ext>
            </a:extLst>
          </p:cNvPr>
          <p:cNvSpPr>
            <a:spLocks xmlns:a="http://schemas.openxmlformats.org/drawingml/2006/main" noGrp="1"/>
          </p:cNvSpPr>
          <p:nvPr/>
        </p:nvSpPr>
        <p:spPr>
          <a:xfrm xmlns:a="http://schemas.openxmlformats.org/drawingml/2006/main">
            <a:off x="609600" y="30480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0B6A64"/>
                </a:solidFill>
                <a:latin typeface="Microsoft YaHei"/>
                <a:ea typeface="Microsoft YaHei"/>
                <a:cs typeface="Microsoft YaHei"/>
              </a:defRPr>
            </a:defPPr>
            <a:lvl1pPr>
              <a:defRPr sz="1500" b="1">
                <a:solidFill>
                  <a:srgbClr val="0B6A64"/>
                </a:solidFill>
                <a:latin typeface="Microsoft YaHei"/>
                <a:ea typeface="Microsoft YaHei"/>
                <a:cs typeface="Microsoft YaHei"/>
              </a:defRPr>
            </a:lvl1pPr>
            <a:lvl2pPr>
              <a:defRPr sz="1500" b="1">
                <a:solidFill>
                  <a:srgbClr val="0B6A64"/>
                </a:solidFill>
                <a:latin typeface="Microsoft YaHei"/>
                <a:ea typeface="Microsoft YaHei"/>
                <a:cs typeface="Microsoft YaHei"/>
              </a:defRPr>
            </a:lvl2pPr>
            <a:lvl3pPr>
              <a:defRPr sz="1500" b="1">
                <a:solidFill>
                  <a:srgbClr val="0B6A64"/>
                </a:solidFill>
                <a:latin typeface="Microsoft YaHei"/>
                <a:ea typeface="Microsoft YaHei"/>
                <a:cs typeface="Microsoft YaHei"/>
              </a:defRPr>
            </a:lvl3pPr>
            <a:lvl4pPr>
              <a:defRPr sz="1500" b="1">
                <a:solidFill>
                  <a:srgbClr val="0B6A64"/>
                </a:solidFill>
                <a:latin typeface="Microsoft YaHei"/>
                <a:ea typeface="Microsoft YaHei"/>
                <a:cs typeface="Microsoft YaHei"/>
              </a:defRPr>
            </a:lvl4pPr>
            <a:lvl5pPr>
              <a:defRPr sz="1500" b="1">
                <a:solidFill>
                  <a:srgbClr val="0B6A64"/>
                </a:solidFill>
                <a:latin typeface="Microsoft YaHei"/>
                <a:ea typeface="Microsoft YaHei"/>
                <a:cs typeface="Microsoft YaHei"/>
              </a:defRPr>
            </a:lvl5pPr>
            <a:lvl6pPr>
              <a:defRPr sz="1500" b="1">
                <a:solidFill>
                  <a:srgbClr val="0B6A64"/>
                </a:solidFill>
                <a:latin typeface="Microsoft YaHei"/>
                <a:ea typeface="Microsoft YaHei"/>
                <a:cs typeface="Microsoft YaHei"/>
              </a:defRPr>
            </a:lvl6pPr>
            <a:lvl7pPr>
              <a:defRPr sz="1500" b="1">
                <a:solidFill>
                  <a:srgbClr val="0B6A64"/>
                </a:solidFill>
                <a:latin typeface="Microsoft YaHei"/>
                <a:ea typeface="Microsoft YaHei"/>
                <a:cs typeface="Microsoft YaHei"/>
              </a:defRPr>
            </a:lvl7pPr>
            <a:lvl8pPr>
              <a:defRPr sz="1500" b="1">
                <a:solidFill>
                  <a:srgbClr val="0B6A64"/>
                </a:solidFill>
                <a:latin typeface="Microsoft YaHei"/>
                <a:ea typeface="Microsoft YaHei"/>
                <a:cs typeface="Microsoft YaHei"/>
              </a:defRPr>
            </a:lvl8pPr>
            <a:lvl9pPr>
              <a:defRPr sz="1500" b="1">
                <a:solidFill>
                  <a:srgbClr val="0B6A64"/>
                </a:solidFill>
                <a:latin typeface="Microsoft YaHei"/>
                <a:ea typeface="Microsoft YaHei"/>
                <a:cs typeface="Microsoft YaHei"/>
              </a:defRPr>
            </a:lvl9pPr>
          </a:lstStyle>
          <a:p xmlns:a="http://schemas.openxmlformats.org/drawingml/2006/main">
            <a:pPr>
              <a:buNone/>
              <a:defRPr sz="1500" b="1">
                <a:solidFill>
                  <a:srgbClr val="0B6A64"/>
                </a:solidFill>
                <a:latin typeface="Microsoft YaHei"/>
                <a:ea typeface="Microsoft YaHei"/>
                <a:cs typeface="Microsoft YaHei"/>
              </a:defRPr>
            </a:pPr>
            <a:r>
              <a:rPr sz="1500" b="1">
                <a:solidFill>
                  <a:srgbClr val="0B6A64"/>
                </a:solidFill>
                <a:latin typeface="Microsoft YaHei"/>
                <a:ea typeface="Microsoft YaHei"/>
                <a:cs typeface="Microsoft YaHei"/>
              </a:rPr>
              <a:t>08 独立改造   /   步骤与数据</a:t>
            </a:r>
          </a:p>
        </p:txBody>
      </p:sp>
      <p:sp>
        <p:nvSpPr>
          <p:cNvPr id="2" name="title">
            <a:extLst xmlns:a="http://schemas.openxmlformats.org/drawingml/2006/main">
              <a:ext uri="{FF2B5EF4-FFF2-40B4-BE49-F238E27FC236}">
                <a16:creationId xmlns:a16="http://schemas.microsoft.com/office/drawing/2014/main" id="{4BE9F2AF-2ED8-4A99-9A2C-B47A2E94B3AB}"/>
              </a:ext>
            </a:extLst>
          </p:cNvPr>
          <p:cNvSpPr>
            <a:spLocks xmlns:a="http://schemas.openxmlformats.org/drawingml/2006/main" noGrp="1"/>
          </p:cNvSpPr>
          <p:nvPr/>
        </p:nvSpPr>
        <p:spPr>
          <a:xfrm xmlns:a="http://schemas.openxmlformats.org/drawingml/2006/main">
            <a:off x="609600" y="866775"/>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2333"/>
                </a:solidFill>
                <a:latin typeface="Microsoft YaHei"/>
                <a:ea typeface="Microsoft YaHei"/>
                <a:cs typeface="Microsoft YaHei"/>
              </a:defRPr>
            </a:defPPr>
            <a:lvl1pPr>
              <a:defRPr sz="3300" b="1">
                <a:solidFill>
                  <a:srgbClr val="162333"/>
                </a:solidFill>
                <a:latin typeface="Microsoft YaHei"/>
                <a:ea typeface="Microsoft YaHei"/>
                <a:cs typeface="Microsoft YaHei"/>
              </a:defRPr>
            </a:lvl1pPr>
            <a:lvl2pPr>
              <a:defRPr sz="3300" b="1">
                <a:solidFill>
                  <a:srgbClr val="162333"/>
                </a:solidFill>
                <a:latin typeface="Microsoft YaHei"/>
                <a:ea typeface="Microsoft YaHei"/>
                <a:cs typeface="Microsoft YaHei"/>
              </a:defRPr>
            </a:lvl2pPr>
            <a:lvl3pPr>
              <a:defRPr sz="3300" b="1">
                <a:solidFill>
                  <a:srgbClr val="162333"/>
                </a:solidFill>
                <a:latin typeface="Microsoft YaHei"/>
                <a:ea typeface="Microsoft YaHei"/>
                <a:cs typeface="Microsoft YaHei"/>
              </a:defRPr>
            </a:lvl3pPr>
            <a:lvl4pPr>
              <a:defRPr sz="3300" b="1">
                <a:solidFill>
                  <a:srgbClr val="162333"/>
                </a:solidFill>
                <a:latin typeface="Microsoft YaHei"/>
                <a:ea typeface="Microsoft YaHei"/>
                <a:cs typeface="Microsoft YaHei"/>
              </a:defRPr>
            </a:lvl4pPr>
            <a:lvl5pPr>
              <a:defRPr sz="3300" b="1">
                <a:solidFill>
                  <a:srgbClr val="162333"/>
                </a:solidFill>
                <a:latin typeface="Microsoft YaHei"/>
                <a:ea typeface="Microsoft YaHei"/>
                <a:cs typeface="Microsoft YaHei"/>
              </a:defRPr>
            </a:lvl5pPr>
            <a:lvl6pPr>
              <a:defRPr sz="3300" b="1">
                <a:solidFill>
                  <a:srgbClr val="162333"/>
                </a:solidFill>
                <a:latin typeface="Microsoft YaHei"/>
                <a:ea typeface="Microsoft YaHei"/>
                <a:cs typeface="Microsoft YaHei"/>
              </a:defRPr>
            </a:lvl6pPr>
            <a:lvl7pPr>
              <a:defRPr sz="3300" b="1">
                <a:solidFill>
                  <a:srgbClr val="162333"/>
                </a:solidFill>
                <a:latin typeface="Microsoft YaHei"/>
                <a:ea typeface="Microsoft YaHei"/>
                <a:cs typeface="Microsoft YaHei"/>
              </a:defRPr>
            </a:lvl7pPr>
            <a:lvl8pPr>
              <a:defRPr sz="3300" b="1">
                <a:solidFill>
                  <a:srgbClr val="162333"/>
                </a:solidFill>
                <a:latin typeface="Microsoft YaHei"/>
                <a:ea typeface="Microsoft YaHei"/>
                <a:cs typeface="Microsoft YaHei"/>
              </a:defRPr>
            </a:lvl8pPr>
            <a:lvl9pPr>
              <a:defRPr sz="3300" b="1">
                <a:solidFill>
                  <a:srgbClr val="162333"/>
                </a:solidFill>
                <a:latin typeface="Microsoft YaHei"/>
                <a:ea typeface="Microsoft YaHei"/>
                <a:cs typeface="Microsoft YaHei"/>
              </a:defRPr>
            </a:lvl9pPr>
          </a:lstStyle>
          <a:p xmlns:a="http://schemas.openxmlformats.org/drawingml/2006/main">
            <a:pPr>
              <a:buNone/>
              <a:defRPr sz="3300" b="1">
                <a:solidFill>
                  <a:srgbClr val="162333"/>
                </a:solidFill>
                <a:latin typeface="Microsoft YaHei"/>
                <a:ea typeface="Microsoft YaHei"/>
                <a:cs typeface="Microsoft YaHei"/>
              </a:defRPr>
            </a:pPr>
            <a:r>
              <a:rPr sz="3300" b="1">
                <a:solidFill>
                  <a:srgbClr val="162333"/>
                </a:solidFill>
                <a:latin typeface="Microsoft YaHei"/>
                <a:ea typeface="Microsoft YaHei"/>
                <a:cs typeface="Microsoft YaHei"/>
              </a:rPr>
              <a:t>从历史设计到当前实现的证据审查</a:t>
            </a:r>
          </a:p>
        </p:txBody>
      </p:sp>
      <p:sp>
        <p:nvSpPr>
          <p:cNvPr id="3" name="step-0">
            <a:extLst xmlns:a="http://schemas.openxmlformats.org/drawingml/2006/main">
              <a:ext uri="{FF2B5EF4-FFF2-40B4-BE49-F238E27FC236}">
                <a16:creationId xmlns:a16="http://schemas.microsoft.com/office/drawing/2014/main" id="{08BC4B01-20AB-4588-A5AB-3E52D6EF9B36}"/>
              </a:ext>
            </a:extLst>
          </p:cNvPr>
          <p:cNvSpPr>
            <a:spLocks xmlns:a="http://schemas.openxmlformats.org/drawingml/2006/main" noGrp="1"/>
          </p:cNvSpPr>
          <p:nvPr/>
        </p:nvSpPr>
        <p:spPr>
          <a:xfrm xmlns:a="http://schemas.openxmlformats.org/drawingml/2006/main">
            <a:off x="609600" y="2047875"/>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B6A64"/>
                </a:solidFill>
                <a:latin typeface="Microsoft YaHei"/>
                <a:ea typeface="Microsoft YaHei"/>
                <a:cs typeface="Microsoft YaHei"/>
              </a:defRPr>
            </a:defPPr>
            <a:lvl1pPr>
              <a:defRPr sz="2025" b="1">
                <a:solidFill>
                  <a:srgbClr val="0B6A64"/>
                </a:solidFill>
                <a:latin typeface="Microsoft YaHei"/>
                <a:ea typeface="Microsoft YaHei"/>
                <a:cs typeface="Microsoft YaHei"/>
              </a:defRPr>
            </a:lvl1pPr>
            <a:lvl2pPr>
              <a:defRPr sz="2025" b="1">
                <a:solidFill>
                  <a:srgbClr val="0B6A64"/>
                </a:solidFill>
                <a:latin typeface="Microsoft YaHei"/>
                <a:ea typeface="Microsoft YaHei"/>
                <a:cs typeface="Microsoft YaHei"/>
              </a:defRPr>
            </a:lvl2pPr>
            <a:lvl3pPr>
              <a:defRPr sz="2025" b="1">
                <a:solidFill>
                  <a:srgbClr val="0B6A64"/>
                </a:solidFill>
                <a:latin typeface="Microsoft YaHei"/>
                <a:ea typeface="Microsoft YaHei"/>
                <a:cs typeface="Microsoft YaHei"/>
              </a:defRPr>
            </a:lvl3pPr>
            <a:lvl4pPr>
              <a:defRPr sz="2025" b="1">
                <a:solidFill>
                  <a:srgbClr val="0B6A64"/>
                </a:solidFill>
                <a:latin typeface="Microsoft YaHei"/>
                <a:ea typeface="Microsoft YaHei"/>
                <a:cs typeface="Microsoft YaHei"/>
              </a:defRPr>
            </a:lvl4pPr>
            <a:lvl5pPr>
              <a:defRPr sz="2025" b="1">
                <a:solidFill>
                  <a:srgbClr val="0B6A64"/>
                </a:solidFill>
                <a:latin typeface="Microsoft YaHei"/>
                <a:ea typeface="Microsoft YaHei"/>
                <a:cs typeface="Microsoft YaHei"/>
              </a:defRPr>
            </a:lvl5pPr>
            <a:lvl6pPr>
              <a:defRPr sz="2025" b="1">
                <a:solidFill>
                  <a:srgbClr val="0B6A64"/>
                </a:solidFill>
                <a:latin typeface="Microsoft YaHei"/>
                <a:ea typeface="Microsoft YaHei"/>
                <a:cs typeface="Microsoft YaHei"/>
              </a:defRPr>
            </a:lvl6pPr>
            <a:lvl7pPr>
              <a:defRPr sz="2025" b="1">
                <a:solidFill>
                  <a:srgbClr val="0B6A64"/>
                </a:solidFill>
                <a:latin typeface="Microsoft YaHei"/>
                <a:ea typeface="Microsoft YaHei"/>
                <a:cs typeface="Microsoft YaHei"/>
              </a:defRPr>
            </a:lvl7pPr>
            <a:lvl8pPr>
              <a:defRPr sz="2025" b="1">
                <a:solidFill>
                  <a:srgbClr val="0B6A64"/>
                </a:solidFill>
                <a:latin typeface="Microsoft YaHei"/>
                <a:ea typeface="Microsoft YaHei"/>
                <a:cs typeface="Microsoft YaHei"/>
              </a:defRPr>
            </a:lvl8pPr>
            <a:lvl9pPr>
              <a:defRPr sz="2025" b="1">
                <a:solidFill>
                  <a:srgbClr val="0B6A64"/>
                </a:solidFill>
                <a:latin typeface="Microsoft YaHei"/>
                <a:ea typeface="Microsoft YaHei"/>
                <a:cs typeface="Microsoft YaHei"/>
              </a:defRPr>
            </a:lvl9pPr>
          </a:lstStyle>
          <a:p xmlns:a="http://schemas.openxmlformats.org/drawingml/2006/main">
            <a:pPr>
              <a:buNone/>
              <a:defRPr sz="2025" b="1">
                <a:solidFill>
                  <a:srgbClr val="0B6A64"/>
                </a:solidFill>
                <a:latin typeface="Microsoft YaHei"/>
                <a:ea typeface="Microsoft YaHei"/>
                <a:cs typeface="Microsoft YaHei"/>
              </a:defRPr>
            </a:pPr>
            <a:r>
              <a:rPr sz="2025" b="1">
                <a:solidFill>
                  <a:srgbClr val="0B6A64"/>
                </a:solidFill>
                <a:latin typeface="Microsoft YaHei"/>
                <a:ea typeface="Microsoft YaHei"/>
                <a:cs typeface="Microsoft YaHei"/>
              </a:rPr>
              <a:t>1. 确认当前源码基线</a:t>
            </a:r>
          </a:p>
        </p:txBody>
      </p:sp>
      <p:sp>
        <p:nvSpPr>
          <p:cNvPr id="4" name="data-0">
            <a:extLst xmlns:a="http://schemas.openxmlformats.org/drawingml/2006/main">
              <a:ext uri="{FF2B5EF4-FFF2-40B4-BE49-F238E27FC236}">
                <a16:creationId xmlns:a16="http://schemas.microsoft.com/office/drawing/2014/main" id="{D8907A22-218D-41B7-A384-1B9201638E5C}"/>
              </a:ext>
            </a:extLst>
          </p:cNvPr>
          <p:cNvSpPr>
            <a:spLocks xmlns:a="http://schemas.openxmlformats.org/drawingml/2006/main" noGrp="1"/>
          </p:cNvSpPr>
          <p:nvPr/>
        </p:nvSpPr>
        <p:spPr>
          <a:xfrm xmlns:a="http://schemas.openxmlformats.org/drawingml/2006/main">
            <a:off x="838200" y="2409825"/>
            <a:ext cx="10706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344B60"/>
                </a:solidFill>
                <a:latin typeface="Microsoft YaHei"/>
                <a:ea typeface="Microsoft YaHei"/>
                <a:cs typeface="Microsoft YaHei"/>
              </a:defRPr>
            </a:defPPr>
            <a:lvl1pPr>
              <a:defRPr sz="1725" b="0">
                <a:solidFill>
                  <a:srgbClr val="344B60"/>
                </a:solidFill>
                <a:latin typeface="Microsoft YaHei"/>
                <a:ea typeface="Microsoft YaHei"/>
                <a:cs typeface="Microsoft YaHei"/>
              </a:defRPr>
            </a:lvl1pPr>
            <a:lvl2pPr>
              <a:defRPr sz="1725" b="0">
                <a:solidFill>
                  <a:srgbClr val="344B60"/>
                </a:solidFill>
                <a:latin typeface="Microsoft YaHei"/>
                <a:ea typeface="Microsoft YaHei"/>
                <a:cs typeface="Microsoft YaHei"/>
              </a:defRPr>
            </a:lvl2pPr>
            <a:lvl3pPr>
              <a:defRPr sz="1725" b="0">
                <a:solidFill>
                  <a:srgbClr val="344B60"/>
                </a:solidFill>
                <a:latin typeface="Microsoft YaHei"/>
                <a:ea typeface="Microsoft YaHei"/>
                <a:cs typeface="Microsoft YaHei"/>
              </a:defRPr>
            </a:lvl3pPr>
            <a:lvl4pPr>
              <a:defRPr sz="1725" b="0">
                <a:solidFill>
                  <a:srgbClr val="344B60"/>
                </a:solidFill>
                <a:latin typeface="Microsoft YaHei"/>
                <a:ea typeface="Microsoft YaHei"/>
                <a:cs typeface="Microsoft YaHei"/>
              </a:defRPr>
            </a:lvl4pPr>
            <a:lvl5pPr>
              <a:defRPr sz="1725" b="0">
                <a:solidFill>
                  <a:srgbClr val="344B60"/>
                </a:solidFill>
                <a:latin typeface="Microsoft YaHei"/>
                <a:ea typeface="Microsoft YaHei"/>
                <a:cs typeface="Microsoft YaHei"/>
              </a:defRPr>
            </a:lvl5pPr>
            <a:lvl6pPr>
              <a:defRPr sz="1725" b="0">
                <a:solidFill>
                  <a:srgbClr val="344B60"/>
                </a:solidFill>
                <a:latin typeface="Microsoft YaHei"/>
                <a:ea typeface="Microsoft YaHei"/>
                <a:cs typeface="Microsoft YaHei"/>
              </a:defRPr>
            </a:lvl6pPr>
            <a:lvl7pPr>
              <a:defRPr sz="1725" b="0">
                <a:solidFill>
                  <a:srgbClr val="344B60"/>
                </a:solidFill>
                <a:latin typeface="Microsoft YaHei"/>
                <a:ea typeface="Microsoft YaHei"/>
                <a:cs typeface="Microsoft YaHei"/>
              </a:defRPr>
            </a:lvl7pPr>
            <a:lvl8pPr>
              <a:defRPr sz="1725" b="0">
                <a:solidFill>
                  <a:srgbClr val="344B60"/>
                </a:solidFill>
                <a:latin typeface="Microsoft YaHei"/>
                <a:ea typeface="Microsoft YaHei"/>
                <a:cs typeface="Microsoft YaHei"/>
              </a:defRPr>
            </a:lvl8pPr>
            <a:lvl9pPr>
              <a:defRPr sz="1725" b="0">
                <a:solidFill>
                  <a:srgbClr val="344B60"/>
                </a:solidFill>
                <a:latin typeface="Microsoft YaHei"/>
                <a:ea typeface="Microsoft YaHei"/>
                <a:cs typeface="Microsoft YaHei"/>
              </a:defRPr>
            </a:lvl9pPr>
          </a:lstStyle>
          <a:p xmlns:a="http://schemas.openxmlformats.org/drawingml/2006/main">
            <a:pPr>
              <a:buNone/>
              <a:defRPr sz="1725" b="0">
                <a:solidFill>
                  <a:srgbClr val="344B60"/>
                </a:solidFill>
                <a:latin typeface="Microsoft YaHei"/>
                <a:ea typeface="Microsoft YaHei"/>
                <a:cs typeface="Microsoft YaHei"/>
              </a:defRPr>
            </a:pPr>
            <a:r>
              <a:rPr sz="1725" b="0">
                <a:solidFill>
                  <a:srgbClr val="344B60"/>
                </a:solidFill>
                <a:latin typeface="Microsoft YaHei"/>
                <a:ea typeface="Microsoft YaHei"/>
                <a:cs typeface="Microsoft YaHei"/>
              </a:rPr>
              <a:t>输入：仓库与文档快照    输出：审查基线</a:t>
            </a:r>
          </a:p>
        </p:txBody>
      </p:sp>
      <p:sp>
        <p:nvSpPr>
          <p:cNvPr id="5" name="step-1">
            <a:extLst xmlns:a="http://schemas.openxmlformats.org/drawingml/2006/main">
              <a:ext uri="{FF2B5EF4-FFF2-40B4-BE49-F238E27FC236}">
                <a16:creationId xmlns:a16="http://schemas.microsoft.com/office/drawing/2014/main" id="{0418D558-6839-4FEE-B144-0BC5C9425C5C}"/>
              </a:ext>
            </a:extLst>
          </p:cNvPr>
          <p:cNvSpPr>
            <a:spLocks xmlns:a="http://schemas.openxmlformats.org/drawingml/2006/main" noGrp="1"/>
          </p:cNvSpPr>
          <p:nvPr/>
        </p:nvSpPr>
        <p:spPr>
          <a:xfrm xmlns:a="http://schemas.openxmlformats.org/drawingml/2006/main">
            <a:off x="609600" y="281940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B6A64"/>
                </a:solidFill>
                <a:latin typeface="Microsoft YaHei"/>
                <a:ea typeface="Microsoft YaHei"/>
                <a:cs typeface="Microsoft YaHei"/>
              </a:defRPr>
            </a:defPPr>
            <a:lvl1pPr>
              <a:defRPr sz="2025" b="1">
                <a:solidFill>
                  <a:srgbClr val="0B6A64"/>
                </a:solidFill>
                <a:latin typeface="Microsoft YaHei"/>
                <a:ea typeface="Microsoft YaHei"/>
                <a:cs typeface="Microsoft YaHei"/>
              </a:defRPr>
            </a:lvl1pPr>
            <a:lvl2pPr>
              <a:defRPr sz="2025" b="1">
                <a:solidFill>
                  <a:srgbClr val="0B6A64"/>
                </a:solidFill>
                <a:latin typeface="Microsoft YaHei"/>
                <a:ea typeface="Microsoft YaHei"/>
                <a:cs typeface="Microsoft YaHei"/>
              </a:defRPr>
            </a:lvl2pPr>
            <a:lvl3pPr>
              <a:defRPr sz="2025" b="1">
                <a:solidFill>
                  <a:srgbClr val="0B6A64"/>
                </a:solidFill>
                <a:latin typeface="Microsoft YaHei"/>
                <a:ea typeface="Microsoft YaHei"/>
                <a:cs typeface="Microsoft YaHei"/>
              </a:defRPr>
            </a:lvl3pPr>
            <a:lvl4pPr>
              <a:defRPr sz="2025" b="1">
                <a:solidFill>
                  <a:srgbClr val="0B6A64"/>
                </a:solidFill>
                <a:latin typeface="Microsoft YaHei"/>
                <a:ea typeface="Microsoft YaHei"/>
                <a:cs typeface="Microsoft YaHei"/>
              </a:defRPr>
            </a:lvl4pPr>
            <a:lvl5pPr>
              <a:defRPr sz="2025" b="1">
                <a:solidFill>
                  <a:srgbClr val="0B6A64"/>
                </a:solidFill>
                <a:latin typeface="Microsoft YaHei"/>
                <a:ea typeface="Microsoft YaHei"/>
                <a:cs typeface="Microsoft YaHei"/>
              </a:defRPr>
            </a:lvl5pPr>
            <a:lvl6pPr>
              <a:defRPr sz="2025" b="1">
                <a:solidFill>
                  <a:srgbClr val="0B6A64"/>
                </a:solidFill>
                <a:latin typeface="Microsoft YaHei"/>
                <a:ea typeface="Microsoft YaHei"/>
                <a:cs typeface="Microsoft YaHei"/>
              </a:defRPr>
            </a:lvl6pPr>
            <a:lvl7pPr>
              <a:defRPr sz="2025" b="1">
                <a:solidFill>
                  <a:srgbClr val="0B6A64"/>
                </a:solidFill>
                <a:latin typeface="Microsoft YaHei"/>
                <a:ea typeface="Microsoft YaHei"/>
                <a:cs typeface="Microsoft YaHei"/>
              </a:defRPr>
            </a:lvl7pPr>
            <a:lvl8pPr>
              <a:defRPr sz="2025" b="1">
                <a:solidFill>
                  <a:srgbClr val="0B6A64"/>
                </a:solidFill>
                <a:latin typeface="Microsoft YaHei"/>
                <a:ea typeface="Microsoft YaHei"/>
                <a:cs typeface="Microsoft YaHei"/>
              </a:defRPr>
            </a:lvl8pPr>
            <a:lvl9pPr>
              <a:defRPr sz="2025" b="1">
                <a:solidFill>
                  <a:srgbClr val="0B6A64"/>
                </a:solidFill>
                <a:latin typeface="Microsoft YaHei"/>
                <a:ea typeface="Microsoft YaHei"/>
                <a:cs typeface="Microsoft YaHei"/>
              </a:defRPr>
            </a:lvl9pPr>
          </a:lstStyle>
          <a:p xmlns:a="http://schemas.openxmlformats.org/drawingml/2006/main">
            <a:pPr>
              <a:buNone/>
              <a:defRPr sz="2025" b="1">
                <a:solidFill>
                  <a:srgbClr val="0B6A64"/>
                </a:solidFill>
                <a:latin typeface="Microsoft YaHei"/>
                <a:ea typeface="Microsoft YaHei"/>
                <a:cs typeface="Microsoft YaHei"/>
              </a:defRPr>
            </a:pPr>
            <a:r>
              <a:rPr sz="2025" b="1">
                <a:solidFill>
                  <a:srgbClr val="0B6A64"/>
                </a:solidFill>
                <a:latin typeface="Microsoft YaHei"/>
                <a:ea typeface="Microsoft YaHei"/>
                <a:cs typeface="Microsoft YaHei"/>
              </a:rPr>
              <a:t>2. 比较当前装配</a:t>
            </a:r>
          </a:p>
        </p:txBody>
      </p:sp>
      <p:sp>
        <p:nvSpPr>
          <p:cNvPr id="6" name="data-1">
            <a:extLst xmlns:a="http://schemas.openxmlformats.org/drawingml/2006/main">
              <a:ext uri="{FF2B5EF4-FFF2-40B4-BE49-F238E27FC236}">
                <a16:creationId xmlns:a16="http://schemas.microsoft.com/office/drawing/2014/main" id="{8F0761AB-0E49-459E-B744-69BA9FDC0065}"/>
              </a:ext>
            </a:extLst>
          </p:cNvPr>
          <p:cNvSpPr>
            <a:spLocks xmlns:a="http://schemas.openxmlformats.org/drawingml/2006/main" noGrp="1"/>
          </p:cNvSpPr>
          <p:nvPr/>
        </p:nvSpPr>
        <p:spPr>
          <a:xfrm xmlns:a="http://schemas.openxmlformats.org/drawingml/2006/main">
            <a:off x="838200" y="3181350"/>
            <a:ext cx="10706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344B60"/>
                </a:solidFill>
                <a:latin typeface="Microsoft YaHei"/>
                <a:ea typeface="Microsoft YaHei"/>
                <a:cs typeface="Microsoft YaHei"/>
              </a:defRPr>
            </a:defPPr>
            <a:lvl1pPr>
              <a:defRPr sz="1725" b="0">
                <a:solidFill>
                  <a:srgbClr val="344B60"/>
                </a:solidFill>
                <a:latin typeface="Microsoft YaHei"/>
                <a:ea typeface="Microsoft YaHei"/>
                <a:cs typeface="Microsoft YaHei"/>
              </a:defRPr>
            </a:lvl1pPr>
            <a:lvl2pPr>
              <a:defRPr sz="1725" b="0">
                <a:solidFill>
                  <a:srgbClr val="344B60"/>
                </a:solidFill>
                <a:latin typeface="Microsoft YaHei"/>
                <a:ea typeface="Microsoft YaHei"/>
                <a:cs typeface="Microsoft YaHei"/>
              </a:defRPr>
            </a:lvl2pPr>
            <a:lvl3pPr>
              <a:defRPr sz="1725" b="0">
                <a:solidFill>
                  <a:srgbClr val="344B60"/>
                </a:solidFill>
                <a:latin typeface="Microsoft YaHei"/>
                <a:ea typeface="Microsoft YaHei"/>
                <a:cs typeface="Microsoft YaHei"/>
              </a:defRPr>
            </a:lvl3pPr>
            <a:lvl4pPr>
              <a:defRPr sz="1725" b="0">
                <a:solidFill>
                  <a:srgbClr val="344B60"/>
                </a:solidFill>
                <a:latin typeface="Microsoft YaHei"/>
                <a:ea typeface="Microsoft YaHei"/>
                <a:cs typeface="Microsoft YaHei"/>
              </a:defRPr>
            </a:lvl4pPr>
            <a:lvl5pPr>
              <a:defRPr sz="1725" b="0">
                <a:solidFill>
                  <a:srgbClr val="344B60"/>
                </a:solidFill>
                <a:latin typeface="Microsoft YaHei"/>
                <a:ea typeface="Microsoft YaHei"/>
                <a:cs typeface="Microsoft YaHei"/>
              </a:defRPr>
            </a:lvl5pPr>
            <a:lvl6pPr>
              <a:defRPr sz="1725" b="0">
                <a:solidFill>
                  <a:srgbClr val="344B60"/>
                </a:solidFill>
                <a:latin typeface="Microsoft YaHei"/>
                <a:ea typeface="Microsoft YaHei"/>
                <a:cs typeface="Microsoft YaHei"/>
              </a:defRPr>
            </a:lvl6pPr>
            <a:lvl7pPr>
              <a:defRPr sz="1725" b="0">
                <a:solidFill>
                  <a:srgbClr val="344B60"/>
                </a:solidFill>
                <a:latin typeface="Microsoft YaHei"/>
                <a:ea typeface="Microsoft YaHei"/>
                <a:cs typeface="Microsoft YaHei"/>
              </a:defRPr>
            </a:lvl7pPr>
            <a:lvl8pPr>
              <a:defRPr sz="1725" b="0">
                <a:solidFill>
                  <a:srgbClr val="344B60"/>
                </a:solidFill>
                <a:latin typeface="Microsoft YaHei"/>
                <a:ea typeface="Microsoft YaHei"/>
                <a:cs typeface="Microsoft YaHei"/>
              </a:defRPr>
            </a:lvl8pPr>
            <a:lvl9pPr>
              <a:defRPr sz="1725" b="0">
                <a:solidFill>
                  <a:srgbClr val="344B60"/>
                </a:solidFill>
                <a:latin typeface="Microsoft YaHei"/>
                <a:ea typeface="Microsoft YaHei"/>
                <a:cs typeface="Microsoft YaHei"/>
              </a:defRPr>
            </a:lvl9pPr>
          </a:lstStyle>
          <a:p xmlns:a="http://schemas.openxmlformats.org/drawingml/2006/main">
            <a:pPr>
              <a:buNone/>
              <a:defRPr sz="1725" b="0">
                <a:solidFill>
                  <a:srgbClr val="344B60"/>
                </a:solidFill>
                <a:latin typeface="Microsoft YaHei"/>
                <a:ea typeface="Microsoft YaHei"/>
                <a:cs typeface="Microsoft YaHei"/>
              </a:defRPr>
            </a:pPr>
            <a:r>
              <a:rPr sz="1725" b="0">
                <a:solidFill>
                  <a:srgbClr val="344B60"/>
                </a:solidFill>
                <a:latin typeface="Microsoft YaHei"/>
                <a:ea typeface="Microsoft YaHei"/>
                <a:cs typeface="Microsoft YaHei"/>
              </a:rPr>
              <a:t>输入：历史设计与当前入口    输出：已实现和历史内容边界</a:t>
            </a:r>
          </a:p>
        </p:txBody>
      </p:sp>
      <p:sp>
        <p:nvSpPr>
          <p:cNvPr id="7" name="step-2">
            <a:extLst xmlns:a="http://schemas.openxmlformats.org/drawingml/2006/main">
              <a:ext uri="{FF2B5EF4-FFF2-40B4-BE49-F238E27FC236}">
                <a16:creationId xmlns:a16="http://schemas.microsoft.com/office/drawing/2014/main" id="{6147FA87-3387-43AD-B3D5-CDFBC90C80DC}"/>
              </a:ext>
            </a:extLst>
          </p:cNvPr>
          <p:cNvSpPr>
            <a:spLocks xmlns:a="http://schemas.openxmlformats.org/drawingml/2006/main" noGrp="1"/>
          </p:cNvSpPr>
          <p:nvPr/>
        </p:nvSpPr>
        <p:spPr>
          <a:xfrm xmlns:a="http://schemas.openxmlformats.org/drawingml/2006/main">
            <a:off x="609600" y="3590925"/>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0B6A64"/>
                </a:solidFill>
                <a:latin typeface="Microsoft YaHei"/>
                <a:ea typeface="Microsoft YaHei"/>
                <a:cs typeface="Microsoft YaHei"/>
              </a:defRPr>
            </a:defPPr>
            <a:lvl1pPr>
              <a:defRPr sz="2025" b="1">
                <a:solidFill>
                  <a:srgbClr val="0B6A64"/>
                </a:solidFill>
                <a:latin typeface="Microsoft YaHei"/>
                <a:ea typeface="Microsoft YaHei"/>
                <a:cs typeface="Microsoft YaHei"/>
              </a:defRPr>
            </a:lvl1pPr>
            <a:lvl2pPr>
              <a:defRPr sz="2025" b="1">
                <a:solidFill>
                  <a:srgbClr val="0B6A64"/>
                </a:solidFill>
                <a:latin typeface="Microsoft YaHei"/>
                <a:ea typeface="Microsoft YaHei"/>
                <a:cs typeface="Microsoft YaHei"/>
              </a:defRPr>
            </a:lvl2pPr>
            <a:lvl3pPr>
              <a:defRPr sz="2025" b="1">
                <a:solidFill>
                  <a:srgbClr val="0B6A64"/>
                </a:solidFill>
                <a:latin typeface="Microsoft YaHei"/>
                <a:ea typeface="Microsoft YaHei"/>
                <a:cs typeface="Microsoft YaHei"/>
              </a:defRPr>
            </a:lvl3pPr>
            <a:lvl4pPr>
              <a:defRPr sz="2025" b="1">
                <a:solidFill>
                  <a:srgbClr val="0B6A64"/>
                </a:solidFill>
                <a:latin typeface="Microsoft YaHei"/>
                <a:ea typeface="Microsoft YaHei"/>
                <a:cs typeface="Microsoft YaHei"/>
              </a:defRPr>
            </a:lvl4pPr>
            <a:lvl5pPr>
              <a:defRPr sz="2025" b="1">
                <a:solidFill>
                  <a:srgbClr val="0B6A64"/>
                </a:solidFill>
                <a:latin typeface="Microsoft YaHei"/>
                <a:ea typeface="Microsoft YaHei"/>
                <a:cs typeface="Microsoft YaHei"/>
              </a:defRPr>
            </a:lvl5pPr>
            <a:lvl6pPr>
              <a:defRPr sz="2025" b="1">
                <a:solidFill>
                  <a:srgbClr val="0B6A64"/>
                </a:solidFill>
                <a:latin typeface="Microsoft YaHei"/>
                <a:ea typeface="Microsoft YaHei"/>
                <a:cs typeface="Microsoft YaHei"/>
              </a:defRPr>
            </a:lvl6pPr>
            <a:lvl7pPr>
              <a:defRPr sz="2025" b="1">
                <a:solidFill>
                  <a:srgbClr val="0B6A64"/>
                </a:solidFill>
                <a:latin typeface="Microsoft YaHei"/>
                <a:ea typeface="Microsoft YaHei"/>
                <a:cs typeface="Microsoft YaHei"/>
              </a:defRPr>
            </a:lvl7pPr>
            <a:lvl8pPr>
              <a:defRPr sz="2025" b="1">
                <a:solidFill>
                  <a:srgbClr val="0B6A64"/>
                </a:solidFill>
                <a:latin typeface="Microsoft YaHei"/>
                <a:ea typeface="Microsoft YaHei"/>
                <a:cs typeface="Microsoft YaHei"/>
              </a:defRPr>
            </a:lvl8pPr>
            <a:lvl9pPr>
              <a:defRPr sz="2025" b="1">
                <a:solidFill>
                  <a:srgbClr val="0B6A64"/>
                </a:solidFill>
                <a:latin typeface="Microsoft YaHei"/>
                <a:ea typeface="Microsoft YaHei"/>
                <a:cs typeface="Microsoft YaHei"/>
              </a:defRPr>
            </a:lvl9pPr>
          </a:lstStyle>
          <a:p xmlns:a="http://schemas.openxmlformats.org/drawingml/2006/main">
            <a:pPr>
              <a:buNone/>
              <a:defRPr sz="2025" b="1">
                <a:solidFill>
                  <a:srgbClr val="0B6A64"/>
                </a:solidFill>
                <a:latin typeface="Microsoft YaHei"/>
                <a:ea typeface="Microsoft YaHei"/>
                <a:cs typeface="Microsoft YaHei"/>
              </a:defRPr>
            </a:pPr>
            <a:r>
              <a:rPr sz="2025" b="1">
                <a:solidFill>
                  <a:srgbClr val="0B6A64"/>
                </a:solidFill>
                <a:latin typeface="Microsoft YaHei"/>
                <a:ea typeface="Microsoft YaHei"/>
                <a:cs typeface="Microsoft YaHei"/>
              </a:rPr>
              <a:t>3. 追踪演进证据</a:t>
            </a:r>
          </a:p>
        </p:txBody>
      </p:sp>
      <p:sp>
        <p:nvSpPr>
          <p:cNvPr id="8" name="data-2">
            <a:extLst xmlns:a="http://schemas.openxmlformats.org/drawingml/2006/main">
              <a:ext uri="{FF2B5EF4-FFF2-40B4-BE49-F238E27FC236}">
                <a16:creationId xmlns:a16="http://schemas.microsoft.com/office/drawing/2014/main" id="{1472BDD5-F320-4AD5-A21A-11CE20C8DC71}"/>
              </a:ext>
            </a:extLst>
          </p:cNvPr>
          <p:cNvSpPr>
            <a:spLocks xmlns:a="http://schemas.openxmlformats.org/drawingml/2006/main" noGrp="1"/>
          </p:cNvSpPr>
          <p:nvPr/>
        </p:nvSpPr>
        <p:spPr>
          <a:xfrm xmlns:a="http://schemas.openxmlformats.org/drawingml/2006/main">
            <a:off x="838200" y="3952875"/>
            <a:ext cx="10706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344B60"/>
                </a:solidFill>
                <a:latin typeface="Microsoft YaHei"/>
                <a:ea typeface="Microsoft YaHei"/>
                <a:cs typeface="Microsoft YaHei"/>
              </a:defRPr>
            </a:defPPr>
            <a:lvl1pPr>
              <a:defRPr sz="1725" b="0">
                <a:solidFill>
                  <a:srgbClr val="344B60"/>
                </a:solidFill>
                <a:latin typeface="Microsoft YaHei"/>
                <a:ea typeface="Microsoft YaHei"/>
                <a:cs typeface="Microsoft YaHei"/>
              </a:defRPr>
            </a:lvl1pPr>
            <a:lvl2pPr>
              <a:defRPr sz="1725" b="0">
                <a:solidFill>
                  <a:srgbClr val="344B60"/>
                </a:solidFill>
                <a:latin typeface="Microsoft YaHei"/>
                <a:ea typeface="Microsoft YaHei"/>
                <a:cs typeface="Microsoft YaHei"/>
              </a:defRPr>
            </a:lvl2pPr>
            <a:lvl3pPr>
              <a:defRPr sz="1725" b="0">
                <a:solidFill>
                  <a:srgbClr val="344B60"/>
                </a:solidFill>
                <a:latin typeface="Microsoft YaHei"/>
                <a:ea typeface="Microsoft YaHei"/>
                <a:cs typeface="Microsoft YaHei"/>
              </a:defRPr>
            </a:lvl3pPr>
            <a:lvl4pPr>
              <a:defRPr sz="1725" b="0">
                <a:solidFill>
                  <a:srgbClr val="344B60"/>
                </a:solidFill>
                <a:latin typeface="Microsoft YaHei"/>
                <a:ea typeface="Microsoft YaHei"/>
                <a:cs typeface="Microsoft YaHei"/>
              </a:defRPr>
            </a:lvl4pPr>
            <a:lvl5pPr>
              <a:defRPr sz="1725" b="0">
                <a:solidFill>
                  <a:srgbClr val="344B60"/>
                </a:solidFill>
                <a:latin typeface="Microsoft YaHei"/>
                <a:ea typeface="Microsoft YaHei"/>
                <a:cs typeface="Microsoft YaHei"/>
              </a:defRPr>
            </a:lvl5pPr>
            <a:lvl6pPr>
              <a:defRPr sz="1725" b="0">
                <a:solidFill>
                  <a:srgbClr val="344B60"/>
                </a:solidFill>
                <a:latin typeface="Microsoft YaHei"/>
                <a:ea typeface="Microsoft YaHei"/>
                <a:cs typeface="Microsoft YaHei"/>
              </a:defRPr>
            </a:lvl6pPr>
            <a:lvl7pPr>
              <a:defRPr sz="1725" b="0">
                <a:solidFill>
                  <a:srgbClr val="344B60"/>
                </a:solidFill>
                <a:latin typeface="Microsoft YaHei"/>
                <a:ea typeface="Microsoft YaHei"/>
                <a:cs typeface="Microsoft YaHei"/>
              </a:defRPr>
            </a:lvl7pPr>
            <a:lvl8pPr>
              <a:defRPr sz="1725" b="0">
                <a:solidFill>
                  <a:srgbClr val="344B60"/>
                </a:solidFill>
                <a:latin typeface="Microsoft YaHei"/>
                <a:ea typeface="Microsoft YaHei"/>
                <a:cs typeface="Microsoft YaHei"/>
              </a:defRPr>
            </a:lvl8pPr>
            <a:lvl9pPr>
              <a:defRPr sz="1725" b="0">
                <a:solidFill>
                  <a:srgbClr val="344B60"/>
                </a:solidFill>
                <a:latin typeface="Microsoft YaHei"/>
                <a:ea typeface="Microsoft YaHei"/>
                <a:cs typeface="Microsoft YaHei"/>
              </a:defRPr>
            </a:lvl9pPr>
          </a:lstStyle>
          <a:p xmlns:a="http://schemas.openxmlformats.org/drawingml/2006/main">
            <a:pPr>
              <a:buNone/>
              <a:defRPr sz="1725" b="0">
                <a:solidFill>
                  <a:srgbClr val="344B60"/>
                </a:solidFill>
                <a:latin typeface="Microsoft YaHei"/>
                <a:ea typeface="Microsoft YaHei"/>
                <a:cs typeface="Microsoft YaHei"/>
              </a:defRPr>
            </a:pPr>
            <a:r>
              <a:rPr sz="1725" b="0">
                <a:solidFill>
                  <a:srgbClr val="344B60"/>
                </a:solidFill>
                <a:latin typeface="Microsoft YaHei"/>
                <a:ea typeface="Microsoft YaHei"/>
                <a:cs typeface="Microsoft YaHei"/>
              </a:rPr>
              <a:t>输入：提交和设计文档    输出：可追溯的变化说明</a:t>
            </a:r>
          </a:p>
        </p:txBody>
      </p:sp>
      <p:sp>
        <p:nvSpPr>
          <p:cNvPr id="9" name="footer">
            <a:extLst xmlns:a="http://schemas.openxmlformats.org/drawingml/2006/main">
              <a:ext uri="{FF2B5EF4-FFF2-40B4-BE49-F238E27FC236}">
                <a16:creationId xmlns:a16="http://schemas.microsoft.com/office/drawing/2014/main" id="{4BDDC83C-22BD-4D62-9035-F038087B2B76}"/>
              </a:ext>
            </a:extLst>
          </p:cNvPr>
          <p:cNvSpPr>
            <a:spLocks xmlns:a="http://schemas.openxmlformats.org/drawingml/2006/main" noGrp="1"/>
          </p:cNvSpPr>
          <p:nvPr/>
        </p:nvSpPr>
        <p:spPr>
          <a:xfrm xmlns:a="http://schemas.openxmlformats.org/drawingml/2006/main">
            <a:off x="609600" y="6372225"/>
            <a:ext cx="10934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6677B"/>
                </a:solidFill>
                <a:latin typeface="Microsoft YaHei"/>
                <a:ea typeface="Microsoft YaHei"/>
                <a:cs typeface="Microsoft YaHei"/>
              </a:defRPr>
            </a:defPPr>
            <a:lvl1pPr>
              <a:defRPr sz="1200" b="0">
                <a:solidFill>
                  <a:srgbClr val="56677B"/>
                </a:solidFill>
                <a:latin typeface="Microsoft YaHei"/>
                <a:ea typeface="Microsoft YaHei"/>
                <a:cs typeface="Microsoft YaHei"/>
              </a:defRPr>
            </a:lvl1pPr>
            <a:lvl2pPr>
              <a:defRPr sz="1200" b="0">
                <a:solidFill>
                  <a:srgbClr val="56677B"/>
                </a:solidFill>
                <a:latin typeface="Microsoft YaHei"/>
                <a:ea typeface="Microsoft YaHei"/>
                <a:cs typeface="Microsoft YaHei"/>
              </a:defRPr>
            </a:lvl2pPr>
            <a:lvl3pPr>
              <a:defRPr sz="1200" b="0">
                <a:solidFill>
                  <a:srgbClr val="56677B"/>
                </a:solidFill>
                <a:latin typeface="Microsoft YaHei"/>
                <a:ea typeface="Microsoft YaHei"/>
                <a:cs typeface="Microsoft YaHei"/>
              </a:defRPr>
            </a:lvl3pPr>
            <a:lvl4pPr>
              <a:defRPr sz="1200" b="0">
                <a:solidFill>
                  <a:srgbClr val="56677B"/>
                </a:solidFill>
                <a:latin typeface="Microsoft YaHei"/>
                <a:ea typeface="Microsoft YaHei"/>
                <a:cs typeface="Microsoft YaHei"/>
              </a:defRPr>
            </a:lvl4pPr>
            <a:lvl5pPr>
              <a:defRPr sz="1200" b="0">
                <a:solidFill>
                  <a:srgbClr val="56677B"/>
                </a:solidFill>
                <a:latin typeface="Microsoft YaHei"/>
                <a:ea typeface="Microsoft YaHei"/>
                <a:cs typeface="Microsoft YaHei"/>
              </a:defRPr>
            </a:lvl5pPr>
            <a:lvl6pPr>
              <a:defRPr sz="1200" b="0">
                <a:solidFill>
                  <a:srgbClr val="56677B"/>
                </a:solidFill>
                <a:latin typeface="Microsoft YaHei"/>
                <a:ea typeface="Microsoft YaHei"/>
                <a:cs typeface="Microsoft YaHei"/>
              </a:defRPr>
            </a:lvl6pPr>
            <a:lvl7pPr>
              <a:defRPr sz="1200" b="0">
                <a:solidFill>
                  <a:srgbClr val="56677B"/>
                </a:solidFill>
                <a:latin typeface="Microsoft YaHei"/>
                <a:ea typeface="Microsoft YaHei"/>
                <a:cs typeface="Microsoft YaHei"/>
              </a:defRPr>
            </a:lvl7pPr>
            <a:lvl8pPr>
              <a:defRPr sz="1200" b="0">
                <a:solidFill>
                  <a:srgbClr val="56677B"/>
                </a:solidFill>
                <a:latin typeface="Microsoft YaHei"/>
                <a:ea typeface="Microsoft YaHei"/>
                <a:cs typeface="Microsoft YaHei"/>
              </a:defRPr>
            </a:lvl8pPr>
            <a:lvl9pPr>
              <a:defRPr sz="1200" b="0">
                <a:solidFill>
                  <a:srgbClr val="56677B"/>
                </a:solidFill>
                <a:latin typeface="Microsoft YaHei"/>
                <a:ea typeface="Microsoft YaHei"/>
                <a:cs typeface="Microsoft YaHei"/>
              </a:defRPr>
            </a:lvl9pPr>
          </a:lstStyle>
          <a:p xmlns:a="http://schemas.openxmlformats.org/drawingml/2006/main">
            <a:pPr>
              <a:buNone/>
              <a:defRPr sz="1200" b="0">
                <a:solidFill>
                  <a:srgbClr val="56677B"/>
                </a:solidFill>
                <a:latin typeface="Microsoft YaHei"/>
                <a:ea typeface="Microsoft YaHei"/>
                <a:cs typeface="Microsoft YaHei"/>
              </a:defRPr>
            </a:pPr>
            <a:r>
              <a:rPr sz="1200" b="0">
                <a:solidFill>
                  <a:srgbClr val="56677B"/>
                </a:solidFill>
                <a:latin typeface="Microsoft YaHei"/>
                <a:ea typeface="Microsoft YaHei"/>
                <a:cs typeface="Microsoft YaHei"/>
              </a:rPr>
              <a:t>Pi 源码精通路线   /   design-history   /   2     基线 136b87e8a · 源码与参考答案见讲者备注</a:t>
            </a:r>
          </a:p>
        </p:txBody>
      </p:sp>
    </p:spTree>
    <p:extLst>
      <p:ext uri="{BB962C8B-B14F-4D97-AF65-F5344CB8AC3E}">
        <p14:creationId xmlns:p14="http://schemas.microsoft.com/office/powerpoint/2010/main" val="921526423"/>
      </p:ext>
    </p:extLst>
  </p:cSld>
</p:sld>
</file>

<file path=ppt/slides/slide9.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8" name="eyebrow">
            <a:extLst xmlns:a="http://schemas.openxmlformats.org/drawingml/2006/main">
              <a:ext uri="{FF2B5EF4-FFF2-40B4-BE49-F238E27FC236}">
                <a16:creationId xmlns:a16="http://schemas.microsoft.com/office/drawing/2014/main" id="{F3145FF5-E27F-49AD-ABE9-6DAF6486D736}"/>
              </a:ext>
            </a:extLst>
          </p:cNvPr>
          <p:cNvSpPr>
            <a:spLocks xmlns:a="http://schemas.openxmlformats.org/drawingml/2006/main" noGrp="1"/>
          </p:cNvSpPr>
          <p:nvPr/>
        </p:nvSpPr>
        <p:spPr>
          <a:xfrm xmlns:a="http://schemas.openxmlformats.org/drawingml/2006/main">
            <a:off x="609600" y="304800"/>
            <a:ext cx="10934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0B6A64"/>
                </a:solidFill>
                <a:latin typeface="Microsoft YaHei"/>
                <a:ea typeface="Microsoft YaHei"/>
                <a:cs typeface="Microsoft YaHei"/>
              </a:defRPr>
            </a:defPPr>
            <a:lvl1pPr>
              <a:defRPr sz="1500" b="1">
                <a:solidFill>
                  <a:srgbClr val="0B6A64"/>
                </a:solidFill>
                <a:latin typeface="Microsoft YaHei"/>
                <a:ea typeface="Microsoft YaHei"/>
                <a:cs typeface="Microsoft YaHei"/>
              </a:defRPr>
            </a:lvl1pPr>
            <a:lvl2pPr>
              <a:defRPr sz="1500" b="1">
                <a:solidFill>
                  <a:srgbClr val="0B6A64"/>
                </a:solidFill>
                <a:latin typeface="Microsoft YaHei"/>
                <a:ea typeface="Microsoft YaHei"/>
                <a:cs typeface="Microsoft YaHei"/>
              </a:defRPr>
            </a:lvl2pPr>
            <a:lvl3pPr>
              <a:defRPr sz="1500" b="1">
                <a:solidFill>
                  <a:srgbClr val="0B6A64"/>
                </a:solidFill>
                <a:latin typeface="Microsoft YaHei"/>
                <a:ea typeface="Microsoft YaHei"/>
                <a:cs typeface="Microsoft YaHei"/>
              </a:defRPr>
            </a:lvl3pPr>
            <a:lvl4pPr>
              <a:defRPr sz="1500" b="1">
                <a:solidFill>
                  <a:srgbClr val="0B6A64"/>
                </a:solidFill>
                <a:latin typeface="Microsoft YaHei"/>
                <a:ea typeface="Microsoft YaHei"/>
                <a:cs typeface="Microsoft YaHei"/>
              </a:defRPr>
            </a:lvl4pPr>
            <a:lvl5pPr>
              <a:defRPr sz="1500" b="1">
                <a:solidFill>
                  <a:srgbClr val="0B6A64"/>
                </a:solidFill>
                <a:latin typeface="Microsoft YaHei"/>
                <a:ea typeface="Microsoft YaHei"/>
                <a:cs typeface="Microsoft YaHei"/>
              </a:defRPr>
            </a:lvl5pPr>
            <a:lvl6pPr>
              <a:defRPr sz="1500" b="1">
                <a:solidFill>
                  <a:srgbClr val="0B6A64"/>
                </a:solidFill>
                <a:latin typeface="Microsoft YaHei"/>
                <a:ea typeface="Microsoft YaHei"/>
                <a:cs typeface="Microsoft YaHei"/>
              </a:defRPr>
            </a:lvl6pPr>
            <a:lvl7pPr>
              <a:defRPr sz="1500" b="1">
                <a:solidFill>
                  <a:srgbClr val="0B6A64"/>
                </a:solidFill>
                <a:latin typeface="Microsoft YaHei"/>
                <a:ea typeface="Microsoft YaHei"/>
                <a:cs typeface="Microsoft YaHei"/>
              </a:defRPr>
            </a:lvl7pPr>
            <a:lvl8pPr>
              <a:defRPr sz="1500" b="1">
                <a:solidFill>
                  <a:srgbClr val="0B6A64"/>
                </a:solidFill>
                <a:latin typeface="Microsoft YaHei"/>
                <a:ea typeface="Microsoft YaHei"/>
                <a:cs typeface="Microsoft YaHei"/>
              </a:defRPr>
            </a:lvl8pPr>
            <a:lvl9pPr>
              <a:defRPr sz="1500" b="1">
                <a:solidFill>
                  <a:srgbClr val="0B6A64"/>
                </a:solidFill>
                <a:latin typeface="Microsoft YaHei"/>
                <a:ea typeface="Microsoft YaHei"/>
                <a:cs typeface="Microsoft YaHei"/>
              </a:defRPr>
            </a:lvl9pPr>
          </a:lstStyle>
          <a:p xmlns:a="http://schemas.openxmlformats.org/drawingml/2006/main">
            <a:pPr>
              <a:buNone/>
              <a:defRPr sz="1500" b="1">
                <a:solidFill>
                  <a:srgbClr val="0B6A64"/>
                </a:solidFill>
                <a:latin typeface="Microsoft YaHei"/>
                <a:ea typeface="Microsoft YaHei"/>
                <a:cs typeface="Microsoft YaHei"/>
              </a:defRPr>
            </a:pPr>
            <a:r>
              <a:rPr sz="1500" b="1">
                <a:solidFill>
                  <a:srgbClr val="0B6A64"/>
                </a:solidFill>
                <a:latin typeface="Microsoft YaHei"/>
                <a:ea typeface="Microsoft YaHei"/>
                <a:cs typeface="Microsoft YaHei"/>
              </a:rPr>
              <a:t>08 独立改造   /   失败与验证</a:t>
            </a:r>
          </a:p>
        </p:txBody>
      </p:sp>
      <p:sp>
        <p:nvSpPr>
          <p:cNvPr id="2" name="title">
            <a:extLst xmlns:a="http://schemas.openxmlformats.org/drawingml/2006/main">
              <a:ext uri="{FF2B5EF4-FFF2-40B4-BE49-F238E27FC236}">
                <a16:creationId xmlns:a16="http://schemas.microsoft.com/office/drawing/2014/main" id="{B436E637-B08B-4A60-9343-C4A5EEFE1B56}"/>
              </a:ext>
            </a:extLst>
          </p:cNvPr>
          <p:cNvSpPr>
            <a:spLocks xmlns:a="http://schemas.openxmlformats.org/drawingml/2006/main" noGrp="1"/>
          </p:cNvSpPr>
          <p:nvPr/>
        </p:nvSpPr>
        <p:spPr>
          <a:xfrm xmlns:a="http://schemas.openxmlformats.org/drawingml/2006/main">
            <a:off x="609600" y="866775"/>
            <a:ext cx="10934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62333"/>
                </a:solidFill>
                <a:latin typeface="Microsoft YaHei"/>
                <a:ea typeface="Microsoft YaHei"/>
                <a:cs typeface="Microsoft YaHei"/>
              </a:defRPr>
            </a:defPPr>
            <a:lvl1pPr>
              <a:defRPr sz="3300" b="1">
                <a:solidFill>
                  <a:srgbClr val="162333"/>
                </a:solidFill>
                <a:latin typeface="Microsoft YaHei"/>
                <a:ea typeface="Microsoft YaHei"/>
                <a:cs typeface="Microsoft YaHei"/>
              </a:defRPr>
            </a:lvl1pPr>
            <a:lvl2pPr>
              <a:defRPr sz="3300" b="1">
                <a:solidFill>
                  <a:srgbClr val="162333"/>
                </a:solidFill>
                <a:latin typeface="Microsoft YaHei"/>
                <a:ea typeface="Microsoft YaHei"/>
                <a:cs typeface="Microsoft YaHei"/>
              </a:defRPr>
            </a:lvl2pPr>
            <a:lvl3pPr>
              <a:defRPr sz="3300" b="1">
                <a:solidFill>
                  <a:srgbClr val="162333"/>
                </a:solidFill>
                <a:latin typeface="Microsoft YaHei"/>
                <a:ea typeface="Microsoft YaHei"/>
                <a:cs typeface="Microsoft YaHei"/>
              </a:defRPr>
            </a:lvl3pPr>
            <a:lvl4pPr>
              <a:defRPr sz="3300" b="1">
                <a:solidFill>
                  <a:srgbClr val="162333"/>
                </a:solidFill>
                <a:latin typeface="Microsoft YaHei"/>
                <a:ea typeface="Microsoft YaHei"/>
                <a:cs typeface="Microsoft YaHei"/>
              </a:defRPr>
            </a:lvl4pPr>
            <a:lvl5pPr>
              <a:defRPr sz="3300" b="1">
                <a:solidFill>
                  <a:srgbClr val="162333"/>
                </a:solidFill>
                <a:latin typeface="Microsoft YaHei"/>
                <a:ea typeface="Microsoft YaHei"/>
                <a:cs typeface="Microsoft YaHei"/>
              </a:defRPr>
            </a:lvl5pPr>
            <a:lvl6pPr>
              <a:defRPr sz="3300" b="1">
                <a:solidFill>
                  <a:srgbClr val="162333"/>
                </a:solidFill>
                <a:latin typeface="Microsoft YaHei"/>
                <a:ea typeface="Microsoft YaHei"/>
                <a:cs typeface="Microsoft YaHei"/>
              </a:defRPr>
            </a:lvl6pPr>
            <a:lvl7pPr>
              <a:defRPr sz="3300" b="1">
                <a:solidFill>
                  <a:srgbClr val="162333"/>
                </a:solidFill>
                <a:latin typeface="Microsoft YaHei"/>
                <a:ea typeface="Microsoft YaHei"/>
                <a:cs typeface="Microsoft YaHei"/>
              </a:defRPr>
            </a:lvl7pPr>
            <a:lvl8pPr>
              <a:defRPr sz="3300" b="1">
                <a:solidFill>
                  <a:srgbClr val="162333"/>
                </a:solidFill>
                <a:latin typeface="Microsoft YaHei"/>
                <a:ea typeface="Microsoft YaHei"/>
                <a:cs typeface="Microsoft YaHei"/>
              </a:defRPr>
            </a:lvl8pPr>
            <a:lvl9pPr>
              <a:defRPr sz="3300" b="1">
                <a:solidFill>
                  <a:srgbClr val="162333"/>
                </a:solidFill>
                <a:latin typeface="Microsoft YaHei"/>
                <a:ea typeface="Microsoft YaHei"/>
                <a:cs typeface="Microsoft YaHei"/>
              </a:defRPr>
            </a:lvl9pPr>
          </a:lstStyle>
          <a:p xmlns:a="http://schemas.openxmlformats.org/drawingml/2006/main">
            <a:pPr>
              <a:buNone/>
              <a:defRPr sz="3300" b="1">
                <a:solidFill>
                  <a:srgbClr val="162333"/>
                </a:solidFill>
                <a:latin typeface="Microsoft YaHei"/>
                <a:ea typeface="Microsoft YaHei"/>
                <a:cs typeface="Microsoft YaHei"/>
              </a:defRPr>
            </a:pPr>
            <a:r>
              <a:rPr sz="3300" b="1">
                <a:solidFill>
                  <a:srgbClr val="162333"/>
                </a:solidFill>
                <a:latin typeface="Microsoft YaHei"/>
                <a:ea typeface="Microsoft YaHei"/>
                <a:cs typeface="Microsoft YaHei"/>
              </a:rPr>
              <a:t>从历史设计到当前实现的证据审查</a:t>
            </a:r>
          </a:p>
        </p:txBody>
      </p:sp>
      <p:sp>
        <p:nvSpPr>
          <p:cNvPr id="3" name="failure-label">
            <a:extLst xmlns:a="http://schemas.openxmlformats.org/drawingml/2006/main">
              <a:ext uri="{FF2B5EF4-FFF2-40B4-BE49-F238E27FC236}">
                <a16:creationId xmlns:a16="http://schemas.microsoft.com/office/drawing/2014/main" id="{344E5A3D-1827-4A56-A9F9-822C9E6CCA90}"/>
              </a:ext>
            </a:extLst>
          </p:cNvPr>
          <p:cNvSpPr>
            <a:spLocks xmlns:a="http://schemas.openxmlformats.org/drawingml/2006/main" noGrp="1"/>
          </p:cNvSpPr>
          <p:nvPr/>
        </p:nvSpPr>
        <p:spPr>
          <a:xfrm xmlns:a="http://schemas.openxmlformats.org/drawingml/2006/main">
            <a:off x="609600" y="2009775"/>
            <a:ext cx="1093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B6A64"/>
                </a:solidFill>
                <a:latin typeface="Microsoft YaHei"/>
                <a:ea typeface="Microsoft YaHei"/>
                <a:cs typeface="Microsoft YaHei"/>
              </a:defRPr>
            </a:defPPr>
            <a:lvl1pPr>
              <a:defRPr sz="2100" b="1">
                <a:solidFill>
                  <a:srgbClr val="0B6A64"/>
                </a:solidFill>
                <a:latin typeface="Microsoft YaHei"/>
                <a:ea typeface="Microsoft YaHei"/>
                <a:cs typeface="Microsoft YaHei"/>
              </a:defRPr>
            </a:lvl1pPr>
            <a:lvl2pPr>
              <a:defRPr sz="2100" b="1">
                <a:solidFill>
                  <a:srgbClr val="0B6A64"/>
                </a:solidFill>
                <a:latin typeface="Microsoft YaHei"/>
                <a:ea typeface="Microsoft YaHei"/>
                <a:cs typeface="Microsoft YaHei"/>
              </a:defRPr>
            </a:lvl2pPr>
            <a:lvl3pPr>
              <a:defRPr sz="2100" b="1">
                <a:solidFill>
                  <a:srgbClr val="0B6A64"/>
                </a:solidFill>
                <a:latin typeface="Microsoft YaHei"/>
                <a:ea typeface="Microsoft YaHei"/>
                <a:cs typeface="Microsoft YaHei"/>
              </a:defRPr>
            </a:lvl3pPr>
            <a:lvl4pPr>
              <a:defRPr sz="2100" b="1">
                <a:solidFill>
                  <a:srgbClr val="0B6A64"/>
                </a:solidFill>
                <a:latin typeface="Microsoft YaHei"/>
                <a:ea typeface="Microsoft YaHei"/>
                <a:cs typeface="Microsoft YaHei"/>
              </a:defRPr>
            </a:lvl4pPr>
            <a:lvl5pPr>
              <a:defRPr sz="2100" b="1">
                <a:solidFill>
                  <a:srgbClr val="0B6A64"/>
                </a:solidFill>
                <a:latin typeface="Microsoft YaHei"/>
                <a:ea typeface="Microsoft YaHei"/>
                <a:cs typeface="Microsoft YaHei"/>
              </a:defRPr>
            </a:lvl5pPr>
            <a:lvl6pPr>
              <a:defRPr sz="2100" b="1">
                <a:solidFill>
                  <a:srgbClr val="0B6A64"/>
                </a:solidFill>
                <a:latin typeface="Microsoft YaHei"/>
                <a:ea typeface="Microsoft YaHei"/>
                <a:cs typeface="Microsoft YaHei"/>
              </a:defRPr>
            </a:lvl6pPr>
            <a:lvl7pPr>
              <a:defRPr sz="2100" b="1">
                <a:solidFill>
                  <a:srgbClr val="0B6A64"/>
                </a:solidFill>
                <a:latin typeface="Microsoft YaHei"/>
                <a:ea typeface="Microsoft YaHei"/>
                <a:cs typeface="Microsoft YaHei"/>
              </a:defRPr>
            </a:lvl7pPr>
            <a:lvl8pPr>
              <a:defRPr sz="2100" b="1">
                <a:solidFill>
                  <a:srgbClr val="0B6A64"/>
                </a:solidFill>
                <a:latin typeface="Microsoft YaHei"/>
                <a:ea typeface="Microsoft YaHei"/>
                <a:cs typeface="Microsoft YaHei"/>
              </a:defRPr>
            </a:lvl8pPr>
            <a:lvl9pPr>
              <a:defRPr sz="2100" b="1">
                <a:solidFill>
                  <a:srgbClr val="0B6A64"/>
                </a:solidFill>
                <a:latin typeface="Microsoft YaHei"/>
                <a:ea typeface="Microsoft YaHei"/>
                <a:cs typeface="Microsoft YaHei"/>
              </a:defRPr>
            </a:lvl9pPr>
          </a:lstStyle>
          <a:p xmlns:a="http://schemas.openxmlformats.org/drawingml/2006/main">
            <a:pPr>
              <a:buNone/>
              <a:defRPr sz="2100" b="1">
                <a:solidFill>
                  <a:srgbClr val="0B6A64"/>
                </a:solidFill>
                <a:latin typeface="Microsoft YaHei"/>
                <a:ea typeface="Microsoft YaHei"/>
                <a:cs typeface="Microsoft YaHei"/>
              </a:defRPr>
            </a:pPr>
            <a:r>
              <a:rPr sz="2100" b="1">
                <a:solidFill>
                  <a:srgbClr val="0B6A64"/>
                </a:solidFill>
                <a:latin typeface="Microsoft YaHei"/>
                <a:ea typeface="Microsoft YaHei"/>
                <a:cs typeface="Microsoft YaHei"/>
              </a:rPr>
              <a:t>失败与恢复</a:t>
            </a:r>
          </a:p>
        </p:txBody>
      </p:sp>
      <p:sp>
        <p:nvSpPr>
          <p:cNvPr id="4" name="failure">
            <a:extLst xmlns:a="http://schemas.openxmlformats.org/drawingml/2006/main">
              <a:ext uri="{FF2B5EF4-FFF2-40B4-BE49-F238E27FC236}">
                <a16:creationId xmlns:a16="http://schemas.microsoft.com/office/drawing/2014/main" id="{8301AEF8-6ABF-42E7-9EF1-0EB8E9214885}"/>
              </a:ext>
            </a:extLst>
          </p:cNvPr>
          <p:cNvSpPr>
            <a:spLocks xmlns:a="http://schemas.openxmlformats.org/drawingml/2006/main" noGrp="1"/>
          </p:cNvSpPr>
          <p:nvPr/>
        </p:nvSpPr>
        <p:spPr>
          <a:xfrm xmlns:a="http://schemas.openxmlformats.org/drawingml/2006/main">
            <a:off x="609600" y="2543175"/>
            <a:ext cx="10934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2333"/>
                </a:solidFill>
                <a:latin typeface="Microsoft YaHei"/>
                <a:ea typeface="Microsoft YaHei"/>
                <a:cs typeface="Microsoft YaHei"/>
              </a:defRPr>
            </a:defPPr>
            <a:lvl1pPr>
              <a:defRPr sz="2025" b="0">
                <a:solidFill>
                  <a:srgbClr val="162333"/>
                </a:solidFill>
                <a:latin typeface="Microsoft YaHei"/>
                <a:ea typeface="Microsoft YaHei"/>
                <a:cs typeface="Microsoft YaHei"/>
              </a:defRPr>
            </a:lvl1pPr>
            <a:lvl2pPr>
              <a:defRPr sz="2025" b="0">
                <a:solidFill>
                  <a:srgbClr val="162333"/>
                </a:solidFill>
                <a:latin typeface="Microsoft YaHei"/>
                <a:ea typeface="Microsoft YaHei"/>
                <a:cs typeface="Microsoft YaHei"/>
              </a:defRPr>
            </a:lvl2pPr>
            <a:lvl3pPr>
              <a:defRPr sz="2025" b="0">
                <a:solidFill>
                  <a:srgbClr val="162333"/>
                </a:solidFill>
                <a:latin typeface="Microsoft YaHei"/>
                <a:ea typeface="Microsoft YaHei"/>
                <a:cs typeface="Microsoft YaHei"/>
              </a:defRPr>
            </a:lvl3pPr>
            <a:lvl4pPr>
              <a:defRPr sz="2025" b="0">
                <a:solidFill>
                  <a:srgbClr val="162333"/>
                </a:solidFill>
                <a:latin typeface="Microsoft YaHei"/>
                <a:ea typeface="Microsoft YaHei"/>
                <a:cs typeface="Microsoft YaHei"/>
              </a:defRPr>
            </a:lvl4pPr>
            <a:lvl5pPr>
              <a:defRPr sz="2025" b="0">
                <a:solidFill>
                  <a:srgbClr val="162333"/>
                </a:solidFill>
                <a:latin typeface="Microsoft YaHei"/>
                <a:ea typeface="Microsoft YaHei"/>
                <a:cs typeface="Microsoft YaHei"/>
              </a:defRPr>
            </a:lvl5pPr>
            <a:lvl6pPr>
              <a:defRPr sz="2025" b="0">
                <a:solidFill>
                  <a:srgbClr val="162333"/>
                </a:solidFill>
                <a:latin typeface="Microsoft YaHei"/>
                <a:ea typeface="Microsoft YaHei"/>
                <a:cs typeface="Microsoft YaHei"/>
              </a:defRPr>
            </a:lvl6pPr>
            <a:lvl7pPr>
              <a:defRPr sz="2025" b="0">
                <a:solidFill>
                  <a:srgbClr val="162333"/>
                </a:solidFill>
                <a:latin typeface="Microsoft YaHei"/>
                <a:ea typeface="Microsoft YaHei"/>
                <a:cs typeface="Microsoft YaHei"/>
              </a:defRPr>
            </a:lvl7pPr>
            <a:lvl8pPr>
              <a:defRPr sz="2025" b="0">
                <a:solidFill>
                  <a:srgbClr val="162333"/>
                </a:solidFill>
                <a:latin typeface="Microsoft YaHei"/>
                <a:ea typeface="Microsoft YaHei"/>
                <a:cs typeface="Microsoft YaHei"/>
              </a:defRPr>
            </a:lvl8pPr>
            <a:lvl9pPr>
              <a:defRPr sz="2025" b="0">
                <a:solidFill>
                  <a:srgbClr val="162333"/>
                </a:solidFill>
                <a:latin typeface="Microsoft YaHei"/>
                <a:ea typeface="Microsoft YaHei"/>
                <a:cs typeface="Microsoft YaHei"/>
              </a:defRPr>
            </a:lvl9pPr>
          </a:lstStyle>
          <a:p xmlns:a="http://schemas.openxmlformats.org/drawingml/2006/main">
            <a:pPr>
              <a:buNone/>
              <a:defRPr sz="2025" b="0">
                <a:solidFill>
                  <a:srgbClr val="162333"/>
                </a:solidFill>
                <a:latin typeface="Microsoft YaHei"/>
                <a:ea typeface="Microsoft YaHei"/>
                <a:cs typeface="Microsoft YaHei"/>
              </a:defRPr>
            </a:pPr>
            <a:r>
              <a:rPr sz="2025" b="0">
                <a:solidFill>
                  <a:srgbClr val="162333"/>
                </a:solidFill>
                <a:latin typeface="Microsoft YaHei"/>
                <a:ea typeface="Microsoft YaHei"/>
                <a:cs typeface="Microsoft YaHei"/>
              </a:rPr>
              <a:t>未初始化目录的文件说明可以暂为空；没有实现和测试证据的设计能力不可写成现成接口。</a:t>
            </a:r>
          </a:p>
        </p:txBody>
      </p:sp>
      <p:sp>
        <p:nvSpPr>
          <p:cNvPr id="5" name="exercise-label">
            <a:extLst xmlns:a="http://schemas.openxmlformats.org/drawingml/2006/main">
              <a:ext uri="{FF2B5EF4-FFF2-40B4-BE49-F238E27FC236}">
                <a16:creationId xmlns:a16="http://schemas.microsoft.com/office/drawing/2014/main" id="{C4E13E91-457C-4224-B035-9EE3392DC6B0}"/>
              </a:ext>
            </a:extLst>
          </p:cNvPr>
          <p:cNvSpPr>
            <a:spLocks xmlns:a="http://schemas.openxmlformats.org/drawingml/2006/main" noGrp="1"/>
          </p:cNvSpPr>
          <p:nvPr/>
        </p:nvSpPr>
        <p:spPr>
          <a:xfrm xmlns:a="http://schemas.openxmlformats.org/drawingml/2006/main">
            <a:off x="609600" y="4086225"/>
            <a:ext cx="10934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0B6A64"/>
                </a:solidFill>
                <a:latin typeface="Microsoft YaHei"/>
                <a:ea typeface="Microsoft YaHei"/>
                <a:cs typeface="Microsoft YaHei"/>
              </a:defRPr>
            </a:defPPr>
            <a:lvl1pPr>
              <a:defRPr sz="2100" b="1">
                <a:solidFill>
                  <a:srgbClr val="0B6A64"/>
                </a:solidFill>
                <a:latin typeface="Microsoft YaHei"/>
                <a:ea typeface="Microsoft YaHei"/>
                <a:cs typeface="Microsoft YaHei"/>
              </a:defRPr>
            </a:lvl1pPr>
            <a:lvl2pPr>
              <a:defRPr sz="2100" b="1">
                <a:solidFill>
                  <a:srgbClr val="0B6A64"/>
                </a:solidFill>
                <a:latin typeface="Microsoft YaHei"/>
                <a:ea typeface="Microsoft YaHei"/>
                <a:cs typeface="Microsoft YaHei"/>
              </a:defRPr>
            </a:lvl2pPr>
            <a:lvl3pPr>
              <a:defRPr sz="2100" b="1">
                <a:solidFill>
                  <a:srgbClr val="0B6A64"/>
                </a:solidFill>
                <a:latin typeface="Microsoft YaHei"/>
                <a:ea typeface="Microsoft YaHei"/>
                <a:cs typeface="Microsoft YaHei"/>
              </a:defRPr>
            </a:lvl3pPr>
            <a:lvl4pPr>
              <a:defRPr sz="2100" b="1">
                <a:solidFill>
                  <a:srgbClr val="0B6A64"/>
                </a:solidFill>
                <a:latin typeface="Microsoft YaHei"/>
                <a:ea typeface="Microsoft YaHei"/>
                <a:cs typeface="Microsoft YaHei"/>
              </a:defRPr>
            </a:lvl4pPr>
            <a:lvl5pPr>
              <a:defRPr sz="2100" b="1">
                <a:solidFill>
                  <a:srgbClr val="0B6A64"/>
                </a:solidFill>
                <a:latin typeface="Microsoft YaHei"/>
                <a:ea typeface="Microsoft YaHei"/>
                <a:cs typeface="Microsoft YaHei"/>
              </a:defRPr>
            </a:lvl5pPr>
            <a:lvl6pPr>
              <a:defRPr sz="2100" b="1">
                <a:solidFill>
                  <a:srgbClr val="0B6A64"/>
                </a:solidFill>
                <a:latin typeface="Microsoft YaHei"/>
                <a:ea typeface="Microsoft YaHei"/>
                <a:cs typeface="Microsoft YaHei"/>
              </a:defRPr>
            </a:lvl6pPr>
            <a:lvl7pPr>
              <a:defRPr sz="2100" b="1">
                <a:solidFill>
                  <a:srgbClr val="0B6A64"/>
                </a:solidFill>
                <a:latin typeface="Microsoft YaHei"/>
                <a:ea typeface="Microsoft YaHei"/>
                <a:cs typeface="Microsoft YaHei"/>
              </a:defRPr>
            </a:lvl7pPr>
            <a:lvl8pPr>
              <a:defRPr sz="2100" b="1">
                <a:solidFill>
                  <a:srgbClr val="0B6A64"/>
                </a:solidFill>
                <a:latin typeface="Microsoft YaHei"/>
                <a:ea typeface="Microsoft YaHei"/>
                <a:cs typeface="Microsoft YaHei"/>
              </a:defRPr>
            </a:lvl8pPr>
            <a:lvl9pPr>
              <a:defRPr sz="2100" b="1">
                <a:solidFill>
                  <a:srgbClr val="0B6A64"/>
                </a:solidFill>
                <a:latin typeface="Microsoft YaHei"/>
                <a:ea typeface="Microsoft YaHei"/>
                <a:cs typeface="Microsoft YaHei"/>
              </a:defRPr>
            </a:lvl9pPr>
          </a:lstStyle>
          <a:p xmlns:a="http://schemas.openxmlformats.org/drawingml/2006/main">
            <a:pPr>
              <a:buNone/>
              <a:defRPr sz="2100" b="1">
                <a:solidFill>
                  <a:srgbClr val="0B6A64"/>
                </a:solidFill>
                <a:latin typeface="Microsoft YaHei"/>
                <a:ea typeface="Microsoft YaHei"/>
                <a:cs typeface="Microsoft YaHei"/>
              </a:defRPr>
            </a:pPr>
            <a:r>
              <a:rPr sz="2100" b="1">
                <a:solidFill>
                  <a:srgbClr val="0B6A64"/>
                </a:solidFill>
                <a:latin typeface="Microsoft YaHei"/>
                <a:ea typeface="Microsoft YaHei"/>
                <a:cs typeface="Microsoft YaHei"/>
              </a:rPr>
              <a:t>动手练习</a:t>
            </a:r>
          </a:p>
        </p:txBody>
      </p:sp>
      <p:sp>
        <p:nvSpPr>
          <p:cNvPr id="6" name="exercise">
            <a:extLst xmlns:a="http://schemas.openxmlformats.org/drawingml/2006/main">
              <a:ext uri="{FF2B5EF4-FFF2-40B4-BE49-F238E27FC236}">
                <a16:creationId xmlns:a16="http://schemas.microsoft.com/office/drawing/2014/main" id="{31CF7C5B-76F8-49A3-89D2-AF3CF8E27FBC}"/>
              </a:ext>
            </a:extLst>
          </p:cNvPr>
          <p:cNvSpPr>
            <a:spLocks xmlns:a="http://schemas.openxmlformats.org/drawingml/2006/main" noGrp="1"/>
          </p:cNvSpPr>
          <p:nvPr/>
        </p:nvSpPr>
        <p:spPr>
          <a:xfrm xmlns:a="http://schemas.openxmlformats.org/drawingml/2006/main">
            <a:off x="609600" y="4619625"/>
            <a:ext cx="10934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62333"/>
                </a:solidFill>
                <a:latin typeface="Microsoft YaHei"/>
                <a:ea typeface="Microsoft YaHei"/>
                <a:cs typeface="Microsoft YaHei"/>
              </a:defRPr>
            </a:defPPr>
            <a:lvl1pPr>
              <a:defRPr sz="2025" b="0">
                <a:solidFill>
                  <a:srgbClr val="162333"/>
                </a:solidFill>
                <a:latin typeface="Microsoft YaHei"/>
                <a:ea typeface="Microsoft YaHei"/>
                <a:cs typeface="Microsoft YaHei"/>
              </a:defRPr>
            </a:lvl1pPr>
            <a:lvl2pPr>
              <a:defRPr sz="2025" b="0">
                <a:solidFill>
                  <a:srgbClr val="162333"/>
                </a:solidFill>
                <a:latin typeface="Microsoft YaHei"/>
                <a:ea typeface="Microsoft YaHei"/>
                <a:cs typeface="Microsoft YaHei"/>
              </a:defRPr>
            </a:lvl2pPr>
            <a:lvl3pPr>
              <a:defRPr sz="2025" b="0">
                <a:solidFill>
                  <a:srgbClr val="162333"/>
                </a:solidFill>
                <a:latin typeface="Microsoft YaHei"/>
                <a:ea typeface="Microsoft YaHei"/>
                <a:cs typeface="Microsoft YaHei"/>
              </a:defRPr>
            </a:lvl3pPr>
            <a:lvl4pPr>
              <a:defRPr sz="2025" b="0">
                <a:solidFill>
                  <a:srgbClr val="162333"/>
                </a:solidFill>
                <a:latin typeface="Microsoft YaHei"/>
                <a:ea typeface="Microsoft YaHei"/>
                <a:cs typeface="Microsoft YaHei"/>
              </a:defRPr>
            </a:lvl4pPr>
            <a:lvl5pPr>
              <a:defRPr sz="2025" b="0">
                <a:solidFill>
                  <a:srgbClr val="162333"/>
                </a:solidFill>
                <a:latin typeface="Microsoft YaHei"/>
                <a:ea typeface="Microsoft YaHei"/>
                <a:cs typeface="Microsoft YaHei"/>
              </a:defRPr>
            </a:lvl5pPr>
            <a:lvl6pPr>
              <a:defRPr sz="2025" b="0">
                <a:solidFill>
                  <a:srgbClr val="162333"/>
                </a:solidFill>
                <a:latin typeface="Microsoft YaHei"/>
                <a:ea typeface="Microsoft YaHei"/>
                <a:cs typeface="Microsoft YaHei"/>
              </a:defRPr>
            </a:lvl6pPr>
            <a:lvl7pPr>
              <a:defRPr sz="2025" b="0">
                <a:solidFill>
                  <a:srgbClr val="162333"/>
                </a:solidFill>
                <a:latin typeface="Microsoft YaHei"/>
                <a:ea typeface="Microsoft YaHei"/>
                <a:cs typeface="Microsoft YaHei"/>
              </a:defRPr>
            </a:lvl7pPr>
            <a:lvl8pPr>
              <a:defRPr sz="2025" b="0">
                <a:solidFill>
                  <a:srgbClr val="162333"/>
                </a:solidFill>
                <a:latin typeface="Microsoft YaHei"/>
                <a:ea typeface="Microsoft YaHei"/>
                <a:cs typeface="Microsoft YaHei"/>
              </a:defRPr>
            </a:lvl8pPr>
            <a:lvl9pPr>
              <a:defRPr sz="2025" b="0">
                <a:solidFill>
                  <a:srgbClr val="162333"/>
                </a:solidFill>
                <a:latin typeface="Microsoft YaHei"/>
                <a:ea typeface="Microsoft YaHei"/>
                <a:cs typeface="Microsoft YaHei"/>
              </a:defRPr>
            </a:lvl9pPr>
          </a:lstStyle>
          <a:p xmlns:a="http://schemas.openxmlformats.org/drawingml/2006/main">
            <a:pPr>
              <a:buNone/>
              <a:defRPr sz="2025" b="0">
                <a:solidFill>
                  <a:srgbClr val="162333"/>
                </a:solidFill>
                <a:latin typeface="Microsoft YaHei"/>
                <a:ea typeface="Microsoft YaHei"/>
                <a:cs typeface="Microsoft YaHei"/>
              </a:defRPr>
            </a:pPr>
            <a:r>
              <a:rPr sz="2025" b="0">
                <a:solidFill>
                  <a:srgbClr val="162333"/>
                </a:solidFill>
                <a:latin typeface="Microsoft YaHei"/>
                <a:ea typeface="Microsoft YaHei"/>
                <a:cs typeface="Microsoft YaHei"/>
              </a:rPr>
              <a:t>找一个历史目录，列出当前保留资料、缺少的运行入口和可继续追踪的提交线索。</a:t>
            </a:r>
          </a:p>
        </p:txBody>
      </p:sp>
      <p:sp>
        <p:nvSpPr>
          <p:cNvPr id="7" name="footer">
            <a:extLst xmlns:a="http://schemas.openxmlformats.org/drawingml/2006/main">
              <a:ext uri="{FF2B5EF4-FFF2-40B4-BE49-F238E27FC236}">
                <a16:creationId xmlns:a16="http://schemas.microsoft.com/office/drawing/2014/main" id="{9C54DC39-A33B-40A7-82A8-625AAB57D10C}"/>
              </a:ext>
            </a:extLst>
          </p:cNvPr>
          <p:cNvSpPr>
            <a:spLocks xmlns:a="http://schemas.openxmlformats.org/drawingml/2006/main" noGrp="1"/>
          </p:cNvSpPr>
          <p:nvPr/>
        </p:nvSpPr>
        <p:spPr>
          <a:xfrm xmlns:a="http://schemas.openxmlformats.org/drawingml/2006/main">
            <a:off x="609600" y="6372225"/>
            <a:ext cx="10934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6677B"/>
                </a:solidFill>
                <a:latin typeface="Microsoft YaHei"/>
                <a:ea typeface="Microsoft YaHei"/>
                <a:cs typeface="Microsoft YaHei"/>
              </a:defRPr>
            </a:defPPr>
            <a:lvl1pPr>
              <a:defRPr sz="1200" b="0">
                <a:solidFill>
                  <a:srgbClr val="56677B"/>
                </a:solidFill>
                <a:latin typeface="Microsoft YaHei"/>
                <a:ea typeface="Microsoft YaHei"/>
                <a:cs typeface="Microsoft YaHei"/>
              </a:defRPr>
            </a:lvl1pPr>
            <a:lvl2pPr>
              <a:defRPr sz="1200" b="0">
                <a:solidFill>
                  <a:srgbClr val="56677B"/>
                </a:solidFill>
                <a:latin typeface="Microsoft YaHei"/>
                <a:ea typeface="Microsoft YaHei"/>
                <a:cs typeface="Microsoft YaHei"/>
              </a:defRPr>
            </a:lvl2pPr>
            <a:lvl3pPr>
              <a:defRPr sz="1200" b="0">
                <a:solidFill>
                  <a:srgbClr val="56677B"/>
                </a:solidFill>
                <a:latin typeface="Microsoft YaHei"/>
                <a:ea typeface="Microsoft YaHei"/>
                <a:cs typeface="Microsoft YaHei"/>
              </a:defRPr>
            </a:lvl3pPr>
            <a:lvl4pPr>
              <a:defRPr sz="1200" b="0">
                <a:solidFill>
                  <a:srgbClr val="56677B"/>
                </a:solidFill>
                <a:latin typeface="Microsoft YaHei"/>
                <a:ea typeface="Microsoft YaHei"/>
                <a:cs typeface="Microsoft YaHei"/>
              </a:defRPr>
            </a:lvl4pPr>
            <a:lvl5pPr>
              <a:defRPr sz="1200" b="0">
                <a:solidFill>
                  <a:srgbClr val="56677B"/>
                </a:solidFill>
                <a:latin typeface="Microsoft YaHei"/>
                <a:ea typeface="Microsoft YaHei"/>
                <a:cs typeface="Microsoft YaHei"/>
              </a:defRPr>
            </a:lvl5pPr>
            <a:lvl6pPr>
              <a:defRPr sz="1200" b="0">
                <a:solidFill>
                  <a:srgbClr val="56677B"/>
                </a:solidFill>
                <a:latin typeface="Microsoft YaHei"/>
                <a:ea typeface="Microsoft YaHei"/>
                <a:cs typeface="Microsoft YaHei"/>
              </a:defRPr>
            </a:lvl6pPr>
            <a:lvl7pPr>
              <a:defRPr sz="1200" b="0">
                <a:solidFill>
                  <a:srgbClr val="56677B"/>
                </a:solidFill>
                <a:latin typeface="Microsoft YaHei"/>
                <a:ea typeface="Microsoft YaHei"/>
                <a:cs typeface="Microsoft YaHei"/>
              </a:defRPr>
            </a:lvl7pPr>
            <a:lvl8pPr>
              <a:defRPr sz="1200" b="0">
                <a:solidFill>
                  <a:srgbClr val="56677B"/>
                </a:solidFill>
                <a:latin typeface="Microsoft YaHei"/>
                <a:ea typeface="Microsoft YaHei"/>
                <a:cs typeface="Microsoft YaHei"/>
              </a:defRPr>
            </a:lvl8pPr>
            <a:lvl9pPr>
              <a:defRPr sz="1200" b="0">
                <a:solidFill>
                  <a:srgbClr val="56677B"/>
                </a:solidFill>
                <a:latin typeface="Microsoft YaHei"/>
                <a:ea typeface="Microsoft YaHei"/>
                <a:cs typeface="Microsoft YaHei"/>
              </a:defRPr>
            </a:lvl9pPr>
          </a:lstStyle>
          <a:p xmlns:a="http://schemas.openxmlformats.org/drawingml/2006/main">
            <a:pPr>
              <a:buNone/>
              <a:defRPr sz="1200" b="0">
                <a:solidFill>
                  <a:srgbClr val="56677B"/>
                </a:solidFill>
                <a:latin typeface="Microsoft YaHei"/>
                <a:ea typeface="Microsoft YaHei"/>
                <a:cs typeface="Microsoft YaHei"/>
              </a:defRPr>
            </a:pPr>
            <a:r>
              <a:rPr sz="1200" b="0">
                <a:solidFill>
                  <a:srgbClr val="56677B"/>
                </a:solidFill>
                <a:latin typeface="Microsoft YaHei"/>
                <a:ea typeface="Microsoft YaHei"/>
                <a:cs typeface="Microsoft YaHei"/>
              </a:rPr>
              <a:t>Pi 源码精通路线   /   design-history   /   3     基线 136b87e8a · 源码与参考答案见讲者备注</a:t>
            </a:r>
          </a:p>
        </p:txBody>
      </p:sp>
    </p:spTree>
    <p:extLst>
      <p:ext uri="{BB962C8B-B14F-4D97-AF65-F5344CB8AC3E}">
        <p14:creationId xmlns:p14="http://schemas.microsoft.com/office/powerpoint/2010/main" val="133847172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2026-10-24T08:15:48.8320000Z</dcterms:created>
  <dcterms:modified xsi:type="dcterms:W3CDTF">2026-10-24T08:15:48.8320000Z</dcterms:modified>
</coreProperties>
</file>