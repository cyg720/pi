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58eb57c35b4361" /><Relationship Type="http://schemas.openxmlformats.org/officeDocument/2006/relationships/extended-properties" Target="/docProps/app.xml" Id="Rc6801b0b790b4498" /><Relationship Type="http://schemas.openxmlformats.org/officeDocument/2006/relationships/officeDocument" Target="/ppt/presentation.xml" Id="R31cc2155ade042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2e18ef154c4170"/>
  </p:sldMasterIdLst>
  <p:notesMasterIdLst>
    <p:notesMasterId xmlns:r="http://schemas.openxmlformats.org/officeDocument/2006/relationships" r:id="R7910df2b64d34b97"/>
  </p:notesMasterIdLst>
  <p:sldIdLst>
    <p:sldId xmlns:r="http://schemas.openxmlformats.org/officeDocument/2006/relationships" id="256" r:id="R270c53a848dd4e30"/>
    <p:sldId xmlns:r="http://schemas.openxmlformats.org/officeDocument/2006/relationships" id="257" r:id="R5e07941bed7b4a1d"/>
    <p:sldId xmlns:r="http://schemas.openxmlformats.org/officeDocument/2006/relationships" id="258" r:id="R61743a98ebae4e12"/>
    <p:sldId xmlns:r="http://schemas.openxmlformats.org/officeDocument/2006/relationships" id="259" r:id="R43892524a4c54174"/>
    <p:sldId xmlns:r="http://schemas.openxmlformats.org/officeDocument/2006/relationships" id="260" r:id="R7c158be6f9c9452f"/>
    <p:sldId xmlns:r="http://schemas.openxmlformats.org/officeDocument/2006/relationships" id="261" r:id="Rf9dafa4b56f84352"/>
    <p:sldId xmlns:r="http://schemas.openxmlformats.org/officeDocument/2006/relationships" id="262" r:id="Rb8a5e8c4902a42ce"/>
    <p:sldId xmlns:r="http://schemas.openxmlformats.org/officeDocument/2006/relationships" id="263" r:id="R4f5f328176d44a7a"/>
    <p:sldId xmlns:r="http://schemas.openxmlformats.org/officeDocument/2006/relationships" id="264" r:id="R824c0dd94ad9488d"/>
    <p:sldId xmlns:r="http://schemas.openxmlformats.org/officeDocument/2006/relationships" id="265" r:id="Rc050f8652d8749c6"/>
    <p:sldId xmlns:r="http://schemas.openxmlformats.org/officeDocument/2006/relationships" id="266" r:id="Rd87abbee09f34295"/>
    <p:sldId xmlns:r="http://schemas.openxmlformats.org/officeDocument/2006/relationships" id="267" r:id="R6481594c80764b82"/>
    <p:sldId xmlns:r="http://schemas.openxmlformats.org/officeDocument/2006/relationships" id="268" r:id="R85d0927890b84a2f"/>
    <p:sldId xmlns:r="http://schemas.openxmlformats.org/officeDocument/2006/relationships" id="269" r:id="R97e0afb2e1ba4a3f"/>
    <p:sldId xmlns:r="http://schemas.openxmlformats.org/officeDocument/2006/relationships" id="270" r:id="Ree65d0edca2d49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174b622cbd49e0" /><Relationship Type="http://schemas.openxmlformats.org/officeDocument/2006/relationships/slideMaster" Target="/ppt/slideMasters/slideMaster1.xml" Id="R622e18ef154c4170" /><Relationship Type="http://schemas.openxmlformats.org/officeDocument/2006/relationships/notesMaster" Target="/ppt/notesMasters/notesMaster1.xml" Id="R7910df2b64d34b97" /><Relationship Type="http://schemas.openxmlformats.org/officeDocument/2006/relationships/presProps" Target="/ppt/presProps.xml" Id="Ra8f2bbcc92d24b0f" /><Relationship Type="http://schemas.openxmlformats.org/officeDocument/2006/relationships/tableStyles" Target="/ppt/tableStyles.xml" Id="Rb15f0a590ea24dc1" /><Relationship Type="http://schemas.openxmlformats.org/officeDocument/2006/relationships/slide" Target="/ppt/slides/slide1.xml" Id="R270c53a848dd4e30" /><Relationship Type="http://schemas.openxmlformats.org/officeDocument/2006/relationships/slide" Target="/ppt/slides/slide2.xml" Id="R5e07941bed7b4a1d" /><Relationship Type="http://schemas.openxmlformats.org/officeDocument/2006/relationships/slide" Target="/ppt/slides/slide3.xml" Id="R61743a98ebae4e12" /><Relationship Type="http://schemas.openxmlformats.org/officeDocument/2006/relationships/slide" Target="/ppt/slides/slide4.xml" Id="R43892524a4c54174" /><Relationship Type="http://schemas.openxmlformats.org/officeDocument/2006/relationships/slide" Target="/ppt/slides/slide5.xml" Id="R7c158be6f9c9452f" /><Relationship Type="http://schemas.openxmlformats.org/officeDocument/2006/relationships/slide" Target="/ppt/slides/slide6.xml" Id="Rf9dafa4b56f84352" /><Relationship Type="http://schemas.openxmlformats.org/officeDocument/2006/relationships/slide" Target="/ppt/slides/slide7.xml" Id="Rb8a5e8c4902a42ce" /><Relationship Type="http://schemas.openxmlformats.org/officeDocument/2006/relationships/slide" Target="/ppt/slides/slide8.xml" Id="R4f5f328176d44a7a" /><Relationship Type="http://schemas.openxmlformats.org/officeDocument/2006/relationships/slide" Target="/ppt/slides/slide9.xml" Id="R824c0dd94ad9488d" /><Relationship Type="http://schemas.openxmlformats.org/officeDocument/2006/relationships/slide" Target="/ppt/slides/slide10.xml" Id="Rc050f8652d8749c6" /><Relationship Type="http://schemas.openxmlformats.org/officeDocument/2006/relationships/slide" Target="/ppt/slides/slide11.xml" Id="Rd87abbee09f34295" /><Relationship Type="http://schemas.openxmlformats.org/officeDocument/2006/relationships/slide" Target="/ppt/slides/slide12.xml" Id="R6481594c80764b82" /><Relationship Type="http://schemas.openxmlformats.org/officeDocument/2006/relationships/slide" Target="/ppt/slides/slide13.xml" Id="R85d0927890b84a2f" /><Relationship Type="http://schemas.openxmlformats.org/officeDocument/2006/relationships/slide" Target="/ppt/slides/slide14.xml" Id="R97e0afb2e1ba4a3f" /><Relationship Type="http://schemas.openxmlformats.org/officeDocument/2006/relationships/slide" Target="/ppt/slides/slide15.xml" Id="Ree65d0edca2d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4957348b1e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86e9e80acd45ee" /><Relationship Type="http://schemas.openxmlformats.org/officeDocument/2006/relationships/notesMaster" Target="/ppt/notesMasters/notesMaster1.xml" Id="Rdfb10760d45e40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bd1b9800494356" /><Relationship Type="http://schemas.openxmlformats.org/officeDocument/2006/relationships/notesMaster" Target="/ppt/notesMasters/notesMaster1.xml" Id="R9a02dd051cbc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6b5e80b0c64608" /><Relationship Type="http://schemas.openxmlformats.org/officeDocument/2006/relationships/notesMaster" Target="/ppt/notesMasters/notesMaster1.xml" Id="Rac95c77c3812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659a1069ba464a" /><Relationship Type="http://schemas.openxmlformats.org/officeDocument/2006/relationships/notesMaster" Target="/ppt/notesMasters/notesMaster1.xml" Id="R6dbc17cf8ad941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125248836b4b3f" /><Relationship Type="http://schemas.openxmlformats.org/officeDocument/2006/relationships/notesMaster" Target="/ppt/notesMasters/notesMaster1.xml" Id="R82775645be3244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7738bdabec445a" /><Relationship Type="http://schemas.openxmlformats.org/officeDocument/2006/relationships/notesMaster" Target="/ppt/notesMasters/notesMaster1.xml" Id="R201509aa8b744d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8346fa4d4d4c7b" /><Relationship Type="http://schemas.openxmlformats.org/officeDocument/2006/relationships/notesMaster" Target="/ppt/notesMasters/notesMaster1.xml" Id="R6e1e33f6568d48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b53ef37722485f" /><Relationship Type="http://schemas.openxmlformats.org/officeDocument/2006/relationships/notesMaster" Target="/ppt/notesMasters/notesMaster1.xml" Id="R1eccf60365cc4e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0fff11dca342ca" /><Relationship Type="http://schemas.openxmlformats.org/officeDocument/2006/relationships/notesMaster" Target="/ppt/notesMasters/notesMaster1.xml" Id="Rb61f0dc7b28349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bb1b8368594b34" /><Relationship Type="http://schemas.openxmlformats.org/officeDocument/2006/relationships/notesMaster" Target="/ppt/notesMasters/notesMaster1.xml" Id="R3a15553c987d40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688820b51e4749" /><Relationship Type="http://schemas.openxmlformats.org/officeDocument/2006/relationships/notesMaster" Target="/ppt/notesMasters/notesMaster1.xml" Id="Rd4353d24457442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5144ff59834bb1" /><Relationship Type="http://schemas.openxmlformats.org/officeDocument/2006/relationships/notesMaster" Target="/ppt/notesMasters/notesMaster1.xml" Id="R13d29bd9bb8b44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6962470e8a4917" /><Relationship Type="http://schemas.openxmlformats.org/officeDocument/2006/relationships/notesMaster" Target="/ppt/notesMasters/notesMaster1.xml" Id="Ree41a8fef60e47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f51a280bc04025" /><Relationship Type="http://schemas.openxmlformats.org/officeDocument/2006/relationships/notesMaster" Target="/ppt/notesMasters/notesMaster1.xml" Id="R52a7c4afc1404f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519d681e9f4a19" /><Relationship Type="http://schemas.openxmlformats.org/officeDocument/2006/relationships/notesMaster" Target="/ppt/notesMasters/notesMaster1.xml" Id="R4747b24a07b74b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extension-lifecycle / 扩展从加载、注册到事件与重载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场景：你要添加一个命令或工具，并在会话变化后保持正确状态。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发现并加载工厂</a:t>
            </a:r>
          </a:p>
          <a:p xmlns:a="http://schemas.openxmlformats.org/drawingml/2006/main">
            <a:r>
              <a:t>跟踪 loader 如何加载扩展入口，再对照 ExtensionAPI 阅读注册函数。</a:t>
            </a:r>
          </a:p>
          <a:p xmlns:a="http://schemas.openxmlformats.org/drawingml/2006/main">
            <a:r>
              <a:t>输入：扩展文件与资源来源</a:t>
            </a:r>
          </a:p>
          <a:p xmlns:a="http://schemas.openxmlformats.org/drawingml/2006/main">
            <a:r>
              <a:t>输出：注册中的扩展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注册受类型约束的能力</a:t>
            </a:r>
          </a:p>
          <a:p xmlns:a="http://schemas.openxmlformats.org/drawingml/2006/main">
            <a:r>
              <a:t>选择工具、命令或事件的一种扩展方式，查明参数 schema、上下文和返回值，不把内部方法当公共接口。</a:t>
            </a:r>
          </a:p>
          <a:p xmlns:a="http://schemas.openxmlformats.org/drawingml/2006/main">
            <a:r>
              <a:t>输入：扩展工厂回调</a:t>
            </a:r>
          </a:p>
          <a:p xmlns:a="http://schemas.openxmlformats.org/drawingml/2006/main">
            <a:r>
              <a:t>输出：已注册能力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在事件阶段影响运行</a:t>
            </a:r>
          </a:p>
          <a:p xmlns:a="http://schemas.openxmlformats.org/drawingml/2006/main">
            <a:r>
              <a:t>区分 input、运行准备、工具调用和会话事件，核对哪个回调可修改结果、哪个只观察。</a:t>
            </a:r>
          </a:p>
          <a:p xmlns:a="http://schemas.openxmlformats.org/drawingml/2006/main">
            <a:r>
              <a:t>输入：用户动作和会话状态</a:t>
            </a:r>
          </a:p>
          <a:p xmlns:a="http://schemas.openxmlformats.org/drawingml/2006/main">
            <a:r>
              <a:t>输出：扩展处理后的运行输入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行为与边界：先标记忙碌，再检查压缩、执行扩展、准备工具与系统提示；事件的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保存状态与清理重载</a:t>
            </a:r>
          </a:p>
          <a:p xmlns:a="http://schemas.openxmlformats.org/drawingml/2006/main">
            <a:r>
              <a:t>通过会话条目重建状态，检查 reload 时监听器、资源和运行上下文的清理。</a:t>
            </a:r>
          </a:p>
          <a:p xmlns:a="http://schemas.openxmlformats.org/drawingml/2006/main">
            <a:r>
              <a:t>输入：会话变更或 reload</a:t>
            </a:r>
          </a:p>
          <a:p xmlns:a="http://schemas.openxmlformats.org/drawingml/2006/main">
            <a:r>
              <a:t>输出：一致的新扩展状态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失败与恢复：进程内变量不会自动随会话分支恢复；重复注册监听器会让一次事件产生多次副作用。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练习：选择现有扩展示例，分别模拟新会话、恢复、分叉和 /reload，并说明状态初始化位置。</a:t>
            </a:r>
          </a:p>
          <a:p xmlns:a="http://schemas.openxmlformats.org/drawingml/2006/main">
            <a:r>
              <a:t>参考判断：状态由对应会话数据恢复；资源由生命周期清理；所有行为应对应公开 ExtensionAPI 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extensions/todo · 示例</a:t>
            </a:r>
          </a:p>
          <a:p xmlns:a="http://schemas.openxmlformats.org/drawingml/2006/main">
            <a:r>
              <a:t>展示 extensions/todo.ts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入口：packages/coding-agent/examples/extensions/todo.ts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extensions/hello · 示例</a:t>
            </a:r>
          </a:p>
          <a:p xmlns:a="http://schemas.openxmlformats.org/drawingml/2006/main">
            <a:r>
              <a:t>展示 extensions/hello.ts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入口：packages/coding-agent/examples/extensions/hello.ts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extensions/tool-override · 示例</a:t>
            </a:r>
          </a:p>
          <a:p xmlns:a="http://schemas.openxmlformats.org/drawingml/2006/main">
            <a:r>
              <a:t>展示 extensions/tool-override.ts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入口：packages/coding-agent/examples/extensions/tool-override.ts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extensions/dynamic-tools · 示例</a:t>
            </a:r>
          </a:p>
          <a:p xmlns:a="http://schemas.openxmlformats.org/drawingml/2006/main">
            <a:r>
              <a:t>展示 extensions/dynamic-tools.ts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入口：packages/coding-agent/examples/extensions/dynamic-tools.ts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extensions/structured-output · 示例</a:t>
            </a:r>
          </a:p>
          <a:p xmlns:a="http://schemas.openxmlformats.org/drawingml/2006/main">
            <a:r>
              <a:t>展示 extensions/structured-output.ts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入口：packages/coding-agent/examples/extensions/structured-output.ts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extensions/shutdown-command · 示例</a:t>
            </a:r>
          </a:p>
          <a:p xmlns:a="http://schemas.openxmlformats.org/drawingml/2006/main">
            <a:r>
              <a:t>展示 extensions/shutdown-command.ts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入口：packages/coding-agent/examples/extensions/shutdown-command.ts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extensions/reload-runtime · 示例</a:t>
            </a:r>
          </a:p>
          <a:p xmlns:a="http://schemas.openxmlformats.org/drawingml/2006/main">
            <a:r>
              <a:t>展示 extensions/reload-runtime.ts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入口：packages/coding-agent/examples/extensions/reload-runtime.ts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extensions/event-bus · 示例</a:t>
            </a:r>
          </a:p>
          <a:p xmlns:a="http://schemas.openxmlformats.org/drawingml/2006/main">
            <a:r>
              <a:t>展示 extensions/event-bus.ts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入口：packages/coding-agent/examples/extensions/event-bus.ts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extensions/with-deps · 示例</a:t>
            </a:r>
          </a:p>
          <a:p xmlns:a="http://schemas.openxmlformats.org/drawingml/2006/main">
            <a:r>
              <a:t>展示 extensions/with-deps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入口：packages/coding-agent/examples/extensions/with-deps/index.ts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extensions/file-trigger · 示例</a:t>
            </a:r>
          </a:p>
          <a:p xmlns:a="http://schemas.openxmlformats.org/drawingml/2006/main">
            <a:r>
              <a:t>展示 extensions/file-trigger.ts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入口：packages/coding-agent/examples/extensions/file-trigger.ts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EXT-33 · 运行启动期排队与取消 [库] 压缩检查及 before_agent_start 阶段已计为 busy；sendMessage 进入当前启动的运行，sendUserMessage 需 deliverAs，期间 abort 会在运行启动后取消，防止重入创建第二次运行。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OTH-08 · Todo 列表 [示例] 模型通过工具维护任务项，用户通过 `/todos` 查看，展示自定义渲染和分支状态恢复。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OTH-09 · 最小自定义工具 [示例] 提供最小 greeting 工具，演示参数 schema、execute 与 content/details 的基本组成。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OTH-12 · 内置工具覆写 [示例] 覆盖已有工具加入日志、访问控制等行为，复用原工具而非重新实现全部操作。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OTH-13 · 运行时动态注册工具 [示例] 在启动事件或命令处理时注册工具，并配置模型提示片段和工具指南。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OTH-14 · 结构化最终结果 [示例] 以终止型工具提交最终结构化结果，避免模型再生成一段不必要文本。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OTH-39 · 自定义退出与安全重载 [示例] 展示命令如何请求 orderly shutdown，以及如何在重载后避免使用旧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OTH-51 · 扩展通信示范 [示例] 展示如何通过事件总线协调多个扩展，而不共享私有状态。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OTH-55 · 有依赖扩展与文件触发 [示例] 展示扩展自己的 package.json 依赖解析，以及监听文件后将其内容注入对话。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extension-lifecycle / 扩展从加载、注册到事件与重载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场景：你要添加一个命令或工具，并在会话变化后保持正确状态。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发现并加载工厂</a:t>
            </a:r>
          </a:p>
          <a:p xmlns:a="http://schemas.openxmlformats.org/drawingml/2006/main">
            <a:r>
              <a:t>跟踪 loader 如何加载扩展入口，再对照 ExtensionAPI 阅读注册函数。</a:t>
            </a:r>
          </a:p>
          <a:p xmlns:a="http://schemas.openxmlformats.org/drawingml/2006/main">
            <a:r>
              <a:t>输入：扩展文件与资源来源</a:t>
            </a:r>
          </a:p>
          <a:p xmlns:a="http://schemas.openxmlformats.org/drawingml/2006/main">
            <a:r>
              <a:t>输出：注册中的扩展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注册受类型约束的能力</a:t>
            </a:r>
          </a:p>
          <a:p xmlns:a="http://schemas.openxmlformats.org/drawingml/2006/main">
            <a:r>
              <a:t>选择工具、命令或事件的一种扩展方式，查明参数 schema、上下文和返回值，不把内部方法当公共接口。</a:t>
            </a:r>
          </a:p>
          <a:p xmlns:a="http://schemas.openxmlformats.org/drawingml/2006/main">
            <a:r>
              <a:t>输入：扩展工厂回调</a:t>
            </a:r>
          </a:p>
          <a:p xmlns:a="http://schemas.openxmlformats.org/drawingml/2006/main">
            <a:r>
              <a:t>输出：已注册能力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在事件阶段影响运行</a:t>
            </a:r>
          </a:p>
          <a:p xmlns:a="http://schemas.openxmlformats.org/drawingml/2006/main">
            <a:r>
              <a:t>区分 input、运行准备、工具调用和会话事件，核对哪个回调可修改结果、哪个只观察。</a:t>
            </a:r>
          </a:p>
          <a:p xmlns:a="http://schemas.openxmlformats.org/drawingml/2006/main">
            <a:r>
              <a:t>输入：用户动作和会话状态</a:t>
            </a:r>
          </a:p>
          <a:p xmlns:a="http://schemas.openxmlformats.org/drawingml/2006/main">
            <a:r>
              <a:t>输出：扩展处理后的运行输入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行为与边界：先标记忙碌，再检查压缩、执行扩展、准备工具与系统提示；事件的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保存状态与清理重载</a:t>
            </a:r>
          </a:p>
          <a:p xmlns:a="http://schemas.openxmlformats.org/drawingml/2006/main">
            <a:r>
              <a:t>通过会话条目重建状态，检查 reload 时监听器、资源和运行上下文的清理。</a:t>
            </a:r>
          </a:p>
          <a:p xmlns:a="http://schemas.openxmlformats.org/drawingml/2006/main">
            <a:r>
              <a:t>输入：会话变更或 reload</a:t>
            </a:r>
          </a:p>
          <a:p xmlns:a="http://schemas.openxmlformats.org/drawingml/2006/main">
            <a:r>
              <a:t>输出：一致的新扩展状态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失败与恢复：进程内变量不会自动随会话分支恢复；重复注册监听器会让一次事件产生多次副作用。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练习：选择现有扩展示例，分别模拟新会话、恢复、分叉和 /reload，并说明状态初始化位置。</a:t>
            </a:r>
          </a:p>
          <a:p xmlns:a="http://schemas.openxmlformats.org/drawingml/2006/main">
            <a:r>
              <a:t>参考判断：状态由对应会话数据恢复；资源由生命周期清理；所有行为应对应公开 ExtensionAPI 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extensions/todo · 示例</a:t>
            </a:r>
          </a:p>
          <a:p xmlns:a="http://schemas.openxmlformats.org/drawingml/2006/main">
            <a:r>
              <a:t>展示 extensions/todo.ts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入口：packages/coding-agent/examples/extensions/todo.ts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extensions/hello · 示例</a:t>
            </a:r>
          </a:p>
          <a:p xmlns:a="http://schemas.openxmlformats.org/drawingml/2006/main">
            <a:r>
              <a:t>展示 extensions/hello.ts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入口：packages/coding-agent/examples/extensions/hello.ts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extensions/tool-override · 示例</a:t>
            </a:r>
          </a:p>
          <a:p xmlns:a="http://schemas.openxmlformats.org/drawingml/2006/main">
            <a:r>
              <a:t>展示 extensions/tool-override.ts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入口：packages/coding-agent/examples/extensions/tool-override.ts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extensions/dynamic-tools · 示例</a:t>
            </a:r>
          </a:p>
          <a:p xmlns:a="http://schemas.openxmlformats.org/drawingml/2006/main">
            <a:r>
              <a:t>展示 extensions/dynamic-tools.ts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入口：packages/coding-agent/examples/extensions/dynamic-tools.ts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extensions/structured-output · 示例</a:t>
            </a:r>
          </a:p>
          <a:p xmlns:a="http://schemas.openxmlformats.org/drawingml/2006/main">
            <a:r>
              <a:t>展示 extensions/structured-output.ts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入口：packages/coding-agent/examples/extensions/structured-output.ts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extensions/shutdown-command · 示例</a:t>
            </a:r>
          </a:p>
          <a:p xmlns:a="http://schemas.openxmlformats.org/drawingml/2006/main">
            <a:r>
              <a:t>展示 extensions/shutdown-command.ts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入口：packages/coding-agent/examples/extensions/shutdown-command.ts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extensions/reload-runtime · 示例</a:t>
            </a:r>
          </a:p>
          <a:p xmlns:a="http://schemas.openxmlformats.org/drawingml/2006/main">
            <a:r>
              <a:t>展示 extensions/reload-runtime.ts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入口：packages/coding-agent/examples/extensions/reload-runtime.ts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extensions/event-bus · 示例</a:t>
            </a:r>
          </a:p>
          <a:p xmlns:a="http://schemas.openxmlformats.org/drawingml/2006/main">
            <a:r>
              <a:t>展示 extensions/event-bus.ts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入口：packages/coding-agent/examples/extensions/event-bus.ts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extensions/with-deps · 示例</a:t>
            </a:r>
          </a:p>
          <a:p xmlns:a="http://schemas.openxmlformats.org/drawingml/2006/main">
            <a:r>
              <a:t>展示 extensions/with-deps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入口：packages/coding-agent/examples/extensions/with-deps/index.ts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extensions/file-trigger · 示例</a:t>
            </a:r>
          </a:p>
          <a:p xmlns:a="http://schemas.openxmlformats.org/drawingml/2006/main">
            <a:r>
              <a:t>展示 extensions/file-trigger.ts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入口：packages/coding-agent/examples/extensions/file-trigger.ts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EXT-33 · 运行启动期排队与取消 [库] 压缩检查及 before_agent_start 阶段已计为 busy；sendMessage 进入当前启动的运行，sendUserMessage 需 deliverAs，期间 abort 会在运行启动后取消，防止重入创建第二次运行。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OTH-08 · Todo 列表 [示例] 模型通过工具维护任务项，用户通过 `/todos` 查看，展示自定义渲染和分支状态恢复。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OTH-09 · 最小自定义工具 [示例] 提供最小 greeting 工具，演示参数 schema、execute 与 content/details 的基本组成。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OTH-12 · 内置工具覆写 [示例] 覆盖已有工具加入日志、访问控制等行为，复用原工具而非重新实现全部操作。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OTH-13 · 运行时动态注册工具 [示例] 在启动事件或命令处理时注册工具，并配置模型提示片段和工具指南。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OTH-14 · 结构化最终结果 [示例] 以终止型工具提交最终结构化结果，避免模型再生成一段不必要文本。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OTH-39 · 自定义退出与安全重载 [示例] 展示命令如何请求 orderly shutdown，以及如何在重载后避免使用旧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OTH-51 · 扩展通信示范 [示例] 展示如何通过事件总线协调多个扩展，而不共享私有状态。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OTH-55 · 有依赖扩展与文件触发 [示例] 展示扩展自己的 package.json 依赖解析，以及监听文件后将其内容注入对话。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extension-lifecycle / 扩展从加载、注册到事件与重载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场景：你要添加一个命令或工具，并在会话变化后保持正确状态。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发现并加载工厂</a:t>
            </a:r>
          </a:p>
          <a:p xmlns:a="http://schemas.openxmlformats.org/drawingml/2006/main">
            <a:r>
              <a:t>跟踪 loader 如何加载扩展入口，再对照 ExtensionAPI 阅读注册函数。</a:t>
            </a:r>
          </a:p>
          <a:p xmlns:a="http://schemas.openxmlformats.org/drawingml/2006/main">
            <a:r>
              <a:t>输入：扩展文件与资源来源</a:t>
            </a:r>
          </a:p>
          <a:p xmlns:a="http://schemas.openxmlformats.org/drawingml/2006/main">
            <a:r>
              <a:t>输出：注册中的扩展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注册受类型约束的能力</a:t>
            </a:r>
          </a:p>
          <a:p xmlns:a="http://schemas.openxmlformats.org/drawingml/2006/main">
            <a:r>
              <a:t>选择工具、命令或事件的一种扩展方式，查明参数 schema、上下文和返回值，不把内部方法当公共接口。</a:t>
            </a:r>
          </a:p>
          <a:p xmlns:a="http://schemas.openxmlformats.org/drawingml/2006/main">
            <a:r>
              <a:t>输入：扩展工厂回调</a:t>
            </a:r>
          </a:p>
          <a:p xmlns:a="http://schemas.openxmlformats.org/drawingml/2006/main">
            <a:r>
              <a:t>输出：已注册能力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在事件阶段影响运行</a:t>
            </a:r>
          </a:p>
          <a:p xmlns:a="http://schemas.openxmlformats.org/drawingml/2006/main">
            <a:r>
              <a:t>区分 input、运行准备、工具调用和会话事件，核对哪个回调可修改结果、哪个只观察。</a:t>
            </a:r>
          </a:p>
          <a:p xmlns:a="http://schemas.openxmlformats.org/drawingml/2006/main">
            <a:r>
              <a:t>输入：用户动作和会话状态</a:t>
            </a:r>
          </a:p>
          <a:p xmlns:a="http://schemas.openxmlformats.org/drawingml/2006/main">
            <a:r>
              <a:t>输出：扩展处理后的运行输入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行为与边界：先标记忙碌，再检查压缩、执行扩展、准备工具与系统提示；事件的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保存状态与清理重载</a:t>
            </a:r>
          </a:p>
          <a:p xmlns:a="http://schemas.openxmlformats.org/drawingml/2006/main">
            <a:r>
              <a:t>通过会话条目重建状态，检查 reload 时监听器、资源和运行上下文的清理。</a:t>
            </a:r>
          </a:p>
          <a:p xmlns:a="http://schemas.openxmlformats.org/drawingml/2006/main">
            <a:r>
              <a:t>输入：会话变更或 reload</a:t>
            </a:r>
          </a:p>
          <a:p xmlns:a="http://schemas.openxmlformats.org/drawingml/2006/main">
            <a:r>
              <a:t>输出：一致的新扩展状态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失败与恢复：进程内变量不会自动随会话分支恢复；重复注册监听器会让一次事件产生多次副作用。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练习：选择现有扩展示例，分别模拟新会话、恢复、分叉和 /reload，并说明状态初始化位置。</a:t>
            </a:r>
          </a:p>
          <a:p xmlns:a="http://schemas.openxmlformats.org/drawingml/2006/main">
            <a:r>
              <a:t>参考判断：状态由对应会话数据恢复；资源由生命周期清理；所有行为应对应公开 ExtensionAPI 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extensions/todo · 示例</a:t>
            </a:r>
          </a:p>
          <a:p xmlns:a="http://schemas.openxmlformats.org/drawingml/2006/main">
            <a:r>
              <a:t>展示 extensions/todo.ts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入口：packages/coding-agent/examples/extensions/todo.ts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extensions/hello · 示例</a:t>
            </a:r>
          </a:p>
          <a:p xmlns:a="http://schemas.openxmlformats.org/drawingml/2006/main">
            <a:r>
              <a:t>展示 extensions/hello.ts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入口：packages/coding-agent/examples/extensions/hello.ts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extensions/tool-override · 示例</a:t>
            </a:r>
          </a:p>
          <a:p xmlns:a="http://schemas.openxmlformats.org/drawingml/2006/main">
            <a:r>
              <a:t>展示 extensions/tool-override.ts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入口：packages/coding-agent/examples/extensions/tool-override.ts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extensions/dynamic-tools · 示例</a:t>
            </a:r>
          </a:p>
          <a:p xmlns:a="http://schemas.openxmlformats.org/drawingml/2006/main">
            <a:r>
              <a:t>展示 extensions/dynamic-tools.ts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入口：packages/coding-agent/examples/extensions/dynamic-tools.ts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extensions/structured-output · 示例</a:t>
            </a:r>
          </a:p>
          <a:p xmlns:a="http://schemas.openxmlformats.org/drawingml/2006/main">
            <a:r>
              <a:t>展示 extensions/structured-output.ts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入口：packages/coding-agent/examples/extensions/structured-output.ts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extensions/shutdown-command · 示例</a:t>
            </a:r>
          </a:p>
          <a:p xmlns:a="http://schemas.openxmlformats.org/drawingml/2006/main">
            <a:r>
              <a:t>展示 extensions/shutdown-command.ts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入口：packages/coding-agent/examples/extensions/shutdown-command.ts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extensions/reload-runtime · 示例</a:t>
            </a:r>
          </a:p>
          <a:p xmlns:a="http://schemas.openxmlformats.org/drawingml/2006/main">
            <a:r>
              <a:t>展示 extensions/reload-runtime.ts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入口：packages/coding-agent/examples/extensions/reload-runtime.ts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extensions/event-bus · 示例</a:t>
            </a:r>
          </a:p>
          <a:p xmlns:a="http://schemas.openxmlformats.org/drawingml/2006/main">
            <a:r>
              <a:t>展示 extensions/event-bus.ts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入口：packages/coding-agent/examples/extensions/event-bus.ts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extensions/with-deps · 示例</a:t>
            </a:r>
          </a:p>
          <a:p xmlns:a="http://schemas.openxmlformats.org/drawingml/2006/main">
            <a:r>
              <a:t>展示 extensions/with-deps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入口：packages/coding-agent/examples/extensions/with-deps/index.ts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extensions/file-trigger · 示例</a:t>
            </a:r>
          </a:p>
          <a:p xmlns:a="http://schemas.openxmlformats.org/drawingml/2006/main">
            <a:r>
              <a:t>展示 extensions/file-trigger.ts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入口：packages/coding-agent/examples/extensions/file-trigger.ts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EXT-33 · 运行启动期排队与取消 [库] 压缩检查及 before_agent_start 阶段已计为 busy；sendMessage 进入当前启动的运行，sendUserMessage 需 deliverAs，期间 abort 会在运行启动后取消，防止重入创建第二次运行。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OTH-08 · Todo 列表 [示例] 模型通过工具维护任务项，用户通过 `/todos` 查看，展示自定义渲染和分支状态恢复。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OTH-09 · 最小自定义工具 [示例] 提供最小 greeting 工具，演示参数 schema、execute 与 content/details 的基本组成。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OTH-12 · 内置工具覆写 [示例] 覆盖已有工具加入日志、访问控制等行为，复用原工具而非重新实现全部操作。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OTH-13 · 运行时动态注册工具 [示例] 在启动事件或命令处理时注册工具，并配置模型提示片段和工具指南。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OTH-14 · 结构化最终结果 [示例] 以终止型工具提交最终结构化结果，避免模型再生成一段不必要文本。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OTH-39 · 自定义退出与安全重载 [示例] 展示命令如何请求 orderly shutdown，以及如何在重载后避免使用旧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OTH-51 · 扩展通信示范 [示例] 展示如何通过事件总线协调多个扩展，而不共享私有状态。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OTH-55 · 有依赖扩展与文件触发 [示例] 展示扩展自己的 package.json 依赖解析，以及监听文件后将其内容注入对话。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extension-ui / 自定义组件、交互窗口与主题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场景：扩展要显示选择器、状态或自定义工具结果。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核对 UI 能力</a:t>
            </a:r>
          </a:p>
          <a:p xmlns:a="http://schemas.openxmlformats.org/drawingml/2006/main">
            <a:r>
              <a:t>先检查当前运行模式和 ctx.ui 契约；交互终端与 RPC 的 UI 支持范围不同。</a:t>
            </a:r>
          </a:p>
          <a:p xmlns:a="http://schemas.openxmlformats.org/drawingml/2006/main">
            <a:r>
              <a:t>输入：扩展上下文</a:t>
            </a:r>
          </a:p>
          <a:p xmlns:a="http://schemas.openxmlformats.org/drawingml/2006/main">
            <a:r>
              <a:t>输出：当前可使用的 UI 接口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选择已有组件</a:t>
            </a:r>
          </a:p>
          <a:p xmlns:a="http://schemas.openxmlformats.org/drawingml/2006/main">
            <a:r>
              <a:t>复用选择器、消息和工具 renderer，区分渲染字符串、组件实例与模型 content。</a:t>
            </a:r>
          </a:p>
          <a:p xmlns:a="http://schemas.openxmlformats.org/drawingml/2006/main">
            <a:r>
              <a:t>输入：工具详情或用户选择</a:t>
            </a:r>
          </a:p>
          <a:p xmlns:a="http://schemas.openxmlformats.org/drawingml/2006/main">
            <a:r>
              <a:t>输出：可显示组件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行为与边界：组件清单按源码保留，可从符号和原始注释追踪每个组件。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源码：packages/coding-agent/src/core/tools/render-utils.ts:1</a:t>
            </a:r>
          </a:p>
          <a:p xmlns:a="http://schemas.openxmlformats.org/drawingml/2006/main">
            <a:r>
              <a:t>源码：packages/coding-agent/src/core/tools/renderers/bash.ts:1</a:t>
            </a:r>
          </a:p>
          <a:p xmlns:a="http://schemas.openxmlformats.org/drawingml/2006/main">
            <a:r>
              <a:t>源码：packages/coding-agent/src/core/tools/renderers/edit.ts:1</a:t>
            </a:r>
          </a:p>
          <a:p xmlns:a="http://schemas.openxmlformats.org/drawingml/2006/main">
            <a:r>
              <a:t>源码：packages/coding-agent/src/core/tools/renderers/find.ts:1</a:t>
            </a:r>
          </a:p>
          <a:p xmlns:a="http://schemas.openxmlformats.org/drawingml/2006/main">
            <a:r>
              <a:t>源码：packages/coding-agent/src/core/tools/renderers/grep.ts:1</a:t>
            </a:r>
          </a:p>
          <a:p xmlns:a="http://schemas.openxmlformats.org/drawingml/2006/main">
            <a:r>
              <a:t>源码：packages/coding-agent/src/core/tools/renderers/index.ts:1</a:t>
            </a:r>
          </a:p>
          <a:p xmlns:a="http://schemas.openxmlformats.org/drawingml/2006/main">
            <a:r>
              <a:t>源码：packages/coding-agent/src/core/tools/renderers/ls.ts:1</a:t>
            </a:r>
          </a:p>
          <a:p xmlns:a="http://schemas.openxmlformats.org/drawingml/2006/main">
            <a:r>
              <a:t>源码：packages/coding-agent/src/core/tools/renderers/read.ts:1</a:t>
            </a:r>
          </a:p>
          <a:p xmlns:a="http://schemas.openxmlformats.org/drawingml/2006/main">
            <a:r>
              <a:t>源码：packages/coding-agent/src/core/tools/renderers/write.ts:1</a:t>
            </a:r>
          </a:p>
          <a:p xmlns:a="http://schemas.openxmlformats.org/drawingml/2006/main">
            <a:r>
              <a:t>源码：packages/coding-agent/src/modes/interactive/components/armin.ts:1</a:t>
            </a:r>
          </a:p>
          <a:p xmlns:a="http://schemas.openxmlformats.org/drawingml/2006/main">
            <a:r>
              <a:t>源码：packages/coding-agent/src/modes/interactive/components/assistant-message.ts:1</a:t>
            </a:r>
          </a:p>
          <a:p xmlns:a="http://schemas.openxmlformats.org/drawingml/2006/main">
            <a:r>
              <a:t>源码：packages/coding-agent/src/modes/interactive/components/auth-url.ts:1</a:t>
            </a:r>
          </a:p>
          <a:p xmlns:a="http://schemas.openxmlformats.org/drawingml/2006/main">
            <a:r>
              <a:t>源码：packages/coding-agent/src/modes/interactive/components/bash-execution.ts:1</a:t>
            </a:r>
          </a:p>
          <a:p xmlns:a="http://schemas.openxmlformats.org/drawingml/2006/main">
            <a:r>
              <a:t>源码：packages/coding-agent/src/modes/interactive/components/bordered-loader.ts:1</a:t>
            </a:r>
          </a:p>
          <a:p xmlns:a="http://schemas.openxmlformats.org/drawingml/2006/main">
            <a:r>
              <a:t>源码：packages/coding-agent/src/modes/interactive/components/branch-summary-message.ts:1</a:t>
            </a:r>
          </a:p>
          <a:p xmlns:a="http://schemas.openxmlformats.org/drawingml/2006/main">
            <a:r>
              <a:t>源码：packages/coding-agent/src/modes/interactive/components/compaction-summary-message.ts:1</a:t>
            </a:r>
          </a:p>
          <a:p xmlns:a="http://schemas.openxmlformats.org/drawingml/2006/main">
            <a:r>
              <a:t>源码：packages/coding-agent/src/modes/interactive/components/config-selector.ts:1</a:t>
            </a:r>
          </a:p>
          <a:p xmlns:a="http://schemas.openxmlformats.org/drawingml/2006/main">
            <a:r>
              <a:t>源码：packages/coding-agent/src/modes/interactive/components/countdown-timer.ts:1</a:t>
            </a:r>
          </a:p>
          <a:p xmlns:a="http://schemas.openxmlformats.org/drawingml/2006/main">
            <a:r>
              <a:t>源码：packages/coding-agent/src/modes/interactive/components/custom-editor.ts:1</a:t>
            </a:r>
          </a:p>
          <a:p xmlns:a="http://schemas.openxmlformats.org/drawingml/2006/main">
            <a:r>
              <a:t>源码：packages/coding-agent/src/modes/interactive/components/custom-entry.ts:1</a:t>
            </a:r>
          </a:p>
          <a:p xmlns:a="http://schemas.openxmlformats.org/drawingml/2006/main">
            <a:r>
              <a:t>源码：packages/coding-agent/src/modes/interactive/components/custom-message.ts:1</a:t>
            </a:r>
          </a:p>
          <a:p xmlns:a="http://schemas.openxmlformats.org/drawingml/2006/main">
            <a:r>
              <a:t>源码：packages/coding-agent/src/modes/interactive/components/diff.ts:1</a:t>
            </a:r>
          </a:p>
          <a:p xmlns:a="http://schemas.openxmlformats.org/drawingml/2006/main">
            <a:r>
              <a:t>源码：packages/coding-agent/src/modes/interactive/components/dynamic-border.ts:1</a:t>
            </a:r>
          </a:p>
          <a:p xmlns:a="http://schemas.openxmlformats.org/drawingml/2006/main">
            <a:r>
              <a:t>源码：packages/coding-agent/src/modes/interactive/components/earendil-announcement.ts:1</a:t>
            </a:r>
          </a:p>
          <a:p xmlns:a="http://schemas.openxmlformats.org/drawingml/2006/main">
            <a:r>
              <a:t>源码：packages/coding-agent/src/modes/interactive/components/easter-egg-3d.lazy.ts:1</a:t>
            </a:r>
          </a:p>
          <a:p xmlns:a="http://schemas.openxmlformats.org/drawingml/2006/main">
            <a:r>
              <a:t>源码：packages/coding-agent/src/modes/interactive/components/easter-egg-3d.ts:1</a:t>
            </a:r>
          </a:p>
          <a:p xmlns:a="http://schemas.openxmlformats.org/drawingml/2006/main">
            <a:r>
              <a:t>源码：packages/coding-agent/src/modes/interactive/components/extension-editor.ts:1</a:t>
            </a:r>
          </a:p>
          <a:p xmlns:a="http://schemas.openxmlformats.org/drawingml/2006/main">
            <a:r>
              <a:t>源码：packages/coding-agent/src/modes/interactive/components/extension-input.ts:1</a:t>
            </a:r>
          </a:p>
          <a:p xmlns:a="http://schemas.openxmlformats.org/drawingml/2006/main">
            <a:r>
              <a:t>源码：packages/coding-agent/src/modes/interactive/components/extension-selector.ts:1</a:t>
            </a:r>
          </a:p>
          <a:p xmlns:a="http://schemas.openxmlformats.org/drawingml/2006/main">
            <a:r>
              <a:t>源码：packages/coding-agent/src/modes/interactive/components/first-time-setup.ts:1</a:t>
            </a:r>
          </a:p>
          <a:p xmlns:a="http://schemas.openxmlformats.org/drawingml/2006/main">
            <a:r>
              <a:t>源码：packages/coding-agent/src/modes/interactive/components/footer.ts:1</a:t>
            </a:r>
          </a:p>
          <a:p xmlns:a="http://schemas.openxmlformats.org/drawingml/2006/main">
            <a:r>
              <a:t>源码：packages/coding-agent/src/modes/interactive/components/index.ts:1</a:t>
            </a:r>
          </a:p>
          <a:p xmlns:a="http://schemas.openxmlformats.org/drawingml/2006/main">
            <a:r>
              <a:t>源码：packages/coding-agent/src/modes/interactive/components/keybinding-hints.ts:1</a:t>
            </a:r>
          </a:p>
          <a:p xmlns:a="http://schemas.openxmlformats.org/drawingml/2006/main">
            <a:r>
              <a:t>源码：packages/coding-agent/src/modes/interactive/components/login-dialog.ts:1</a:t>
            </a:r>
          </a:p>
          <a:p xmlns:a="http://schemas.openxmlformats.org/drawingml/2006/main">
            <a:r>
              <a:t>源码：packages/coding-agent/src/modes/interactive/components/markdown-transform.ts:1</a:t>
            </a:r>
          </a:p>
          <a:p xmlns:a="http://schemas.openxmlformats.org/drawingml/2006/main">
            <a:r>
              <a:t>源码：packages/coding-agent/src/modes/interactive/components/mermaid.ts:1</a:t>
            </a:r>
          </a:p>
          <a:p xmlns:a="http://schemas.openxmlformats.org/drawingml/2006/main">
            <a:r>
              <a:t>源码：packages/coding-agent/src/modes/interactive/components/model-selector.ts:1</a:t>
            </a:r>
          </a:p>
          <a:p xmlns:a="http://schemas.openxmlformats.org/drawingml/2006/main">
            <a:r>
              <a:t>源码：packages/coding-agent/src/modes/interactive/components/oauth-selector.ts:1</a:t>
            </a:r>
          </a:p>
          <a:p xmlns:a="http://schemas.openxmlformats.org/drawingml/2006/main">
            <a:r>
              <a:t>源码：packages/coding-agent/src/modes/interactive/components/pi-logo.ts:1</a:t>
            </a:r>
          </a:p>
          <a:p xmlns:a="http://schemas.openxmlformats.org/drawingml/2006/main">
            <a:r>
              <a:t>源码：packages/coding-agent/src/modes/interactive/components/radius-login-selector.ts:1</a:t>
            </a:r>
          </a:p>
          <a:p xmlns:a="http://schemas.openxmlformats.org/drawingml/2006/main">
            <a:r>
              <a:t>源码：packages/coding-agent/src/modes/interactive/components/scoped-models-selector.ts:1</a:t>
            </a:r>
          </a:p>
          <a:p xmlns:a="http://schemas.openxmlformats.org/drawingml/2006/main">
            <a:r>
              <a:t>源码：packages/coding-agent/src/modes/interactive/components/session-selector-search.ts:1</a:t>
            </a:r>
          </a:p>
          <a:p xmlns:a="http://schemas.openxmlformats.org/drawingml/2006/main">
            <a:r>
              <a:t>源码：packages/coding-agent/src/modes/interactive/components/session-selector.ts:1</a:t>
            </a:r>
          </a:p>
          <a:p xmlns:a="http://schemas.openxmlformats.org/drawingml/2006/main">
            <a:r>
              <a:t>源码：packages/coding-agent/src/modes/interactive/components/settings-selector.ts:1</a:t>
            </a:r>
          </a:p>
          <a:p xmlns:a="http://schemas.openxmlformats.org/drawingml/2006/main">
            <a:r>
              <a:t>源码：packages/coding-agent/src/modes/interactive/components/settings-submenu.ts:1</a:t>
            </a:r>
          </a:p>
          <a:p xmlns:a="http://schemas.openxmlformats.org/drawingml/2006/main">
            <a:r>
              <a:t>源码：packages/coding-agent/src/modes/interactive/components/show-images-selector.ts:1</a:t>
            </a:r>
          </a:p>
          <a:p xmlns:a="http://schemas.openxmlformats.org/drawingml/2006/main">
            <a:r>
              <a:t>源码：packages/coding-agent/src/modes/interactive/components/skill-invocation-message.ts:1</a:t>
            </a:r>
          </a:p>
          <a:p xmlns:a="http://schemas.openxmlformats.org/drawingml/2006/main">
            <a:r>
              <a:t>源码：packages/coding-agent/src/modes/interactive/components/status-indicator.ts:1</a:t>
            </a:r>
          </a:p>
          <a:p xmlns:a="http://schemas.openxmlformats.org/drawingml/2006/main">
            <a:r>
              <a:t>源码：packages/coding-agent/src/modes/interactive/components/theme-selector.ts:1</a:t>
            </a:r>
          </a:p>
          <a:p xmlns:a="http://schemas.openxmlformats.org/drawingml/2006/main">
            <a:r>
              <a:t>源码：packages/coding-agent/src/modes/interactive/components/themed-text.ts:1</a:t>
            </a:r>
          </a:p>
          <a:p xmlns:a="http://schemas.openxmlformats.org/drawingml/2006/main">
            <a:r>
              <a:t>源码：packages/coding-agent/src/modes/interactive/components/thinking-selector.ts:1</a:t>
            </a:r>
          </a:p>
          <a:p xmlns:a="http://schemas.openxmlformats.org/drawingml/2006/main">
            <a:r>
              <a:t>源码：packages/coding-agent/src/modes/interactive/components/tool-execution.ts:1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>源码：packages/coding-agent/src/modes/interactive/components/trust-selector.ts:1</a:t>
            </a:r>
          </a:p>
          <a:p xmlns:a="http://schemas.openxmlformats.org/drawingml/2006/main">
            <a:r>
              <a:t>源码：packages/coding-agent/src/modes/interactive/components/user-message-selector.ts:1</a:t>
            </a:r>
          </a:p>
          <a:p xmlns:a="http://schemas.openxmlformats.org/drawingml/2006/main">
            <a:r>
              <a:t>源码：packages/coding-agent/src/modes/interactive/components/user-message.ts:1</a:t>
            </a:r>
          </a:p>
          <a:p xmlns:a="http://schemas.openxmlformats.org/drawingml/2006/main">
            <a:r>
              <a:t>源码：packages/coding-agent/src/modes/interactive/components/visual-truncate.ts:1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布局与屏幕模式</a:t>
            </a:r>
          </a:p>
          <a:p xmlns:a="http://schemas.openxmlformats.org/drawingml/2006/main">
            <a:r>
              <a:t>查看全屏布局、浮层和焦点变化，确认退出后恢复原来的终端状态。</a:t>
            </a:r>
          </a:p>
          <a:p xmlns:a="http://schemas.openxmlformats.org/drawingml/2006/main">
            <a:r>
              <a:t>输入：组件与可用空间</a:t>
            </a:r>
          </a:p>
          <a:p xmlns:a="http://schemas.openxmlformats.org/drawingml/2006/main">
            <a:r>
              <a:t>输出：可交互布局</a:t>
            </a:r>
          </a:p>
          <a:p xmlns:a="http://schemas.openxmlformats.org/drawingml/2006/main">
            <a:r>
              <a:t>入口：--tui-mode；tuiMode；quietStartup: header</a:t>
            </a:r>
          </a:p>
          <a:p xmlns:a="http://schemas.openxmlformats.org/drawingml/2006/main">
            <a:r>
              <a:t>行为与边界：fullscreen/regular 是终端呈现选择，不改变底层 Agent 消息循环。</a:t>
            </a:r>
          </a:p>
          <a:p xmlns:a="http://schemas.openxmlformats.org/drawingml/2006/main">
            <a:r>
              <a:t>源码：packages/coding-agent/src/cli/startup-ui.ts:1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>源码：packages/coding-agent/src/modes/interactive/interactive-mode.ts:1</a:t>
            </a:r>
          </a:p>
          <a:p xmlns:a="http://schemas.openxmlformats.org/drawingml/2006/main">
            <a:r>
              <a:t>源码：packages/coding-agent/src/modes/interactive/tui-renderer.ts:1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应用主题与重载</a:t>
            </a:r>
          </a:p>
          <a:p xmlns:a="http://schemas.openxmlformats.org/drawingml/2006/main">
            <a:r>
              <a:t>从语义颜色读取主题，观察系统主题变化与自定义主题验证，不把颜色硬编码进逻辑。</a:t>
            </a:r>
          </a:p>
          <a:p xmlns:a="http://schemas.openxmlformats.org/drawingml/2006/main">
            <a:r>
              <a:t>输入：主题设置与终端能力</a:t>
            </a:r>
          </a:p>
          <a:p xmlns:a="http://schemas.openxmlformats.org/drawingml/2006/main">
            <a:r>
              <a:t>输出：一致的界面样式</a:t>
            </a:r>
          </a:p>
          <a:p xmlns:a="http://schemas.openxmlformats.org/drawingml/2006/main">
            <a:r>
              <a:t>入口：--theme；--use-theme；主题设置</a:t>
            </a:r>
          </a:p>
          <a:p xmlns:a="http://schemas.openxmlformats.org/drawingml/2006/main">
            <a:r>
              <a:t>行为与边界：样式属于呈现层；主题资源有独立验证与重载机制。</a:t>
            </a:r>
          </a:p>
          <a:p xmlns:a="http://schemas.openxmlformats.org/drawingml/2006/main">
            <a:r>
              <a:t>源码：packages/coding-agent/src/modes/interactive/theme/dark.json:1</a:t>
            </a:r>
          </a:p>
          <a:p xmlns:a="http://schemas.openxmlformats.org/drawingml/2006/main">
            <a:r>
              <a:t>源码：packages/coding-agent/src/modes/interactive/theme/light.json:1</a:t>
            </a:r>
          </a:p>
          <a:p xmlns:a="http://schemas.openxmlformats.org/drawingml/2006/main">
            <a:r>
              <a:t>源码：packages/coding-agent/src/modes/interactive/theme/system-theme.ts:1</a:t>
            </a:r>
          </a:p>
          <a:p xmlns:a="http://schemas.openxmlformats.org/drawingml/2006/main">
            <a:r>
              <a:t>源码：packages/coding-agent/src/modes/interactive/theme/theme-controller.ts:1</a:t>
            </a:r>
          </a:p>
          <a:p xmlns:a="http://schemas.openxmlformats.org/drawingml/2006/main">
            <a:r>
              <a:t>源码：packages/coding-agent/src/modes/interactive/theme/theme-schema.ts:1</a:t>
            </a:r>
          </a:p>
          <a:p xmlns:a="http://schemas.openxmlformats.org/drawingml/2006/main">
            <a:r>
              <a:t>源码：packages/coding-agent/src/modes/interactive/theme/theme-tokens.ts:1</a:t>
            </a:r>
          </a:p>
          <a:p xmlns:a="http://schemas.openxmlformats.org/drawingml/2006/main">
            <a:r>
              <a:t>源码：packages/coding-agent/src/modes/interactive/theme/theme.ts:1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失败与恢复：渲染不能成为写入业务状态的隐式入口。无 UI 模式需要明确降级，不能等待永远不会出现的选择器。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练习：找一个自定义 UI 示例，记录输入、返回值、取消值以及清理步骤。</a:t>
            </a:r>
          </a:p>
          <a:p xmlns:a="http://schemas.openxmlformats.org/drawingml/2006/main">
            <a:r>
              <a:t>参考判断：答案需说明非交互模式的行为，且区分展示细节与发送给模型的内容。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全屏终端、普通模式与启动显示</a:t>
            </a:r>
          </a:p>
          <a:p xmlns:a="http://schemas.openxmlformats.org/drawingml/2006/main">
            <a:r>
              <a:t>默认全屏呈现聊天，提供 regular 模式保留终端滚动历史，支持安静启动时只显示 header。</a:t>
            </a:r>
          </a:p>
          <a:p xmlns:a="http://schemas.openxmlformats.org/drawingml/2006/main">
            <a:r>
              <a:t>入口：--tui-mode；tuiMode；quietStartup: header</a:t>
            </a:r>
          </a:p>
          <a:p xmlns:a="http://schemas.openxmlformats.org/drawingml/2006/main">
            <a:r>
              <a:t>边界：fullscreen/regular 是终端呈现选择，不改变底层 Agent 消息循环。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主题、颜色与代码高亮</a:t>
            </a:r>
          </a:p>
          <a:p xmlns:a="http://schemas.openxmlformats.org/drawingml/2006/main">
            <a:r>
              <a:t>加载主题定义并为终端文本、Markdown 与代码提供样式。</a:t>
            </a:r>
          </a:p>
          <a:p xmlns:a="http://schemas.openxmlformats.org/drawingml/2006/main">
            <a:r>
              <a:t>入口：--theme；--use-theme；主题设置</a:t>
            </a:r>
          </a:p>
          <a:p xmlns:a="http://schemas.openxmlformats.org/drawingml/2006/main">
            <a:r>
              <a:t>边界：样式属于呈现层；主题资源有独立验证与重载机制。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系统主题与终端调色板</a:t>
            </a:r>
          </a:p>
          <a:p xmlns:a="http://schemas.openxmlformats.org/drawingml/2006/main">
            <a:r>
              <a:t>默认从终端调色板派生颜色，并支持独立主题切换与重载。</a:t>
            </a:r>
          </a:p>
          <a:p xmlns:a="http://schemas.openxmlformats.org/drawingml/2006/main">
            <a:r>
              <a:t>入口：system 主题；/settings；主题资源</a:t>
            </a:r>
          </a:p>
          <a:p xmlns:a="http://schemas.openxmlformats.org/drawingml/2006/main">
            <a:r>
              <a:t>边界：主题改变显示颜色；终端能力和调色板读取决定最终效果。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extensions/question · 示例</a:t>
            </a:r>
          </a:p>
          <a:p xmlns:a="http://schemas.openxmlformats.org/drawingml/2006/main">
            <a:r>
              <a:t>展示 extensions/question.ts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入口：packages/coding-agent/examples/extensions/question.ts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extensions/questionnaire · 示例</a:t>
            </a:r>
          </a:p>
          <a:p xmlns:a="http://schemas.openxmlformats.org/drawingml/2006/main">
            <a:r>
              <a:t>展示 extensions/questionnaire.ts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入口：packages/coding-agent/examples/extensions/questionnaire.ts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extensions/built-in-tool-renderer · 示例</a:t>
            </a:r>
          </a:p>
          <a:p xmlns:a="http://schemas.openxmlformats.org/drawingml/2006/main">
            <a:r>
              <a:t>展示 extensions/built-in-tool-renderer.ts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入口：packages/coding-agent/examples/extensions/built-in-tool-renderer.ts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extensions/minimal-mode · 示例</a:t>
            </a:r>
          </a:p>
          <a:p xmlns:a="http://schemas.openxmlformats.org/drawingml/2006/main">
            <a:r>
              <a:t>展示 extensions/minimal-mode.ts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入口：packages/coding-agent/examples/extensions/minimal-mode.ts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extensions/status-line · 示例</a:t>
            </a:r>
          </a:p>
          <a:p xmlns:a="http://schemas.openxmlformats.org/drawingml/2006/main">
            <a:r>
              <a:t>展示 extensions/status-line.ts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入口：packages/coding-agent/examples/extensions/status-line.ts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extensions/model-status · 示例</a:t>
            </a:r>
          </a:p>
          <a:p xmlns:a="http://schemas.openxmlformats.org/drawingml/2006/main">
            <a:r>
              <a:t>展示 extensions/model-status.ts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入口：packages/coding-agent/examples/extensions/model-status.ts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extensions/custom-header · 示例</a:t>
            </a:r>
          </a:p>
          <a:p xmlns:a="http://schemas.openxmlformats.org/drawingml/2006/main">
            <a:r>
              <a:t>展示 extensions/custom-header.ts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入口：packages/coding-agent/examples/extensions/custom-header.ts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extensions/custom-footer · 示例</a:t>
            </a:r>
          </a:p>
          <a:p xmlns:a="http://schemas.openxmlformats.org/drawingml/2006/main">
            <a:r>
              <a:t>展示 extensions/custom-footer.ts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入口：packages/coding-agent/examples/extensions/custom-footer.ts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extensions/widget-placement · 示例</a:t>
            </a:r>
          </a:p>
          <a:p xmlns:a="http://schemas.openxmlformats.org/drawingml/2006/main">
            <a:r>
              <a:t>展示 extensions/widget-placement.ts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入口：packages/coding-agent/examples/extensions/widget-placement.ts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extensions/working-indicator · 示例</a:t>
            </a:r>
          </a:p>
          <a:p xmlns:a="http://schemas.openxmlformats.org/drawingml/2006/main">
            <a:r>
              <a:t>展示 extensions/working-indicator.ts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入口：packages/coding-agent/examples/extensions/working-indicator.ts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extensions/hidden-thinking-label · 示例</a:t>
            </a:r>
          </a:p>
          <a:p xmlns:a="http://schemas.openxmlformats.org/drawingml/2006/main">
            <a:r>
              <a:t>展示 extensions/hidden-thinking-label.ts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入口：packages/coding-agent/examples/extensions/hidden-thinking-label.ts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extensions/timed-confirm · 示例</a:t>
            </a:r>
          </a:p>
          <a:p xmlns:a="http://schemas.openxmlformats.org/drawingml/2006/main">
            <a:r>
              <a:t>展示 extensions/timed-confirm.ts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入口：packages/coding-agent/examples/extensions/timed-confirm.ts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extensions/modal-editor · 示例</a:t>
            </a:r>
          </a:p>
          <a:p xmlns:a="http://schemas.openxmlformats.org/drawingml/2006/main">
            <a:r>
              <a:t>展示 extensions/modal-editor.ts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入口：packages/coding-agent/examples/extensions/modal-editor.ts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extensions/rainbow-editor · 示例</a:t>
            </a:r>
          </a:p>
          <a:p xmlns:a="http://schemas.openxmlformats.org/drawingml/2006/main">
            <a:r>
              <a:t>展示 extensions/rainbow-editor.ts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入口：packages/coding-agent/examples/extensions/rainbow-editor.ts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extensions/notify · 示例</a:t>
            </a:r>
          </a:p>
          <a:p xmlns:a="http://schemas.openxmlformats.org/drawingml/2006/main">
            <a:r>
              <a:t>展示 extensions/notify.ts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入口：packages/coding-agent/examples/extensions/notify.ts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extensions/titlebar-spinner · 示例</a:t>
            </a:r>
          </a:p>
          <a:p xmlns:a="http://schemas.openxmlformats.org/drawingml/2006/main">
            <a:r>
              <a:t>展示 extensions/titlebar-spinner.ts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入口：packages/coding-agent/examples/extensions/titlebar-spinner.ts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extensions/summarize · 示例</a:t>
            </a:r>
          </a:p>
          <a:p xmlns:a="http://schemas.openxmlformats.org/drawingml/2006/main">
            <a:r>
              <a:t>展示 extensions/summarize.ts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入口：packages/coding-agent/examples/extensions/summarize.ts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extensions/snake · 示例</a:t>
            </a:r>
          </a:p>
          <a:p xmlns:a="http://schemas.openxmlformats.org/drawingml/2006/main">
            <a:r>
              <a:t>展示 extensions/snake.ts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入口：packages/coding-agent/examples/extensions/snake.ts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extensions/tic-tac-toe · 示例</a:t>
            </a:r>
          </a:p>
          <a:p xmlns:a="http://schemas.openxmlformats.org/drawingml/2006/main">
            <a:r>
              <a:t>展示 extensions/tic-tac-toe.ts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入口：packages/coding-agent/examples/extensions/tic-tac-toe.ts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extensions/overlay-test · 示例</a:t>
            </a:r>
          </a:p>
          <a:p xmlns:a="http://schemas.openxmlformats.org/drawingml/2006/main">
            <a:r>
              <a:t>展示 extensions/overlay-test.ts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入口：packages/coding-agent/examples/extensions/overlay-test.ts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extensions/overlay-qa-tests · 示例</a:t>
            </a:r>
          </a:p>
          <a:p xmlns:a="http://schemas.openxmlformats.org/drawingml/2006/main">
            <a:r>
              <a:t>展示 extensions/overlay-qa-tests.ts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入口：packages/coding-agent/examples/extensions/overlay-qa-tests.ts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extensions/doom-overlay · 示例</a:t>
            </a:r>
          </a:p>
          <a:p xmlns:a="http://schemas.openxmlformats.org/drawingml/2006/main">
            <a:r>
              <a:t>展示 extensions/doom-overlay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入口：packages/coding-agent/examples/extensions/doom-overlay/index.ts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extensions/message-renderer · 示例</a:t>
            </a:r>
          </a:p>
          <a:p xmlns:a="http://schemas.openxmlformats.org/drawingml/2006/main">
            <a:r>
              <a:t>展示 extensions/message-renderer.ts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入口：packages/coding-agent/examples/extensions/message-renderer.ts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extensions/entry-renderer · 示例</a:t>
            </a:r>
          </a:p>
          <a:p xmlns:a="http://schemas.openxmlformats.org/drawingml/2006/main">
            <a:r>
              <a:t>展示 extensions/entry-renderer.ts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入口：packages/coding-agent/examples/extensions/entry-renderer.ts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packages/coding-agent/examples/extensions/doom-overlay/README.md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packages/coding-agent/test/first-time-setup-fork.test.ts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packages/coding-agent/test/interactive-mode-extension-dialogs.test.ts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packages/coding-agent/test/syntax-highlight.test.ts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packages/coding-agent/test/test-theme-colors.ts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packages/coding-agent/test/theme-detection.test.ts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packages/coding-agent/test/theme-picker.test.ts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packages/coding-agent/test/theme-style.test.ts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UI-12 · 工具结果展开／折叠 [内置] 在紧凑浏览与完整工具输出之间切换，避免长命令输出淹没对话，同时保留查看细节的入口。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UI-13 · 推理内容显示控制 [内置] 显示或隐藏提供商返回的 thinking 内容；只改变呈现，不等于改变模型的推理级别。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UI-18 · 全屏终端布局 [内置] 固定编辑区和状态区，让历史记录在独立视口内滚动，支持滚轮、拖动滚动条和回到底部跟随输出。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UI-19 · 普通终端布局 [内置] 使用终端原有滚动历史，适合偏好终端自身选择、复制和 scrollback 的用户。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CFG-19 · 内置主题与自动明暗 [内置] system 主题根据终端颜色生成配色，也可选择 dark、light 或明暗主题对并响应外观变化。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CFG-20 · 自定义主题 [可选] 用 JSON 定义语义颜色、变量和导出背景；支持 RGB、ANSI、OKLCH、OKHSL 与终端默认色。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CFG-21 · 主题重载与格式检查 [内置] 活动用户主题可热更新，其他来源可 `/reload`；重复名称、循环变量等错误会报告。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EXT-31 · 工具呈现的耗时与留白上下文 [库] 渲染器读取最终结果 durationMs 和 outputPad，使自定义工具显示与普通工具的耗时和横向留白一致；工具结束事件也携带耗时。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OTH-10 · 用户问题选择器 [示例] 模型需要澄清时显示选项，展示扩展如何把工具执行与用户回答连接起来。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OTH-11 · 多问题问卷 [示例] 用标签栏在多道问题间切换，集中收集任务参数，避免只支持单次简单确认。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OTH-15 · 自定义内置工具显示 [示例] 改变 read、bash、edit、write 的紧凑显示，或仅保留调用不显示折叠结果，工具行为不变。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OTH-27 · 页脚状态与模型状态 [示例] 显示轮次进度或模型切换后的状态文本，并使用主题色。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OTH-28 · 自定义头部与底部 [示例] 替换启动头部或页脚，例如显示 Git 分支和 token 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OTH-29 · Widget 位置控制 [示例] 将持续状态块放在编辑器上方或下方，而不是不断新增聊天消息。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OTH-30 · 工作指示与折叠推理标签 [示例] 定制运行中的视觉指示和隐藏推理标签，使 UI 与扩展工作流一致。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OTH-32 · 限时对话框 [示例] 用 AbortSignal 自动关闭确认和选择对话框，避免长时间无人响应。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OTH-34 · 模态／动画编辑器 [示例] 实现类似 Vim 的模式编辑器或动态彩色文本，展示替换核心编辑组件的方法。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OTH-35 · 完成通知与标题动画 [示例] 借助支持的终端协议发送完成通知，或在终端标题中显示运行指示。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OTH-36 · 临时摘要窗口 [示例] 调用示例指定模型总结会话，并在临时 UI 中展示，不必作为普通对话消息输出。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OTH-37 · 贪吃蛇和井字棋 [示例] 展示实时键盘 UI、会话状态保存及顺序工具调用如何支持小游戏。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OTH-38 · 覆盖层交互与 DOOM [示例] 展示覆盖层布局、堆叠、动画和实时绘制；DOOM 是扩展示范，不是编码代理核心业务。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OTH-49 · 自定义消息／条目展示 [示例] 为扩展消息和不进入模型上下文的记录定制颜色、折叠与详情。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extension-ui / 自定义组件、交互窗口与主题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场景：扩展要显示选择器、状态或自定义工具结果。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核对 UI 能力</a:t>
            </a:r>
          </a:p>
          <a:p xmlns:a="http://schemas.openxmlformats.org/drawingml/2006/main">
            <a:r>
              <a:t>先检查当前运行模式和 ctx.ui 契约；交互终端与 RPC 的 UI 支持范围不同。</a:t>
            </a:r>
          </a:p>
          <a:p xmlns:a="http://schemas.openxmlformats.org/drawingml/2006/main">
            <a:r>
              <a:t>输入：扩展上下文</a:t>
            </a:r>
          </a:p>
          <a:p xmlns:a="http://schemas.openxmlformats.org/drawingml/2006/main">
            <a:r>
              <a:t>输出：当前可使用的 UI 接口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选择已有组件</a:t>
            </a:r>
          </a:p>
          <a:p xmlns:a="http://schemas.openxmlformats.org/drawingml/2006/main">
            <a:r>
              <a:t>复用选择器、消息和工具 renderer，区分渲染字符串、组件实例与模型 content。</a:t>
            </a:r>
          </a:p>
          <a:p xmlns:a="http://schemas.openxmlformats.org/drawingml/2006/main">
            <a:r>
              <a:t>输入：工具详情或用户选择</a:t>
            </a:r>
          </a:p>
          <a:p xmlns:a="http://schemas.openxmlformats.org/drawingml/2006/main">
            <a:r>
              <a:t>输出：可显示组件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行为与边界：组件清单按源码保留，可从符号和原始注释追踪每个组件。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源码：packages/coding-agent/src/core/tools/render-utils.ts:1</a:t>
            </a:r>
          </a:p>
          <a:p xmlns:a="http://schemas.openxmlformats.org/drawingml/2006/main">
            <a:r>
              <a:t>源码：packages/coding-agent/src/core/tools/renderers/bash.ts:1</a:t>
            </a:r>
          </a:p>
          <a:p xmlns:a="http://schemas.openxmlformats.org/drawingml/2006/main">
            <a:r>
              <a:t>源码：packages/coding-agent/src/core/tools/renderers/edit.ts:1</a:t>
            </a:r>
          </a:p>
          <a:p xmlns:a="http://schemas.openxmlformats.org/drawingml/2006/main">
            <a:r>
              <a:t>源码：packages/coding-agent/src/core/tools/renderers/find.ts:1</a:t>
            </a:r>
          </a:p>
          <a:p xmlns:a="http://schemas.openxmlformats.org/drawingml/2006/main">
            <a:r>
              <a:t>源码：packages/coding-agent/src/core/tools/renderers/grep.ts:1</a:t>
            </a:r>
          </a:p>
          <a:p xmlns:a="http://schemas.openxmlformats.org/drawingml/2006/main">
            <a:r>
              <a:t>源码：packages/coding-agent/src/core/tools/renderers/index.ts:1</a:t>
            </a:r>
          </a:p>
          <a:p xmlns:a="http://schemas.openxmlformats.org/drawingml/2006/main">
            <a:r>
              <a:t>源码：packages/coding-agent/src/core/tools/renderers/ls.ts:1</a:t>
            </a:r>
          </a:p>
          <a:p xmlns:a="http://schemas.openxmlformats.org/drawingml/2006/main">
            <a:r>
              <a:t>源码：packages/coding-agent/src/core/tools/renderers/read.ts:1</a:t>
            </a:r>
          </a:p>
          <a:p xmlns:a="http://schemas.openxmlformats.org/drawingml/2006/main">
            <a:r>
              <a:t>源码：packages/coding-agent/src/core/tools/renderers/write.ts:1</a:t>
            </a:r>
          </a:p>
          <a:p xmlns:a="http://schemas.openxmlformats.org/drawingml/2006/main">
            <a:r>
              <a:t>源码：packages/coding-agent/src/modes/interactive/components/armin.ts:1</a:t>
            </a:r>
          </a:p>
          <a:p xmlns:a="http://schemas.openxmlformats.org/drawingml/2006/main">
            <a:r>
              <a:t>源码：packages/coding-agent/src/modes/interactive/components/assistant-message.ts:1</a:t>
            </a:r>
          </a:p>
          <a:p xmlns:a="http://schemas.openxmlformats.org/drawingml/2006/main">
            <a:r>
              <a:t>源码：packages/coding-agent/src/modes/interactive/components/auth-url.ts:1</a:t>
            </a:r>
          </a:p>
          <a:p xmlns:a="http://schemas.openxmlformats.org/drawingml/2006/main">
            <a:r>
              <a:t>源码：packages/coding-agent/src/modes/interactive/components/bash-execution.ts:1</a:t>
            </a:r>
          </a:p>
          <a:p xmlns:a="http://schemas.openxmlformats.org/drawingml/2006/main">
            <a:r>
              <a:t>源码：packages/coding-agent/src/modes/interactive/components/bordered-loader.ts:1</a:t>
            </a:r>
          </a:p>
          <a:p xmlns:a="http://schemas.openxmlformats.org/drawingml/2006/main">
            <a:r>
              <a:t>源码：packages/coding-agent/src/modes/interactive/components/branch-summary-message.ts:1</a:t>
            </a:r>
          </a:p>
          <a:p xmlns:a="http://schemas.openxmlformats.org/drawingml/2006/main">
            <a:r>
              <a:t>源码：packages/coding-agent/src/modes/interactive/components/compaction-summary-message.ts:1</a:t>
            </a:r>
          </a:p>
          <a:p xmlns:a="http://schemas.openxmlformats.org/drawingml/2006/main">
            <a:r>
              <a:t>源码：packages/coding-agent/src/modes/interactive/components/config-selector.ts:1</a:t>
            </a:r>
          </a:p>
          <a:p xmlns:a="http://schemas.openxmlformats.org/drawingml/2006/main">
            <a:r>
              <a:t>源码：packages/coding-agent/src/modes/interactive/components/countdown-timer.ts:1</a:t>
            </a:r>
          </a:p>
          <a:p xmlns:a="http://schemas.openxmlformats.org/drawingml/2006/main">
            <a:r>
              <a:t>源码：packages/coding-agent/src/modes/interactive/components/custom-editor.ts:1</a:t>
            </a:r>
          </a:p>
          <a:p xmlns:a="http://schemas.openxmlformats.org/drawingml/2006/main">
            <a:r>
              <a:t>源码：packages/coding-agent/src/modes/interactive/components/custom-entry.ts:1</a:t>
            </a:r>
          </a:p>
          <a:p xmlns:a="http://schemas.openxmlformats.org/drawingml/2006/main">
            <a:r>
              <a:t>源码：packages/coding-agent/src/modes/interactive/components/custom-message.ts:1</a:t>
            </a:r>
          </a:p>
          <a:p xmlns:a="http://schemas.openxmlformats.org/drawingml/2006/main">
            <a:r>
              <a:t>源码：packages/coding-agent/src/modes/interactive/components/diff.ts:1</a:t>
            </a:r>
          </a:p>
          <a:p xmlns:a="http://schemas.openxmlformats.org/drawingml/2006/main">
            <a:r>
              <a:t>源码：packages/coding-agent/src/modes/interactive/components/dynamic-border.ts:1</a:t>
            </a:r>
          </a:p>
          <a:p xmlns:a="http://schemas.openxmlformats.org/drawingml/2006/main">
            <a:r>
              <a:t>源码：packages/coding-agent/src/modes/interactive/components/earendil-announcement.ts:1</a:t>
            </a:r>
          </a:p>
          <a:p xmlns:a="http://schemas.openxmlformats.org/drawingml/2006/main">
            <a:r>
              <a:t>源码：packages/coding-agent/src/modes/interactive/components/easter-egg-3d.lazy.ts:1</a:t>
            </a:r>
          </a:p>
          <a:p xmlns:a="http://schemas.openxmlformats.org/drawingml/2006/main">
            <a:r>
              <a:t>源码：packages/coding-agent/src/modes/interactive/components/easter-egg-3d.ts:1</a:t>
            </a:r>
          </a:p>
          <a:p xmlns:a="http://schemas.openxmlformats.org/drawingml/2006/main">
            <a:r>
              <a:t>源码：packages/coding-agent/src/modes/interactive/components/extension-editor.ts:1</a:t>
            </a:r>
          </a:p>
          <a:p xmlns:a="http://schemas.openxmlformats.org/drawingml/2006/main">
            <a:r>
              <a:t>源码：packages/coding-agent/src/modes/interactive/components/extension-input.ts:1</a:t>
            </a:r>
          </a:p>
          <a:p xmlns:a="http://schemas.openxmlformats.org/drawingml/2006/main">
            <a:r>
              <a:t>源码：packages/coding-agent/src/modes/interactive/components/extension-selector.ts:1</a:t>
            </a:r>
          </a:p>
          <a:p xmlns:a="http://schemas.openxmlformats.org/drawingml/2006/main">
            <a:r>
              <a:t>源码：packages/coding-agent/src/modes/interactive/components/first-time-setup.ts:1</a:t>
            </a:r>
          </a:p>
          <a:p xmlns:a="http://schemas.openxmlformats.org/drawingml/2006/main">
            <a:r>
              <a:t>源码：packages/coding-agent/src/modes/interactive/components/footer.ts:1</a:t>
            </a:r>
          </a:p>
          <a:p xmlns:a="http://schemas.openxmlformats.org/drawingml/2006/main">
            <a:r>
              <a:t>源码：packages/coding-agent/src/modes/interactive/components/index.ts:1</a:t>
            </a:r>
          </a:p>
          <a:p xmlns:a="http://schemas.openxmlformats.org/drawingml/2006/main">
            <a:r>
              <a:t>源码：packages/coding-agent/src/modes/interactive/components/keybinding-hints.ts:1</a:t>
            </a:r>
          </a:p>
          <a:p xmlns:a="http://schemas.openxmlformats.org/drawingml/2006/main">
            <a:r>
              <a:t>源码：packages/coding-agent/src/modes/interactive/components/login-dialog.ts:1</a:t>
            </a:r>
          </a:p>
          <a:p xmlns:a="http://schemas.openxmlformats.org/drawingml/2006/main">
            <a:r>
              <a:t>源码：packages/coding-agent/src/modes/interactive/components/markdown-transform.ts:1</a:t>
            </a:r>
          </a:p>
          <a:p xmlns:a="http://schemas.openxmlformats.org/drawingml/2006/main">
            <a:r>
              <a:t>源码：packages/coding-agent/src/modes/interactive/components/mermaid.ts:1</a:t>
            </a:r>
          </a:p>
          <a:p xmlns:a="http://schemas.openxmlformats.org/drawingml/2006/main">
            <a:r>
              <a:t>源码：packages/coding-agent/src/modes/interactive/components/model-selector.ts:1</a:t>
            </a:r>
          </a:p>
          <a:p xmlns:a="http://schemas.openxmlformats.org/drawingml/2006/main">
            <a:r>
              <a:t>源码：packages/coding-agent/src/modes/interactive/components/oauth-selector.ts:1</a:t>
            </a:r>
          </a:p>
          <a:p xmlns:a="http://schemas.openxmlformats.org/drawingml/2006/main">
            <a:r>
              <a:t>源码：packages/coding-agent/src/modes/interactive/components/pi-logo.ts:1</a:t>
            </a:r>
          </a:p>
          <a:p xmlns:a="http://schemas.openxmlformats.org/drawingml/2006/main">
            <a:r>
              <a:t>源码：packages/coding-agent/src/modes/interactive/components/radius-login-selector.ts:1</a:t>
            </a:r>
          </a:p>
          <a:p xmlns:a="http://schemas.openxmlformats.org/drawingml/2006/main">
            <a:r>
              <a:t>源码：packages/coding-agent/src/modes/interactive/components/scoped-models-selector.ts:1</a:t>
            </a:r>
          </a:p>
          <a:p xmlns:a="http://schemas.openxmlformats.org/drawingml/2006/main">
            <a:r>
              <a:t>源码：packages/coding-agent/src/modes/interactive/components/session-selector-search.ts:1</a:t>
            </a:r>
          </a:p>
          <a:p xmlns:a="http://schemas.openxmlformats.org/drawingml/2006/main">
            <a:r>
              <a:t>源码：packages/coding-agent/src/modes/interactive/components/session-selector.ts:1</a:t>
            </a:r>
          </a:p>
          <a:p xmlns:a="http://schemas.openxmlformats.org/drawingml/2006/main">
            <a:r>
              <a:t>源码：packages/coding-agent/src/modes/interactive/components/settings-selector.ts:1</a:t>
            </a:r>
          </a:p>
          <a:p xmlns:a="http://schemas.openxmlformats.org/drawingml/2006/main">
            <a:r>
              <a:t>源码：packages/coding-agent/src/modes/interactive/components/settings-submenu.ts:1</a:t>
            </a:r>
          </a:p>
          <a:p xmlns:a="http://schemas.openxmlformats.org/drawingml/2006/main">
            <a:r>
              <a:t>源码：packages/coding-agent/src/modes/interactive/components/show-images-selector.ts:1</a:t>
            </a:r>
          </a:p>
          <a:p xmlns:a="http://schemas.openxmlformats.org/drawingml/2006/main">
            <a:r>
              <a:t>源码：packages/coding-agent/src/modes/interactive/components/skill-invocation-message.ts:1</a:t>
            </a:r>
          </a:p>
          <a:p xmlns:a="http://schemas.openxmlformats.org/drawingml/2006/main">
            <a:r>
              <a:t>源码：packages/coding-agent/src/modes/interactive/components/status-indicator.ts:1</a:t>
            </a:r>
          </a:p>
          <a:p xmlns:a="http://schemas.openxmlformats.org/drawingml/2006/main">
            <a:r>
              <a:t>源码：packages/coding-agent/src/modes/interactive/components/theme-selector.ts:1</a:t>
            </a:r>
          </a:p>
          <a:p xmlns:a="http://schemas.openxmlformats.org/drawingml/2006/main">
            <a:r>
              <a:t>源码：packages/coding-agent/src/modes/interactive/components/themed-text.ts:1</a:t>
            </a:r>
          </a:p>
          <a:p xmlns:a="http://schemas.openxmlformats.org/drawingml/2006/main">
            <a:r>
              <a:t>源码：packages/coding-agent/src/modes/interactive/components/thinking-selector.ts:1</a:t>
            </a:r>
          </a:p>
          <a:p xmlns:a="http://schemas.openxmlformats.org/drawingml/2006/main">
            <a:r>
              <a:t>源码：packages/coding-agent/src/modes/interactive/components/tool-execution.ts:1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>源码：packages/coding-agent/src/modes/interactive/components/trust-selector.ts:1</a:t>
            </a:r>
          </a:p>
          <a:p xmlns:a="http://schemas.openxmlformats.org/drawingml/2006/main">
            <a:r>
              <a:t>源码：packages/coding-agent/src/modes/interactive/components/user-message-selector.ts:1</a:t>
            </a:r>
          </a:p>
          <a:p xmlns:a="http://schemas.openxmlformats.org/drawingml/2006/main">
            <a:r>
              <a:t>源码：packages/coding-agent/src/modes/interactive/components/user-message.ts:1</a:t>
            </a:r>
          </a:p>
          <a:p xmlns:a="http://schemas.openxmlformats.org/drawingml/2006/main">
            <a:r>
              <a:t>源码：packages/coding-agent/src/modes/interactive/components/visual-truncate.ts:1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布局与屏幕模式</a:t>
            </a:r>
          </a:p>
          <a:p xmlns:a="http://schemas.openxmlformats.org/drawingml/2006/main">
            <a:r>
              <a:t>查看全屏布局、浮层和焦点变化，确认退出后恢复原来的终端状态。</a:t>
            </a:r>
          </a:p>
          <a:p xmlns:a="http://schemas.openxmlformats.org/drawingml/2006/main">
            <a:r>
              <a:t>输入：组件与可用空间</a:t>
            </a:r>
          </a:p>
          <a:p xmlns:a="http://schemas.openxmlformats.org/drawingml/2006/main">
            <a:r>
              <a:t>输出：可交互布局</a:t>
            </a:r>
          </a:p>
          <a:p xmlns:a="http://schemas.openxmlformats.org/drawingml/2006/main">
            <a:r>
              <a:t>入口：--tui-mode；tuiMode；quietStartup: header</a:t>
            </a:r>
          </a:p>
          <a:p xmlns:a="http://schemas.openxmlformats.org/drawingml/2006/main">
            <a:r>
              <a:t>行为与边界：fullscreen/regular 是终端呈现选择，不改变底层 Agent 消息循环。</a:t>
            </a:r>
          </a:p>
          <a:p xmlns:a="http://schemas.openxmlformats.org/drawingml/2006/main">
            <a:r>
              <a:t>源码：packages/coding-agent/src/cli/startup-ui.ts:1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>源码：packages/coding-agent/src/modes/interactive/interactive-mode.ts:1</a:t>
            </a:r>
          </a:p>
          <a:p xmlns:a="http://schemas.openxmlformats.org/drawingml/2006/main">
            <a:r>
              <a:t>源码：packages/coding-agent/src/modes/interactive/tui-renderer.ts:1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应用主题与重载</a:t>
            </a:r>
          </a:p>
          <a:p xmlns:a="http://schemas.openxmlformats.org/drawingml/2006/main">
            <a:r>
              <a:t>从语义颜色读取主题，观察系统主题变化与自定义主题验证，不把颜色硬编码进逻辑。</a:t>
            </a:r>
          </a:p>
          <a:p xmlns:a="http://schemas.openxmlformats.org/drawingml/2006/main">
            <a:r>
              <a:t>输入：主题设置与终端能力</a:t>
            </a:r>
          </a:p>
          <a:p xmlns:a="http://schemas.openxmlformats.org/drawingml/2006/main">
            <a:r>
              <a:t>输出：一致的界面样式</a:t>
            </a:r>
          </a:p>
          <a:p xmlns:a="http://schemas.openxmlformats.org/drawingml/2006/main">
            <a:r>
              <a:t>入口：--theme；--use-theme；主题设置</a:t>
            </a:r>
          </a:p>
          <a:p xmlns:a="http://schemas.openxmlformats.org/drawingml/2006/main">
            <a:r>
              <a:t>行为与边界：样式属于呈现层；主题资源有独立验证与重载机制。</a:t>
            </a:r>
          </a:p>
          <a:p xmlns:a="http://schemas.openxmlformats.org/drawingml/2006/main">
            <a:r>
              <a:t>源码：packages/coding-agent/src/modes/interactive/theme/dark.json:1</a:t>
            </a:r>
          </a:p>
          <a:p xmlns:a="http://schemas.openxmlformats.org/drawingml/2006/main">
            <a:r>
              <a:t>源码：packages/coding-agent/src/modes/interactive/theme/light.json:1</a:t>
            </a:r>
          </a:p>
          <a:p xmlns:a="http://schemas.openxmlformats.org/drawingml/2006/main">
            <a:r>
              <a:t>源码：packages/coding-agent/src/modes/interactive/theme/system-theme.ts:1</a:t>
            </a:r>
          </a:p>
          <a:p xmlns:a="http://schemas.openxmlformats.org/drawingml/2006/main">
            <a:r>
              <a:t>源码：packages/coding-agent/src/modes/interactive/theme/theme-controller.ts:1</a:t>
            </a:r>
          </a:p>
          <a:p xmlns:a="http://schemas.openxmlformats.org/drawingml/2006/main">
            <a:r>
              <a:t>源码：packages/coding-agent/src/modes/interactive/theme/theme-schema.ts:1</a:t>
            </a:r>
          </a:p>
          <a:p xmlns:a="http://schemas.openxmlformats.org/drawingml/2006/main">
            <a:r>
              <a:t>源码：packages/coding-agent/src/modes/interactive/theme/theme-tokens.ts:1</a:t>
            </a:r>
          </a:p>
          <a:p xmlns:a="http://schemas.openxmlformats.org/drawingml/2006/main">
            <a:r>
              <a:t>源码：packages/coding-agent/src/modes/interactive/theme/theme.ts:1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失败与恢复：渲染不能成为写入业务状态的隐式入口。无 UI 模式需要明确降级，不能等待永远不会出现的选择器。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练习：找一个自定义 UI 示例，记录输入、返回值、取消值以及清理步骤。</a:t>
            </a:r>
          </a:p>
          <a:p xmlns:a="http://schemas.openxmlformats.org/drawingml/2006/main">
            <a:r>
              <a:t>参考判断：答案需说明非交互模式的行为，且区分展示细节与发送给模型的内容。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全屏终端、普通模式与启动显示</a:t>
            </a:r>
          </a:p>
          <a:p xmlns:a="http://schemas.openxmlformats.org/drawingml/2006/main">
            <a:r>
              <a:t>默认全屏呈现聊天，提供 regular 模式保留终端滚动历史，支持安静启动时只显示 header。</a:t>
            </a:r>
          </a:p>
          <a:p xmlns:a="http://schemas.openxmlformats.org/drawingml/2006/main">
            <a:r>
              <a:t>入口：--tui-mode；tuiMode；quietStartup: header</a:t>
            </a:r>
          </a:p>
          <a:p xmlns:a="http://schemas.openxmlformats.org/drawingml/2006/main">
            <a:r>
              <a:t>边界：fullscreen/regular 是终端呈现选择，不改变底层 Agent 消息循环。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主题、颜色与代码高亮</a:t>
            </a:r>
          </a:p>
          <a:p xmlns:a="http://schemas.openxmlformats.org/drawingml/2006/main">
            <a:r>
              <a:t>加载主题定义并为终端文本、Markdown 与代码提供样式。</a:t>
            </a:r>
          </a:p>
          <a:p xmlns:a="http://schemas.openxmlformats.org/drawingml/2006/main">
            <a:r>
              <a:t>入口：--theme；--use-theme；主题设置</a:t>
            </a:r>
          </a:p>
          <a:p xmlns:a="http://schemas.openxmlformats.org/drawingml/2006/main">
            <a:r>
              <a:t>边界：样式属于呈现层；主题资源有独立验证与重载机制。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系统主题与终端调色板</a:t>
            </a:r>
          </a:p>
          <a:p xmlns:a="http://schemas.openxmlformats.org/drawingml/2006/main">
            <a:r>
              <a:t>默认从终端调色板派生颜色，并支持独立主题切换与重载。</a:t>
            </a:r>
          </a:p>
          <a:p xmlns:a="http://schemas.openxmlformats.org/drawingml/2006/main">
            <a:r>
              <a:t>入口：system 主题；/settings；主题资源</a:t>
            </a:r>
          </a:p>
          <a:p xmlns:a="http://schemas.openxmlformats.org/drawingml/2006/main">
            <a:r>
              <a:t>边界：主题改变显示颜色；终端能力和调色板读取决定最终效果。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extensions/question · 示例</a:t>
            </a:r>
          </a:p>
          <a:p xmlns:a="http://schemas.openxmlformats.org/drawingml/2006/main">
            <a:r>
              <a:t>展示 extensions/question.ts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入口：packages/coding-agent/examples/extensions/question.ts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extensions/questionnaire · 示例</a:t>
            </a:r>
          </a:p>
          <a:p xmlns:a="http://schemas.openxmlformats.org/drawingml/2006/main">
            <a:r>
              <a:t>展示 extensions/questionnaire.ts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入口：packages/coding-agent/examples/extensions/questionnaire.ts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extensions/built-in-tool-renderer · 示例</a:t>
            </a:r>
          </a:p>
          <a:p xmlns:a="http://schemas.openxmlformats.org/drawingml/2006/main">
            <a:r>
              <a:t>展示 extensions/built-in-tool-renderer.ts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入口：packages/coding-agent/examples/extensions/built-in-tool-renderer.ts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extensions/minimal-mode · 示例</a:t>
            </a:r>
          </a:p>
          <a:p xmlns:a="http://schemas.openxmlformats.org/drawingml/2006/main">
            <a:r>
              <a:t>展示 extensions/minimal-mode.ts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入口：packages/coding-agent/examples/extensions/minimal-mode.ts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extensions/status-line · 示例</a:t>
            </a:r>
          </a:p>
          <a:p xmlns:a="http://schemas.openxmlformats.org/drawingml/2006/main">
            <a:r>
              <a:t>展示 extensions/status-line.ts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入口：packages/coding-agent/examples/extensions/status-line.ts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extensions/model-status · 示例</a:t>
            </a:r>
          </a:p>
          <a:p xmlns:a="http://schemas.openxmlformats.org/drawingml/2006/main">
            <a:r>
              <a:t>展示 extensions/model-status.ts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入口：packages/coding-agent/examples/extensions/model-status.ts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extensions/custom-header · 示例</a:t>
            </a:r>
          </a:p>
          <a:p xmlns:a="http://schemas.openxmlformats.org/drawingml/2006/main">
            <a:r>
              <a:t>展示 extensions/custom-header.ts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入口：packages/coding-agent/examples/extensions/custom-header.ts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extensions/custom-footer · 示例</a:t>
            </a:r>
          </a:p>
          <a:p xmlns:a="http://schemas.openxmlformats.org/drawingml/2006/main">
            <a:r>
              <a:t>展示 extensions/custom-footer.ts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入口：packages/coding-agent/examples/extensions/custom-footer.ts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extensions/widget-placement · 示例</a:t>
            </a:r>
          </a:p>
          <a:p xmlns:a="http://schemas.openxmlformats.org/drawingml/2006/main">
            <a:r>
              <a:t>展示 extensions/widget-placement.ts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入口：packages/coding-agent/examples/extensions/widget-placement.ts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extensions/working-indicator · 示例</a:t>
            </a:r>
          </a:p>
          <a:p xmlns:a="http://schemas.openxmlformats.org/drawingml/2006/main">
            <a:r>
              <a:t>展示 extensions/working-indicator.ts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入口：packages/coding-agent/examples/extensions/working-indicator.ts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extensions/hidden-thinking-label · 示例</a:t>
            </a:r>
          </a:p>
          <a:p xmlns:a="http://schemas.openxmlformats.org/drawingml/2006/main">
            <a:r>
              <a:t>展示 extensions/hidden-thinking-label.ts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入口：packages/coding-agent/examples/extensions/hidden-thinking-label.ts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extensions/timed-confirm · 示例</a:t>
            </a:r>
          </a:p>
          <a:p xmlns:a="http://schemas.openxmlformats.org/drawingml/2006/main">
            <a:r>
              <a:t>展示 extensions/timed-confirm.ts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入口：packages/coding-agent/examples/extensions/timed-confirm.ts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extensions/modal-editor · 示例</a:t>
            </a:r>
          </a:p>
          <a:p xmlns:a="http://schemas.openxmlformats.org/drawingml/2006/main">
            <a:r>
              <a:t>展示 extensions/modal-editor.ts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入口：packages/coding-agent/examples/extensions/modal-editor.ts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extensions/rainbow-editor · 示例</a:t>
            </a:r>
          </a:p>
          <a:p xmlns:a="http://schemas.openxmlformats.org/drawingml/2006/main">
            <a:r>
              <a:t>展示 extensions/rainbow-editor.ts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入口：packages/coding-agent/examples/extensions/rainbow-editor.ts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extensions/notify · 示例</a:t>
            </a:r>
          </a:p>
          <a:p xmlns:a="http://schemas.openxmlformats.org/drawingml/2006/main">
            <a:r>
              <a:t>展示 extensions/notify.ts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入口：packages/coding-agent/examples/extensions/notify.ts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extensions/titlebar-spinner · 示例</a:t>
            </a:r>
          </a:p>
          <a:p xmlns:a="http://schemas.openxmlformats.org/drawingml/2006/main">
            <a:r>
              <a:t>展示 extensions/titlebar-spinner.ts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入口：packages/coding-agent/examples/extensions/titlebar-spinner.ts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extensions/summarize · 示例</a:t>
            </a:r>
          </a:p>
          <a:p xmlns:a="http://schemas.openxmlformats.org/drawingml/2006/main">
            <a:r>
              <a:t>展示 extensions/summarize.ts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入口：packages/coding-agent/examples/extensions/summarize.ts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extensions/snake · 示例</a:t>
            </a:r>
          </a:p>
          <a:p xmlns:a="http://schemas.openxmlformats.org/drawingml/2006/main">
            <a:r>
              <a:t>展示 extensions/snake.ts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入口：packages/coding-agent/examples/extensions/snake.ts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extensions/tic-tac-toe · 示例</a:t>
            </a:r>
          </a:p>
          <a:p xmlns:a="http://schemas.openxmlformats.org/drawingml/2006/main">
            <a:r>
              <a:t>展示 extensions/tic-tac-toe.ts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入口：packages/coding-agent/examples/extensions/tic-tac-toe.ts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extensions/overlay-test · 示例</a:t>
            </a:r>
          </a:p>
          <a:p xmlns:a="http://schemas.openxmlformats.org/drawingml/2006/main">
            <a:r>
              <a:t>展示 extensions/overlay-test.ts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入口：packages/coding-agent/examples/extensions/overlay-test.ts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extensions/overlay-qa-tests · 示例</a:t>
            </a:r>
          </a:p>
          <a:p xmlns:a="http://schemas.openxmlformats.org/drawingml/2006/main">
            <a:r>
              <a:t>展示 extensions/overlay-qa-tests.ts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入口：packages/coding-agent/examples/extensions/overlay-qa-tests.ts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extensions/doom-overlay · 示例</a:t>
            </a:r>
          </a:p>
          <a:p xmlns:a="http://schemas.openxmlformats.org/drawingml/2006/main">
            <a:r>
              <a:t>展示 extensions/doom-overlay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入口：packages/coding-agent/examples/extensions/doom-overlay/index.ts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extensions/message-renderer · 示例</a:t>
            </a:r>
          </a:p>
          <a:p xmlns:a="http://schemas.openxmlformats.org/drawingml/2006/main">
            <a:r>
              <a:t>展示 extensions/message-renderer.ts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入口：packages/coding-agent/examples/extensions/message-renderer.ts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extensions/entry-renderer · 示例</a:t>
            </a:r>
          </a:p>
          <a:p xmlns:a="http://schemas.openxmlformats.org/drawingml/2006/main">
            <a:r>
              <a:t>展示 extensions/entry-renderer.ts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入口：packages/coding-agent/examples/extensions/entry-renderer.ts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packages/coding-agent/examples/extensions/doom-overlay/README.md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packages/coding-agent/test/first-time-setup-fork.test.ts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packages/coding-agent/test/interactive-mode-extension-dialogs.test.ts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packages/coding-agent/test/syntax-highlight.test.ts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packages/coding-agent/test/test-theme-colors.ts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packages/coding-agent/test/theme-detection.test.ts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packages/coding-agent/test/theme-picker.test.ts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packages/coding-agent/test/theme-style.test.ts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UI-12 · 工具结果展开／折叠 [内置] 在紧凑浏览与完整工具输出之间切换，避免长命令输出淹没对话，同时保留查看细节的入口。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UI-13 · 推理内容显示控制 [内置] 显示或隐藏提供商返回的 thinking 内容；只改变呈现，不等于改变模型的推理级别。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UI-18 · 全屏终端布局 [内置] 固定编辑区和状态区，让历史记录在独立视口内滚动，支持滚轮、拖动滚动条和回到底部跟随输出。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UI-19 · 普通终端布局 [内置] 使用终端原有滚动历史，适合偏好终端自身选择、复制和 scrollback 的用户。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CFG-19 · 内置主题与自动明暗 [内置] system 主题根据终端颜色生成配色，也可选择 dark、light 或明暗主题对并响应外观变化。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CFG-20 · 自定义主题 [可选] 用 JSON 定义语义颜色、变量和导出背景；支持 RGB、ANSI、OKLCH、OKHSL 与终端默认色。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CFG-21 · 主题重载与格式检查 [内置] 活动用户主题可热更新，其他来源可 `/reload`；重复名称、循环变量等错误会报告。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EXT-31 · 工具呈现的耗时与留白上下文 [库] 渲染器读取最终结果 durationMs 和 outputPad，使自定义工具显示与普通工具的耗时和横向留白一致；工具结束事件也携带耗时。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OTH-10 · 用户问题选择器 [示例] 模型需要澄清时显示选项，展示扩展如何把工具执行与用户回答连接起来。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OTH-11 · 多问题问卷 [示例] 用标签栏在多道问题间切换，集中收集任务参数，避免只支持单次简单确认。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OTH-15 · 自定义内置工具显示 [示例] 改变 read、bash、edit、write 的紧凑显示，或仅保留调用不显示折叠结果，工具行为不变。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OTH-27 · 页脚状态与模型状态 [示例] 显示轮次进度或模型切换后的状态文本，并使用主题色。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OTH-28 · 自定义头部与底部 [示例] 替换启动头部或页脚，例如显示 Git 分支和 token 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OTH-29 · Widget 位置控制 [示例] 将持续状态块放在编辑器上方或下方，而不是不断新增聊天消息。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OTH-30 · 工作指示与折叠推理标签 [示例] 定制运行中的视觉指示和隐藏推理标签，使 UI 与扩展工作流一致。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OTH-32 · 限时对话框 [示例] 用 AbortSignal 自动关闭确认和选择对话框，避免长时间无人响应。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OTH-34 · 模态／动画编辑器 [示例] 实现类似 Vim 的模式编辑器或动态彩色文本，展示替换核心编辑组件的方法。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OTH-35 · 完成通知与标题动画 [示例] 借助支持的终端协议发送完成通知，或在终端标题中显示运行指示。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OTH-36 · 临时摘要窗口 [示例] 调用示例指定模型总结会话，并在临时 UI 中展示，不必作为普通对话消息输出。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OTH-37 · 贪吃蛇和井字棋 [示例] 展示实时键盘 UI、会话状态保存及顺序工具调用如何支持小游戏。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OTH-38 · 覆盖层交互与 DOOM [示例] 展示覆盖层布局、堆叠、动画和实时绘制；DOOM 是扩展示范，不是编码代理核心业务。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OTH-49 · 自定义消息／条目展示 [示例] 为扩展消息和不进入模型上下文的记录定制颜色、折叠与详情。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extension-ui / 自定义组件、交互窗口与主题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场景：扩展要显示选择器、状态或自定义工具结果。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核对 UI 能力</a:t>
            </a:r>
          </a:p>
          <a:p xmlns:a="http://schemas.openxmlformats.org/drawingml/2006/main">
            <a:r>
              <a:t>先检查当前运行模式和 ctx.ui 契约；交互终端与 RPC 的 UI 支持范围不同。</a:t>
            </a:r>
          </a:p>
          <a:p xmlns:a="http://schemas.openxmlformats.org/drawingml/2006/main">
            <a:r>
              <a:t>输入：扩展上下文</a:t>
            </a:r>
          </a:p>
          <a:p xmlns:a="http://schemas.openxmlformats.org/drawingml/2006/main">
            <a:r>
              <a:t>输出：当前可使用的 UI 接口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选择已有组件</a:t>
            </a:r>
          </a:p>
          <a:p xmlns:a="http://schemas.openxmlformats.org/drawingml/2006/main">
            <a:r>
              <a:t>复用选择器、消息和工具 renderer，区分渲染字符串、组件实例与模型 content。</a:t>
            </a:r>
          </a:p>
          <a:p xmlns:a="http://schemas.openxmlformats.org/drawingml/2006/main">
            <a:r>
              <a:t>输入：工具详情或用户选择</a:t>
            </a:r>
          </a:p>
          <a:p xmlns:a="http://schemas.openxmlformats.org/drawingml/2006/main">
            <a:r>
              <a:t>输出：可显示组件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行为与边界：组件清单按源码保留，可从符号和原始注释追踪每个组件。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源码：packages/coding-agent/src/core/tools/render-utils.ts:1</a:t>
            </a:r>
          </a:p>
          <a:p xmlns:a="http://schemas.openxmlformats.org/drawingml/2006/main">
            <a:r>
              <a:t>源码：packages/coding-agent/src/core/tools/renderers/bash.ts:1</a:t>
            </a:r>
          </a:p>
          <a:p xmlns:a="http://schemas.openxmlformats.org/drawingml/2006/main">
            <a:r>
              <a:t>源码：packages/coding-agent/src/core/tools/renderers/edit.ts:1</a:t>
            </a:r>
          </a:p>
          <a:p xmlns:a="http://schemas.openxmlformats.org/drawingml/2006/main">
            <a:r>
              <a:t>源码：packages/coding-agent/src/core/tools/renderers/find.ts:1</a:t>
            </a:r>
          </a:p>
          <a:p xmlns:a="http://schemas.openxmlformats.org/drawingml/2006/main">
            <a:r>
              <a:t>源码：packages/coding-agent/src/core/tools/renderers/grep.ts:1</a:t>
            </a:r>
          </a:p>
          <a:p xmlns:a="http://schemas.openxmlformats.org/drawingml/2006/main">
            <a:r>
              <a:t>源码：packages/coding-agent/src/core/tools/renderers/index.ts:1</a:t>
            </a:r>
          </a:p>
          <a:p xmlns:a="http://schemas.openxmlformats.org/drawingml/2006/main">
            <a:r>
              <a:t>源码：packages/coding-agent/src/core/tools/renderers/ls.ts:1</a:t>
            </a:r>
          </a:p>
          <a:p xmlns:a="http://schemas.openxmlformats.org/drawingml/2006/main">
            <a:r>
              <a:t>源码：packages/coding-agent/src/core/tools/renderers/read.ts:1</a:t>
            </a:r>
          </a:p>
          <a:p xmlns:a="http://schemas.openxmlformats.org/drawingml/2006/main">
            <a:r>
              <a:t>源码：packages/coding-agent/src/core/tools/renderers/write.ts:1</a:t>
            </a:r>
          </a:p>
          <a:p xmlns:a="http://schemas.openxmlformats.org/drawingml/2006/main">
            <a:r>
              <a:t>源码：packages/coding-agent/src/modes/interactive/components/armin.ts:1</a:t>
            </a:r>
          </a:p>
          <a:p xmlns:a="http://schemas.openxmlformats.org/drawingml/2006/main">
            <a:r>
              <a:t>源码：packages/coding-agent/src/modes/interactive/components/assistant-message.ts:1</a:t>
            </a:r>
          </a:p>
          <a:p xmlns:a="http://schemas.openxmlformats.org/drawingml/2006/main">
            <a:r>
              <a:t>源码：packages/coding-agent/src/modes/interactive/components/auth-url.ts:1</a:t>
            </a:r>
          </a:p>
          <a:p xmlns:a="http://schemas.openxmlformats.org/drawingml/2006/main">
            <a:r>
              <a:t>源码：packages/coding-agent/src/modes/interactive/components/bash-execution.ts:1</a:t>
            </a:r>
          </a:p>
          <a:p xmlns:a="http://schemas.openxmlformats.org/drawingml/2006/main">
            <a:r>
              <a:t>源码：packages/coding-agent/src/modes/interactive/components/bordered-loader.ts:1</a:t>
            </a:r>
          </a:p>
          <a:p xmlns:a="http://schemas.openxmlformats.org/drawingml/2006/main">
            <a:r>
              <a:t>源码：packages/coding-agent/src/modes/interactive/components/branch-summary-message.ts:1</a:t>
            </a:r>
          </a:p>
          <a:p xmlns:a="http://schemas.openxmlformats.org/drawingml/2006/main">
            <a:r>
              <a:t>源码：packages/coding-agent/src/modes/interactive/components/compaction-summary-message.ts:1</a:t>
            </a:r>
          </a:p>
          <a:p xmlns:a="http://schemas.openxmlformats.org/drawingml/2006/main">
            <a:r>
              <a:t>源码：packages/coding-agent/src/modes/interactive/components/config-selector.ts:1</a:t>
            </a:r>
          </a:p>
          <a:p xmlns:a="http://schemas.openxmlformats.org/drawingml/2006/main">
            <a:r>
              <a:t>源码：packages/coding-agent/src/modes/interactive/components/countdown-timer.ts:1</a:t>
            </a:r>
          </a:p>
          <a:p xmlns:a="http://schemas.openxmlformats.org/drawingml/2006/main">
            <a:r>
              <a:t>源码：packages/coding-agent/src/modes/interactive/components/custom-editor.ts:1</a:t>
            </a:r>
          </a:p>
          <a:p xmlns:a="http://schemas.openxmlformats.org/drawingml/2006/main">
            <a:r>
              <a:t>源码：packages/coding-agent/src/modes/interactive/components/custom-entry.ts:1</a:t>
            </a:r>
          </a:p>
          <a:p xmlns:a="http://schemas.openxmlformats.org/drawingml/2006/main">
            <a:r>
              <a:t>源码：packages/coding-agent/src/modes/interactive/components/custom-message.ts:1</a:t>
            </a:r>
          </a:p>
          <a:p xmlns:a="http://schemas.openxmlformats.org/drawingml/2006/main">
            <a:r>
              <a:t>源码：packages/coding-agent/src/modes/interactive/components/diff.ts:1</a:t>
            </a:r>
          </a:p>
          <a:p xmlns:a="http://schemas.openxmlformats.org/drawingml/2006/main">
            <a:r>
              <a:t>源码：packages/coding-agent/src/modes/interactive/components/dynamic-border.ts:1</a:t>
            </a:r>
          </a:p>
          <a:p xmlns:a="http://schemas.openxmlformats.org/drawingml/2006/main">
            <a:r>
              <a:t>源码：packages/coding-agent/src/modes/interactive/components/earendil-announcement.ts:1</a:t>
            </a:r>
          </a:p>
          <a:p xmlns:a="http://schemas.openxmlformats.org/drawingml/2006/main">
            <a:r>
              <a:t>源码：packages/coding-agent/src/modes/interactive/components/easter-egg-3d.lazy.ts:1</a:t>
            </a:r>
          </a:p>
          <a:p xmlns:a="http://schemas.openxmlformats.org/drawingml/2006/main">
            <a:r>
              <a:t>源码：packages/coding-agent/src/modes/interactive/components/easter-egg-3d.ts:1</a:t>
            </a:r>
          </a:p>
          <a:p xmlns:a="http://schemas.openxmlformats.org/drawingml/2006/main">
            <a:r>
              <a:t>源码：packages/coding-agent/src/modes/interactive/components/extension-editor.ts:1</a:t>
            </a:r>
          </a:p>
          <a:p xmlns:a="http://schemas.openxmlformats.org/drawingml/2006/main">
            <a:r>
              <a:t>源码：packages/coding-agent/src/modes/interactive/components/extension-input.ts:1</a:t>
            </a:r>
          </a:p>
          <a:p xmlns:a="http://schemas.openxmlformats.org/drawingml/2006/main">
            <a:r>
              <a:t>源码：packages/coding-agent/src/modes/interactive/components/extension-selector.ts:1</a:t>
            </a:r>
          </a:p>
          <a:p xmlns:a="http://schemas.openxmlformats.org/drawingml/2006/main">
            <a:r>
              <a:t>源码：packages/coding-agent/src/modes/interactive/components/first-time-setup.ts:1</a:t>
            </a:r>
          </a:p>
          <a:p xmlns:a="http://schemas.openxmlformats.org/drawingml/2006/main">
            <a:r>
              <a:t>源码：packages/coding-agent/src/modes/interactive/components/footer.ts:1</a:t>
            </a:r>
          </a:p>
          <a:p xmlns:a="http://schemas.openxmlformats.org/drawingml/2006/main">
            <a:r>
              <a:t>源码：packages/coding-agent/src/modes/interactive/components/index.ts:1</a:t>
            </a:r>
          </a:p>
          <a:p xmlns:a="http://schemas.openxmlformats.org/drawingml/2006/main">
            <a:r>
              <a:t>源码：packages/coding-agent/src/modes/interactive/components/keybinding-hints.ts:1</a:t>
            </a:r>
          </a:p>
          <a:p xmlns:a="http://schemas.openxmlformats.org/drawingml/2006/main">
            <a:r>
              <a:t>源码：packages/coding-agent/src/modes/interactive/components/login-dialog.ts:1</a:t>
            </a:r>
          </a:p>
          <a:p xmlns:a="http://schemas.openxmlformats.org/drawingml/2006/main">
            <a:r>
              <a:t>源码：packages/coding-agent/src/modes/interactive/components/markdown-transform.ts:1</a:t>
            </a:r>
          </a:p>
          <a:p xmlns:a="http://schemas.openxmlformats.org/drawingml/2006/main">
            <a:r>
              <a:t>源码：packages/coding-agent/src/modes/interactive/components/mermaid.ts:1</a:t>
            </a:r>
          </a:p>
          <a:p xmlns:a="http://schemas.openxmlformats.org/drawingml/2006/main">
            <a:r>
              <a:t>源码：packages/coding-agent/src/modes/interactive/components/model-selector.ts:1</a:t>
            </a:r>
          </a:p>
          <a:p xmlns:a="http://schemas.openxmlformats.org/drawingml/2006/main">
            <a:r>
              <a:t>源码：packages/coding-agent/src/modes/interactive/components/oauth-selector.ts:1</a:t>
            </a:r>
          </a:p>
          <a:p xmlns:a="http://schemas.openxmlformats.org/drawingml/2006/main">
            <a:r>
              <a:t>源码：packages/coding-agent/src/modes/interactive/components/pi-logo.ts:1</a:t>
            </a:r>
          </a:p>
          <a:p xmlns:a="http://schemas.openxmlformats.org/drawingml/2006/main">
            <a:r>
              <a:t>源码：packages/coding-agent/src/modes/interactive/components/radius-login-selector.ts:1</a:t>
            </a:r>
          </a:p>
          <a:p xmlns:a="http://schemas.openxmlformats.org/drawingml/2006/main">
            <a:r>
              <a:t>源码：packages/coding-agent/src/modes/interactive/components/scoped-models-selector.ts:1</a:t>
            </a:r>
          </a:p>
          <a:p xmlns:a="http://schemas.openxmlformats.org/drawingml/2006/main">
            <a:r>
              <a:t>源码：packages/coding-agent/src/modes/interactive/components/session-selector-search.ts:1</a:t>
            </a:r>
          </a:p>
          <a:p xmlns:a="http://schemas.openxmlformats.org/drawingml/2006/main">
            <a:r>
              <a:t>源码：packages/coding-agent/src/modes/interactive/components/session-selector.ts:1</a:t>
            </a:r>
          </a:p>
          <a:p xmlns:a="http://schemas.openxmlformats.org/drawingml/2006/main">
            <a:r>
              <a:t>源码：packages/coding-agent/src/modes/interactive/components/settings-selector.ts:1</a:t>
            </a:r>
          </a:p>
          <a:p xmlns:a="http://schemas.openxmlformats.org/drawingml/2006/main">
            <a:r>
              <a:t>源码：packages/coding-agent/src/modes/interactive/components/settings-submenu.ts:1</a:t>
            </a:r>
          </a:p>
          <a:p xmlns:a="http://schemas.openxmlformats.org/drawingml/2006/main">
            <a:r>
              <a:t>源码：packages/coding-agent/src/modes/interactive/components/show-images-selector.ts:1</a:t>
            </a:r>
          </a:p>
          <a:p xmlns:a="http://schemas.openxmlformats.org/drawingml/2006/main">
            <a:r>
              <a:t>源码：packages/coding-agent/src/modes/interactive/components/skill-invocation-message.ts:1</a:t>
            </a:r>
          </a:p>
          <a:p xmlns:a="http://schemas.openxmlformats.org/drawingml/2006/main">
            <a:r>
              <a:t>源码：packages/coding-agent/src/modes/interactive/components/status-indicator.ts:1</a:t>
            </a:r>
          </a:p>
          <a:p xmlns:a="http://schemas.openxmlformats.org/drawingml/2006/main">
            <a:r>
              <a:t>源码：packages/coding-agent/src/modes/interactive/components/theme-selector.ts:1</a:t>
            </a:r>
          </a:p>
          <a:p xmlns:a="http://schemas.openxmlformats.org/drawingml/2006/main">
            <a:r>
              <a:t>源码：packages/coding-agent/src/modes/interactive/components/themed-text.ts:1</a:t>
            </a:r>
          </a:p>
          <a:p xmlns:a="http://schemas.openxmlformats.org/drawingml/2006/main">
            <a:r>
              <a:t>源码：packages/coding-agent/src/modes/interactive/components/thinking-selector.ts:1</a:t>
            </a:r>
          </a:p>
          <a:p xmlns:a="http://schemas.openxmlformats.org/drawingml/2006/main">
            <a:r>
              <a:t>源码：packages/coding-agent/src/modes/interactive/components/tool-execution.ts:1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>源码：packages/coding-agent/src/modes/interactive/components/trust-selector.ts:1</a:t>
            </a:r>
          </a:p>
          <a:p xmlns:a="http://schemas.openxmlformats.org/drawingml/2006/main">
            <a:r>
              <a:t>源码：packages/coding-agent/src/modes/interactive/components/user-message-selector.ts:1</a:t>
            </a:r>
          </a:p>
          <a:p xmlns:a="http://schemas.openxmlformats.org/drawingml/2006/main">
            <a:r>
              <a:t>源码：packages/coding-agent/src/modes/interactive/components/user-message.ts:1</a:t>
            </a:r>
          </a:p>
          <a:p xmlns:a="http://schemas.openxmlformats.org/drawingml/2006/main">
            <a:r>
              <a:t>源码：packages/coding-agent/src/modes/interactive/components/visual-truncate.ts:1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布局与屏幕模式</a:t>
            </a:r>
          </a:p>
          <a:p xmlns:a="http://schemas.openxmlformats.org/drawingml/2006/main">
            <a:r>
              <a:t>查看全屏布局、浮层和焦点变化，确认退出后恢复原来的终端状态。</a:t>
            </a:r>
          </a:p>
          <a:p xmlns:a="http://schemas.openxmlformats.org/drawingml/2006/main">
            <a:r>
              <a:t>输入：组件与可用空间</a:t>
            </a:r>
          </a:p>
          <a:p xmlns:a="http://schemas.openxmlformats.org/drawingml/2006/main">
            <a:r>
              <a:t>输出：可交互布局</a:t>
            </a:r>
          </a:p>
          <a:p xmlns:a="http://schemas.openxmlformats.org/drawingml/2006/main">
            <a:r>
              <a:t>入口：--tui-mode；tuiMode；quietStartup: header</a:t>
            </a:r>
          </a:p>
          <a:p xmlns:a="http://schemas.openxmlformats.org/drawingml/2006/main">
            <a:r>
              <a:t>行为与边界：fullscreen/regular 是终端呈现选择，不改变底层 Agent 消息循环。</a:t>
            </a:r>
          </a:p>
          <a:p xmlns:a="http://schemas.openxmlformats.org/drawingml/2006/main">
            <a:r>
              <a:t>源码：packages/coding-agent/src/cli/startup-ui.ts:1</a:t>
            </a:r>
          </a:p>
          <a:p xmlns:a="http://schemas.openxmlformats.org/drawingml/2006/main">
            <a:r>
              <a:t>源码：packages/coding-agent/src/core/settings-manager.ts:1</a:t>
            </a:r>
          </a:p>
          <a:p xmlns:a="http://schemas.openxmlformats.org/drawingml/2006/main">
            <a:r>
              <a:t>源码：packages/coding-agent/src/modes/interactive/interactive-mode.ts:1</a:t>
            </a:r>
          </a:p>
          <a:p xmlns:a="http://schemas.openxmlformats.org/drawingml/2006/main">
            <a:r>
              <a:t>源码：packages/coding-agent/src/modes/interactive/tui-renderer.ts:1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应用主题与重载</a:t>
            </a:r>
          </a:p>
          <a:p xmlns:a="http://schemas.openxmlformats.org/drawingml/2006/main">
            <a:r>
              <a:t>从语义颜色读取主题，观察系统主题变化与自定义主题验证，不把颜色硬编码进逻辑。</a:t>
            </a:r>
          </a:p>
          <a:p xmlns:a="http://schemas.openxmlformats.org/drawingml/2006/main">
            <a:r>
              <a:t>输入：主题设置与终端能力</a:t>
            </a:r>
          </a:p>
          <a:p xmlns:a="http://schemas.openxmlformats.org/drawingml/2006/main">
            <a:r>
              <a:t>输出：一致的界面样式</a:t>
            </a:r>
          </a:p>
          <a:p xmlns:a="http://schemas.openxmlformats.org/drawingml/2006/main">
            <a:r>
              <a:t>入口：--theme；--use-theme；主题设置</a:t>
            </a:r>
          </a:p>
          <a:p xmlns:a="http://schemas.openxmlformats.org/drawingml/2006/main">
            <a:r>
              <a:t>行为与边界：样式属于呈现层；主题资源有独立验证与重载机制。</a:t>
            </a:r>
          </a:p>
          <a:p xmlns:a="http://schemas.openxmlformats.org/drawingml/2006/main">
            <a:r>
              <a:t>源码：packages/coding-agent/src/modes/interactive/theme/dark.json:1</a:t>
            </a:r>
          </a:p>
          <a:p xmlns:a="http://schemas.openxmlformats.org/drawingml/2006/main">
            <a:r>
              <a:t>源码：packages/coding-agent/src/modes/interactive/theme/light.json:1</a:t>
            </a:r>
          </a:p>
          <a:p xmlns:a="http://schemas.openxmlformats.org/drawingml/2006/main">
            <a:r>
              <a:t>源码：packages/coding-agent/src/modes/interactive/theme/system-theme.ts:1</a:t>
            </a:r>
          </a:p>
          <a:p xmlns:a="http://schemas.openxmlformats.org/drawingml/2006/main">
            <a:r>
              <a:t>源码：packages/coding-agent/src/modes/interactive/theme/theme-controller.ts:1</a:t>
            </a:r>
          </a:p>
          <a:p xmlns:a="http://schemas.openxmlformats.org/drawingml/2006/main">
            <a:r>
              <a:t>源码：packages/coding-agent/src/modes/interactive/theme/theme-schema.ts:1</a:t>
            </a:r>
          </a:p>
          <a:p xmlns:a="http://schemas.openxmlformats.org/drawingml/2006/main">
            <a:r>
              <a:t>源码：packages/coding-agent/src/modes/interactive/theme/theme-tokens.ts:1</a:t>
            </a:r>
          </a:p>
          <a:p xmlns:a="http://schemas.openxmlformats.org/drawingml/2006/main">
            <a:r>
              <a:t>源码：packages/coding-agent/src/modes/interactive/theme/theme.ts:1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失败与恢复：渲染不能成为写入业务状态的隐式入口。无 UI 模式需要明确降级，不能等待永远不会出现的选择器。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练习：找一个自定义 UI 示例，记录输入、返回值、取消值以及清理步骤。</a:t>
            </a:r>
          </a:p>
          <a:p xmlns:a="http://schemas.openxmlformats.org/drawingml/2006/main">
            <a:r>
              <a:t>参考判断：答案需说明非交互模式的行为，且区分展示细节与发送给模型的内容。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全屏终端、普通模式与启动显示</a:t>
            </a:r>
          </a:p>
          <a:p xmlns:a="http://schemas.openxmlformats.org/drawingml/2006/main">
            <a:r>
              <a:t>默认全屏呈现聊天，提供 regular 模式保留终端滚动历史，支持安静启动时只显示 header。</a:t>
            </a:r>
          </a:p>
          <a:p xmlns:a="http://schemas.openxmlformats.org/drawingml/2006/main">
            <a:r>
              <a:t>入口：--tui-mode；tuiMode；quietStartup: header</a:t>
            </a:r>
          </a:p>
          <a:p xmlns:a="http://schemas.openxmlformats.org/drawingml/2006/main">
            <a:r>
              <a:t>边界：fullscreen/regular 是终端呈现选择，不改变底层 Agent 消息循环。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主题、颜色与代码高亮</a:t>
            </a:r>
          </a:p>
          <a:p xmlns:a="http://schemas.openxmlformats.org/drawingml/2006/main">
            <a:r>
              <a:t>加载主题定义并为终端文本、Markdown 与代码提供样式。</a:t>
            </a:r>
          </a:p>
          <a:p xmlns:a="http://schemas.openxmlformats.org/drawingml/2006/main">
            <a:r>
              <a:t>入口：--theme；--use-theme；主题设置</a:t>
            </a:r>
          </a:p>
          <a:p xmlns:a="http://schemas.openxmlformats.org/drawingml/2006/main">
            <a:r>
              <a:t>边界：样式属于呈现层；主题资源有独立验证与重载机制。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系统主题与终端调色板</a:t>
            </a:r>
          </a:p>
          <a:p xmlns:a="http://schemas.openxmlformats.org/drawingml/2006/main">
            <a:r>
              <a:t>默认从终端调色板派生颜色，并支持独立主题切换与重载。</a:t>
            </a:r>
          </a:p>
          <a:p xmlns:a="http://schemas.openxmlformats.org/drawingml/2006/main">
            <a:r>
              <a:t>入口：system 主题；/settings；主题资源</a:t>
            </a:r>
          </a:p>
          <a:p xmlns:a="http://schemas.openxmlformats.org/drawingml/2006/main">
            <a:r>
              <a:t>边界：主题改变显示颜色；终端能力和调色板读取决定最终效果。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extensions/question · 示例</a:t>
            </a:r>
          </a:p>
          <a:p xmlns:a="http://schemas.openxmlformats.org/drawingml/2006/main">
            <a:r>
              <a:t>展示 extensions/question.ts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入口：packages/coding-agent/examples/extensions/question.ts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extensions/questionnaire · 示例</a:t>
            </a:r>
          </a:p>
          <a:p xmlns:a="http://schemas.openxmlformats.org/drawingml/2006/main">
            <a:r>
              <a:t>展示 extensions/questionnaire.ts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入口：packages/coding-agent/examples/extensions/questionnaire.ts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extensions/built-in-tool-renderer · 示例</a:t>
            </a:r>
          </a:p>
          <a:p xmlns:a="http://schemas.openxmlformats.org/drawingml/2006/main">
            <a:r>
              <a:t>展示 extensions/built-in-tool-renderer.ts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入口：packages/coding-agent/examples/extensions/built-in-tool-renderer.ts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extensions/minimal-mode · 示例</a:t>
            </a:r>
          </a:p>
          <a:p xmlns:a="http://schemas.openxmlformats.org/drawingml/2006/main">
            <a:r>
              <a:t>展示 extensions/minimal-mode.ts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入口：packages/coding-agent/examples/extensions/minimal-mode.ts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extensions/status-line · 示例</a:t>
            </a:r>
          </a:p>
          <a:p xmlns:a="http://schemas.openxmlformats.org/drawingml/2006/main">
            <a:r>
              <a:t>展示 extensions/status-line.ts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入口：packages/coding-agent/examples/extensions/status-line.ts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extensions/model-status · 示例</a:t>
            </a:r>
          </a:p>
          <a:p xmlns:a="http://schemas.openxmlformats.org/drawingml/2006/main">
            <a:r>
              <a:t>展示 extensions/model-status.ts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入口：packages/coding-agent/examples/extensions/model-status.ts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extensions/custom-header · 示例</a:t>
            </a:r>
          </a:p>
          <a:p xmlns:a="http://schemas.openxmlformats.org/drawingml/2006/main">
            <a:r>
              <a:t>展示 extensions/custom-header.ts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入口：packages/coding-agent/examples/extensions/custom-header.ts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extensions/custom-footer · 示例</a:t>
            </a:r>
          </a:p>
          <a:p xmlns:a="http://schemas.openxmlformats.org/drawingml/2006/main">
            <a:r>
              <a:t>展示 extensions/custom-footer.ts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入口：packages/coding-agent/examples/extensions/custom-footer.ts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extensions/widget-placement · 示例</a:t>
            </a:r>
          </a:p>
          <a:p xmlns:a="http://schemas.openxmlformats.org/drawingml/2006/main">
            <a:r>
              <a:t>展示 extensions/widget-placement.ts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入口：packages/coding-agent/examples/extensions/widget-placement.ts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extensions/working-indicator · 示例</a:t>
            </a:r>
          </a:p>
          <a:p xmlns:a="http://schemas.openxmlformats.org/drawingml/2006/main">
            <a:r>
              <a:t>展示 extensions/working-indicator.ts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入口：packages/coding-agent/examples/extensions/working-indicator.ts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extensions/hidden-thinking-label · 示例</a:t>
            </a:r>
          </a:p>
          <a:p xmlns:a="http://schemas.openxmlformats.org/drawingml/2006/main">
            <a:r>
              <a:t>展示 extensions/hidden-thinking-label.ts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入口：packages/coding-agent/examples/extensions/hidden-thinking-label.ts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extensions/timed-confirm · 示例</a:t>
            </a:r>
          </a:p>
          <a:p xmlns:a="http://schemas.openxmlformats.org/drawingml/2006/main">
            <a:r>
              <a:t>展示 extensions/timed-confirm.ts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入口：packages/coding-agent/examples/extensions/timed-confirm.ts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extensions/modal-editor · 示例</a:t>
            </a:r>
          </a:p>
          <a:p xmlns:a="http://schemas.openxmlformats.org/drawingml/2006/main">
            <a:r>
              <a:t>展示 extensions/modal-editor.ts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入口：packages/coding-agent/examples/extensions/modal-editor.ts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extensions/rainbow-editor · 示例</a:t>
            </a:r>
          </a:p>
          <a:p xmlns:a="http://schemas.openxmlformats.org/drawingml/2006/main">
            <a:r>
              <a:t>展示 extensions/rainbow-editor.ts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入口：packages/coding-agent/examples/extensions/rainbow-editor.ts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extensions/notify · 示例</a:t>
            </a:r>
          </a:p>
          <a:p xmlns:a="http://schemas.openxmlformats.org/drawingml/2006/main">
            <a:r>
              <a:t>展示 extensions/notify.ts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入口：packages/coding-agent/examples/extensions/notify.ts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extensions/titlebar-spinner · 示例</a:t>
            </a:r>
          </a:p>
          <a:p xmlns:a="http://schemas.openxmlformats.org/drawingml/2006/main">
            <a:r>
              <a:t>展示 extensions/titlebar-spinner.ts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入口：packages/coding-agent/examples/extensions/titlebar-spinner.ts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extensions/summarize · 示例</a:t>
            </a:r>
          </a:p>
          <a:p xmlns:a="http://schemas.openxmlformats.org/drawingml/2006/main">
            <a:r>
              <a:t>展示 extensions/summarize.ts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入口：packages/coding-agent/examples/extensions/summarize.ts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extensions/snake · 示例</a:t>
            </a:r>
          </a:p>
          <a:p xmlns:a="http://schemas.openxmlformats.org/drawingml/2006/main">
            <a:r>
              <a:t>展示 extensions/snake.ts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入口：packages/coding-agent/examples/extensions/snake.ts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extensions/tic-tac-toe · 示例</a:t>
            </a:r>
          </a:p>
          <a:p xmlns:a="http://schemas.openxmlformats.org/drawingml/2006/main">
            <a:r>
              <a:t>展示 extensions/tic-tac-toe.ts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入口：packages/coding-agent/examples/extensions/tic-tac-toe.ts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extensions/overlay-test · 示例</a:t>
            </a:r>
          </a:p>
          <a:p xmlns:a="http://schemas.openxmlformats.org/drawingml/2006/main">
            <a:r>
              <a:t>展示 extensions/overlay-test.ts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入口：packages/coding-agent/examples/extensions/overlay-test.ts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extensions/overlay-qa-tests · 示例</a:t>
            </a:r>
          </a:p>
          <a:p xmlns:a="http://schemas.openxmlformats.org/drawingml/2006/main">
            <a:r>
              <a:t>展示 extensions/overlay-qa-tests.ts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入口：packages/coding-agent/examples/extensions/overlay-qa-tests.ts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extensions/doom-overlay · 示例</a:t>
            </a:r>
          </a:p>
          <a:p xmlns:a="http://schemas.openxmlformats.org/drawingml/2006/main">
            <a:r>
              <a:t>展示 extensions/doom-overlay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入口：packages/coding-agent/examples/extensions/doom-overlay/index.ts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extensions/message-renderer · 示例</a:t>
            </a:r>
          </a:p>
          <a:p xmlns:a="http://schemas.openxmlformats.org/drawingml/2006/main">
            <a:r>
              <a:t>展示 extensions/message-renderer.ts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入口：packages/coding-agent/examples/extensions/message-renderer.ts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extensions/entry-renderer · 示例</a:t>
            </a:r>
          </a:p>
          <a:p xmlns:a="http://schemas.openxmlformats.org/drawingml/2006/main">
            <a:r>
              <a:t>展示 extensions/entry-renderer.ts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入口：packages/coding-agent/examples/extensions/entry-renderer.ts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packages/coding-agent/examples/extensions/doom-overlay/README.md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packages/coding-agent/test/first-time-setup-fork.test.ts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packages/coding-agent/test/interactive-mode-extension-dialogs.test.ts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packages/coding-agent/test/syntax-highlight.test.ts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packages/coding-agent/test/test-theme-colors.ts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packages/coding-agent/test/theme-detection.test.ts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packages/coding-agent/test/theme-picker.test.ts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packages/coding-agent/test/theme-style.test.ts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UI-12 · 工具结果展开／折叠 [内置] 在紧凑浏览与完整工具输出之间切换，避免长命令输出淹没对话，同时保留查看细节的入口。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UI-13 · 推理内容显示控制 [内置] 显示或隐藏提供商返回的 thinking 内容；只改变呈现，不等于改变模型的推理级别。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UI-18 · 全屏终端布局 [内置] 固定编辑区和状态区，让历史记录在独立视口内滚动，支持滚轮、拖动滚动条和回到底部跟随输出。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UI-19 · 普通终端布局 [内置] 使用终端原有滚动历史，适合偏好终端自身选择、复制和 scrollback 的用户。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CFG-19 · 内置主题与自动明暗 [内置] system 主题根据终端颜色生成配色，也可选择 dark、light 或明暗主题对并响应外观变化。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CFG-20 · 自定义主题 [可选] 用 JSON 定义语义颜色、变量和导出背景；支持 RGB、ANSI、OKLCH、OKHSL 与终端默认色。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CFG-21 · 主题重载与格式检查 [内置] 活动用户主题可热更新，其他来源可 `/reload`；重复名称、循环变量等错误会报告。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EXT-31 · 工具呈现的耗时与留白上下文 [库] 渲染器读取最终结果 durationMs 和 outputPad，使自定义工具显示与普通工具的耗时和横向留白一致；工具结束事件也携带耗时。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OTH-10 · 用户问题选择器 [示例] 模型需要澄清时显示选项，展示扩展如何把工具执行与用户回答连接起来。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OTH-11 · 多问题问卷 [示例] 用标签栏在多道问题间切换，集中收集任务参数，避免只支持单次简单确认。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OTH-15 · 自定义内置工具显示 [示例] 改变 read、bash、edit、write 的紧凑显示，或仅保留调用不显示折叠结果，工具行为不变。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OTH-27 · 页脚状态与模型状态 [示例] 显示轮次进度或模型切换后的状态文本，并使用主题色。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OTH-28 · 自定义头部与底部 [示例] 替换启动头部或页脚，例如显示 Git 分支和 token 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OTH-29 · Widget 位置控制 [示例] 将持续状态块放在编辑器上方或下方，而不是不断新增聊天消息。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OTH-30 · 工作指示与折叠推理标签 [示例] 定制运行中的视觉指示和隐藏推理标签，使 UI 与扩展工作流一致。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OTH-32 · 限时对话框 [示例] 用 AbortSignal 自动关闭确认和选择对话框，避免长时间无人响应。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OTH-34 · 模态／动画编辑器 [示例] 实现类似 Vim 的模式编辑器或动态彩色文本，展示替换核心编辑组件的方法。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OTH-35 · 完成通知与标题动画 [示例] 借助支持的终端协议发送完成通知，或在终端标题中显示运行指示。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OTH-36 · 临时摘要窗口 [示例] 调用示例指定模型总结会话，并在临时 UI 中展示，不必作为普通对话消息输出。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OTH-37 · 贪吃蛇和井字棋 [示例] 展示实时键盘 UI、会话状态保存及顺序工具调用如何支持小游戏。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OTH-38 · 覆盖层交互与 DOOM [示例] 展示覆盖层布局、堆叠、动画和实时绘制；DOOM 是扩展示范，不是编码代理核心业务。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OTH-49 · 自定义消息／条目展示 [示例] 为扩展消息和不进入模型上下文的记录定制颜色、折叠与详情。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tui-input / 终端字节到按键、编辑与补全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场景：输入中文、粘贴多行或按快捷键时，需要理解编辑器如何变化。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拆分输入协议</a:t>
            </a:r>
          </a:p>
          <a:p xmlns:a="http://schemas.openxmlformats.org/drawingml/2006/main">
            <a:r>
              <a:t>阅读 stdin-buffer、keys 与 mouse，把转义序列、普通文字和协议报告分开。</a:t>
            </a:r>
          </a:p>
          <a:p xmlns:a="http://schemas.openxmlformats.org/drawingml/2006/main">
            <a:r>
              <a:t>输入：终端字节流</a:t>
            </a:r>
          </a:p>
          <a:p xmlns:a="http://schemas.openxmlformats.org/drawingml/2006/main">
            <a:r>
              <a:t>输出：键盘、鼠标或粘贴事件</a:t>
            </a:r>
          </a:p>
          <a:p xmlns:a="http://schemas.openxmlformats.org/drawingml/2006/main">
            <a:r>
              <a:t>入口：KeybindingsManager / parseKey</a:t>
            </a:r>
          </a:p>
          <a:p xmlns:a="http://schemas.openxmlformats.org/drawingml/2006/main">
            <a:r>
              <a:t>行为与边界：终端协议报告与普通输入需要分开处理。</a:t>
            </a:r>
          </a:p>
          <a:p xmlns:a="http://schemas.openxmlformats.org/drawingml/2006/main">
            <a:r>
              <a:t>源码：packages/tui/src/components/mouse-region.ts:1</a:t>
            </a:r>
          </a:p>
          <a:p xmlns:a="http://schemas.openxmlformats.org/drawingml/2006/main">
            <a:r>
              <a:t>源码：packages/tui/src/keybindings.ts:1</a:t>
            </a:r>
          </a:p>
          <a:p xmlns:a="http://schemas.openxmlformats.org/drawingml/2006/main">
            <a:r>
              <a:t>源码：packages/tui/src/keys.ts:1</a:t>
            </a:r>
          </a:p>
          <a:p xmlns:a="http://schemas.openxmlformats.org/drawingml/2006/main">
            <a:r>
              <a:t>源码：packages/tui/src/stdin-buffer.ts:1</a:t>
            </a:r>
          </a:p>
          <a:p xmlns:a="http://schemas.openxmlformats.org/drawingml/2006/main">
            <a:r>
              <a:t>源码：packages/tui/src/tui.ts:1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映射可配置动作</a:t>
            </a:r>
          </a:p>
          <a:p xmlns:a="http://schemas.openxmlformats.org/drawingml/2006/main">
            <a:r>
              <a:t>查 DEFAULT_*_KEYBINDINGS 和配置读取，按命名动作定位处理逻辑，不增加硬编码按键判断。</a:t>
            </a:r>
          </a:p>
          <a:p xmlns:a="http://schemas.openxmlformats.org/drawingml/2006/main">
            <a:r>
              <a:t>输入：标准化按键与用户绑定</a:t>
            </a:r>
          </a:p>
          <a:p xmlns:a="http://schemas.openxmlformats.org/drawingml/2006/main">
            <a:r>
              <a:t>输出：编辑或应用动作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行为与边界：快捷键应复用命名配置；完整命令表在参考文档内。</a:t>
            </a:r>
          </a:p>
          <a:p xmlns:a="http://schemas.openxmlformats.org/drawingml/2006/main">
            <a:r>
              <a:t>源码：packages/coding-agent/src/core/keybindings.ts:1</a:t>
            </a:r>
          </a:p>
          <a:p xmlns:a="http://schemas.openxmlformats.org/drawingml/2006/main">
            <a:r>
              <a:t>源码：packages/coding-agent/src/core/slash-commands.ts:1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更新编辑状态</a:t>
            </a:r>
          </a:p>
          <a:p xmlns:a="http://schemas.openxmlformats.org/drawingml/2006/main">
            <a:r>
              <a:t>观察光标、选择、撤销与历史记录，在多字节字符和多行粘贴处检查边界。</a:t>
            </a:r>
          </a:p>
          <a:p xmlns:a="http://schemas.openxmlformats.org/drawingml/2006/main">
            <a:r>
              <a:t>输入：编辑动作</a:t>
            </a:r>
          </a:p>
          <a:p xmlns:a="http://schemas.openxmlformats.org/drawingml/2006/main">
            <a:r>
              <a:t>输出：文本、光标和历史</a:t>
            </a:r>
          </a:p>
          <a:p xmlns:a="http://schemas.openxmlformats.org/drawingml/2006/main">
            <a:r>
              <a:t>入口：Editor；配置的编辑动作</a:t>
            </a:r>
          </a:p>
          <a:p xmlns:a="http://schemas.openxmlformats.org/drawingml/2006/main">
            <a:r>
              <a:t>行为与边界：编辑历史属于输入状态，不等同于 Agent 会话树。</a:t>
            </a:r>
          </a:p>
          <a:p xmlns:a="http://schemas.openxmlformats.org/drawingml/2006/main">
            <a:r>
              <a:t>源码：packages/tui/src/kill-ring.ts:1</a:t>
            </a:r>
          </a:p>
          <a:p xmlns:a="http://schemas.openxmlformats.org/drawingml/2006/main">
            <a:r>
              <a:t>源码：packages/tui/src/undo-stack.ts:1</a:t>
            </a:r>
          </a:p>
          <a:p xmlns:a="http://schemas.openxmlformats.org/drawingml/2006/main">
            <a:r>
              <a:t>源码：packages/tui/src/word-navigation.ts:1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生成和应用补全</a:t>
            </a:r>
          </a:p>
          <a:p xmlns:a="http://schemas.openxmlformats.org/drawingml/2006/main">
            <a:r>
              <a:t>跟踪候选搜索、模糊排序和替换范围，核对补全结果如何进入编辑器。</a:t>
            </a:r>
          </a:p>
          <a:p xmlns:a="http://schemas.openxmlformats.org/drawingml/2006/main">
            <a:r>
              <a:t>输入：输入文本与位置</a:t>
            </a:r>
          </a:p>
          <a:p xmlns:a="http://schemas.openxmlformats.org/drawingml/2006/main">
            <a:r>
              <a:t>输出：候选和替换后的文本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行为与边界：补全逻辑与编辑器替换范围共同决定体验。</a:t>
            </a:r>
          </a:p>
          <a:p xmlns:a="http://schemas.openxmlformats.org/drawingml/2006/main">
            <a:r>
              <a:t>源码：packages/tui/src/autocomplete.ts:1</a:t>
            </a:r>
          </a:p>
          <a:p xmlns:a="http://schemas.openxmlformats.org/drawingml/2006/main">
            <a:r>
              <a:t>源码：packages/tui/src/fuzzy.ts:1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失败与恢复：字节数、字符数与终端列宽不同；协议序列被拆分时不能立即当普通文本处理。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练习：从已有编辑器测试选择中文、组合字符和多行粘贴三个场景，标注光标的预期位置。</a:t>
            </a:r>
          </a:p>
          <a:p xmlns:a="http://schemas.openxmlformats.org/drawingml/2006/main">
            <a:r>
              <a:t>参考判断：依据编辑器和宽度函数的契约断言，而不是用 string.length 代替显示列宽。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键盘、鼠标与输入缓存</a:t>
            </a:r>
          </a:p>
          <a:p xmlns:a="http://schemas.openxmlformats.org/drawingml/2006/main">
            <a:r>
              <a:t>解析终端输入事件并映射到可配置动作。</a:t>
            </a:r>
          </a:p>
          <a:p xmlns:a="http://schemas.openxmlformats.org/drawingml/2006/main">
            <a:r>
              <a:t>入口：KeybindingsManager / parseKey</a:t>
            </a:r>
          </a:p>
          <a:p xmlns:a="http://schemas.openxmlformats.org/drawingml/2006/main">
            <a:r>
              <a:t>边界：终端协议报告与普通输入需要分开处理。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撤销、Kill Ring 与词边界导航</a:t>
            </a:r>
          </a:p>
          <a:p xmlns:a="http://schemas.openxmlformats.org/drawingml/2006/main">
            <a:r>
              <a:t>保存编辑撤销栈、剪切文本环与单词移动边界，供编辑组件复用。</a:t>
            </a:r>
          </a:p>
          <a:p xmlns:a="http://schemas.openxmlformats.org/drawingml/2006/main">
            <a:r>
              <a:t>入口：Editor；配置的编辑动作</a:t>
            </a:r>
          </a:p>
          <a:p xmlns:a="http://schemas.openxmlformats.org/drawingml/2006/main">
            <a:r>
              <a:t>边界：编辑历史属于输入状态，不等同于 Agent 会话树。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路径、斜杠命令与模糊补全</a:t>
            </a:r>
          </a:p>
          <a:p xmlns:a="http://schemas.openxmlformats.org/drawingml/2006/main">
            <a:r>
              <a:t>根据输入生成补全候选与模糊排序。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边界：补全逻辑与编辑器替换范围共同决定体验。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滚轮累计与平台修饰键</a:t>
            </a:r>
          </a:p>
          <a:p xmlns:a="http://schemas.openxmlformats.org/drawingml/2006/main">
            <a:r>
              <a:t>处理高精度滚轮和平台修饰状态，避免小滚轮增量丢失或重复。</a:t>
            </a:r>
          </a:p>
          <a:p xmlns:a="http://schemas.openxmlformats.org/drawingml/2006/main">
            <a:r>
              <a:t>入口：鼠标滚轮；终端输入</a:t>
            </a:r>
          </a:p>
          <a:p xmlns:a="http://schemas.openxmlformats.org/drawingml/2006/main">
            <a:r>
              <a:t>边界：终端协议与平台报告影响可用事件；备用屏 contain 会消耗剩余滚动量，防止边界滚动继续带动主区。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全屏搜索与匹配导航</a:t>
            </a:r>
          </a:p>
          <a:p xmlns:a="http://schemas.openxmlformats.org/drawingml/2006/main">
            <a:r>
              <a:t>在全屏终端维护匹配与搜索高亮，支持定位当前渲染内容。</a:t>
            </a:r>
          </a:p>
          <a:p xmlns:a="http://schemas.openxmlformats.org/drawingml/2006/main">
            <a:r>
              <a:t>入口：替代屏搜索交互</a:t>
            </a:r>
          </a:p>
          <a:p xmlns:a="http://schemas.openxmlformats.org/drawingml/2006/main">
            <a:r>
              <a:t>边界：检索的是终端呈现内容，源码、MCP 工具与会话存储检索属于其他功能。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文件附件、图片与管道输入</a:t>
            </a:r>
          </a:p>
          <a:p xmlns:a="http://schemas.openxmlformats.org/drawingml/2006/main">
            <a:r>
              <a:t>将 @文件、图片和标准输入转成首条用户消息的内容。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边界：读取与规范化输入后组装消息；RPC 不接受 CLI 的 @file 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诊断、错误记录与问题报告</a:t>
            </a:r>
          </a:p>
          <a:p xmlns:a="http://schemas.openxmlformats.org/drawingml/2006/main">
            <a:r>
              <a:t>收集诊断信息、启动耗时与问题报告内容。</a:t>
            </a:r>
          </a:p>
          <a:p xmlns:a="http://schemas.openxmlformats.org/drawingml/2006/main">
            <a:r>
              <a:t>入口：/bug；诊断事件</a:t>
            </a:r>
          </a:p>
          <a:p xmlns:a="http://schemas.openxmlformats.org/drawingml/2006/main">
            <a:r>
              <a:t>边界：诊断数据可能含运行上下文；报告上传与本地记录分别处理。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extensions/github-issue-autocomplete · 示例</a:t>
            </a:r>
          </a:p>
          <a:p xmlns:a="http://schemas.openxmlformats.org/drawingml/2006/main">
            <a:r>
              <a:t>展示 extensions/github-issue-autocomplete.ts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入口：packages/coding-agent/examples/extensions/github-issue-autocomplete.ts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packages/tui/test/stdin-buffer.test.ts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packages/tui/test/word-navigation.test.ts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packages/tui/test/wheel-scroll.test.ts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packages/tui/test/fixtures/exit-without-stop.ts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UI-07 · 文件附件与路径补全 [内置] 在编辑器中用 `@` 搜索文件、Tab 补全路径，或在 CLI 使用 `@path` 注入文本或图片。RPC 启动参数不接受 `@file`。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UI-10 · 输入历史与编辑动作 [内置] 按行、按词或按字符移动、删除和撤销；支持删除文本恢复与轮换以及历史提示浏览，减少重复输入。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UI-20 · 记录搜索与消息跳转 [内置] 在全屏模式搜索已渲染记录，跳转上一个／下一个匹配或消息位置，快速定位长会话中的内容。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UI-22 · 斜杠命令发现 [内置] 输入 `/` 搜索内置命令、扩展命令、模板和技能；当前菜单随加载资源变化。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UI-24 · 启动信息与诊断 [内置] 查看已加载资源、版本、活动快捷键和更新日志；`/debug` 导出终端渲染与会话数据便于排错。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CFG-18 · 快捷键配置 [内置] 以动作名称绑定一个或多个组合键，空数组可禁用；重载后生效，支持不同平台的默认映射。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TUI-07 · 搜索、消息定位与滚动条 [库] 视口支持文本搜索、匹配高亮、OSC 133 标记跳转、滚动条拖动和回到底部按钮。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TUI-10 · 归一化鼠标事件 [库] 处理点击、按压、拖动、移动、滚轮及修饰键，按组件几何位置命中并支持拖动捕获。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TUI-16 · 命令与文件补全 [库] 组合斜杠命令、路径和 @ 附件候选，支持相对路径与用户目录。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TUI-22 · 键盘协议与组合键识别 [库] 解析普通按键、修饰键及 Kitty 键盘协议，提供统一匹配函数和 Key 辅助对象。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OTH-26 · GitHub issue 输入补全 [示例] 从 gh issue list 预载 issue，在输入中提供 `#编号` 补全，展示可堆叠补全器。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OTH-76 · Windows／WSL 快捷键适配 [平台支持] 针对终端保留组合键提供不同默认绑定，并区分 Windows 无 Unix 挂起与 WSL 的作业控制。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OTH-77 · tmux、Termux 和终端配置指南 [文档支持] 仓库提供复用器、Android Termux、图片、按键等配置指导；属于部署兼容说明，不是额外的移动应用。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tui-input / 终端字节到按键、编辑与补全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场景：输入中文、粘贴多行或按快捷键时，需要理解编辑器如何变化。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拆分输入协议</a:t>
            </a:r>
          </a:p>
          <a:p xmlns:a="http://schemas.openxmlformats.org/drawingml/2006/main">
            <a:r>
              <a:t>阅读 stdin-buffer、keys 与 mouse，把转义序列、普通文字和协议报告分开。</a:t>
            </a:r>
          </a:p>
          <a:p xmlns:a="http://schemas.openxmlformats.org/drawingml/2006/main">
            <a:r>
              <a:t>输入：终端字节流</a:t>
            </a:r>
          </a:p>
          <a:p xmlns:a="http://schemas.openxmlformats.org/drawingml/2006/main">
            <a:r>
              <a:t>输出：键盘、鼠标或粘贴事件</a:t>
            </a:r>
          </a:p>
          <a:p xmlns:a="http://schemas.openxmlformats.org/drawingml/2006/main">
            <a:r>
              <a:t>入口：KeybindingsManager / parseKey</a:t>
            </a:r>
          </a:p>
          <a:p xmlns:a="http://schemas.openxmlformats.org/drawingml/2006/main">
            <a:r>
              <a:t>行为与边界：终端协议报告与普通输入需要分开处理。</a:t>
            </a:r>
          </a:p>
          <a:p xmlns:a="http://schemas.openxmlformats.org/drawingml/2006/main">
            <a:r>
              <a:t>源码：packages/tui/src/components/mouse-region.ts:1</a:t>
            </a:r>
          </a:p>
          <a:p xmlns:a="http://schemas.openxmlformats.org/drawingml/2006/main">
            <a:r>
              <a:t>源码：packages/tui/src/keybindings.ts:1</a:t>
            </a:r>
          </a:p>
          <a:p xmlns:a="http://schemas.openxmlformats.org/drawingml/2006/main">
            <a:r>
              <a:t>源码：packages/tui/src/keys.ts:1</a:t>
            </a:r>
          </a:p>
          <a:p xmlns:a="http://schemas.openxmlformats.org/drawingml/2006/main">
            <a:r>
              <a:t>源码：packages/tui/src/stdin-buffer.ts:1</a:t>
            </a:r>
          </a:p>
          <a:p xmlns:a="http://schemas.openxmlformats.org/drawingml/2006/main">
            <a:r>
              <a:t>源码：packages/tui/src/tui.ts:1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映射可配置动作</a:t>
            </a:r>
          </a:p>
          <a:p xmlns:a="http://schemas.openxmlformats.org/drawingml/2006/main">
            <a:r>
              <a:t>查 DEFAULT_*_KEYBINDINGS 和配置读取，按命名动作定位处理逻辑，不增加硬编码按键判断。</a:t>
            </a:r>
          </a:p>
          <a:p xmlns:a="http://schemas.openxmlformats.org/drawingml/2006/main">
            <a:r>
              <a:t>输入：标准化按键与用户绑定</a:t>
            </a:r>
          </a:p>
          <a:p xmlns:a="http://schemas.openxmlformats.org/drawingml/2006/main">
            <a:r>
              <a:t>输出：编辑或应用动作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行为与边界：快捷键应复用命名配置；完整命令表在参考文档内。</a:t>
            </a:r>
          </a:p>
          <a:p xmlns:a="http://schemas.openxmlformats.org/drawingml/2006/main">
            <a:r>
              <a:t>源码：packages/coding-agent/src/core/keybindings.ts:1</a:t>
            </a:r>
          </a:p>
          <a:p xmlns:a="http://schemas.openxmlformats.org/drawingml/2006/main">
            <a:r>
              <a:t>源码：packages/coding-agent/src/core/slash-commands.ts:1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更新编辑状态</a:t>
            </a:r>
          </a:p>
          <a:p xmlns:a="http://schemas.openxmlformats.org/drawingml/2006/main">
            <a:r>
              <a:t>观察光标、选择、撤销与历史记录，在多字节字符和多行粘贴处检查边界。</a:t>
            </a:r>
          </a:p>
          <a:p xmlns:a="http://schemas.openxmlformats.org/drawingml/2006/main">
            <a:r>
              <a:t>输入：编辑动作</a:t>
            </a:r>
          </a:p>
          <a:p xmlns:a="http://schemas.openxmlformats.org/drawingml/2006/main">
            <a:r>
              <a:t>输出：文本、光标和历史</a:t>
            </a:r>
          </a:p>
          <a:p xmlns:a="http://schemas.openxmlformats.org/drawingml/2006/main">
            <a:r>
              <a:t>入口：Editor；配置的编辑动作</a:t>
            </a:r>
          </a:p>
          <a:p xmlns:a="http://schemas.openxmlformats.org/drawingml/2006/main">
            <a:r>
              <a:t>行为与边界：编辑历史属于输入状态，不等同于 Agent 会话树。</a:t>
            </a:r>
          </a:p>
          <a:p xmlns:a="http://schemas.openxmlformats.org/drawingml/2006/main">
            <a:r>
              <a:t>源码：packages/tui/src/kill-ring.ts:1</a:t>
            </a:r>
          </a:p>
          <a:p xmlns:a="http://schemas.openxmlformats.org/drawingml/2006/main">
            <a:r>
              <a:t>源码：packages/tui/src/undo-stack.ts:1</a:t>
            </a:r>
          </a:p>
          <a:p xmlns:a="http://schemas.openxmlformats.org/drawingml/2006/main">
            <a:r>
              <a:t>源码：packages/tui/src/word-navigation.ts:1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生成和应用补全</a:t>
            </a:r>
          </a:p>
          <a:p xmlns:a="http://schemas.openxmlformats.org/drawingml/2006/main">
            <a:r>
              <a:t>跟踪候选搜索、模糊排序和替换范围，核对补全结果如何进入编辑器。</a:t>
            </a:r>
          </a:p>
          <a:p xmlns:a="http://schemas.openxmlformats.org/drawingml/2006/main">
            <a:r>
              <a:t>输入：输入文本与位置</a:t>
            </a:r>
          </a:p>
          <a:p xmlns:a="http://schemas.openxmlformats.org/drawingml/2006/main">
            <a:r>
              <a:t>输出：候选和替换后的文本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行为与边界：补全逻辑与编辑器替换范围共同决定体验。</a:t>
            </a:r>
          </a:p>
          <a:p xmlns:a="http://schemas.openxmlformats.org/drawingml/2006/main">
            <a:r>
              <a:t>源码：packages/tui/src/autocomplete.ts:1</a:t>
            </a:r>
          </a:p>
          <a:p xmlns:a="http://schemas.openxmlformats.org/drawingml/2006/main">
            <a:r>
              <a:t>源码：packages/tui/src/fuzzy.ts:1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失败与恢复：字节数、字符数与终端列宽不同；协议序列被拆分时不能立即当普通文本处理。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练习：从已有编辑器测试选择中文、组合字符和多行粘贴三个场景，标注光标的预期位置。</a:t>
            </a:r>
          </a:p>
          <a:p xmlns:a="http://schemas.openxmlformats.org/drawingml/2006/main">
            <a:r>
              <a:t>参考判断：依据编辑器和宽度函数的契约断言，而不是用 string.length 代替显示列宽。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键盘、鼠标与输入缓存</a:t>
            </a:r>
          </a:p>
          <a:p xmlns:a="http://schemas.openxmlformats.org/drawingml/2006/main">
            <a:r>
              <a:t>解析终端输入事件并映射到可配置动作。</a:t>
            </a:r>
          </a:p>
          <a:p xmlns:a="http://schemas.openxmlformats.org/drawingml/2006/main">
            <a:r>
              <a:t>入口：KeybindingsManager / parseKey</a:t>
            </a:r>
          </a:p>
          <a:p xmlns:a="http://schemas.openxmlformats.org/drawingml/2006/main">
            <a:r>
              <a:t>边界：终端协议报告与普通输入需要分开处理。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撤销、Kill Ring 与词边界导航</a:t>
            </a:r>
          </a:p>
          <a:p xmlns:a="http://schemas.openxmlformats.org/drawingml/2006/main">
            <a:r>
              <a:t>保存编辑撤销栈、剪切文本环与单词移动边界，供编辑组件复用。</a:t>
            </a:r>
          </a:p>
          <a:p xmlns:a="http://schemas.openxmlformats.org/drawingml/2006/main">
            <a:r>
              <a:t>入口：Editor；配置的编辑动作</a:t>
            </a:r>
          </a:p>
          <a:p xmlns:a="http://schemas.openxmlformats.org/drawingml/2006/main">
            <a:r>
              <a:t>边界：编辑历史属于输入状态，不等同于 Agent 会话树。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路径、斜杠命令与模糊补全</a:t>
            </a:r>
          </a:p>
          <a:p xmlns:a="http://schemas.openxmlformats.org/drawingml/2006/main">
            <a:r>
              <a:t>根据输入生成补全候选与模糊排序。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边界：补全逻辑与编辑器替换范围共同决定体验。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滚轮累计与平台修饰键</a:t>
            </a:r>
          </a:p>
          <a:p xmlns:a="http://schemas.openxmlformats.org/drawingml/2006/main">
            <a:r>
              <a:t>处理高精度滚轮和平台修饰状态，避免小滚轮增量丢失或重复。</a:t>
            </a:r>
          </a:p>
          <a:p xmlns:a="http://schemas.openxmlformats.org/drawingml/2006/main">
            <a:r>
              <a:t>入口：鼠标滚轮；终端输入</a:t>
            </a:r>
          </a:p>
          <a:p xmlns:a="http://schemas.openxmlformats.org/drawingml/2006/main">
            <a:r>
              <a:t>边界：终端协议与平台报告影响可用事件；备用屏 contain 会消耗剩余滚动量，防止边界滚动继续带动主区。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全屏搜索与匹配导航</a:t>
            </a:r>
          </a:p>
          <a:p xmlns:a="http://schemas.openxmlformats.org/drawingml/2006/main">
            <a:r>
              <a:t>在全屏终端维护匹配与搜索高亮，支持定位当前渲染内容。</a:t>
            </a:r>
          </a:p>
          <a:p xmlns:a="http://schemas.openxmlformats.org/drawingml/2006/main">
            <a:r>
              <a:t>入口：替代屏搜索交互</a:t>
            </a:r>
          </a:p>
          <a:p xmlns:a="http://schemas.openxmlformats.org/drawingml/2006/main">
            <a:r>
              <a:t>边界：检索的是终端呈现内容，源码、MCP 工具与会话存储检索属于其他功能。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文件附件、图片与管道输入</a:t>
            </a:r>
          </a:p>
          <a:p xmlns:a="http://schemas.openxmlformats.org/drawingml/2006/main">
            <a:r>
              <a:t>将 @文件、图片和标准输入转成首条用户消息的内容。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边界：读取与规范化输入后组装消息；RPC 不接受 CLI 的 @file 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诊断、错误记录与问题报告</a:t>
            </a:r>
          </a:p>
          <a:p xmlns:a="http://schemas.openxmlformats.org/drawingml/2006/main">
            <a:r>
              <a:t>收集诊断信息、启动耗时与问题报告内容。</a:t>
            </a:r>
          </a:p>
          <a:p xmlns:a="http://schemas.openxmlformats.org/drawingml/2006/main">
            <a:r>
              <a:t>入口：/bug；诊断事件</a:t>
            </a:r>
          </a:p>
          <a:p xmlns:a="http://schemas.openxmlformats.org/drawingml/2006/main">
            <a:r>
              <a:t>边界：诊断数据可能含运行上下文；报告上传与本地记录分别处理。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extensions/github-issue-autocomplete · 示例</a:t>
            </a:r>
          </a:p>
          <a:p xmlns:a="http://schemas.openxmlformats.org/drawingml/2006/main">
            <a:r>
              <a:t>展示 extensions/github-issue-autocomplete.ts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入口：packages/coding-agent/examples/extensions/github-issue-autocomplete.ts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packages/tui/test/stdin-buffer.test.ts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packages/tui/test/word-navigation.test.ts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packages/tui/test/wheel-scroll.test.ts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packages/tui/test/fixtures/exit-without-stop.ts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UI-07 · 文件附件与路径补全 [内置] 在编辑器中用 `@` 搜索文件、Tab 补全路径，或在 CLI 使用 `@path` 注入文本或图片。RPC 启动参数不接受 `@file`。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UI-10 · 输入历史与编辑动作 [内置] 按行、按词或按字符移动、删除和撤销；支持删除文本恢复与轮换以及历史提示浏览，减少重复输入。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UI-20 · 记录搜索与消息跳转 [内置] 在全屏模式搜索已渲染记录，跳转上一个／下一个匹配或消息位置，快速定位长会话中的内容。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UI-22 · 斜杠命令发现 [内置] 输入 `/` 搜索内置命令、扩展命令、模板和技能；当前菜单随加载资源变化。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UI-24 · 启动信息与诊断 [内置] 查看已加载资源、版本、活动快捷键和更新日志；`/debug` 导出终端渲染与会话数据便于排错。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CFG-18 · 快捷键配置 [内置] 以动作名称绑定一个或多个组合键，空数组可禁用；重载后生效，支持不同平台的默认映射。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TUI-07 · 搜索、消息定位与滚动条 [库] 视口支持文本搜索、匹配高亮、OSC 133 标记跳转、滚动条拖动和回到底部按钮。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TUI-10 · 归一化鼠标事件 [库] 处理点击、按压、拖动、移动、滚轮及修饰键，按组件几何位置命中并支持拖动捕获。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TUI-16 · 命令与文件补全 [库] 组合斜杠命令、路径和 @ 附件候选，支持相对路径与用户目录。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TUI-22 · 键盘协议与组合键识别 [库] 解析普通按键、修饰键及 Kitty 键盘协议，提供统一匹配函数和 Key 辅助对象。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OTH-26 · GitHub issue 输入补全 [示例] 从 gh issue list 预载 issue，在输入中提供 `#编号` 补全，展示可堆叠补全器。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OTH-76 · Windows／WSL 快捷键适配 [平台支持] 针对终端保留组合键提供不同默认绑定，并区分 Windows 无 Unix 挂起与 WSL 的作业控制。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OTH-77 · tmux、Termux 和终端配置指南 [文档支持] 仓库提供复用器、Android Termux、图片、按键等配置指导；属于部署兼容说明，不是额外的移动应用。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tui-input / 终端字节到按键、编辑与补全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场景：输入中文、粘贴多行或按快捷键时，需要理解编辑器如何变化。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拆分输入协议</a:t>
            </a:r>
          </a:p>
          <a:p xmlns:a="http://schemas.openxmlformats.org/drawingml/2006/main">
            <a:r>
              <a:t>阅读 stdin-buffer、keys 与 mouse，把转义序列、普通文字和协议报告分开。</a:t>
            </a:r>
          </a:p>
          <a:p xmlns:a="http://schemas.openxmlformats.org/drawingml/2006/main">
            <a:r>
              <a:t>输入：终端字节流</a:t>
            </a:r>
          </a:p>
          <a:p xmlns:a="http://schemas.openxmlformats.org/drawingml/2006/main">
            <a:r>
              <a:t>输出：键盘、鼠标或粘贴事件</a:t>
            </a:r>
          </a:p>
          <a:p xmlns:a="http://schemas.openxmlformats.org/drawingml/2006/main">
            <a:r>
              <a:t>入口：KeybindingsManager / parseKey</a:t>
            </a:r>
          </a:p>
          <a:p xmlns:a="http://schemas.openxmlformats.org/drawingml/2006/main">
            <a:r>
              <a:t>行为与边界：终端协议报告与普通输入需要分开处理。</a:t>
            </a:r>
          </a:p>
          <a:p xmlns:a="http://schemas.openxmlformats.org/drawingml/2006/main">
            <a:r>
              <a:t>源码：packages/tui/src/components/mouse-region.ts:1</a:t>
            </a:r>
          </a:p>
          <a:p xmlns:a="http://schemas.openxmlformats.org/drawingml/2006/main">
            <a:r>
              <a:t>源码：packages/tui/src/keybindings.ts:1</a:t>
            </a:r>
          </a:p>
          <a:p xmlns:a="http://schemas.openxmlformats.org/drawingml/2006/main">
            <a:r>
              <a:t>源码：packages/tui/src/keys.ts:1</a:t>
            </a:r>
          </a:p>
          <a:p xmlns:a="http://schemas.openxmlformats.org/drawingml/2006/main">
            <a:r>
              <a:t>源码：packages/tui/src/stdin-buffer.ts:1</a:t>
            </a:r>
          </a:p>
          <a:p xmlns:a="http://schemas.openxmlformats.org/drawingml/2006/main">
            <a:r>
              <a:t>源码：packages/tui/src/tui.ts:1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映射可配置动作</a:t>
            </a:r>
          </a:p>
          <a:p xmlns:a="http://schemas.openxmlformats.org/drawingml/2006/main">
            <a:r>
              <a:t>查 DEFAULT_*_KEYBINDINGS 和配置读取，按命名动作定位处理逻辑，不增加硬编码按键判断。</a:t>
            </a:r>
          </a:p>
          <a:p xmlns:a="http://schemas.openxmlformats.org/drawingml/2006/main">
            <a:r>
              <a:t>输入：标准化按键与用户绑定</a:t>
            </a:r>
          </a:p>
          <a:p xmlns:a="http://schemas.openxmlformats.org/drawingml/2006/main">
            <a:r>
              <a:t>输出：编辑或应用动作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行为与边界：快捷键应复用命名配置；完整命令表在参考文档内。</a:t>
            </a:r>
          </a:p>
          <a:p xmlns:a="http://schemas.openxmlformats.org/drawingml/2006/main">
            <a:r>
              <a:t>源码：packages/coding-agent/src/core/keybindings.ts:1</a:t>
            </a:r>
          </a:p>
          <a:p xmlns:a="http://schemas.openxmlformats.org/drawingml/2006/main">
            <a:r>
              <a:t>源码：packages/coding-agent/src/core/slash-commands.ts:1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更新编辑状态</a:t>
            </a:r>
          </a:p>
          <a:p xmlns:a="http://schemas.openxmlformats.org/drawingml/2006/main">
            <a:r>
              <a:t>观察光标、选择、撤销与历史记录，在多字节字符和多行粘贴处检查边界。</a:t>
            </a:r>
          </a:p>
          <a:p xmlns:a="http://schemas.openxmlformats.org/drawingml/2006/main">
            <a:r>
              <a:t>输入：编辑动作</a:t>
            </a:r>
          </a:p>
          <a:p xmlns:a="http://schemas.openxmlformats.org/drawingml/2006/main">
            <a:r>
              <a:t>输出：文本、光标和历史</a:t>
            </a:r>
          </a:p>
          <a:p xmlns:a="http://schemas.openxmlformats.org/drawingml/2006/main">
            <a:r>
              <a:t>入口：Editor；配置的编辑动作</a:t>
            </a:r>
          </a:p>
          <a:p xmlns:a="http://schemas.openxmlformats.org/drawingml/2006/main">
            <a:r>
              <a:t>行为与边界：编辑历史属于输入状态，不等同于 Agent 会话树。</a:t>
            </a:r>
          </a:p>
          <a:p xmlns:a="http://schemas.openxmlformats.org/drawingml/2006/main">
            <a:r>
              <a:t>源码：packages/tui/src/kill-ring.ts:1</a:t>
            </a:r>
          </a:p>
          <a:p xmlns:a="http://schemas.openxmlformats.org/drawingml/2006/main">
            <a:r>
              <a:t>源码：packages/tui/src/undo-stack.ts:1</a:t>
            </a:r>
          </a:p>
          <a:p xmlns:a="http://schemas.openxmlformats.org/drawingml/2006/main">
            <a:r>
              <a:t>源码：packages/tui/src/word-navigation.ts:1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生成和应用补全</a:t>
            </a:r>
          </a:p>
          <a:p xmlns:a="http://schemas.openxmlformats.org/drawingml/2006/main">
            <a:r>
              <a:t>跟踪候选搜索、模糊排序和替换范围，核对补全结果如何进入编辑器。</a:t>
            </a:r>
          </a:p>
          <a:p xmlns:a="http://schemas.openxmlformats.org/drawingml/2006/main">
            <a:r>
              <a:t>输入：输入文本与位置</a:t>
            </a:r>
          </a:p>
          <a:p xmlns:a="http://schemas.openxmlformats.org/drawingml/2006/main">
            <a:r>
              <a:t>输出：候选和替换后的文本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行为与边界：补全逻辑与编辑器替换范围共同决定体验。</a:t>
            </a:r>
          </a:p>
          <a:p xmlns:a="http://schemas.openxmlformats.org/drawingml/2006/main">
            <a:r>
              <a:t>源码：packages/tui/src/autocomplete.ts:1</a:t>
            </a:r>
          </a:p>
          <a:p xmlns:a="http://schemas.openxmlformats.org/drawingml/2006/main">
            <a:r>
              <a:t>源码：packages/tui/src/fuzzy.ts:1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失败与恢复：字节数、字符数与终端列宽不同；协议序列被拆分时不能立即当普通文本处理。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练习：从已有编辑器测试选择中文、组合字符和多行粘贴三个场景，标注光标的预期位置。</a:t>
            </a:r>
          </a:p>
          <a:p xmlns:a="http://schemas.openxmlformats.org/drawingml/2006/main">
            <a:r>
              <a:t>参考判断：依据编辑器和宽度函数的契约断言，而不是用 string.length 代替显示列宽。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键盘、鼠标与输入缓存</a:t>
            </a:r>
          </a:p>
          <a:p xmlns:a="http://schemas.openxmlformats.org/drawingml/2006/main">
            <a:r>
              <a:t>解析终端输入事件并映射到可配置动作。</a:t>
            </a:r>
          </a:p>
          <a:p xmlns:a="http://schemas.openxmlformats.org/drawingml/2006/main">
            <a:r>
              <a:t>入口：KeybindingsManager / parseKey</a:t>
            </a:r>
          </a:p>
          <a:p xmlns:a="http://schemas.openxmlformats.org/drawingml/2006/main">
            <a:r>
              <a:t>边界：终端协议报告与普通输入需要分开处理。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撤销、Kill Ring 与词边界导航</a:t>
            </a:r>
          </a:p>
          <a:p xmlns:a="http://schemas.openxmlformats.org/drawingml/2006/main">
            <a:r>
              <a:t>保存编辑撤销栈、剪切文本环与单词移动边界，供编辑组件复用。</a:t>
            </a:r>
          </a:p>
          <a:p xmlns:a="http://schemas.openxmlformats.org/drawingml/2006/main">
            <a:r>
              <a:t>入口：Editor；配置的编辑动作</a:t>
            </a:r>
          </a:p>
          <a:p xmlns:a="http://schemas.openxmlformats.org/drawingml/2006/main">
            <a:r>
              <a:t>边界：编辑历史属于输入状态，不等同于 Agent 会话树。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路径、斜杠命令与模糊补全</a:t>
            </a:r>
          </a:p>
          <a:p xmlns:a="http://schemas.openxmlformats.org/drawingml/2006/main">
            <a:r>
              <a:t>根据输入生成补全候选与模糊排序。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边界：补全逻辑与编辑器替换范围共同决定体验。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滚轮累计与平台修饰键</a:t>
            </a:r>
          </a:p>
          <a:p xmlns:a="http://schemas.openxmlformats.org/drawingml/2006/main">
            <a:r>
              <a:t>处理高精度滚轮和平台修饰状态，避免小滚轮增量丢失或重复。</a:t>
            </a:r>
          </a:p>
          <a:p xmlns:a="http://schemas.openxmlformats.org/drawingml/2006/main">
            <a:r>
              <a:t>入口：鼠标滚轮；终端输入</a:t>
            </a:r>
          </a:p>
          <a:p xmlns:a="http://schemas.openxmlformats.org/drawingml/2006/main">
            <a:r>
              <a:t>边界：终端协议与平台报告影响可用事件；备用屏 contain 会消耗剩余滚动量，防止边界滚动继续带动主区。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全屏搜索与匹配导航</a:t>
            </a:r>
          </a:p>
          <a:p xmlns:a="http://schemas.openxmlformats.org/drawingml/2006/main">
            <a:r>
              <a:t>在全屏终端维护匹配与搜索高亮，支持定位当前渲染内容。</a:t>
            </a:r>
          </a:p>
          <a:p xmlns:a="http://schemas.openxmlformats.org/drawingml/2006/main">
            <a:r>
              <a:t>入口：替代屏搜索交互</a:t>
            </a:r>
          </a:p>
          <a:p xmlns:a="http://schemas.openxmlformats.org/drawingml/2006/main">
            <a:r>
              <a:t>边界：检索的是终端呈现内容，源码、MCP 工具与会话存储检索属于其他功能。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文件附件、图片与管道输入</a:t>
            </a:r>
          </a:p>
          <a:p xmlns:a="http://schemas.openxmlformats.org/drawingml/2006/main">
            <a:r>
              <a:t>将 @文件、图片和标准输入转成首条用户消息的内容。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边界：读取与规范化输入后组装消息；RPC 不接受 CLI 的 @file 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诊断、错误记录与问题报告</a:t>
            </a:r>
          </a:p>
          <a:p xmlns:a="http://schemas.openxmlformats.org/drawingml/2006/main">
            <a:r>
              <a:t>收集诊断信息、启动耗时与问题报告内容。</a:t>
            </a:r>
          </a:p>
          <a:p xmlns:a="http://schemas.openxmlformats.org/drawingml/2006/main">
            <a:r>
              <a:t>入口：/bug；诊断事件</a:t>
            </a:r>
          </a:p>
          <a:p xmlns:a="http://schemas.openxmlformats.org/drawingml/2006/main">
            <a:r>
              <a:t>边界：诊断数据可能含运行上下文；报告上传与本地记录分别处理。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extensions/github-issue-autocomplete · 示例</a:t>
            </a:r>
          </a:p>
          <a:p xmlns:a="http://schemas.openxmlformats.org/drawingml/2006/main">
            <a:r>
              <a:t>展示 extensions/github-issue-autocomplete.ts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入口：packages/coding-agent/examples/extensions/github-issue-autocomplete.ts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packages/tui/test/stdin-buffer.test.ts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packages/tui/test/word-navigation.test.ts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packages/tui/test/wheel-scroll.test.ts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packages/tui/test/fixtures/exit-without-stop.ts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UI-07 · 文件附件与路径补全 [内置] 在编辑器中用 `@` 搜索文件、Tab 补全路径，或在 CLI 使用 `@path` 注入文本或图片。RPC 启动参数不接受 `@file`。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UI-10 · 输入历史与编辑动作 [内置] 按行、按词或按字符移动、删除和撤销；支持删除文本恢复与轮换以及历史提示浏览，减少重复输入。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UI-20 · 记录搜索与消息跳转 [内置] 在全屏模式搜索已渲染记录，跳转上一个／下一个匹配或消息位置，快速定位长会话中的内容。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UI-22 · 斜杠命令发现 [内置] 输入 `/` 搜索内置命令、扩展命令、模板和技能；当前菜单随加载资源变化。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UI-24 · 启动信息与诊断 [内置] 查看已加载资源、版本、活动快捷键和更新日志；`/debug` 导出终端渲染与会话数据便于排错。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CFG-18 · 快捷键配置 [内置] 以动作名称绑定一个或多个组合键，空数组可禁用；重载后生效，支持不同平台的默认映射。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TUI-07 · 搜索、消息定位与滚动条 [库] 视口支持文本搜索、匹配高亮、OSC 133 标记跳转、滚动条拖动和回到底部按钮。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TUI-10 · 归一化鼠标事件 [库] 处理点击、按压、拖动、移动、滚轮及修饰键，按组件几何位置命中并支持拖动捕获。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TUI-16 · 命令与文件补全 [库] 组合斜杠命令、路径和 @ 附件候选，支持相对路径与用户目录。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TUI-22 · 键盘协议与组合键识别 [库] 解析普通按键、修饰键及 Kitty 键盘协议，提供统一匹配函数和 Key 辅助对象。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OTH-26 · GitHub issue 输入补全 [示例] 从 gh issue list 预载 issue，在输入中提供 `#编号` 补全，展示可堆叠补全器。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OTH-76 · Windows／WSL 快捷键适配 [平台支持] 针对终端保留组合键提供不同默认绑定，并区分 Windows 无 Unix 挂起与 WSL 的作业控制。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OTH-77 · tmux、Termux 和终端配置指南 [文档支持] 仓库提供复用器、Android Termux、图片、按键等配置指导；属于部署兼容说明，不是额外的移动应用。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tui-render / 组件树到差分渲染、图像与原生桥接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场景：窗口缩小、主题改变或工具输出变长后，终端需要正确重绘。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测量组件与布局</a:t>
            </a:r>
          </a:p>
          <a:p xmlns:a="http://schemas.openxmlformats.org/drawingml/2006/main">
            <a:r>
              <a:t>从 Component.render(width) 和布局组件看行的组合、滚动与裁剪。</a:t>
            </a:r>
          </a:p>
          <a:p xmlns:a="http://schemas.openxmlformats.org/drawingml/2006/main">
            <a:r>
              <a:t>输入：组件树与窗口尺寸</a:t>
            </a:r>
          </a:p>
          <a:p xmlns:a="http://schemas.openxmlformats.org/drawingml/2006/main">
            <a:r>
              <a:t>输出：目标屏幕行</a:t>
            </a:r>
          </a:p>
          <a:p xmlns:a="http://schemas.openxmlformats.org/drawingml/2006/main">
            <a:r>
              <a:t>入口：Layout / LayoutNode / ScrollView</a:t>
            </a:r>
          </a:p>
          <a:p xmlns:a="http://schemas.openxmlformats.org/drawingml/2006/main">
            <a:r>
              <a:t>行为与边界：终端列宽与文本字符数不同，测量结果服务于屏幕渲染。</a:t>
            </a:r>
          </a:p>
          <a:p xmlns:a="http://schemas.openxmlformats.org/drawingml/2006/main">
            <a:r>
              <a:t>源码：packages/tui/src/components/scroll-view.ts:1</a:t>
            </a:r>
          </a:p>
          <a:p xmlns:a="http://schemas.openxmlformats.org/drawingml/2006/main">
            <a:r>
              <a:t>源码：packages/tui/src/layout-node.ts:1</a:t>
            </a:r>
          </a:p>
          <a:p xmlns:a="http://schemas.openxmlformats.org/drawingml/2006/main">
            <a:r>
              <a:t>源码：packages/tui/src/layout.ts:1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按显示宽度处理文本</a:t>
            </a:r>
          </a:p>
          <a:p xmlns:a="http://schemas.openxmlformats.org/drawingml/2006/main">
            <a:r>
              <a:t>追踪 ANSI、Unicode、换行和截断，比较视觉列宽和原始字符串。</a:t>
            </a:r>
          </a:p>
          <a:p xmlns:a="http://schemas.openxmlformats.org/drawingml/2006/main">
            <a:r>
              <a:t>输入：带样式文本</a:t>
            </a:r>
          </a:p>
          <a:p xmlns:a="http://schemas.openxmlformats.org/drawingml/2006/main">
            <a:r>
              <a:t>输出：可显示的行</a:t>
            </a:r>
          </a:p>
          <a:p xmlns:a="http://schemas.openxmlformats.org/drawingml/2006/main">
            <a:r>
              <a:t>入口：visibleWidth / wrapTextWithAnsi / renderLatex</a:t>
            </a:r>
          </a:p>
          <a:p xmlns:a="http://schemas.openxmlformats.org/drawingml/2006/main">
            <a:r>
              <a:t>行为与边界：字符数量不等于终端列宽。</a:t>
            </a:r>
          </a:p>
          <a:p xmlns:a="http://schemas.openxmlformats.org/drawingml/2006/main">
            <a:r>
              <a:t>源码：packages/tui/src/latex.ts:1</a:t>
            </a:r>
          </a:p>
          <a:p xmlns:a="http://schemas.openxmlformats.org/drawingml/2006/main">
            <a:r>
              <a:t>源码：packages/tui/src/utils.ts:1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更新终端屏幕</a:t>
            </a:r>
          </a:p>
          <a:p xmlns:a="http://schemas.openxmlformats.org/drawingml/2006/main">
            <a:r>
              <a:t>区分主屏、替代屏、全量重绘与差分更新，观察光标定位及 resize。</a:t>
            </a:r>
          </a:p>
          <a:p xmlns:a="http://schemas.openxmlformats.org/drawingml/2006/main">
            <a:r>
              <a:t>输入：新旧屏幕状态</a:t>
            </a:r>
          </a:p>
          <a:p xmlns:a="http://schemas.openxmlformats.org/drawingml/2006/main">
            <a:r>
              <a:t>输出：终端输出序列</a:t>
            </a:r>
          </a:p>
          <a:p xmlns:a="http://schemas.openxmlformats.org/drawingml/2006/main">
            <a:r>
              <a:t>入口：TuiMainScreen / TuiAltScreen</a:t>
            </a:r>
          </a:p>
          <a:p xmlns:a="http://schemas.openxmlformats.org/drawingml/2006/main">
            <a:r>
              <a:t>行为与边界：渲染只处理展示，模型状态由上层传入。</a:t>
            </a:r>
          </a:p>
          <a:p xmlns:a="http://schemas.openxmlformats.org/drawingml/2006/main">
            <a:r>
              <a:t>源码：packages/tui/src/terminal.ts:1</a:t>
            </a:r>
          </a:p>
          <a:p xmlns:a="http://schemas.openxmlformats.org/drawingml/2006/main">
            <a:r>
              <a:t>源码：packages/tui/src/tui-alt-screen.ts:1</a:t>
            </a:r>
          </a:p>
          <a:p xmlns:a="http://schemas.openxmlformats.org/drawingml/2006/main">
            <a:r>
              <a:t>源码：packages/tui/src/tui-main-screen.ts:1</a:t>
            </a:r>
          </a:p>
          <a:p xmlns:a="http://schemas.openxmlformats.org/drawingml/2006/main">
            <a:r>
              <a:t>源码：packages/tui/src/tui.ts:1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处理图像与平台能力</a:t>
            </a:r>
          </a:p>
          <a:p xmlns:a="http://schemas.openxmlformats.org/drawingml/2006/main">
            <a:r>
              <a:t>检查 Kitty/iTerm2 与 native-platform 能力检测、剪贴板和回退。平台二进制与 TypeScript 包是不同构建层。</a:t>
            </a:r>
          </a:p>
          <a:p xmlns:a="http://schemas.openxmlformats.org/drawingml/2006/main">
            <a:r>
              <a:t>输入：图片和终端能力</a:t>
            </a:r>
          </a:p>
          <a:p xmlns:a="http://schemas.openxmlformats.org/drawingml/2006/main">
            <a:r>
              <a:t>输出：图像输出或回退表现</a:t>
            </a:r>
          </a:p>
          <a:p xmlns:a="http://schemas.openxmlformats.org/drawingml/2006/main">
            <a:r>
              <a:t>入口：renderImage / detectCapabilities</a:t>
            </a:r>
          </a:p>
          <a:p xmlns:a="http://schemas.openxmlformats.org/drawingml/2006/main">
            <a:r>
              <a:t>行为与边界：终端不支持时使用对应回退路径。</a:t>
            </a:r>
          </a:p>
          <a:p xmlns:a="http://schemas.openxmlformats.org/drawingml/2006/main">
            <a:r>
              <a:t>源码：packages/tui/src/native-platform.ts:1</a:t>
            </a:r>
          </a:p>
          <a:p xmlns:a="http://schemas.openxmlformats.org/drawingml/2006/main">
            <a:r>
              <a:t>源码：packages/tui/src/terminal-image.ts:1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失败与恢复：没有对应终端协议、显示服务或平台二进制时，图像与剪贴板能力可能降级。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 resize 测试解释哪些行重绘；再对照一个图像能力检测测试写出回退预期。</a:t>
            </a:r>
          </a:p>
          <a:p xmlns:a="http://schemas.openxmlformats.org/drawingml/2006/main">
            <a:r>
              <a:t>参考判断：状态验证需要包含窗口宽度和屏幕模式；图像能力不能由操作系统名称直接推断。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布局节点、测量与滚动几何</a:t>
            </a:r>
          </a:p>
          <a:p xmlns:a="http://schemas.openxmlformats.org/drawingml/2006/main">
            <a:r>
              <a:t>按可用列宽和行数测量布局，安排组件及滚动范围。</a:t>
            </a:r>
          </a:p>
          <a:p xmlns:a="http://schemas.openxmlformats.org/drawingml/2006/main">
            <a:r>
              <a:t>入口：Layout / LayoutNode / ScrollView</a:t>
            </a:r>
          </a:p>
          <a:p xmlns:a="http://schemas.openxmlformats.org/drawingml/2006/main">
            <a:r>
              <a:t>边界：终端列宽与文本字符数不同，测量结果服务于屏幕渲染。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Unicode 宽度、ANSI 与 LaTeX</a:t>
            </a:r>
          </a:p>
          <a:p xmlns:a="http://schemas.openxmlformats.org/drawingml/2006/main">
            <a:r>
              <a:t>按终端显示列处理文本、链接、换行和公式。</a:t>
            </a:r>
          </a:p>
          <a:p xmlns:a="http://schemas.openxmlformats.org/drawingml/2006/main">
            <a:r>
              <a:t>入口：visibleWidth / wrapTextWithAnsi / renderLatex</a:t>
            </a:r>
          </a:p>
          <a:p xmlns:a="http://schemas.openxmlformats.org/drawingml/2006/main">
            <a:r>
              <a:t>边界：字符数量不等于终端列宽。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主屏、替代屏与差分渲染</a:t>
            </a:r>
          </a:p>
          <a:p xmlns:a="http://schemas.openxmlformats.org/drawingml/2006/main">
            <a:r>
              <a:t>将组件行合成为终端输出并管理屏幕模式。</a:t>
            </a:r>
          </a:p>
          <a:p xmlns:a="http://schemas.openxmlformats.org/drawingml/2006/main">
            <a:r>
              <a:t>入口：TuiMainScreen / TuiAltScreen</a:t>
            </a:r>
          </a:p>
          <a:p xmlns:a="http://schemas.openxmlformats.org/drawingml/2006/main">
            <a:r>
              <a:t>边界：渲染只处理展示，模型状态由上层传入。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图像协议与能力探测</a:t>
            </a:r>
          </a:p>
          <a:p xmlns:a="http://schemas.openxmlformats.org/drawingml/2006/main">
            <a:r>
              <a:t>处理 Kitty/iTerm2 图像与原生平台能力发现。</a:t>
            </a:r>
          </a:p>
          <a:p xmlns:a="http://schemas.openxmlformats.org/drawingml/2006/main">
            <a:r>
              <a:t>入口：renderImage / detectCapabilities</a:t>
            </a:r>
          </a:p>
          <a:p xmlns:a="http://schemas.openxmlformats.org/drawingml/2006/main">
            <a:r>
              <a:t>边界：终端不支持时使用对应回退路径。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颜色空间、样式与终端色值</a:t>
            </a:r>
          </a:p>
          <a:p xmlns:a="http://schemas.openxmlformats.org/drawingml/2006/main">
            <a:r>
              <a:t>解析和转换颜色，组合文本样式并读取终端颜色。</a:t>
            </a:r>
          </a:p>
          <a:p xmlns:a="http://schemas.openxmlformats.org/drawingml/2006/main">
            <a:r>
              <a:t>入口：Color / styleText</a:t>
            </a:r>
          </a:p>
          <a:p xmlns:a="http://schemas.openxmlformats.org/drawingml/2006/main">
            <a:r>
              <a:t>边界：终端能力可能影响最终颜色显示。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剪贴板与外部编辑器</a:t>
            </a:r>
          </a:p>
          <a:p xmlns:a="http://schemas.openxmlformats.org/drawingml/2006/main">
            <a:r>
              <a:t>支持复制消息、接收剪贴板图片及外部编辑工作流。</a:t>
            </a:r>
          </a:p>
          <a:p xmlns:a="http://schemas.openxmlformats.org/drawingml/2006/main">
            <a:r>
              <a:t>入口：/copy；终端编辑器交互</a:t>
            </a:r>
          </a:p>
          <a:p xmlns:a="http://schemas.openxmlformats.org/drawingml/2006/main">
            <a:r>
              <a:t>边界：能力取决于操作系统与终端环境。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平台桥接</a:t>
            </a:r>
          </a:p>
          <a:p xmlns:a="http://schemas.openxmlformats.org/drawingml/2006/main">
            <a:r>
              <a:t>提供 Windows 原生平台和剪贴板实现及构建。</a:t>
            </a:r>
          </a:p>
          <a:p xmlns:a="http://schemas.openxmlformats.org/drawingml/2006/main">
            <a:r>
              <a:t>入口：native/win32</a:t>
            </a:r>
          </a:p>
          <a:p xmlns:a="http://schemas.openxmlformats.org/drawingml/2006/main">
            <a:r>
              <a:t>边界：二进制预构建仅列入资源清单，不解析为 TypeScript 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平台桥接</a:t>
            </a:r>
          </a:p>
          <a:p xmlns:a="http://schemas.openxmlformats.org/drawingml/2006/main">
            <a:r>
              <a:t>提供 macOS 原生平台能力与构建脚本。</a:t>
            </a:r>
          </a:p>
          <a:p xmlns:a="http://schemas.openxmlformats.org/drawingml/2006/main">
            <a:r>
              <a:t>入口：native/darwin</a:t>
            </a:r>
          </a:p>
          <a:p xmlns:a="http://schemas.openxmlformats.org/drawingml/2006/main">
            <a:r>
              <a:t>边界：Objective-C 代码保留全文，符号不由 TypeScript 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Linux X11 平台桥接</a:t>
            </a:r>
          </a:p>
          <a:p xmlns:a="http://schemas.openxmlformats.org/drawingml/2006/main">
            <a:r>
              <a:t>提供 Linux X11 剪贴板和工作线程适配。</a:t>
            </a:r>
          </a:p>
          <a:p xmlns:a="http://schemas.openxmlformats.org/drawingml/2006/main">
            <a:r>
              <a:t>入口：native/linux</a:t>
            </a:r>
          </a:p>
          <a:p xmlns:a="http://schemas.openxmlformats.org/drawingml/2006/main">
            <a:r>
              <a:t>边界：可用性取决于实际显示服务与平台条件。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原生桥接头文件</a:t>
            </a:r>
          </a:p>
          <a:p xmlns:a="http://schemas.openxmlformats.org/drawingml/2006/main">
            <a:r>
              <a:t>定义原生模块共享接口。</a:t>
            </a:r>
          </a:p>
          <a:p xmlns:a="http://schemas.openxmlformats.org/drawingml/2006/main">
            <a:r>
              <a:t>入口：N-API / clipboard 头文件</a:t>
            </a:r>
          </a:p>
          <a:p xmlns:a="http://schemas.openxmlformats.org/drawingml/2006/main">
            <a:r>
              <a:t>边界：属于平台实现支撑。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extensions/mac-system-theme · 示例</a:t>
            </a:r>
          </a:p>
          <a:p xmlns:a="http://schemas.openxmlformats.org/drawingml/2006/main">
            <a:r>
              <a:t>展示 extensions/mac-system-theme.ts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入口：packages/coding-agent/examples/extensions/mac-system-theme.ts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packages/tui/src/tui-alt-screen.ts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packages/tui/native/win32/README.md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packages/tui/native/darwin/README.md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packages/tui/native/linux/README.md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packages/tui/test/regression-regional-indicator-width.test.ts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packages/tui/test/regression-slice-by-column-ansi-order.test.ts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packages/tui/test/truncate-to-width.test.ts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packages/tui/test/visible-width.test.ts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packages/tui/test/wrap-ansi.test.ts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packages/tui/test/fixtures/exit-without-stop.ts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packages/tui/test/regression-sigwinch-kill-eacces.test.ts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packages/tui/test/virtual-terminal.ts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packages/tui/test/native-platform.test.ts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packages/tui/test/bug-regression-isimageline-startswith-bug.test.ts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packages/coding-agent/test/external-editor.test.ts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packages/coding-agent/test/clipboard-image-bmp-conversion.test.ts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UI-09 · 多行编辑与外部编辑器 [内置] 支持换行、长提示编辑，并可打开配置的外部编辑器后将文本带回当前输入框。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UI-21 · 选择复制与回答复制 [内置] 全屏拖选可自动复制；也能复制最后助手回答、树中选中消息或登录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TUI-01 · 可交换渲染器 [库] 同一 TUI 接口支持主屏和备用屏实现，业务组件可在终端原生历史或应用视口之间复用。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TUI-02 · 差异渲染与同步输出 [库] 主屏按变化行、备用屏按变化视口行更新，并使用同步输出包围刷新，减少闪烁与无效输出。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TUI-03 · 组件生命周期 [库] 用 render、可选键鼠处理和 invalidate 构建组件，组合到父容器并管理焦点。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TUI-04 · 基础容器与背景盒 [库] Container 组织子组件，Box 增加背景及内边距，Spacer 提供垂直间距。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TUI-05 · 横向／纵向约束布局 [库] 分配固定或可伸缩区域，支持最小／最大尺寸及响应式可见性，用于固定状态栏和多面板。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TUI-06 · 嵌套独立滚动 [库] 嵌套滚动区域支持剩余滚动量向父级传播或 contain 截断。本分支修复 contain 边界仍落入主滚动区兜底的问题，隔离区域到顶或到底不再带动主区。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TUI-08 · 覆盖层 [库] 在已有内容上显示对话框、菜单或临时组件，支持锚点、百分比、绝对位置、边距及堆叠。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TUI-09 · 覆盖层焦点控制 [库] 临时隐藏、恢复、置前、释放或转移焦点，支持不捕获焦点的悬浮内容。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TUI-11 · 文本选择与超链接 [库] 备用屏支持拖选、边缘自动滚动扩选、OSC 52 复制和 OSC 8 链接点击。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TUI-12 · 单行／多行文本组件 [库] 自动换行或按宽度截断，支持主题和内边距，适合消息、标题及状态文本。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TUI-13 · 单行输入框 [库] 提供光标、横向滚动和基本编辑，备用屏允许点击定位光标。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TUI-14 · 多行编辑器 [库] 支持软换行、补全、粘贴、滚动、点击定位和输入事件，构成 CLI 提示编辑区。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TUI-15 · 大段粘贴处理 [库] 支持 bracketed paste，并将大量粘贴内容以标记方式呈现，避免编辑区被长文本撑满。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TUI-17 · Markdown 与语法高亮 [库] 显示标题、列表、引用、链接、代码等，支持自定义高亮和渲染缓存；HTML 标签显示为文本。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TUI-18 · 加载与可取消进度组件 [库] 显示运行指示器，可响应取消并暴露 AbortSignal 供异步任务使用。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TUI-19 · 列表与设置控件 [库] 候选筛选、键鼠选择、分页，以及设置值轮换和子菜单，适合模型和偏好选择器。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TUI-20 · 终端图片渲染 [库] 支持 Kitty／iTerm2 图片协议及 PNG、JPEG、GIF、WebP；不支持时用占位文本，备用屏 iTerm2 图片有降级限制。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TUI-21 · 输入法与硬件光标切换 [库] Focusable 和 CURSOR_MARKER 定位输入法候选窗口；renderFakeCursor 标记绘制光标，开启 showHardwareCursor 时移除紧随定位标记的绘制光标，只显示终端光标。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TUI-23 · 色彩转换与混合 [库] 支持 ANSI、sRGB、OKLCH、OKHSL，并根据终端输出真彩或 256 色，供主题和自定义组件使用。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TUI-24 · ANSI 安全文本布局 [库] 忽略控制码计算可见宽度，在截断和换行时保留颜色与链接边界，防止越界绘制。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TUI-25 · 终端抽象与测试终端 [库／测试] ProcessTerminal 对接真实 stdin/stdout，VirtualTerminal 供测试；可记录原始 ANSI 输出排查渲染。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TUI-26 · 程序状态协议接口 [库] Terminal 新增 setProgramStatus，formatProgramStatus 编码 OSC 7501 状态；ProcessTerminal 启动时探测支持，自定义终端即使不支持也需提供可空操作的实现。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TUI-27 · 动态内边距与选择清理 [库] Box／Text 可运行中调整横向内边距；备用屏可显式清除文本选择及多次点击状态，便于宿主替换 transcript 时避免旧高亮残留。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OTH-47 · macOS 系统主题同步 [示例] 响应 macOS 外观选择主题，演示操作系统信号与 Pi UI 联动。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OTH-73 · Windows 原生支持 [平台支持] 原生模块配置控制台输入、读取修饰键并异步访问文本／图片剪贴板，提供 x64 与 arm64 预构建。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OTH-74 · macOS 原生支持 [平台支持] 通过 AppKit 获取修饰键及文本、图片、文件路径剪贴板，支持 Intel 与 Apple Silicon。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OTH-75 · Linux 剪贴板支持 [平台支持] X11 使用原生 XCB 异步读取；不可用时降级，Wayland 使用 wl-paste，写入使用既有命令或终端路径。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tui-render / 组件树到差分渲染、图像与原生桥接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场景：窗口缩小、主题改变或工具输出变长后，终端需要正确重绘。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测量组件与布局</a:t>
            </a:r>
          </a:p>
          <a:p xmlns:a="http://schemas.openxmlformats.org/drawingml/2006/main">
            <a:r>
              <a:t>从 Component.render(width) 和布局组件看行的组合、滚动与裁剪。</a:t>
            </a:r>
          </a:p>
          <a:p xmlns:a="http://schemas.openxmlformats.org/drawingml/2006/main">
            <a:r>
              <a:t>输入：组件树与窗口尺寸</a:t>
            </a:r>
          </a:p>
          <a:p xmlns:a="http://schemas.openxmlformats.org/drawingml/2006/main">
            <a:r>
              <a:t>输出：目标屏幕行</a:t>
            </a:r>
          </a:p>
          <a:p xmlns:a="http://schemas.openxmlformats.org/drawingml/2006/main">
            <a:r>
              <a:t>入口：Layout / LayoutNode / ScrollView</a:t>
            </a:r>
          </a:p>
          <a:p xmlns:a="http://schemas.openxmlformats.org/drawingml/2006/main">
            <a:r>
              <a:t>行为与边界：终端列宽与文本字符数不同，测量结果服务于屏幕渲染。</a:t>
            </a:r>
          </a:p>
          <a:p xmlns:a="http://schemas.openxmlformats.org/drawingml/2006/main">
            <a:r>
              <a:t>源码：packages/tui/src/components/scroll-view.ts:1</a:t>
            </a:r>
          </a:p>
          <a:p xmlns:a="http://schemas.openxmlformats.org/drawingml/2006/main">
            <a:r>
              <a:t>源码：packages/tui/src/layout-node.ts:1</a:t>
            </a:r>
          </a:p>
          <a:p xmlns:a="http://schemas.openxmlformats.org/drawingml/2006/main">
            <a:r>
              <a:t>源码：packages/tui/src/layout.ts:1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按显示宽度处理文本</a:t>
            </a:r>
          </a:p>
          <a:p xmlns:a="http://schemas.openxmlformats.org/drawingml/2006/main">
            <a:r>
              <a:t>追踪 ANSI、Unicode、换行和截断，比较视觉列宽和原始字符串。</a:t>
            </a:r>
          </a:p>
          <a:p xmlns:a="http://schemas.openxmlformats.org/drawingml/2006/main">
            <a:r>
              <a:t>输入：带样式文本</a:t>
            </a:r>
          </a:p>
          <a:p xmlns:a="http://schemas.openxmlformats.org/drawingml/2006/main">
            <a:r>
              <a:t>输出：可显示的行</a:t>
            </a:r>
          </a:p>
          <a:p xmlns:a="http://schemas.openxmlformats.org/drawingml/2006/main">
            <a:r>
              <a:t>入口：visibleWidth / wrapTextWithAnsi / renderLatex</a:t>
            </a:r>
          </a:p>
          <a:p xmlns:a="http://schemas.openxmlformats.org/drawingml/2006/main">
            <a:r>
              <a:t>行为与边界：字符数量不等于终端列宽。</a:t>
            </a:r>
          </a:p>
          <a:p xmlns:a="http://schemas.openxmlformats.org/drawingml/2006/main">
            <a:r>
              <a:t>源码：packages/tui/src/latex.ts:1</a:t>
            </a:r>
          </a:p>
          <a:p xmlns:a="http://schemas.openxmlformats.org/drawingml/2006/main">
            <a:r>
              <a:t>源码：packages/tui/src/utils.ts:1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更新终端屏幕</a:t>
            </a:r>
          </a:p>
          <a:p xmlns:a="http://schemas.openxmlformats.org/drawingml/2006/main">
            <a:r>
              <a:t>区分主屏、替代屏、全量重绘与差分更新，观察光标定位及 resize。</a:t>
            </a:r>
          </a:p>
          <a:p xmlns:a="http://schemas.openxmlformats.org/drawingml/2006/main">
            <a:r>
              <a:t>输入：新旧屏幕状态</a:t>
            </a:r>
          </a:p>
          <a:p xmlns:a="http://schemas.openxmlformats.org/drawingml/2006/main">
            <a:r>
              <a:t>输出：终端输出序列</a:t>
            </a:r>
          </a:p>
          <a:p xmlns:a="http://schemas.openxmlformats.org/drawingml/2006/main">
            <a:r>
              <a:t>入口：TuiMainScreen / TuiAltScreen</a:t>
            </a:r>
          </a:p>
          <a:p xmlns:a="http://schemas.openxmlformats.org/drawingml/2006/main">
            <a:r>
              <a:t>行为与边界：渲染只处理展示，模型状态由上层传入。</a:t>
            </a:r>
          </a:p>
          <a:p xmlns:a="http://schemas.openxmlformats.org/drawingml/2006/main">
            <a:r>
              <a:t>源码：packages/tui/src/terminal.ts:1</a:t>
            </a:r>
          </a:p>
          <a:p xmlns:a="http://schemas.openxmlformats.org/drawingml/2006/main">
            <a:r>
              <a:t>源码：packages/tui/src/tui-alt-screen.ts:1</a:t>
            </a:r>
          </a:p>
          <a:p xmlns:a="http://schemas.openxmlformats.org/drawingml/2006/main">
            <a:r>
              <a:t>源码：packages/tui/src/tui-main-screen.ts:1</a:t>
            </a:r>
          </a:p>
          <a:p xmlns:a="http://schemas.openxmlformats.org/drawingml/2006/main">
            <a:r>
              <a:t>源码：packages/tui/src/tui.ts:1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处理图像与平台能力</a:t>
            </a:r>
          </a:p>
          <a:p xmlns:a="http://schemas.openxmlformats.org/drawingml/2006/main">
            <a:r>
              <a:t>检查 Kitty/iTerm2 与 native-platform 能力检测、剪贴板和回退。平台二进制与 TypeScript 包是不同构建层。</a:t>
            </a:r>
          </a:p>
          <a:p xmlns:a="http://schemas.openxmlformats.org/drawingml/2006/main">
            <a:r>
              <a:t>输入：图片和终端能力</a:t>
            </a:r>
          </a:p>
          <a:p xmlns:a="http://schemas.openxmlformats.org/drawingml/2006/main">
            <a:r>
              <a:t>输出：图像输出或回退表现</a:t>
            </a:r>
          </a:p>
          <a:p xmlns:a="http://schemas.openxmlformats.org/drawingml/2006/main">
            <a:r>
              <a:t>入口：renderImage / detectCapabilities</a:t>
            </a:r>
          </a:p>
          <a:p xmlns:a="http://schemas.openxmlformats.org/drawingml/2006/main">
            <a:r>
              <a:t>行为与边界：终端不支持时使用对应回退路径。</a:t>
            </a:r>
          </a:p>
          <a:p xmlns:a="http://schemas.openxmlformats.org/drawingml/2006/main">
            <a:r>
              <a:t>源码：packages/tui/src/native-platform.ts:1</a:t>
            </a:r>
          </a:p>
          <a:p xmlns:a="http://schemas.openxmlformats.org/drawingml/2006/main">
            <a:r>
              <a:t>源码：packages/tui/src/terminal-image.ts:1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失败与恢复：没有对应终端协议、显示服务或平台二进制时，图像与剪贴板能力可能降级。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 resize 测试解释哪些行重绘；再对照一个图像能力检测测试写出回退预期。</a:t>
            </a:r>
          </a:p>
          <a:p xmlns:a="http://schemas.openxmlformats.org/drawingml/2006/main">
            <a:r>
              <a:t>参考判断：状态验证需要包含窗口宽度和屏幕模式；图像能力不能由操作系统名称直接推断。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布局节点、测量与滚动几何</a:t>
            </a:r>
          </a:p>
          <a:p xmlns:a="http://schemas.openxmlformats.org/drawingml/2006/main">
            <a:r>
              <a:t>按可用列宽和行数测量布局，安排组件及滚动范围。</a:t>
            </a:r>
          </a:p>
          <a:p xmlns:a="http://schemas.openxmlformats.org/drawingml/2006/main">
            <a:r>
              <a:t>入口：Layout / LayoutNode / ScrollView</a:t>
            </a:r>
          </a:p>
          <a:p xmlns:a="http://schemas.openxmlformats.org/drawingml/2006/main">
            <a:r>
              <a:t>边界：终端列宽与文本字符数不同，测量结果服务于屏幕渲染。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Unicode 宽度、ANSI 与 LaTeX</a:t>
            </a:r>
          </a:p>
          <a:p xmlns:a="http://schemas.openxmlformats.org/drawingml/2006/main">
            <a:r>
              <a:t>按终端显示列处理文本、链接、换行和公式。</a:t>
            </a:r>
          </a:p>
          <a:p xmlns:a="http://schemas.openxmlformats.org/drawingml/2006/main">
            <a:r>
              <a:t>入口：visibleWidth / wrapTextWithAnsi / renderLatex</a:t>
            </a:r>
          </a:p>
          <a:p xmlns:a="http://schemas.openxmlformats.org/drawingml/2006/main">
            <a:r>
              <a:t>边界：字符数量不等于终端列宽。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主屏、替代屏与差分渲染</a:t>
            </a:r>
          </a:p>
          <a:p xmlns:a="http://schemas.openxmlformats.org/drawingml/2006/main">
            <a:r>
              <a:t>将组件行合成为终端输出并管理屏幕模式。</a:t>
            </a:r>
          </a:p>
          <a:p xmlns:a="http://schemas.openxmlformats.org/drawingml/2006/main">
            <a:r>
              <a:t>入口：TuiMainScreen / TuiAltScreen</a:t>
            </a:r>
          </a:p>
          <a:p xmlns:a="http://schemas.openxmlformats.org/drawingml/2006/main">
            <a:r>
              <a:t>边界：渲染只处理展示，模型状态由上层传入。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图像协议与能力探测</a:t>
            </a:r>
          </a:p>
          <a:p xmlns:a="http://schemas.openxmlformats.org/drawingml/2006/main">
            <a:r>
              <a:t>处理 Kitty/iTerm2 图像与原生平台能力发现。</a:t>
            </a:r>
          </a:p>
          <a:p xmlns:a="http://schemas.openxmlformats.org/drawingml/2006/main">
            <a:r>
              <a:t>入口：renderImage / detectCapabilities</a:t>
            </a:r>
          </a:p>
          <a:p xmlns:a="http://schemas.openxmlformats.org/drawingml/2006/main">
            <a:r>
              <a:t>边界：终端不支持时使用对应回退路径。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颜色空间、样式与终端色值</a:t>
            </a:r>
          </a:p>
          <a:p xmlns:a="http://schemas.openxmlformats.org/drawingml/2006/main">
            <a:r>
              <a:t>解析和转换颜色，组合文本样式并读取终端颜色。</a:t>
            </a:r>
          </a:p>
          <a:p xmlns:a="http://schemas.openxmlformats.org/drawingml/2006/main">
            <a:r>
              <a:t>入口：Color / styleText</a:t>
            </a:r>
          </a:p>
          <a:p xmlns:a="http://schemas.openxmlformats.org/drawingml/2006/main">
            <a:r>
              <a:t>边界：终端能力可能影响最终颜色显示。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剪贴板与外部编辑器</a:t>
            </a:r>
          </a:p>
          <a:p xmlns:a="http://schemas.openxmlformats.org/drawingml/2006/main">
            <a:r>
              <a:t>支持复制消息、接收剪贴板图片及外部编辑工作流。</a:t>
            </a:r>
          </a:p>
          <a:p xmlns:a="http://schemas.openxmlformats.org/drawingml/2006/main">
            <a:r>
              <a:t>入口：/copy；终端编辑器交互</a:t>
            </a:r>
          </a:p>
          <a:p xmlns:a="http://schemas.openxmlformats.org/drawingml/2006/main">
            <a:r>
              <a:t>边界：能力取决于操作系统与终端环境。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平台桥接</a:t>
            </a:r>
          </a:p>
          <a:p xmlns:a="http://schemas.openxmlformats.org/drawingml/2006/main">
            <a:r>
              <a:t>提供 Windows 原生平台和剪贴板实现及构建。</a:t>
            </a:r>
          </a:p>
          <a:p xmlns:a="http://schemas.openxmlformats.org/drawingml/2006/main">
            <a:r>
              <a:t>入口：native/win32</a:t>
            </a:r>
          </a:p>
          <a:p xmlns:a="http://schemas.openxmlformats.org/drawingml/2006/main">
            <a:r>
              <a:t>边界：二进制预构建仅列入资源清单，不解析为 TypeScript 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平台桥接</a:t>
            </a:r>
          </a:p>
          <a:p xmlns:a="http://schemas.openxmlformats.org/drawingml/2006/main">
            <a:r>
              <a:t>提供 macOS 原生平台能力与构建脚本。</a:t>
            </a:r>
          </a:p>
          <a:p xmlns:a="http://schemas.openxmlformats.org/drawingml/2006/main">
            <a:r>
              <a:t>入口：native/darwin</a:t>
            </a:r>
          </a:p>
          <a:p xmlns:a="http://schemas.openxmlformats.org/drawingml/2006/main">
            <a:r>
              <a:t>边界：Objective-C 代码保留全文，符号不由 TypeScript 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Linux X11 平台桥接</a:t>
            </a:r>
          </a:p>
          <a:p xmlns:a="http://schemas.openxmlformats.org/drawingml/2006/main">
            <a:r>
              <a:t>提供 Linux X11 剪贴板和工作线程适配。</a:t>
            </a:r>
          </a:p>
          <a:p xmlns:a="http://schemas.openxmlformats.org/drawingml/2006/main">
            <a:r>
              <a:t>入口：native/linux</a:t>
            </a:r>
          </a:p>
          <a:p xmlns:a="http://schemas.openxmlformats.org/drawingml/2006/main">
            <a:r>
              <a:t>边界：可用性取决于实际显示服务与平台条件。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原生桥接头文件</a:t>
            </a:r>
          </a:p>
          <a:p xmlns:a="http://schemas.openxmlformats.org/drawingml/2006/main">
            <a:r>
              <a:t>定义原生模块共享接口。</a:t>
            </a:r>
          </a:p>
          <a:p xmlns:a="http://schemas.openxmlformats.org/drawingml/2006/main">
            <a:r>
              <a:t>入口：N-API / clipboard 头文件</a:t>
            </a:r>
          </a:p>
          <a:p xmlns:a="http://schemas.openxmlformats.org/drawingml/2006/main">
            <a:r>
              <a:t>边界：属于平台实现支撑。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extensions/mac-system-theme · 示例</a:t>
            </a:r>
          </a:p>
          <a:p xmlns:a="http://schemas.openxmlformats.org/drawingml/2006/main">
            <a:r>
              <a:t>展示 extensions/mac-system-theme.ts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入口：packages/coding-agent/examples/extensions/mac-system-theme.ts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packages/tui/src/tui-alt-screen.ts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packages/tui/native/win32/README.md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packages/tui/native/darwin/README.md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packages/tui/native/linux/README.md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packages/tui/test/regression-regional-indicator-width.test.ts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packages/tui/test/regression-slice-by-column-ansi-order.test.ts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packages/tui/test/truncate-to-width.test.ts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packages/tui/test/visible-width.test.ts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packages/tui/test/wrap-ansi.test.ts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packages/tui/test/fixtures/exit-without-stop.ts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packages/tui/test/regression-sigwinch-kill-eacces.test.ts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packages/tui/test/virtual-terminal.ts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packages/tui/test/native-platform.test.ts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packages/tui/test/bug-regression-isimageline-startswith-bug.test.ts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packages/coding-agent/test/external-editor.test.ts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packages/coding-agent/test/clipboard-image-bmp-conversion.test.ts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UI-09 · 多行编辑与外部编辑器 [内置] 支持换行、长提示编辑，并可打开配置的外部编辑器后将文本带回当前输入框。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UI-21 · 选择复制与回答复制 [内置] 全屏拖选可自动复制；也能复制最后助手回答、树中选中消息或登录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TUI-01 · 可交换渲染器 [库] 同一 TUI 接口支持主屏和备用屏实现，业务组件可在终端原生历史或应用视口之间复用。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TUI-02 · 差异渲染与同步输出 [库] 主屏按变化行、备用屏按变化视口行更新，并使用同步输出包围刷新，减少闪烁与无效输出。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TUI-03 · 组件生命周期 [库] 用 render、可选键鼠处理和 invalidate 构建组件，组合到父容器并管理焦点。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TUI-04 · 基础容器与背景盒 [库] Container 组织子组件，Box 增加背景及内边距，Spacer 提供垂直间距。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TUI-05 · 横向／纵向约束布局 [库] 分配固定或可伸缩区域，支持最小／最大尺寸及响应式可见性，用于固定状态栏和多面板。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TUI-06 · 嵌套独立滚动 [库] 嵌套滚动区域支持剩余滚动量向父级传播或 contain 截断。本分支修复 contain 边界仍落入主滚动区兜底的问题，隔离区域到顶或到底不再带动主区。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TUI-08 · 覆盖层 [库] 在已有内容上显示对话框、菜单或临时组件，支持锚点、百分比、绝对位置、边距及堆叠。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TUI-09 · 覆盖层焦点控制 [库] 临时隐藏、恢复、置前、释放或转移焦点，支持不捕获焦点的悬浮内容。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TUI-11 · 文本选择与超链接 [库] 备用屏支持拖选、边缘自动滚动扩选、OSC 52 复制和 OSC 8 链接点击。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TUI-12 · 单行／多行文本组件 [库] 自动换行或按宽度截断，支持主题和内边距，适合消息、标题及状态文本。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TUI-13 · 单行输入框 [库] 提供光标、横向滚动和基本编辑，备用屏允许点击定位光标。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TUI-14 · 多行编辑器 [库] 支持软换行、补全、粘贴、滚动、点击定位和输入事件，构成 CLI 提示编辑区。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TUI-15 · 大段粘贴处理 [库] 支持 bracketed paste，并将大量粘贴内容以标记方式呈现，避免编辑区被长文本撑满。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TUI-17 · Markdown 与语法高亮 [库] 显示标题、列表、引用、链接、代码等，支持自定义高亮和渲染缓存；HTML 标签显示为文本。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TUI-18 · 加载与可取消进度组件 [库] 显示运行指示器，可响应取消并暴露 AbortSignal 供异步任务使用。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TUI-19 · 列表与设置控件 [库] 候选筛选、键鼠选择、分页，以及设置值轮换和子菜单，适合模型和偏好选择器。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TUI-20 · 终端图片渲染 [库] 支持 Kitty／iTerm2 图片协议及 PNG、JPEG、GIF、WebP；不支持时用占位文本，备用屏 iTerm2 图片有降级限制。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TUI-21 · 输入法与硬件光标切换 [库] Focusable 和 CURSOR_MARKER 定位输入法候选窗口；renderFakeCursor 标记绘制光标，开启 showHardwareCursor 时移除紧随定位标记的绘制光标，只显示终端光标。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TUI-23 · 色彩转换与混合 [库] 支持 ANSI、sRGB、OKLCH、OKHSL，并根据终端输出真彩或 256 色，供主题和自定义组件使用。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TUI-24 · ANSI 安全文本布局 [库] 忽略控制码计算可见宽度，在截断和换行时保留颜色与链接边界，防止越界绘制。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TUI-25 · 终端抽象与测试终端 [库／测试] ProcessTerminal 对接真实 stdin/stdout，VirtualTerminal 供测试；可记录原始 ANSI 输出排查渲染。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TUI-26 · 程序状态协议接口 [库] Terminal 新增 setProgramStatus，formatProgramStatus 编码 OSC 7501 状态；ProcessTerminal 启动时探测支持，自定义终端即使不支持也需提供可空操作的实现。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TUI-27 · 动态内边距与选择清理 [库] Box／Text 可运行中调整横向内边距；备用屏可显式清除文本选择及多次点击状态，便于宿主替换 transcript 时避免旧高亮残留。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OTH-47 · macOS 系统主题同步 [示例] 响应 macOS 外观选择主题，演示操作系统信号与 Pi UI 联动。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OTH-73 · Windows 原生支持 [平台支持] 原生模块配置控制台输入、读取修饰键并异步访问文本／图片剪贴板，提供 x64 与 arm64 预构建。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OTH-74 · macOS 原生支持 [平台支持] 通过 AppKit 获取修饰键及文本、图片、文件路径剪贴板，支持 Intel 与 Apple Silicon。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OTH-75 · Linux 剪贴板支持 [平台支持] X11 使用原生 XCB 异步读取；不可用时降级，Wayland 使用 wl-paste，写入使用既有命令或终端路径。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tui-render / 组件树到差分渲染、图像与原生桥接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场景：窗口缩小、主题改变或工具输出变长后，终端需要正确重绘。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测量组件与布局</a:t>
            </a:r>
          </a:p>
          <a:p xmlns:a="http://schemas.openxmlformats.org/drawingml/2006/main">
            <a:r>
              <a:t>从 Component.render(width) 和布局组件看行的组合、滚动与裁剪。</a:t>
            </a:r>
          </a:p>
          <a:p xmlns:a="http://schemas.openxmlformats.org/drawingml/2006/main">
            <a:r>
              <a:t>输入：组件树与窗口尺寸</a:t>
            </a:r>
          </a:p>
          <a:p xmlns:a="http://schemas.openxmlformats.org/drawingml/2006/main">
            <a:r>
              <a:t>输出：目标屏幕行</a:t>
            </a:r>
          </a:p>
          <a:p xmlns:a="http://schemas.openxmlformats.org/drawingml/2006/main">
            <a:r>
              <a:t>入口：Layout / LayoutNode / ScrollView</a:t>
            </a:r>
          </a:p>
          <a:p xmlns:a="http://schemas.openxmlformats.org/drawingml/2006/main">
            <a:r>
              <a:t>行为与边界：终端列宽与文本字符数不同，测量结果服务于屏幕渲染。</a:t>
            </a:r>
          </a:p>
          <a:p xmlns:a="http://schemas.openxmlformats.org/drawingml/2006/main">
            <a:r>
              <a:t>源码：packages/tui/src/components/scroll-view.ts:1</a:t>
            </a:r>
          </a:p>
          <a:p xmlns:a="http://schemas.openxmlformats.org/drawingml/2006/main">
            <a:r>
              <a:t>源码：packages/tui/src/layout-node.ts:1</a:t>
            </a:r>
          </a:p>
          <a:p xmlns:a="http://schemas.openxmlformats.org/drawingml/2006/main">
            <a:r>
              <a:t>源码：packages/tui/src/layout.ts:1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按显示宽度处理文本</a:t>
            </a:r>
          </a:p>
          <a:p xmlns:a="http://schemas.openxmlformats.org/drawingml/2006/main">
            <a:r>
              <a:t>追踪 ANSI、Unicode、换行和截断，比较视觉列宽和原始字符串。</a:t>
            </a:r>
          </a:p>
          <a:p xmlns:a="http://schemas.openxmlformats.org/drawingml/2006/main">
            <a:r>
              <a:t>输入：带样式文本</a:t>
            </a:r>
          </a:p>
          <a:p xmlns:a="http://schemas.openxmlformats.org/drawingml/2006/main">
            <a:r>
              <a:t>输出：可显示的行</a:t>
            </a:r>
          </a:p>
          <a:p xmlns:a="http://schemas.openxmlformats.org/drawingml/2006/main">
            <a:r>
              <a:t>入口：visibleWidth / wrapTextWithAnsi / renderLatex</a:t>
            </a:r>
          </a:p>
          <a:p xmlns:a="http://schemas.openxmlformats.org/drawingml/2006/main">
            <a:r>
              <a:t>行为与边界：字符数量不等于终端列宽。</a:t>
            </a:r>
          </a:p>
          <a:p xmlns:a="http://schemas.openxmlformats.org/drawingml/2006/main">
            <a:r>
              <a:t>源码：packages/tui/src/latex.ts:1</a:t>
            </a:r>
          </a:p>
          <a:p xmlns:a="http://schemas.openxmlformats.org/drawingml/2006/main">
            <a:r>
              <a:t>源码：packages/tui/src/utils.ts:1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更新终端屏幕</a:t>
            </a:r>
          </a:p>
          <a:p xmlns:a="http://schemas.openxmlformats.org/drawingml/2006/main">
            <a:r>
              <a:t>区分主屏、替代屏、全量重绘与差分更新，观察光标定位及 resize。</a:t>
            </a:r>
          </a:p>
          <a:p xmlns:a="http://schemas.openxmlformats.org/drawingml/2006/main">
            <a:r>
              <a:t>输入：新旧屏幕状态</a:t>
            </a:r>
          </a:p>
          <a:p xmlns:a="http://schemas.openxmlformats.org/drawingml/2006/main">
            <a:r>
              <a:t>输出：终端输出序列</a:t>
            </a:r>
          </a:p>
          <a:p xmlns:a="http://schemas.openxmlformats.org/drawingml/2006/main">
            <a:r>
              <a:t>入口：TuiMainScreen / TuiAltScreen</a:t>
            </a:r>
          </a:p>
          <a:p xmlns:a="http://schemas.openxmlformats.org/drawingml/2006/main">
            <a:r>
              <a:t>行为与边界：渲染只处理展示，模型状态由上层传入。</a:t>
            </a:r>
          </a:p>
          <a:p xmlns:a="http://schemas.openxmlformats.org/drawingml/2006/main">
            <a:r>
              <a:t>源码：packages/tui/src/terminal.ts:1</a:t>
            </a:r>
          </a:p>
          <a:p xmlns:a="http://schemas.openxmlformats.org/drawingml/2006/main">
            <a:r>
              <a:t>源码：packages/tui/src/tui-alt-screen.ts:1</a:t>
            </a:r>
          </a:p>
          <a:p xmlns:a="http://schemas.openxmlformats.org/drawingml/2006/main">
            <a:r>
              <a:t>源码：packages/tui/src/tui-main-screen.ts:1</a:t>
            </a:r>
          </a:p>
          <a:p xmlns:a="http://schemas.openxmlformats.org/drawingml/2006/main">
            <a:r>
              <a:t>源码：packages/tui/src/tui.ts:1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处理图像与平台能力</a:t>
            </a:r>
          </a:p>
          <a:p xmlns:a="http://schemas.openxmlformats.org/drawingml/2006/main">
            <a:r>
              <a:t>检查 Kitty/iTerm2 与 native-platform 能力检测、剪贴板和回退。平台二进制与 TypeScript 包是不同构建层。</a:t>
            </a:r>
          </a:p>
          <a:p xmlns:a="http://schemas.openxmlformats.org/drawingml/2006/main">
            <a:r>
              <a:t>输入：图片和终端能力</a:t>
            </a:r>
          </a:p>
          <a:p xmlns:a="http://schemas.openxmlformats.org/drawingml/2006/main">
            <a:r>
              <a:t>输出：图像输出或回退表现</a:t>
            </a:r>
          </a:p>
          <a:p xmlns:a="http://schemas.openxmlformats.org/drawingml/2006/main">
            <a:r>
              <a:t>入口：renderImage / detectCapabilities</a:t>
            </a:r>
          </a:p>
          <a:p xmlns:a="http://schemas.openxmlformats.org/drawingml/2006/main">
            <a:r>
              <a:t>行为与边界：终端不支持时使用对应回退路径。</a:t>
            </a:r>
          </a:p>
          <a:p xmlns:a="http://schemas.openxmlformats.org/drawingml/2006/main">
            <a:r>
              <a:t>源码：packages/tui/src/native-platform.ts:1</a:t>
            </a:r>
          </a:p>
          <a:p xmlns:a="http://schemas.openxmlformats.org/drawingml/2006/main">
            <a:r>
              <a:t>源码：packages/tui/src/terminal-image.ts:1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失败与恢复：没有对应终端协议、显示服务或平台二进制时，图像与剪贴板能力可能降级。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 resize 测试解释哪些行重绘；再对照一个图像能力检测测试写出回退预期。</a:t>
            </a:r>
          </a:p>
          <a:p xmlns:a="http://schemas.openxmlformats.org/drawingml/2006/main">
            <a:r>
              <a:t>参考判断：状态验证需要包含窗口宽度和屏幕模式；图像能力不能由操作系统名称直接推断。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布局节点、测量与滚动几何</a:t>
            </a:r>
          </a:p>
          <a:p xmlns:a="http://schemas.openxmlformats.org/drawingml/2006/main">
            <a:r>
              <a:t>按可用列宽和行数测量布局，安排组件及滚动范围。</a:t>
            </a:r>
          </a:p>
          <a:p xmlns:a="http://schemas.openxmlformats.org/drawingml/2006/main">
            <a:r>
              <a:t>入口：Layout / LayoutNode / ScrollView</a:t>
            </a:r>
          </a:p>
          <a:p xmlns:a="http://schemas.openxmlformats.org/drawingml/2006/main">
            <a:r>
              <a:t>边界：终端列宽与文本字符数不同，测量结果服务于屏幕渲染。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Unicode 宽度、ANSI 与 LaTeX</a:t>
            </a:r>
          </a:p>
          <a:p xmlns:a="http://schemas.openxmlformats.org/drawingml/2006/main">
            <a:r>
              <a:t>按终端显示列处理文本、链接、换行和公式。</a:t>
            </a:r>
          </a:p>
          <a:p xmlns:a="http://schemas.openxmlformats.org/drawingml/2006/main">
            <a:r>
              <a:t>入口：visibleWidth / wrapTextWithAnsi / renderLatex</a:t>
            </a:r>
          </a:p>
          <a:p xmlns:a="http://schemas.openxmlformats.org/drawingml/2006/main">
            <a:r>
              <a:t>边界：字符数量不等于终端列宽。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主屏、替代屏与差分渲染</a:t>
            </a:r>
          </a:p>
          <a:p xmlns:a="http://schemas.openxmlformats.org/drawingml/2006/main">
            <a:r>
              <a:t>将组件行合成为终端输出并管理屏幕模式。</a:t>
            </a:r>
          </a:p>
          <a:p xmlns:a="http://schemas.openxmlformats.org/drawingml/2006/main">
            <a:r>
              <a:t>入口：TuiMainScreen / TuiAltScreen</a:t>
            </a:r>
          </a:p>
          <a:p xmlns:a="http://schemas.openxmlformats.org/drawingml/2006/main">
            <a:r>
              <a:t>边界：渲染只处理展示，模型状态由上层传入。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图像协议与能力探测</a:t>
            </a:r>
          </a:p>
          <a:p xmlns:a="http://schemas.openxmlformats.org/drawingml/2006/main">
            <a:r>
              <a:t>处理 Kitty/iTerm2 图像与原生平台能力发现。</a:t>
            </a:r>
          </a:p>
          <a:p xmlns:a="http://schemas.openxmlformats.org/drawingml/2006/main">
            <a:r>
              <a:t>入口：renderImage / detectCapabilities</a:t>
            </a:r>
          </a:p>
          <a:p xmlns:a="http://schemas.openxmlformats.org/drawingml/2006/main">
            <a:r>
              <a:t>边界：终端不支持时使用对应回退路径。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颜色空间、样式与终端色值</a:t>
            </a:r>
          </a:p>
          <a:p xmlns:a="http://schemas.openxmlformats.org/drawingml/2006/main">
            <a:r>
              <a:t>解析和转换颜色，组合文本样式并读取终端颜色。</a:t>
            </a:r>
          </a:p>
          <a:p xmlns:a="http://schemas.openxmlformats.org/drawingml/2006/main">
            <a:r>
              <a:t>入口：Color / styleText</a:t>
            </a:r>
          </a:p>
          <a:p xmlns:a="http://schemas.openxmlformats.org/drawingml/2006/main">
            <a:r>
              <a:t>边界：终端能力可能影响最终颜色显示。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剪贴板与外部编辑器</a:t>
            </a:r>
          </a:p>
          <a:p xmlns:a="http://schemas.openxmlformats.org/drawingml/2006/main">
            <a:r>
              <a:t>支持复制消息、接收剪贴板图片及外部编辑工作流。</a:t>
            </a:r>
          </a:p>
          <a:p xmlns:a="http://schemas.openxmlformats.org/drawingml/2006/main">
            <a:r>
              <a:t>入口：/copy；终端编辑器交互</a:t>
            </a:r>
          </a:p>
          <a:p xmlns:a="http://schemas.openxmlformats.org/drawingml/2006/main">
            <a:r>
              <a:t>边界：能力取决于操作系统与终端环境。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Windows 平台桥接</a:t>
            </a:r>
          </a:p>
          <a:p xmlns:a="http://schemas.openxmlformats.org/drawingml/2006/main">
            <a:r>
              <a:t>提供 Windows 原生平台和剪贴板实现及构建。</a:t>
            </a:r>
          </a:p>
          <a:p xmlns:a="http://schemas.openxmlformats.org/drawingml/2006/main">
            <a:r>
              <a:t>入口：native/win32</a:t>
            </a:r>
          </a:p>
          <a:p xmlns:a="http://schemas.openxmlformats.org/drawingml/2006/main">
            <a:r>
              <a:t>边界：二进制预构建仅列入资源清单，不解析为 TypeScript 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平台桥接</a:t>
            </a:r>
          </a:p>
          <a:p xmlns:a="http://schemas.openxmlformats.org/drawingml/2006/main">
            <a:r>
              <a:t>提供 macOS 原生平台能力与构建脚本。</a:t>
            </a:r>
          </a:p>
          <a:p xmlns:a="http://schemas.openxmlformats.org/drawingml/2006/main">
            <a:r>
              <a:t>入口：native/darwin</a:t>
            </a:r>
          </a:p>
          <a:p xmlns:a="http://schemas.openxmlformats.org/drawingml/2006/main">
            <a:r>
              <a:t>边界：Objective-C 代码保留全文，符号不由 TypeScript 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Linux X11 平台桥接</a:t>
            </a:r>
          </a:p>
          <a:p xmlns:a="http://schemas.openxmlformats.org/drawingml/2006/main">
            <a:r>
              <a:t>提供 Linux X11 剪贴板和工作线程适配。</a:t>
            </a:r>
          </a:p>
          <a:p xmlns:a="http://schemas.openxmlformats.org/drawingml/2006/main">
            <a:r>
              <a:t>入口：native/linux</a:t>
            </a:r>
          </a:p>
          <a:p xmlns:a="http://schemas.openxmlformats.org/drawingml/2006/main">
            <a:r>
              <a:t>边界：可用性取决于实际显示服务与平台条件。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原生桥接头文件</a:t>
            </a:r>
          </a:p>
          <a:p xmlns:a="http://schemas.openxmlformats.org/drawingml/2006/main">
            <a:r>
              <a:t>定义原生模块共享接口。</a:t>
            </a:r>
          </a:p>
          <a:p xmlns:a="http://schemas.openxmlformats.org/drawingml/2006/main">
            <a:r>
              <a:t>入口：N-API / clipboard 头文件</a:t>
            </a:r>
          </a:p>
          <a:p xmlns:a="http://schemas.openxmlformats.org/drawingml/2006/main">
            <a:r>
              <a:t>边界：属于平台实现支撑。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extensions/mac-system-theme · 示例</a:t>
            </a:r>
          </a:p>
          <a:p xmlns:a="http://schemas.openxmlformats.org/drawingml/2006/main">
            <a:r>
              <a:t>展示 extensions/mac-system-theme.ts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入口：packages/coding-agent/examples/extensions/mac-system-theme.ts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packages/tui/src/tui-alt-screen.ts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packages/tui/native/win32/README.md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packages/tui/native/darwin/README.md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packages/tui/native/linux/README.md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packages/tui/test/regression-regional-indicator-width.test.ts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packages/tui/test/regression-slice-by-column-ansi-order.test.ts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packages/tui/test/truncate-to-width.test.ts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packages/tui/test/visible-width.test.ts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packages/tui/test/wrap-ansi.test.ts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packages/tui/test/fixtures/exit-without-stop.ts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packages/tui/test/regression-sigwinch-kill-eacces.test.ts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packages/tui/test/virtual-terminal.ts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packages/tui/test/native-platform.test.ts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packages/tui/test/bug-regression-isimageline-startswith-bug.test.ts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packages/coding-agent/test/external-editor.test.ts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packages/coding-agent/test/clipboard-image-bmp-conversion.test.ts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UI-09 · 多行编辑与外部编辑器 [内置] 支持换行、长提示编辑，并可打开配置的外部编辑器后将文本带回当前输入框。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UI-21 · 选择复制与回答复制 [内置] 全屏拖选可自动复制；也能复制最后助手回答、树中选中消息或登录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TUI-01 · 可交换渲染器 [库] 同一 TUI 接口支持主屏和备用屏实现，业务组件可在终端原生历史或应用视口之间复用。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TUI-02 · 差异渲染与同步输出 [库] 主屏按变化行、备用屏按变化视口行更新，并使用同步输出包围刷新，减少闪烁与无效输出。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TUI-03 · 组件生命周期 [库] 用 render、可选键鼠处理和 invalidate 构建组件，组合到父容器并管理焦点。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TUI-04 · 基础容器与背景盒 [库] Container 组织子组件，Box 增加背景及内边距，Spacer 提供垂直间距。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TUI-05 · 横向／纵向约束布局 [库] 分配固定或可伸缩区域，支持最小／最大尺寸及响应式可见性，用于固定状态栏和多面板。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TUI-06 · 嵌套独立滚动 [库] 嵌套滚动区域支持剩余滚动量向父级传播或 contain 截断。本分支修复 contain 边界仍落入主滚动区兜底的问题，隔离区域到顶或到底不再带动主区。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TUI-08 · 覆盖层 [库] 在已有内容上显示对话框、菜单或临时组件，支持锚点、百分比、绝对位置、边距及堆叠。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TUI-09 · 覆盖层焦点控制 [库] 临时隐藏、恢复、置前、释放或转移焦点，支持不捕获焦点的悬浮内容。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TUI-11 · 文本选择与超链接 [库] 备用屏支持拖选、边缘自动滚动扩选、OSC 52 复制和 OSC 8 链接点击。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TUI-12 · 单行／多行文本组件 [库] 自动换行或按宽度截断，支持主题和内边距，适合消息、标题及状态文本。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TUI-13 · 单行输入框 [库] 提供光标、横向滚动和基本编辑，备用屏允许点击定位光标。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TUI-14 · 多行编辑器 [库] 支持软换行、补全、粘贴、滚动、点击定位和输入事件，构成 CLI 提示编辑区。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TUI-15 · 大段粘贴处理 [库] 支持 bracketed paste，并将大量粘贴内容以标记方式呈现，避免编辑区被长文本撑满。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TUI-17 · Markdown 与语法高亮 [库] 显示标题、列表、引用、链接、代码等，支持自定义高亮和渲染缓存；HTML 标签显示为文本。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TUI-18 · 加载与可取消进度组件 [库] 显示运行指示器，可响应取消并暴露 AbortSignal 供异步任务使用。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TUI-19 · 列表与设置控件 [库] 候选筛选、键鼠选择、分页，以及设置值轮换和子菜单，适合模型和偏好选择器。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TUI-20 · 终端图片渲染 [库] 支持 Kitty／iTerm2 图片协议及 PNG、JPEG、GIF、WebP；不支持时用占位文本，备用屏 iTerm2 图片有降级限制。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TUI-21 · 输入法与硬件光标切换 [库] Focusable 和 CURSOR_MARKER 定位输入法候选窗口；renderFakeCursor 标记绘制光标，开启 showHardwareCursor 时移除紧随定位标记的绘制光标，只显示终端光标。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TUI-23 · 色彩转换与混合 [库] 支持 ANSI、sRGB、OKLCH、OKHSL，并根据终端输出真彩或 256 色，供主题和自定义组件使用。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TUI-24 · ANSI 安全文本布局 [库] 忽略控制码计算可见宽度，在截断和换行时保留颜色与链接边界，防止越界绘制。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TUI-25 · 终端抽象与测试终端 [库／测试] ProcessTerminal 对接真实 stdin/stdout，VirtualTerminal 供测试；可记录原始 ANSI 输出排查渲染。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TUI-26 · 程序状态协议接口 [库] Terminal 新增 setProgramStatus，formatProgramStatus 编码 OSC 7501 状态；ProcessTerminal 启动时探测支持，自定义终端即使不支持也需提供可空操作的实现。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TUI-27 · 动态内边距与选择清理 [库] Box／Text 可运行中调整横向内边距；备用屏可显式清除文本选择及多次点击状态，便于宿主替换 transcript 时避免旧高亮残留。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OTH-47 · macOS 系统主题同步 [示例] 响应 macOS 外观选择主题，演示操作系统信号与 Pi UI 联动。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OTH-73 · Windows 原生支持 [平台支持] 原生模块配置控制台输入、读取修饰键并异步访问文本／图片剪贴板，提供 x64 与 arm64 预构建。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OTH-74 · macOS 原生支持 [平台支持] 通过 AppKit 获取修饰键及文本、图片、文件路径剪贴板，支持 Intel 与 Apple Silicon。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OTH-75 · Linux 剪贴板支持 [平台支持] X11 使用原生 XCB 异步读取；不可用时降级，Wayland 使用 wl-paste，写入使用既有命令或终端路径。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sdk-rpc / SDK 嵌入、RPC 请求与代理流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 Pi 嵌入自己的界面，或让另一个进程控制它。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选择集成边界</a:t>
            </a:r>
          </a:p>
          <a:p xmlns:a="http://schemas.openxmlformats.org/drawingml/2006/main">
            <a:r>
              <a:t>比较直接创建 AgentSession 与启动 RPC 进程，确定谁持有生命周期、凭据和工作目录。</a:t>
            </a:r>
          </a:p>
          <a:p xmlns:a="http://schemas.openxmlformats.org/drawingml/2006/main">
            <a:r>
              <a:t>输入：应用集成目标</a:t>
            </a:r>
          </a:p>
          <a:p xmlns:a="http://schemas.openxmlformats.org/drawingml/2006/main">
            <a:r>
              <a:t>输出：SDK 或进程协议方案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关联命令和响应</a:t>
            </a:r>
          </a:p>
          <a:p xmlns:a="http://schemas.openxmlformats.org/drawingml/2006/main">
            <a:r>
              <a:t>阅读命令联合类型、请求 ID、响应和独立事件；响应确认不等于整轮生成完成。</a:t>
            </a:r>
          </a:p>
          <a:p xmlns:a="http://schemas.openxmlformats.org/drawingml/2006/main">
            <a:r>
              <a:t>输入：JSON 请求</a:t>
            </a:r>
          </a:p>
          <a:p xmlns:a="http://schemas.openxmlformats.org/drawingml/2006/main">
            <a:r>
              <a:t>输出：命令结果与异步事件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行为与边界：通过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源码：packages/coding-agent/src/modes/rpc/jsonl.ts:1</a:t>
            </a:r>
          </a:p>
          <a:p xmlns:a="http://schemas.openxmlformats.org/drawingml/2006/main">
            <a:r>
              <a:t>源码：packages/coding-agent/src/modes/rpc/rpc-client.ts:1</a:t>
            </a:r>
          </a:p>
          <a:p xmlns:a="http://schemas.openxmlformats.org/drawingml/2006/main">
            <a:r>
              <a:t>源码：packages/coding-agent/src/modes/rpc/rpc-mode.ts:1</a:t>
            </a:r>
          </a:p>
          <a:p xmlns:a="http://schemas.openxmlformats.org/drawingml/2006/main">
            <a:r>
              <a:t>源码：packages/coding-agent/src/modes/rpc/rpc-types.ts:1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处理流与取消</a:t>
            </a:r>
          </a:p>
          <a:p xmlns:a="http://schemas.openxmlformats.org/drawingml/2006/main">
            <a:r>
              <a:t>比较代理流转换和直接模型流，把传输中断、用户 abort 和正常结束分开。</a:t>
            </a:r>
          </a:p>
          <a:p xmlns:a="http://schemas.openxmlformats.org/drawingml/2006/main">
            <a:r>
              <a:t>输入：远端事件流</a:t>
            </a:r>
          </a:p>
          <a:p xmlns:a="http://schemas.openxmlformats.org/drawingml/2006/main">
            <a:r>
              <a:t>输出：Agent 可消费的事件</a:t>
            </a:r>
          </a:p>
          <a:p xmlns:a="http://schemas.openxmlformats.org/drawingml/2006/main">
            <a:r>
              <a:t>入口：代理流 SDK</a:t>
            </a:r>
          </a:p>
          <a:p xmlns:a="http://schemas.openxmlformats.org/drawingml/2006/main">
            <a:r>
              <a:t>行为与边界：是否使用由宿主注入的流函数决定。</a:t>
            </a:r>
          </a:p>
          <a:p xmlns:a="http://schemas.openxmlformats.org/drawingml/2006/main">
            <a:r>
              <a:t>源码：packages/agent/src/proxy.ts:1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释放进程和资源</a:t>
            </a:r>
          </a:p>
          <a:p xmlns:a="http://schemas.openxmlformats.org/drawingml/2006/main">
            <a:r>
              <a:t>跟踪关闭、错误与 UI 请求的处理，保证等待中的调用最终得到结果或明确失败。</a:t>
            </a:r>
          </a:p>
          <a:p xmlns:a="http://schemas.openxmlformats.org/drawingml/2006/main">
            <a:r>
              <a:t>输入：进程退出或会话关闭</a:t>
            </a:r>
          </a:p>
          <a:p xmlns:a="http://schemas.openxmlformats.org/drawingml/2006/main">
            <a:r>
              <a:t>输出：已收尾的客户端状态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行为与边界：通过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源码：packages/coding-agent/src/modes/rpc/jsonl.ts:1</a:t>
            </a:r>
          </a:p>
          <a:p xmlns:a="http://schemas.openxmlformats.org/drawingml/2006/main">
            <a:r>
              <a:t>源码：packages/coding-agent/src/modes/rpc/rpc-client.ts:1</a:t>
            </a:r>
          </a:p>
          <a:p xmlns:a="http://schemas.openxmlformats.org/drawingml/2006/main">
            <a:r>
              <a:t>源码：packages/coding-agent/src/modes/rpc/rpc-mode.ts:1</a:t>
            </a:r>
          </a:p>
          <a:p xmlns:a="http://schemas.openxmlformats.org/drawingml/2006/main">
            <a:r>
              <a:t>源码：packages/coding-agent/src/modes/rpc/rpc-types.ts:1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失败与恢复：请求响应和异步事件可能交错；不要以收到任意 JSON 行就认定自己的请求完成。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 RPC 测试中跟踪一条 prompt 的 ID、事件和最终完成，写一个取消中的等待场景。</a:t>
            </a:r>
          </a:p>
          <a:p xmlns:a="http://schemas.openxmlformats.org/drawingml/2006/main">
            <a:r>
              <a:t>参考判断：请求按 ID 关联；事件按协议类型处理；进程异常时所有挂起等待需被处理。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代理流与状态事件</a:t>
            </a:r>
          </a:p>
          <a:p xmlns:a="http://schemas.openxmlformats.org/drawingml/2006/main">
            <a:r>
              <a:t>将代理返回的响应流映射为 Agent 使用的事件与消息。</a:t>
            </a:r>
          </a:p>
          <a:p xmlns:a="http://schemas.openxmlformats.org/drawingml/2006/main">
            <a:r>
              <a:t>入口：代理流 SDK</a:t>
            </a:r>
          </a:p>
          <a:p xmlns:a="http://schemas.openxmlformats.org/drawingml/2006/main">
            <a:r>
              <a:t>边界：是否使用由宿主注入的流函数决定。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extensions/subagent · 示例</a:t>
            </a:r>
          </a:p>
          <a:p xmlns:a="http://schemas.openxmlformats.org/drawingml/2006/main">
            <a:r>
              <a:t>展示 extensions/subagent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入口：packages/coding-agent/examples/extensions/subagent/index.ts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extensions/handoff · 示例</a:t>
            </a:r>
          </a:p>
          <a:p xmlns:a="http://schemas.openxmlformats.org/drawingml/2006/main">
            <a:r>
              <a:t>展示 extensions/handoff.ts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入口：packages/coding-agent/examples/extensions/handoff.ts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extensions/qna · 示例</a:t>
            </a:r>
          </a:p>
          <a:p xmlns:a="http://schemas.openxmlformats.org/drawingml/2006/main">
            <a:r>
              <a:t>展示 extensions/qna.ts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入口：packages/coding-agent/examples/extensions/qna.ts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extensions/send-user-message · 示例</a:t>
            </a:r>
          </a:p>
          <a:p xmlns:a="http://schemas.openxmlformats.org/drawingml/2006/main">
            <a:r>
              <a:t>展示 extensions/send-user-message.ts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入口：packages/coding-agent/examples/extensions/send-user-message.ts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extensions/rpc-demo · 示例</a:t>
            </a:r>
          </a:p>
          <a:p xmlns:a="http://schemas.openxmlformats.org/drawingml/2006/main">
            <a:r>
              <a:t>展示 extensions/rpc-demo.ts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入口：packages/coding-agent/examples/extensions/rpc-demo.ts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rpc-extension-ui · 示例</a:t>
            </a:r>
          </a:p>
          <a:p xmlns:a="http://schemas.openxmlformats.org/drawingml/2006/main">
            <a:r>
              <a:t>展示 rpc-extension-ui.ts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入口：packages/coding-agent/examples/rpc-extension-ui.ts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packages/coding-agent/examples/extensions/subagent/README.md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UI-04 · 长驻 RPC 模式 [内置] 进程持续读取 stdin 中的 JSONL 命令并输出响应与事件，供 IDE、其他语言或自定义界面控制。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INT-09 · 类型化子进程客户端 [库] 启动 Pi RPC 子进程，关联命令响应、暴露类型化方法并分发事件，省去自行维护管道协议。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INT-10 · RPC 输入与任务控制 [内置协议] prompt／steer／follow_up 发送任务；abort 等待空闲；clear_queue 返回排队文本供客户端恢复编辑。接受提示不代表任务完成。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INT-11 · RPC 状态与消息查询 [内置协议] 读取当前模型、流式状态、压缩状态、队列模式及当前消息，供外部 UI 初始化或刷新。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INT-12 · RPC 模型控制 [内置协议] 列举可用模型、设置模型或循环切换，返回实际配置模型对象。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INT-13 · RPC 推理控制 [内置协议] 查询当前模型支持的推理级别，设置或循环切换，避免客户端硬编码所有模型都支持同一档位。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INT-14 · RPC 队列策略 [内置协议] 动态设置 steering 和 follow-up 为整批或逐条投递，适配不同外部工作流。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INT-15 · RPC 压缩与重试控制 [内置协议] 手动压缩并读取摘要和用量，切换自动压缩／重试，取消正在等待的重试。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INT-16 · RPC Shell 执行 [内置协议] 主动运行命令并接收流式输出，可选择是否进入下次模型上下文；可单独取消运行中的命令。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INT-17 · RPC 会话管理 [内置协议] 创建、切换、分叉、克隆和命名会话，并获取可分叉用户消息；相关操作可能被扩展取消。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INT-18 · RPC 增量原始历史 [内置协议] 按 entry ID 游标读取追加条目，包含压缩前历史和被离开的分支；返回 leafId 帮助判断当前分支是否变化。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INT-19 · RPC 会话树 [内置协议] 返回条目及 children、标签和活动叶子，供客户端实现历史导航界面；查询树本身不执行导航。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INT-20 · RPC 统计、答案与导出 [内置协议] 读取会话用量和上下文统计、最后助手文本，或导出 HTML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INT-21 · RPC 可扩展命令发现 [内置协议] 枚举扩展、模板和技能命令及来源元数据，再通过 prompt 调用；不包含只由 TUI 处理的内置命令。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INT-22 · RPC 对话框转发 [内置协议] 把扩展 select、confirm、input、editor 转为请求／响应，使非终端客户端也能与扩展交互。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INT-23 · RPC 状态与编辑器通知 [内置协议] 转发通知、状态文本、文本 widget、标题和编辑器设值；终端组件、主题和自定义编辑器不在支持范围内。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AG-19 · 浏览器后端代理 [库] 浏览器侧把流请求交给后端代理，让业务服务管理模型认证与访问。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OTH-18 · 子智能体独立上下文 [示例] 每个子智能体运行于独立 Pi 进程，以专门提示、模型和工具处理子任务，避免全部细节挤入主上下文。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OTH-19 · 子智能体并行与链式工作流 [示例] 支持单任务、多个并行任务，以及以上一步结果驱动下一步的 chain；附 scout、planner、worker、reviewer 角色和工作流模板。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OTH-20 · 子智能体进度、用量与取消 [示例] 展示每个子进程的工具、输出、token 和成本，取消向子进程传播。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OTH-24 · 目标式会话交接 [示例] 将当前上下文整理成面向新目标的交接，创建更聚焦的新会话。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OTH-25 · 回答问题提取 [示例] 从助手最后回答中提取待回答问题写回输入框，让用户逐项补充信息。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OTH-31 · 程序化用户消息 [示例] 从扩展主动发送用户消息进入会话，用于外部事件或自定义交互触发任务。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OTH-33 · RPC 扩展 UI 演示 [示例] 成对展示代理端 UI 请求和外部客户端处理，验证可转发的选择、输入及通知。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sdk-rpc / SDK 嵌入、RPC 请求与代理流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 Pi 嵌入自己的界面，或让另一个进程控制它。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选择集成边界</a:t>
            </a:r>
          </a:p>
          <a:p xmlns:a="http://schemas.openxmlformats.org/drawingml/2006/main">
            <a:r>
              <a:t>比较直接创建 AgentSession 与启动 RPC 进程，确定谁持有生命周期、凭据和工作目录。</a:t>
            </a:r>
          </a:p>
          <a:p xmlns:a="http://schemas.openxmlformats.org/drawingml/2006/main">
            <a:r>
              <a:t>输入：应用集成目标</a:t>
            </a:r>
          </a:p>
          <a:p xmlns:a="http://schemas.openxmlformats.org/drawingml/2006/main">
            <a:r>
              <a:t>输出：SDK 或进程协议方案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关联命令和响应</a:t>
            </a:r>
          </a:p>
          <a:p xmlns:a="http://schemas.openxmlformats.org/drawingml/2006/main">
            <a:r>
              <a:t>阅读命令联合类型、请求 ID、响应和独立事件；响应确认不等于整轮生成完成。</a:t>
            </a:r>
          </a:p>
          <a:p xmlns:a="http://schemas.openxmlformats.org/drawingml/2006/main">
            <a:r>
              <a:t>输入：JSON 请求</a:t>
            </a:r>
          </a:p>
          <a:p xmlns:a="http://schemas.openxmlformats.org/drawingml/2006/main">
            <a:r>
              <a:t>输出：命令结果与异步事件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行为与边界：通过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源码：packages/coding-agent/src/modes/rpc/jsonl.ts:1</a:t>
            </a:r>
          </a:p>
          <a:p xmlns:a="http://schemas.openxmlformats.org/drawingml/2006/main">
            <a:r>
              <a:t>源码：packages/coding-agent/src/modes/rpc/rpc-client.ts:1</a:t>
            </a:r>
          </a:p>
          <a:p xmlns:a="http://schemas.openxmlformats.org/drawingml/2006/main">
            <a:r>
              <a:t>源码：packages/coding-agent/src/modes/rpc/rpc-mode.ts:1</a:t>
            </a:r>
          </a:p>
          <a:p xmlns:a="http://schemas.openxmlformats.org/drawingml/2006/main">
            <a:r>
              <a:t>源码：packages/coding-agent/src/modes/rpc/rpc-types.ts:1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处理流与取消</a:t>
            </a:r>
          </a:p>
          <a:p xmlns:a="http://schemas.openxmlformats.org/drawingml/2006/main">
            <a:r>
              <a:t>比较代理流转换和直接模型流，把传输中断、用户 abort 和正常结束分开。</a:t>
            </a:r>
          </a:p>
          <a:p xmlns:a="http://schemas.openxmlformats.org/drawingml/2006/main">
            <a:r>
              <a:t>输入：远端事件流</a:t>
            </a:r>
          </a:p>
          <a:p xmlns:a="http://schemas.openxmlformats.org/drawingml/2006/main">
            <a:r>
              <a:t>输出：Agent 可消费的事件</a:t>
            </a:r>
          </a:p>
          <a:p xmlns:a="http://schemas.openxmlformats.org/drawingml/2006/main">
            <a:r>
              <a:t>入口：代理流 SDK</a:t>
            </a:r>
          </a:p>
          <a:p xmlns:a="http://schemas.openxmlformats.org/drawingml/2006/main">
            <a:r>
              <a:t>行为与边界：是否使用由宿主注入的流函数决定。</a:t>
            </a:r>
          </a:p>
          <a:p xmlns:a="http://schemas.openxmlformats.org/drawingml/2006/main">
            <a:r>
              <a:t>源码：packages/agent/src/proxy.ts:1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释放进程和资源</a:t>
            </a:r>
          </a:p>
          <a:p xmlns:a="http://schemas.openxmlformats.org/drawingml/2006/main">
            <a:r>
              <a:t>跟踪关闭、错误与 UI 请求的处理，保证等待中的调用最终得到结果或明确失败。</a:t>
            </a:r>
          </a:p>
          <a:p xmlns:a="http://schemas.openxmlformats.org/drawingml/2006/main">
            <a:r>
              <a:t>输入：进程退出或会话关闭</a:t>
            </a:r>
          </a:p>
          <a:p xmlns:a="http://schemas.openxmlformats.org/drawingml/2006/main">
            <a:r>
              <a:t>输出：已收尾的客户端状态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行为与边界：通过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源码：packages/coding-agent/src/modes/rpc/jsonl.ts:1</a:t>
            </a:r>
          </a:p>
          <a:p xmlns:a="http://schemas.openxmlformats.org/drawingml/2006/main">
            <a:r>
              <a:t>源码：packages/coding-agent/src/modes/rpc/rpc-client.ts:1</a:t>
            </a:r>
          </a:p>
          <a:p xmlns:a="http://schemas.openxmlformats.org/drawingml/2006/main">
            <a:r>
              <a:t>源码：packages/coding-agent/src/modes/rpc/rpc-mode.ts:1</a:t>
            </a:r>
          </a:p>
          <a:p xmlns:a="http://schemas.openxmlformats.org/drawingml/2006/main">
            <a:r>
              <a:t>源码：packages/coding-agent/src/modes/rpc/rpc-types.ts:1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失败与恢复：请求响应和异步事件可能交错；不要以收到任意 JSON 行就认定自己的请求完成。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 RPC 测试中跟踪一条 prompt 的 ID、事件和最终完成，写一个取消中的等待场景。</a:t>
            </a:r>
          </a:p>
          <a:p xmlns:a="http://schemas.openxmlformats.org/drawingml/2006/main">
            <a:r>
              <a:t>参考判断：请求按 ID 关联；事件按协议类型处理；进程异常时所有挂起等待需被处理。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代理流与状态事件</a:t>
            </a:r>
          </a:p>
          <a:p xmlns:a="http://schemas.openxmlformats.org/drawingml/2006/main">
            <a:r>
              <a:t>将代理返回的响应流映射为 Agent 使用的事件与消息。</a:t>
            </a:r>
          </a:p>
          <a:p xmlns:a="http://schemas.openxmlformats.org/drawingml/2006/main">
            <a:r>
              <a:t>入口：代理流 SDK</a:t>
            </a:r>
          </a:p>
          <a:p xmlns:a="http://schemas.openxmlformats.org/drawingml/2006/main">
            <a:r>
              <a:t>边界：是否使用由宿主注入的流函数决定。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extensions/subagent · 示例</a:t>
            </a:r>
          </a:p>
          <a:p xmlns:a="http://schemas.openxmlformats.org/drawingml/2006/main">
            <a:r>
              <a:t>展示 extensions/subagent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入口：packages/coding-agent/examples/extensions/subagent/index.ts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extensions/handoff · 示例</a:t>
            </a:r>
          </a:p>
          <a:p xmlns:a="http://schemas.openxmlformats.org/drawingml/2006/main">
            <a:r>
              <a:t>展示 extensions/handoff.ts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入口：packages/coding-agent/examples/extensions/handoff.ts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extensions/qna · 示例</a:t>
            </a:r>
          </a:p>
          <a:p xmlns:a="http://schemas.openxmlformats.org/drawingml/2006/main">
            <a:r>
              <a:t>展示 extensions/qna.ts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入口：packages/coding-agent/examples/extensions/qna.ts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extensions/send-user-message · 示例</a:t>
            </a:r>
          </a:p>
          <a:p xmlns:a="http://schemas.openxmlformats.org/drawingml/2006/main">
            <a:r>
              <a:t>展示 extensions/send-user-message.ts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入口：packages/coding-agent/examples/extensions/send-user-message.ts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extensions/rpc-demo · 示例</a:t>
            </a:r>
          </a:p>
          <a:p xmlns:a="http://schemas.openxmlformats.org/drawingml/2006/main">
            <a:r>
              <a:t>展示 extensions/rpc-demo.ts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入口：packages/coding-agent/examples/extensions/rpc-demo.ts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rpc-extension-ui · 示例</a:t>
            </a:r>
          </a:p>
          <a:p xmlns:a="http://schemas.openxmlformats.org/drawingml/2006/main">
            <a:r>
              <a:t>展示 rpc-extension-ui.ts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入口：packages/coding-agent/examples/rpc-extension-ui.ts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packages/coding-agent/examples/extensions/subagent/README.md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UI-04 · 长驻 RPC 模式 [内置] 进程持续读取 stdin 中的 JSONL 命令并输出响应与事件，供 IDE、其他语言或自定义界面控制。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INT-09 · 类型化子进程客户端 [库] 启动 Pi RPC 子进程，关联命令响应、暴露类型化方法并分发事件，省去自行维护管道协议。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INT-10 · RPC 输入与任务控制 [内置协议] prompt／steer／follow_up 发送任务；abort 等待空闲；clear_queue 返回排队文本供客户端恢复编辑。接受提示不代表任务完成。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INT-11 · RPC 状态与消息查询 [内置协议] 读取当前模型、流式状态、压缩状态、队列模式及当前消息，供外部 UI 初始化或刷新。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INT-12 · RPC 模型控制 [内置协议] 列举可用模型、设置模型或循环切换，返回实际配置模型对象。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INT-13 · RPC 推理控制 [内置协议] 查询当前模型支持的推理级别，设置或循环切换，避免客户端硬编码所有模型都支持同一档位。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INT-14 · RPC 队列策略 [内置协议] 动态设置 steering 和 follow-up 为整批或逐条投递，适配不同外部工作流。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INT-15 · RPC 压缩与重试控制 [内置协议] 手动压缩并读取摘要和用量，切换自动压缩／重试，取消正在等待的重试。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INT-16 · RPC Shell 执行 [内置协议] 主动运行命令并接收流式输出，可选择是否进入下次模型上下文；可单独取消运行中的命令。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INT-17 · RPC 会话管理 [内置协议] 创建、切换、分叉、克隆和命名会话，并获取可分叉用户消息；相关操作可能被扩展取消。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INT-18 · RPC 增量原始历史 [内置协议] 按 entry ID 游标读取追加条目，包含压缩前历史和被离开的分支；返回 leafId 帮助判断当前分支是否变化。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INT-19 · RPC 会话树 [内置协议] 返回条目及 children、标签和活动叶子，供客户端实现历史导航界面；查询树本身不执行导航。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INT-20 · RPC 统计、答案与导出 [内置协议] 读取会话用量和上下文统计、最后助手文本，或导出 HTML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INT-21 · RPC 可扩展命令发现 [内置协议] 枚举扩展、模板和技能命令及来源元数据，再通过 prompt 调用；不包含只由 TUI 处理的内置命令。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INT-22 · RPC 对话框转发 [内置协议] 把扩展 select、confirm、input、editor 转为请求／响应，使非终端客户端也能与扩展交互。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INT-23 · RPC 状态与编辑器通知 [内置协议] 转发通知、状态文本、文本 widget、标题和编辑器设值；终端组件、主题和自定义编辑器不在支持范围内。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AG-19 · 浏览器后端代理 [库] 浏览器侧把流请求交给后端代理，让业务服务管理模型认证与访问。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OTH-18 · 子智能体独立上下文 [示例] 每个子智能体运行于独立 Pi 进程，以专门提示、模型和工具处理子任务，避免全部细节挤入主上下文。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OTH-19 · 子智能体并行与链式工作流 [示例] 支持单任务、多个并行任务，以及以上一步结果驱动下一步的 chain；附 scout、planner、worker、reviewer 角色和工作流模板。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OTH-20 · 子智能体进度、用量与取消 [示例] 展示每个子进程的工具、输出、token 和成本，取消向子进程传播。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OTH-24 · 目标式会话交接 [示例] 将当前上下文整理成面向新目标的交接，创建更聚焦的新会话。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OTH-25 · 回答问题提取 [示例] 从助手最后回答中提取待回答问题写回输入框，让用户逐项补充信息。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OTH-31 · 程序化用户消息 [示例] 从扩展主动发送用户消息进入会话，用于外部事件或自定义交互触发任务。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OTH-33 · RPC 扩展 UI 演示 [示例] 成对展示代理端 UI 请求和外部客户端处理，验证可转发的选择、输入及通知。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课程：05 扩展与界面 / sdk-rpc / SDK 嵌入、RPC 请求与代理流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 Pi 嵌入自己的界面，或让另一个进程控制它。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选择集成边界</a:t>
            </a:r>
          </a:p>
          <a:p xmlns:a="http://schemas.openxmlformats.org/drawingml/2006/main">
            <a:r>
              <a:t>比较直接创建 AgentSession 与启动 RPC 进程，确定谁持有生命周期、凭据和工作目录。</a:t>
            </a:r>
          </a:p>
          <a:p xmlns:a="http://schemas.openxmlformats.org/drawingml/2006/main">
            <a:r>
              <a:t>输入：应用集成目标</a:t>
            </a:r>
          </a:p>
          <a:p xmlns:a="http://schemas.openxmlformats.org/drawingml/2006/main">
            <a:r>
              <a:t>输出：SDK 或进程协议方案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关联命令和响应</a:t>
            </a:r>
          </a:p>
          <a:p xmlns:a="http://schemas.openxmlformats.org/drawingml/2006/main">
            <a:r>
              <a:t>阅读命令联合类型、请求 ID、响应和独立事件；响应确认不等于整轮生成完成。</a:t>
            </a:r>
          </a:p>
          <a:p xmlns:a="http://schemas.openxmlformats.org/drawingml/2006/main">
            <a:r>
              <a:t>输入：JSON 请求</a:t>
            </a:r>
          </a:p>
          <a:p xmlns:a="http://schemas.openxmlformats.org/drawingml/2006/main">
            <a:r>
              <a:t>输出：命令结果与异步事件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行为与边界：通过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源码：packages/coding-agent/src/modes/rpc/jsonl.ts:1</a:t>
            </a:r>
          </a:p>
          <a:p xmlns:a="http://schemas.openxmlformats.org/drawingml/2006/main">
            <a:r>
              <a:t>源码：packages/coding-agent/src/modes/rpc/rpc-client.ts:1</a:t>
            </a:r>
          </a:p>
          <a:p xmlns:a="http://schemas.openxmlformats.org/drawingml/2006/main">
            <a:r>
              <a:t>源码：packages/coding-agent/src/modes/rpc/rpc-mode.ts:1</a:t>
            </a:r>
          </a:p>
          <a:p xmlns:a="http://schemas.openxmlformats.org/drawingml/2006/main">
            <a:r>
              <a:t>源码：packages/coding-agent/src/modes/rpc/rpc-types.ts:1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处理流与取消</a:t>
            </a:r>
          </a:p>
          <a:p xmlns:a="http://schemas.openxmlformats.org/drawingml/2006/main">
            <a:r>
              <a:t>比较代理流转换和直接模型流，把传输中断、用户 abort 和正常结束分开。</a:t>
            </a:r>
          </a:p>
          <a:p xmlns:a="http://schemas.openxmlformats.org/drawingml/2006/main">
            <a:r>
              <a:t>输入：远端事件流</a:t>
            </a:r>
          </a:p>
          <a:p xmlns:a="http://schemas.openxmlformats.org/drawingml/2006/main">
            <a:r>
              <a:t>输出：Agent 可消费的事件</a:t>
            </a:r>
          </a:p>
          <a:p xmlns:a="http://schemas.openxmlformats.org/drawingml/2006/main">
            <a:r>
              <a:t>入口：代理流 SDK</a:t>
            </a:r>
          </a:p>
          <a:p xmlns:a="http://schemas.openxmlformats.org/drawingml/2006/main">
            <a:r>
              <a:t>行为与边界：是否使用由宿主注入的流函数决定。</a:t>
            </a:r>
          </a:p>
          <a:p xmlns:a="http://schemas.openxmlformats.org/drawingml/2006/main">
            <a:r>
              <a:t>源码：packages/agent/src/proxy.ts:1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释放进程和资源</a:t>
            </a:r>
          </a:p>
          <a:p xmlns:a="http://schemas.openxmlformats.org/drawingml/2006/main">
            <a:r>
              <a:t>跟踪关闭、错误与 UI 请求的处理，保证等待中的调用最终得到结果或明确失败。</a:t>
            </a:r>
          </a:p>
          <a:p xmlns:a="http://schemas.openxmlformats.org/drawingml/2006/main">
            <a:r>
              <a:t>输入：进程退出或会话关闭</a:t>
            </a:r>
          </a:p>
          <a:p xmlns:a="http://schemas.openxmlformats.org/drawingml/2006/main">
            <a:r>
              <a:t>输出：已收尾的客户端状态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行为与边界：通过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源码：packages/coding-agent/src/modes/rpc/jsonl.ts:1</a:t>
            </a:r>
          </a:p>
          <a:p xmlns:a="http://schemas.openxmlformats.org/drawingml/2006/main">
            <a:r>
              <a:t>源码：packages/coding-agent/src/modes/rpc/rpc-client.ts:1</a:t>
            </a:r>
          </a:p>
          <a:p xmlns:a="http://schemas.openxmlformats.org/drawingml/2006/main">
            <a:r>
              <a:t>源码：packages/coding-agent/src/modes/rpc/rpc-mode.ts:1</a:t>
            </a:r>
          </a:p>
          <a:p xmlns:a="http://schemas.openxmlformats.org/drawingml/2006/main">
            <a:r>
              <a:t>源码：packages/coding-agent/src/modes/rpc/rpc-types.ts:1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失败与恢复：请求响应和异步事件可能交错；不要以收到任意 JSON 行就认定自己的请求完成。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 RPC 测试中跟踪一条 prompt 的 ID、事件和最终完成，写一个取消中的等待场景。</a:t>
            </a:r>
          </a:p>
          <a:p xmlns:a="http://schemas.openxmlformats.org/drawingml/2006/main">
            <a:r>
              <a:t>参考判断：请求按 ID 关联；事件按协议类型处理；进程异常时所有挂起等待需被处理。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代理流与状态事件</a:t>
            </a:r>
          </a:p>
          <a:p xmlns:a="http://schemas.openxmlformats.org/drawingml/2006/main">
            <a:r>
              <a:t>将代理返回的响应流映射为 Agent 使用的事件与消息。</a:t>
            </a:r>
          </a:p>
          <a:p xmlns:a="http://schemas.openxmlformats.org/drawingml/2006/main">
            <a:r>
              <a:t>入口：代理流 SDK</a:t>
            </a:r>
          </a:p>
          <a:p xmlns:a="http://schemas.openxmlformats.org/drawingml/2006/main">
            <a:r>
              <a:t>边界：是否使用由宿主注入的流函数决定。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extensions/subagent · 示例</a:t>
            </a:r>
          </a:p>
          <a:p xmlns:a="http://schemas.openxmlformats.org/drawingml/2006/main">
            <a:r>
              <a:t>展示 extensions/subagent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入口：packages/coding-agent/examples/extensions/subagent/index.ts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extensions/handoff · 示例</a:t>
            </a:r>
          </a:p>
          <a:p xmlns:a="http://schemas.openxmlformats.org/drawingml/2006/main">
            <a:r>
              <a:t>展示 extensions/handoff.ts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入口：packages/coding-agent/examples/extensions/handoff.ts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extensions/qna · 示例</a:t>
            </a:r>
          </a:p>
          <a:p xmlns:a="http://schemas.openxmlformats.org/drawingml/2006/main">
            <a:r>
              <a:t>展示 extensions/qna.ts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入口：packages/coding-agent/examples/extensions/qna.ts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extensions/send-user-message · 示例</a:t>
            </a:r>
          </a:p>
          <a:p xmlns:a="http://schemas.openxmlformats.org/drawingml/2006/main">
            <a:r>
              <a:t>展示 extensions/send-user-message.ts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入口：packages/coding-agent/examples/extensions/send-user-message.ts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extensions/rpc-demo · 示例</a:t>
            </a:r>
          </a:p>
          <a:p xmlns:a="http://schemas.openxmlformats.org/drawingml/2006/main">
            <a:r>
              <a:t>展示 extensions/rpc-demo.ts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入口：packages/coding-agent/examples/extensions/rpc-demo.ts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rpc-extension-ui · 示例</a:t>
            </a:r>
          </a:p>
          <a:p xmlns:a="http://schemas.openxmlformats.org/drawingml/2006/main">
            <a:r>
              <a:t>展示 rpc-extension-ui.ts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入口：packages/coding-agent/examples/rpc-extension-ui.ts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packages/coding-agent/examples/extensions/subagent/README.md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UI-04 · 长驻 RPC 模式 [内置] 进程持续读取 stdin 中的 JSONL 命令并输出响应与事件，供 IDE、其他语言或自定义界面控制。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INT-09 · 类型化子进程客户端 [库] 启动 Pi RPC 子进程，关联命令响应、暴露类型化方法并分发事件，省去自行维护管道协议。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INT-10 · RPC 输入与任务控制 [内置协议] prompt／steer／follow_up 发送任务；abort 等待空闲；clear_queue 返回排队文本供客户端恢复编辑。接受提示不代表任务完成。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INT-11 · RPC 状态与消息查询 [内置协议] 读取当前模型、流式状态、压缩状态、队列模式及当前消息，供外部 UI 初始化或刷新。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INT-12 · RPC 模型控制 [内置协议] 列举可用模型、设置模型或循环切换，返回实际配置模型对象。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INT-13 · RPC 推理控制 [内置协议] 查询当前模型支持的推理级别，设置或循环切换，避免客户端硬编码所有模型都支持同一档位。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INT-14 · RPC 队列策略 [内置协议] 动态设置 steering 和 follow-up 为整批或逐条投递，适配不同外部工作流。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INT-15 · RPC 压缩与重试控制 [内置协议] 手动压缩并读取摘要和用量，切换自动压缩／重试，取消正在等待的重试。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INT-16 · RPC Shell 执行 [内置协议] 主动运行命令并接收流式输出，可选择是否进入下次模型上下文；可单独取消运行中的命令。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INT-17 · RPC 会话管理 [内置协议] 创建、切换、分叉、克隆和命名会话，并获取可分叉用户消息；相关操作可能被扩展取消。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INT-18 · RPC 增量原始历史 [内置协议] 按 entry ID 游标读取追加条目，包含压缩前历史和被离开的分支；返回 leafId 帮助判断当前分支是否变化。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INT-19 · RPC 会话树 [内置协议] 返回条目及 children、标签和活动叶子，供客户端实现历史导航界面；查询树本身不执行导航。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INT-20 · RPC 统计、答案与导出 [内置协议] 读取会话用量和上下文统计、最后助手文本，或导出 HTML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INT-21 · RPC 可扩展命令发现 [内置协议] 枚举扩展、模板和技能命令及来源元数据，再通过 prompt 调用；不包含只由 TUI 处理的内置命令。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INT-22 · RPC 对话框转发 [内置协议] 把扩展 select、confirm、input、editor 转为请求／响应，使非终端客户端也能与扩展交互。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INT-23 · RPC 状态与编辑器通知 [内置协议] 转发通知、状态文本、文本 widget、标题和编辑器设值；终端组件、主题和自定义编辑器不在支持范围内。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AG-19 · 浏览器后端代理 [库] 浏览器侧把流请求交给后端代理，让业务服务管理模型认证与访问。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OTH-18 · 子智能体独立上下文 [示例] 每个子智能体运行于独立 Pi 进程，以专门提示、模型和工具处理子任务，避免全部细节挤入主上下文。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OTH-19 · 子智能体并行与链式工作流 [示例] 支持单任务、多个并行任务，以及以上一步结果驱动下一步的 chain；附 scout、planner、worker、reviewer 角色和工作流模板。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OTH-20 · 子智能体进度、用量与取消 [示例] 展示每个子进程的工具、输出、token 和成本，取消向子进程传播。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OTH-24 · 目标式会话交接 [示例] 将当前上下文整理成面向新目标的交接，创建更聚焦的新会话。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OTH-25 · 回答问题提取 [示例] 从助手最后回答中提取待回答问题写回输入框，让用户逐项补充信息。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OTH-31 · 程序化用户消息 [示例] 从扩展主动发送用户消息进入会话，用于外部事件或自定义交互触发任务。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OTH-33 · RPC 扩展 UI 演示 [示例] 成对展示代理端 UI 请求和外部客户端处理，验证可转发的选择、输入及通知。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c0a336a074c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8bc673e6b41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48e06a2e140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1576c3d5448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b35b2044b4b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b265ec1854f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40AFC9-BF4A-4D66-998F-33FE52574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C95521-0BA8-4526-BE26-E8728EC4EF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2CD93C-3B95-4D5E-B396-E132F38AF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53387B-9925-4038-93B3-2A3690D26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41A97B-BF8D-4054-8337-882F6AD4F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732110-862C-4271-A900-A438F3879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330AC5-BC40-4BF7-AC2C-DCEB65912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17FE05-D2DA-426B-90D0-CD198A93B2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17D8D6-BE9A-4DFC-98E4-22116548D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6E0E5E-DCE5-4F30-96CE-8B408CC96A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543db394b8492e" /><Relationship Type="http://schemas.openxmlformats.org/officeDocument/2006/relationships/slideLayout" Target="/ppt/slideLayouts/slideLayout1.xml" Id="R59dafd4738c54343" /><Relationship Type="http://schemas.openxmlformats.org/officeDocument/2006/relationships/slideLayout" Target="/ppt/slideLayouts/slideLayout2.xml" Id="Rd390c1db517f45f3" /><Relationship Type="http://schemas.openxmlformats.org/officeDocument/2006/relationships/slideLayout" Target="/ppt/slideLayouts/slideLayout3.xml" Id="Racd41697d9a64f6b" /><Relationship Type="http://schemas.openxmlformats.org/officeDocument/2006/relationships/slideLayout" Target="/ppt/slideLayouts/slideLayout4.xml" Id="Rc72ce42c43ba4f63" /><Relationship Type="http://schemas.openxmlformats.org/officeDocument/2006/relationships/slideLayout" Target="/ppt/slideLayouts/slideLayout5.xml" Id="R022cb9d0e4784996" /><Relationship Type="http://schemas.openxmlformats.org/officeDocument/2006/relationships/slideLayout" Target="/ppt/slideLayouts/slideLayout6.xml" Id="Ra7d66bcde39d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afd4738c54343"/>
    <p:sldLayoutId xmlns:r="http://schemas.openxmlformats.org/officeDocument/2006/relationships" id="2147483650" r:id="Rd390c1db517f45f3"/>
    <p:sldLayoutId xmlns:r="http://schemas.openxmlformats.org/officeDocument/2006/relationships" id="2147483651" r:id="Racd41697d9a64f6b"/>
    <p:sldLayoutId xmlns:r="http://schemas.openxmlformats.org/officeDocument/2006/relationships" id="2147483652" r:id="Rc72ce42c43ba4f63"/>
    <p:sldLayoutId xmlns:r="http://schemas.openxmlformats.org/officeDocument/2006/relationships" id="2147483653" r:id="R022cb9d0e4784996"/>
    <p:sldLayoutId xmlns:r="http://schemas.openxmlformats.org/officeDocument/2006/relationships" id="2147483654" r:id="Ra7d66bcde39d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043be91be4ba8" /><Relationship Type="http://schemas.openxmlformats.org/officeDocument/2006/relationships/notesSlide" Target="/ppt/notesSlides/notesSlide1.xml" Id="R6b76deb7c5b443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a6815e03e49d5" /><Relationship Type="http://schemas.openxmlformats.org/officeDocument/2006/relationships/notesSlide" Target="/ppt/notesSlides/notesSlide2.xml" Id="R64a5970c639e41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849d734b644f50" /><Relationship Type="http://schemas.openxmlformats.org/officeDocument/2006/relationships/notesSlide" Target="/ppt/notesSlides/notesSlide3.xml" Id="R8cb84dd8d08646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5573d759842c1" /><Relationship Type="http://schemas.openxmlformats.org/officeDocument/2006/relationships/notesSlide" Target="/ppt/notesSlides/notesSlide4.xml" Id="R2dca7878008844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653d2f015439a" /><Relationship Type="http://schemas.openxmlformats.org/officeDocument/2006/relationships/notesSlide" Target="/ppt/notesSlides/notesSlide5.xml" Id="R606a012f782843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820edc02148c4" /><Relationship Type="http://schemas.openxmlformats.org/officeDocument/2006/relationships/notesSlide" Target="/ppt/notesSlides/notesSlide6.xml" Id="Reb3d747ad40b4c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73a602b484b9c" /><Relationship Type="http://schemas.openxmlformats.org/officeDocument/2006/relationships/notesSlide" Target="/ppt/notesSlides/notesSlide7.xml" Id="Rc18eb411572e49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5afc2a1d64a86" /><Relationship Type="http://schemas.openxmlformats.org/officeDocument/2006/relationships/notesSlide" Target="/ppt/notesSlides/notesSlide8.xml" Id="R243da06420004c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5f0f0b65b435e" /><Relationship Type="http://schemas.openxmlformats.org/officeDocument/2006/relationships/notesSlide" Target="/ppt/notesSlides/notesSlide9.xml" Id="R9abc2e3b8af449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1321b56d94929" /><Relationship Type="http://schemas.openxmlformats.org/officeDocument/2006/relationships/notesSlide" Target="/ppt/notesSlides/notesSlide10.xml" Id="Rd6678db44bba4f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1530d20c746c2" /><Relationship Type="http://schemas.openxmlformats.org/officeDocument/2006/relationships/notesSlide" Target="/ppt/notesSlides/notesSlide11.xml" Id="R7b5db9e6a6da40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e4a9a48e74453" /><Relationship Type="http://schemas.openxmlformats.org/officeDocument/2006/relationships/notesSlide" Target="/ppt/notesSlides/notesSlide12.xml" Id="Rc73ad5cd1b3748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df2cdde7d4129" /><Relationship Type="http://schemas.openxmlformats.org/officeDocument/2006/relationships/notesSlide" Target="/ppt/notesSlides/notesSlide13.xml" Id="Rb02bfe818af24c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4707177354e52" /><Relationship Type="http://schemas.openxmlformats.org/officeDocument/2006/relationships/notesSlide" Target="/ppt/notesSlides/notesSlide14.xml" Id="Rc296715d999443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74917a6d245e9" /><Relationship Type="http://schemas.openxmlformats.org/officeDocument/2006/relationships/notesSlide" Target="/ppt/notesSlides/notesSlide15.xml" Id="Rb0258a8cd1fb42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A6C068C-AB02-4D2B-9791-4DEBBD16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05A848-7731-4FDD-BB00-E9F12269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扩展从加载、注册到事件与重载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E7F1983-FCDA-4D72-8ED5-508CA5B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你要添加一个命令或工具，并在会话变化后保持正确状态。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7CCFD80-23B9-45B2-B67B-91D8BA23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BFBD819A-3441-4B7A-AD44-4FC48BA7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扩展发现、注册与事件分发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AB30112-F6E2-469E-85EF-254FCA0E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扩展发现、注册与事件分发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ED5D325A-68A3-4FDA-8590-9161B6A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用户与自定义消息的统一运行准备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31851CA-D4DD-4EAF-95F2-3B80BB80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extension-lifecycle   /   1     基线 136b87e8a · 源码与参考答案见讲者备注</a:t>
            </a:r>
          </a:p>
        </p:txBody>
      </p:sp>
      <p:sp>
        <p:nvSpPr>
          <p:cNvPr id="10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A585AC0-B1EA-411E-87F9-37A9BBC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会话保存、恢复与命名</a:t>
            </a:r>
          </a:p>
        </p:txBody>
      </p:sp>
    </p:spTree>
    <p:extLst>
      <p:ext uri="{BB962C8B-B14F-4D97-AF65-F5344CB8AC3E}">
        <p14:creationId xmlns:p14="http://schemas.microsoft.com/office/powerpoint/2010/main" val="1365671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F910BE4-032E-4751-840B-C63D14A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2DD384-CF85-4093-B904-F672E98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扩展从加载、注册到事件与重载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319E6ED-E5AD-41A2-A717-F1533AC9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发现并加载工厂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C1342FD-D0C5-4BC4-B77E-4C30F79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输入：扩展文件与资源来源    输出：注册中的扩展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C2546E7D-889E-4FC4-BD3A-C1E73322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注册受类型约束的能力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65943C1A-D672-4AB8-AAD2-411BFD9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输入：扩展工厂回调    输出：已注册能力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DA74263-30A5-41D5-A5FF-4BEF90BF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在事件阶段影响运行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43EAE5C7-14B8-480D-A5F3-D91F7428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输入：用户动作和会话状态    输出：扩展处理后的运行输入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7EC98CC-84E7-437B-9EB4-BF720372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保存状态与清理重载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E279FAE2-F77E-495C-AA8F-D9A12122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输入：会话变更或 reload    输出：一致的新扩展状态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CA4819A-2F50-4148-A2CC-FBDF5CEB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extension-lifecycle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26790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10C79FD-BAF6-43FB-A8EA-0A357DA3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289289-1AF5-44FF-B75D-6BA7F94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扩展从加载、注册到事件与重载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A6BF217D-3C38-464B-ACDF-99659A4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C1DFB95-AFA0-46DC-BAD7-885B49F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进程内变量不会自动随会话分支恢复；重复注册监听器会让一次事件产生多次副作用。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D1C4E26C-BB35-4B41-A6B0-E69566F4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F39A407-BF8E-40E7-BDB5-C1A874A7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选择现有扩展示例，分别模拟新会话、恢复、分叉和 /reload，并说明状态初始化位置。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9B7B1DE-719D-411C-AADE-0E6F13E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extension-lifecycle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145918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E011CC4-E66A-4CA3-BFEB-2BB436EC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2D45A9-DC1E-4A48-9968-005C701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自定义组件、交互窗口与主题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5D1E6AF-511B-4929-9190-75D9ECB4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扩展要显示选择器、状态或自定义工具结果。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27632BB-D87B-41C8-B41B-3030123E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E3EC791B-FA79-4113-8F8B-92881B0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扩展发现、注册与事件分发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92DB701-732D-4323-ACAB-054F6EC2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选择器、消息与工具 UI 组件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BC41658-9236-40BF-B2EE-604A3575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全屏终端、普通模式与启动显示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5E02FD41-9C89-4B46-B64D-F818BE47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主题、颜色与代码高亮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C288AFD-2ED6-4F02-9767-E8EC2D42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extension-ui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944217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042DAA8-4F82-4AB5-A894-485D3D6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D2B099-F435-4E02-8403-47C3A6F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自定义组件、交互窗口与主题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AD87397-23B0-4049-A63A-06342220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核对 UI 能力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48DF0DC3-A69E-475C-8E6A-69F7BA7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输入：扩展上下文    输出：当前可使用的 UI 接口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5A52A91-1F8C-4FE4-B7AB-A574AEF9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选择已有组件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3EEDFBE-0C5A-4811-A84B-EECE28BA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输入：工具详情或用户选择    输出：可显示组件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1D1B7C59-379A-4CC1-A6AB-4B34CE9F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布局与屏幕模式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86124663-EDE2-43E6-8827-2B166116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输入：组件与可用空间    输出：可交互布局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166180E-630C-44F8-A698-A058F5F0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应用主题与重载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27CBF33-0179-42E0-AA01-6BAA1100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输入：主题设置与终端能力    输出：一致的界面样式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4BACC80-C492-4C2F-BC8E-AC36083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extension-ui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36337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680837B-0579-45AE-B2D1-FDD7A62C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EC042B-D2FD-40BA-AEA4-35A1065A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自定义组件、交互窗口与主题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DF97EB86-FD0F-463A-8D91-C1B6833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B1BAD8D6-0809-4738-8CB2-F2FC64B1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渲染不能成为写入业务状态的隐式入口。无 UI 模式需要明确降级，不能等待永远不会出现的选择器。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39F5A7FF-0619-465C-864D-26B6DC68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8D384F81-3225-4BB4-86E3-33999548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找一个自定义 UI 示例，记录输入、返回值、取消值以及清理步骤。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1D8FF84-8B1A-4DCE-83A4-899E70F9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extension-ui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162834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C88048BB-1CD5-403E-9D36-0A4555B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44595D-B156-4338-9DC4-3919B8F3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终端字节到按键、编辑与补全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D1F9458-69C0-48E5-B041-AD71750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输入中文、粘贴多行或按快捷键时，需要理解编辑器如何变化。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0344087F-F787-46FB-90BC-A3ED974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7BF61368-15D3-4343-93CC-42097922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键盘、鼠标与输入缓存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95AAFF61-B5F1-4AA6-B6E6-F5B00516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快捷键与斜杠命令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75F0AE2B-49B7-4FD1-BCC9-C067AE3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撤销、Kill Ring 与词边界导航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53C6F59-2173-4CC8-937A-8F18B932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路径、斜杠命令与模糊补全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E6159C5-59C6-48E6-81B3-8E27AC34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tui-input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47693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E0FA4FE-C3A1-47B8-9B44-E4B4BAC3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082049-3DB4-49C6-89EA-9816ED67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终端字节到按键、编辑与补全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681B954B-3F34-4DE8-8147-500AA30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拆分输入协议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F2AAA7E3-5FF3-4D7E-A4C1-C7A51F1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输入：终端字节流    输出：键盘、鼠标或粘贴事件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5D6262DE-47B9-4BE3-99EE-DD75D3D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映射可配置动作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4AA2A9F5-60D9-4871-B482-A64EEB1D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输入：标准化按键与用户绑定    输出：编辑或应用动作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124CF8D-8D88-4041-A11C-19E5BE5C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更新编辑状态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210D25B5-110D-4E95-AE65-F27E074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输入：编辑动作    输出：文本、光标和历史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2C24AAE4-7344-477A-AB62-195CEA9F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生成和应用补全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17E65024-17FB-4154-8B53-C05A7B2E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输入：输入文本与位置    输出：候选和替换后的文本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BF6B849-3E7A-43A3-8947-91580D53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tui-input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692371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EEB9330-F733-47AA-B69C-A47B6924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33DE9D-E5A0-403C-9E2E-59810C7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终端字节到按键、编辑与补全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2BFC0086-176F-4E30-BEF6-A03387CB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5A408411-ACDD-49C3-A76A-4DED445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字节数、字符数与终端列宽不同；协议序列被拆分时不能立即当普通文本处理。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273478F1-6214-42B4-8476-F28E7D7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915D3A08-E8FD-4CAD-A29A-1BD3ED3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从已有编辑器测试选择中文、组合字符和多行粘贴三个场景，标注光标的预期位置。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D3CF709-FE37-40A9-9ED5-2E51C53F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tui-input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515717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49BAB17-3F8C-4B33-8AFB-55665EC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E62F80-F9B9-4D98-8B60-7A130056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组件树到差分渲染、图像与原生桥接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73489915-C786-4A7D-9EEA-9B320A2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窗口缩小、主题改变或工具输出变长后，终端需要正确重绘。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326E6C6-74E5-4FA8-9F95-36AE1B34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CE584B22-4F30-4B00-BF74-E047C07E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布局节点、测量与滚动几何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9980955A-E106-42BE-931D-3281079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Unicode 宽度、ANSI 与 LaTeX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9E1EBE8C-D1B2-46B3-B224-83E42697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主屏、替代屏与差分渲染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47F4C1F-E955-46FE-93C3-8D2AFB71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图像协议与能力探测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710B5AC-EA02-4E37-8093-41A016B5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tui-render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990468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3B76209-3495-4D19-BC56-A36DF883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3C8A0D-B39A-49C8-A6CC-69DD7CFE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组件树到差分渲染、图像与原生桥接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28F65BB-CA99-44AD-A13B-C2973E58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测量组件与布局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DB9639C5-FF6D-4596-8B36-304E3043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输入：组件树与窗口尺寸    输出：目标屏幕行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E596467-053C-44D8-AAAF-5E99BA2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按显示宽度处理文本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A2F4F5EA-1242-474A-B325-E600C76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输入：带样式文本    输出：可显示的行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1ECBC4D-E8DB-470D-B144-AC84B1E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更新终端屏幕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1FE6009-1937-472F-A169-0531539E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输入：新旧屏幕状态    输出：终端输出序列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5272F3A4-8FAF-4982-9BB5-687A635E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处理图像与平台能力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9B17E973-1BF6-4EB4-BB65-44E241DD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输入：图片和终端能力    输出：图像输出或回退表现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68A3319-2347-4A5E-B5A8-662B5AFF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tui-render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0308263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C17E10F-BF8D-4364-9590-1BE88AD8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AA432C-DF6E-4DC6-AAF5-CB451439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组件树到差分渲染、图像与原生桥接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1EB286C5-F2B6-4B29-9373-E3DBBA5F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1F7076A6-B1B0-4C03-BEB5-1F8752A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没有对应终端协议、显示服务或平台二进制时，图像与剪贴板能力可能降级。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EB35682E-52E7-4C47-BB33-1A603E9D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89C45BE-7F88-42AE-9ECD-9C081095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选一个 resize 测试解释哪些行重绘；再对照一个图像能力检测测试写出回退预期。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3D9CB98-A35E-41F6-AB88-C76B5937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tui-render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3682850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F30E4CA-167E-40F6-A0BB-88748A4F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F21BC6-E9A3-4EB3-84A1-78E24AE2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SDK 嵌入、RPC 请求与代理流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D5D3D51D-1F93-4622-A409-00147443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把 Pi 嵌入自己的界面，或让另一个进程控制它。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E5E1626F-CD50-4ACD-80ED-041781AD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5C7F7C8-596D-4694-980E-CB828315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SDK 创建与替换运行时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D315D35-19BB-44E0-A98E-A962506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CLI RPC 与扩展 UI 代理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8E1D875-1108-42B1-A63E-B822899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代理流与状态事件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CDA7254-09DD-4A3B-A9FC-0C42093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sdk-rpc   /   1     基线 136b87e8a · 源码与参考答案见讲者备注</a:t>
            </a:r>
          </a:p>
        </p:txBody>
      </p:sp>
      <p:sp>
        <p:nvSpPr>
          <p:cNvPr id="10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E2DCF65D-8E01-425D-AFE9-0C13297C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CLI RPC 与扩展 UI 代理</a:t>
            </a:r>
          </a:p>
        </p:txBody>
      </p:sp>
    </p:spTree>
    <p:extLst>
      <p:ext uri="{BB962C8B-B14F-4D97-AF65-F5344CB8AC3E}">
        <p14:creationId xmlns:p14="http://schemas.microsoft.com/office/powerpoint/2010/main" val="990051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D1122D9-684A-4888-94C4-917B099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E450DD-8834-41C2-B8A7-715D190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SDK 嵌入、RPC 请求与代理流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BF5151B-C346-4094-9820-5B981CC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选择集成边界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6C4B141B-D68F-4A9D-A720-521FA41C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输入：应用集成目标    输出：SDK 或进程协议方案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58A0AB10-06EB-47F6-A3E4-437494E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关联命令和响应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83A64CEB-BBA9-41A0-9F2B-1F9029C0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输入：JSON 请求    输出：命令结果与异步事件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95740B2-4F5A-4FB7-B64A-308FC6DF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处理流与取消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84CEC8A7-51AD-4F17-8C9A-33E8595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输入：远端事件流    输出：Agent 可消费的事件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93B6BCFF-C283-433A-A4CB-A9B149FE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释放进程和资源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4446DB5A-79D2-42C1-AA05-52CB2205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输入：进程退出或会话关闭    输出：已收尾的客户端状态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6B81F9E-3220-49AB-ABC1-F02E8FA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sdk-rpc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1973113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7DA723CE-8A46-44EE-AF19-837B79F1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052836-DBB4-4CDC-8A57-F311B588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SDK 嵌入、RPC 请求与代理流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A954EA1F-1581-4B4A-A8B4-DBAE34D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B8811FE-9781-406C-B117-BB751BCC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请求响应和异步事件可能交错；不要以收到任意 JSON 行就认定自己的请求完成。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CB4615D5-748A-4832-943C-8C5665DD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F6ACBBC-6722-41A8-AC4F-8D97E5DB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在 RPC 测试中跟踪一条 prompt 的 ID、事件和最终完成，写一个取消中的等待场景。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A0BEDC4-4DB7-4347-A6D3-26093991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sdk-rpc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63064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2026-10-24T08:15:44.3690000Z</dcterms:created>
  <dcterms:modified xsi:type="dcterms:W3CDTF">2026-10-24T08:15:44.3690000Z</dcterms:modified>
</coreProperties>
</file>