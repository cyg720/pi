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2c3d69a74a4f5a" /><Relationship Type="http://schemas.openxmlformats.org/officeDocument/2006/relationships/extended-properties" Target="/docProps/app.xml" Id="R2a0c8af8487141f2" /><Relationship Type="http://schemas.openxmlformats.org/officeDocument/2006/relationships/officeDocument" Target="/ppt/presentation.xml" Id="Rffdacba5fb6f4848" /></Relationships>
</file>

<file path=ppt/presentation.xml><?xml version="1.0" encoding="utf-8"?>
<p:presentation xmlns:p="http://schemas.openxmlformats.org/presentationml/2006/main">
  <p:sldMasterIdLst>
    <p:sldMasterId xmlns:r="http://schemas.openxmlformats.org/officeDocument/2006/relationships" id="2147483648" r:id="R148fdefa47fe42c3"/>
  </p:sldMasterIdLst>
  <p:notesMasterIdLst>
    <p:notesMasterId xmlns:r="http://schemas.openxmlformats.org/officeDocument/2006/relationships" r:id="R68f382553699449d"/>
  </p:notesMasterIdLst>
  <p:sldIdLst>
    <p:sldId xmlns:r="http://schemas.openxmlformats.org/officeDocument/2006/relationships" id="256" r:id="Rd4cfc4f63cdb402c"/>
    <p:sldId xmlns:r="http://schemas.openxmlformats.org/officeDocument/2006/relationships" id="257" r:id="Ra9426d066784425d"/>
    <p:sldId xmlns:r="http://schemas.openxmlformats.org/officeDocument/2006/relationships" id="258" r:id="R9751fb263a4e4982"/>
    <p:sldId xmlns:r="http://schemas.openxmlformats.org/officeDocument/2006/relationships" id="259" r:id="R12e7d0f95a564612"/>
    <p:sldId xmlns:r="http://schemas.openxmlformats.org/officeDocument/2006/relationships" id="260" r:id="Rf988298f739a4661"/>
    <p:sldId xmlns:r="http://schemas.openxmlformats.org/officeDocument/2006/relationships" id="261" r:id="R87d9984d571b4d9a"/>
    <p:sldId xmlns:r="http://schemas.openxmlformats.org/officeDocument/2006/relationships" id="262" r:id="R3c1b9aea555941f4"/>
    <p:sldId xmlns:r="http://schemas.openxmlformats.org/officeDocument/2006/relationships" id="263" r:id="R518247b185b84fc7"/>
    <p:sldId xmlns:r="http://schemas.openxmlformats.org/officeDocument/2006/relationships" id="264" r:id="R6cfa1e6d9095489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0a6ef3b59743fa" /><Relationship Type="http://schemas.openxmlformats.org/officeDocument/2006/relationships/slideMaster" Target="/ppt/slideMasters/slideMaster1.xml" Id="R148fdefa47fe42c3" /><Relationship Type="http://schemas.openxmlformats.org/officeDocument/2006/relationships/notesMaster" Target="/ppt/notesMasters/notesMaster1.xml" Id="R68f382553699449d" /><Relationship Type="http://schemas.openxmlformats.org/officeDocument/2006/relationships/presProps" Target="/ppt/presProps.xml" Id="R1f8337c26fed4c50" /><Relationship Type="http://schemas.openxmlformats.org/officeDocument/2006/relationships/tableStyles" Target="/ppt/tableStyles.xml" Id="Rf3fd03f0475c41ff" /><Relationship Type="http://schemas.openxmlformats.org/officeDocument/2006/relationships/slide" Target="/ppt/slides/slide1.xml" Id="Rd4cfc4f63cdb402c" /><Relationship Type="http://schemas.openxmlformats.org/officeDocument/2006/relationships/slide" Target="/ppt/slides/slide2.xml" Id="Ra9426d066784425d" /><Relationship Type="http://schemas.openxmlformats.org/officeDocument/2006/relationships/slide" Target="/ppt/slides/slide3.xml" Id="R9751fb263a4e4982" /><Relationship Type="http://schemas.openxmlformats.org/officeDocument/2006/relationships/slide" Target="/ppt/slides/slide4.xml" Id="R12e7d0f95a564612" /><Relationship Type="http://schemas.openxmlformats.org/officeDocument/2006/relationships/slide" Target="/ppt/slides/slide5.xml" Id="Rf988298f739a4661" /><Relationship Type="http://schemas.openxmlformats.org/officeDocument/2006/relationships/slide" Target="/ppt/slides/slide6.xml" Id="R87d9984d571b4d9a" /><Relationship Type="http://schemas.openxmlformats.org/officeDocument/2006/relationships/slide" Target="/ppt/slides/slide7.xml" Id="R3c1b9aea555941f4" /><Relationship Type="http://schemas.openxmlformats.org/officeDocument/2006/relationships/slide" Target="/ppt/slides/slide8.xml" Id="R518247b185b84fc7" /><Relationship Type="http://schemas.openxmlformats.org/officeDocument/2006/relationships/slide" Target="/ppt/slides/slide9.xml" Id="R6cfa1e6d909548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a5e0920e3541a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32abf58d734082" /><Relationship Type="http://schemas.openxmlformats.org/officeDocument/2006/relationships/notesMaster" Target="/ppt/notesMasters/notesMaster1.xml" Id="R15f3658769e04d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dc1f1525cf4ffa" /><Relationship Type="http://schemas.openxmlformats.org/officeDocument/2006/relationships/notesMaster" Target="/ppt/notesMasters/notesMaster1.xml" Id="R99aceb76776441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163315c262e411b" /><Relationship Type="http://schemas.openxmlformats.org/officeDocument/2006/relationships/notesMaster" Target="/ppt/notesMasters/notesMaster1.xml" Id="Ra702c946c6fc47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12cbff7c2f493f" /><Relationship Type="http://schemas.openxmlformats.org/officeDocument/2006/relationships/notesMaster" Target="/ppt/notesMasters/notesMaster1.xml" Id="Rdd226003ce8342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c06db9cc8f4ac8" /><Relationship Type="http://schemas.openxmlformats.org/officeDocument/2006/relationships/notesMaster" Target="/ppt/notesMasters/notesMaster1.xml" Id="R63eff104b73940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47853cb631420d" /><Relationship Type="http://schemas.openxmlformats.org/officeDocument/2006/relationships/notesMaster" Target="/ppt/notesMasters/notesMaster1.xml" Id="Rf969fd1168d140e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acea7a1c394f7f" /><Relationship Type="http://schemas.openxmlformats.org/officeDocument/2006/relationships/notesMaster" Target="/ppt/notesMasters/notesMaster1.xml" Id="Re9d10264a6da407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4ecc6e1a999420f" /><Relationship Type="http://schemas.openxmlformats.org/officeDocument/2006/relationships/notesMaster" Target="/ppt/notesMasters/notesMaster1.xml" Id="R45f0dace72c440b1" /></Relationships>
</file>

<file path=ppt/notesSlides/_rels/notesSlide9.xml.rels>&#65279;<?xml version="1.0" encoding="utf-8"?><Relationships xmlns="http://schemas.openxmlformats.org/package/2006/relationships"><Relationship Type="http://schemas.openxmlformats.org/officeDocument/2006/relationships/slide" Target="/ppt/slides/slide9.xml" Id="Re2d7fcec10d5426f" /><Relationship Type="http://schemas.openxmlformats.org/officeDocument/2006/relationships/notesMaster" Target="/ppt/notesMasters/notesMaster1.xml" Id="Rdbf533cf2f1748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源码基线：136b87e8a7f5a3e5186de0289523ba327dc592fc</a:t>
            </a:r>
          </a:p>
          <a:p xmlns:a="http://schemas.openxmlformats.org/drawingml/2006/main">
            <a:r>
              <a:t/>
            </a:r>
          </a:p>
          <a:p xmlns:a="http://schemas.openxmlformats.org/drawingml/2006/main">
            <a:r>
              <a:t>课程：07 测试与排错 / test-faux / 从复现到 faux 定向回归测试</a:t>
            </a:r>
          </a:p>
          <a:p xmlns:a="http://schemas.openxmlformats.org/drawingml/2006/main">
            <a:r>
              <a:t/>
            </a:r>
          </a:p>
          <a:p xmlns:a="http://schemas.openxmlformats.org/drawingml/2006/main">
            <a:r>
              <a:t>场景：某个对话边界偶发出错，需要可重复的测试，不依赖模型随机输出。</a:t>
            </a:r>
          </a:p>
          <a:p xmlns:a="http://schemas.openxmlformats.org/drawingml/2006/main">
            <a:r>
              <a:t/>
            </a:r>
          </a:p>
          <a:p xmlns:a="http://schemas.openxmlformats.org/drawingml/2006/main">
            <a:r>
              <a:t>以下是教学追踪顺序，具体运行分支以源码为准。</a:t>
            </a:r>
          </a:p>
          <a:p xmlns:a="http://schemas.openxmlformats.org/drawingml/2006/main">
            <a:r>
              <a:t/>
            </a:r>
          </a:p>
          <a:p xmlns:a="http://schemas.openxmlformats.org/drawingml/2006/main">
            <a:r>
              <a:t>1. 收缩复现条件</a:t>
            </a:r>
          </a:p>
          <a:p xmlns:a="http://schemas.openxmlformats.org/drawingml/2006/main">
            <a:r>
              <a:t>记录入口、参数、预期与实际，只保留触发问题的消息和工具，不记录真实凭据。</a:t>
            </a:r>
          </a:p>
          <a:p xmlns:a="http://schemas.openxmlformats.org/drawingml/2006/main">
            <a:r>
              <a:t>输入：问题现象</a:t>
            </a:r>
          </a:p>
          <a:p xmlns:a="http://schemas.openxmlformats.org/drawingml/2006/main">
            <a:r>
              <a:t>输出：最小复现描述</a:t>
            </a:r>
          </a:p>
          <a:p xmlns:a="http://schemas.openxmlformats.org/drawingml/2006/main">
            <a:r>
              <a:t>入口：/bug；诊断事件</a:t>
            </a:r>
          </a:p>
          <a:p xmlns:a="http://schemas.openxmlformats.org/drawingml/2006/main">
            <a:r>
              <a:t>行为与边界：诊断数据可能含运行上下文；报告上传与本地记录分别处理。</a:t>
            </a:r>
          </a:p>
          <a:p xmlns:a="http://schemas.openxmlformats.org/drawingml/2006/main">
            <a:r>
              <a:t>源码：packages/coding-agent/src/core/bug-report-upload.ts:1</a:t>
            </a:r>
          </a:p>
          <a:p xmlns:a="http://schemas.openxmlformats.org/drawingml/2006/main">
            <a:r>
              <a:t>源码：packages/coding-agent/src/core/bug-report.ts:1</a:t>
            </a:r>
          </a:p>
          <a:p xmlns:a="http://schemas.openxmlformats.org/drawingml/2006/main">
            <a:r>
              <a:t>源码：packages/coding-agent/src/core/crash-log.ts:1</a:t>
            </a:r>
          </a:p>
          <a:p xmlns:a="http://schemas.openxmlformats.org/drawingml/2006/main">
            <a:r>
              <a:t>源码：packages/coding-agent/src/core/diagnostics.ts:1</a:t>
            </a:r>
          </a:p>
          <a:p xmlns:a="http://schemas.openxmlformats.org/drawingml/2006/main">
            <a:r>
              <a:t>源码：packages/coding-agent/src/core/telemetry.ts:1</a:t>
            </a:r>
          </a:p>
          <a:p xmlns:a="http://schemas.openxmlformats.org/drawingml/2006/main">
            <a:r>
              <a:t>源码：packages/coding-agent/src/core/timings.ts:1</a:t>
            </a:r>
          </a:p>
          <a:p xmlns:a="http://schemas.openxmlformats.org/drawingml/2006/main">
            <a:r>
              <a:t>源码：packages/coding-agent/src/modes/interactive/bug-report.ts:1</a:t>
            </a:r>
          </a:p>
          <a:p xmlns:a="http://schemas.openxmlformats.org/drawingml/2006/main">
            <a:r>
              <a:t/>
            </a:r>
          </a:p>
          <a:p xmlns:a="http://schemas.openxmlformats.org/drawingml/2006/main">
            <a:r>
              <a:t>2. 构造确定响应</a:t>
            </a:r>
          </a:p>
          <a:p xmlns:a="http://schemas.openxmlformats.org/drawingml/2006/main">
            <a:r>
              <a:t>阅读 faux provider 和现有 loop 测试，控制流事件、工具调用与取消时机。</a:t>
            </a:r>
          </a:p>
          <a:p xmlns:a="http://schemas.openxmlformats.org/drawingml/2006/main">
            <a:r>
              <a:t>输入：确定的模型脚本</a:t>
            </a:r>
          </a:p>
          <a:p xmlns:a="http://schemas.openxmlformats.org/drawingml/2006/main">
            <a:r>
              <a:t>输出：可重复事件序列</a:t>
            </a:r>
          </a:p>
          <a:p xmlns:a="http://schemas.openxmlformats.org/drawingml/2006/main">
            <a:r>
              <a:t>入口：Agent.prompt / continue / abort</a:t>
            </a:r>
          </a:p>
          <a:p xmlns:a="http://schemas.openxmlformats.org/drawingml/2006/main">
            <a:r>
              <a:t>行为与边界：当前 Agent 是内存运行循环；持久 Harness 在 pi-durable，CLI 会话由 coding-agent 管理。</a:t>
            </a:r>
          </a:p>
          <a:p xmlns:a="http://schemas.openxmlformats.org/drawingml/2006/main">
            <a:r>
              <a:t>源码：packages/agent/src/agent-loop.ts:1</a:t>
            </a:r>
          </a:p>
          <a:p xmlns:a="http://schemas.openxmlformats.org/drawingml/2006/main">
            <a:r>
              <a:t>源码：packages/agent/src/agent.ts:1</a:t>
            </a:r>
          </a:p>
          <a:p xmlns:a="http://schemas.openxmlformats.org/drawingml/2006/main">
            <a:r>
              <a:t>源码：packages/agent/src/stream-fn.ts:1</a:t>
            </a:r>
          </a:p>
          <a:p xmlns:a="http://schemas.openxmlformats.org/drawingml/2006/main">
            <a:r>
              <a:t>源码：packages/agent/src/types.ts:1</a:t>
            </a:r>
          </a:p>
          <a:p xmlns:a="http://schemas.openxmlformats.org/drawingml/2006/main">
            <a:r>
              <a:t/>
            </a:r>
          </a:p>
          <a:p xmlns:a="http://schemas.openxmlformats.org/drawingml/2006/main">
            <a:r>
              <a:t>3. 在产品 harness 验证</a:t>
            </a:r>
          </a:p>
          <a:p xmlns:a="http://schemas.openxmlformats.org/drawingml/2006/main">
            <a:r>
              <a:t>coding-agent suite 使用 suite/harness 与 faux，把资源、会话和模型装配纳入测试。</a:t>
            </a:r>
          </a:p>
          <a:p xmlns:a="http://schemas.openxmlformats.org/drawingml/2006/main">
            <a:r>
              <a:t>输入：最小会话与工具</a:t>
            </a:r>
          </a:p>
          <a:p xmlns:a="http://schemas.openxmlformats.org/drawingml/2006/main">
            <a:r>
              <a:t>输出：稳定的断言目标</a:t>
            </a:r>
          </a:p>
          <a:p xmlns:a="http://schemas.openxmlformats.org/drawingml/2006/main">
            <a:r>
              <a:t>入口：createAgentSession / createAgentSessionRuntime</a:t>
            </a:r>
          </a:p>
          <a:p xmlns:a="http://schemas.openxmlformats.org/drawingml/2006/main">
            <a:r>
              <a:t>行为与边界：SDK 注入流函数、配置、工具与存储；运行时负责会话替换和重新绑定。</a:t>
            </a:r>
          </a:p>
          <a:p xmlns:a="http://schemas.openxmlformats.org/drawingml/2006/main">
            <a:r>
              <a:t>源码：packages/coding-agent/src/core/agent-session-runtime.ts:1</a:t>
            </a:r>
          </a:p>
          <a:p xmlns:a="http://schemas.openxmlformats.org/drawingml/2006/main">
            <a:r>
              <a:t>源码：packages/coding-agent/src/core/agent-session-services.ts:1</a:t>
            </a:r>
          </a:p>
          <a:p xmlns:a="http://schemas.openxmlformats.org/drawingml/2006/main">
            <a:r>
              <a:t>源码：packages/coding-agent/src/core/sdk.ts:1</a:t>
            </a:r>
          </a:p>
          <a:p xmlns:a="http://schemas.openxmlformats.org/drawingml/2006/main">
            <a:r>
              <a:t/>
            </a:r>
          </a:p>
          <a:p xmlns:a="http://schemas.openxmlformats.org/drawingml/2006/main">
            <a:r>
              <a:t>4. 定向运行与复审</a:t>
            </a:r>
          </a:p>
          <a:p xmlns:a="http://schemas.openxmlformats.org/drawingml/2006/main">
            <a:r>
              <a:t>只运行相关测试文件，再执行仓库检查；不为文档任务调用真实模型或整套端到端测试。</a:t>
            </a:r>
          </a:p>
          <a:p xmlns:a="http://schemas.openxmlformats.org/drawingml/2006/main">
            <a:r>
              <a:t>输入：修改与测试文件</a:t>
            </a:r>
          </a:p>
          <a:p xmlns:a="http://schemas.openxmlformats.org/drawingml/2006/main">
            <a:r>
              <a:t>输出：可复核验证结果</a:t>
            </a:r>
          </a:p>
          <a:p xmlns:a="http://schemas.openxmlformats.org/drawingml/2006/main">
            <a:r>
              <a:t>入口：npm run check</a:t>
            </a:r>
          </a:p>
          <a:p xmlns:a="http://schemas.openxmlformats.org/drawingml/2006/main">
            <a:r>
              <a:t>行为与边界：检查失败不是修改业务代码或降级依赖的理由。</a:t>
            </a:r>
          </a:p>
          <a:p xmlns:a="http://schemas.openxmlformats.org/drawingml/2006/main">
            <a:r>
              <a:t>源码：packages/ai/scripts/check-model-data.ts:1</a:t>
            </a:r>
          </a:p>
          <a:p xmlns:a="http://schemas.openxmlformats.org/drawingml/2006/main">
            <a:r>
              <a:t>源码：scripts/check-browser-smoke.mjs:1</a:t>
            </a:r>
          </a:p>
          <a:p xmlns:a="http://schemas.openxmlformats.org/drawingml/2006/main">
            <a:r>
              <a:t>源码：scripts/check-entry-graphs.mjs:1</a:t>
            </a:r>
          </a:p>
          <a:p xmlns:a="http://schemas.openxmlformats.org/drawingml/2006/main">
            <a:r>
              <a:t>源码：scripts/check-lockfile-commit.mjs:1</a:t>
            </a:r>
          </a:p>
          <a:p xmlns:a="http://schemas.openxmlformats.org/drawingml/2006/main">
            <a:r>
              <a:t>源码：scripts/check-model-catalog-compat.mjs:1</a:t>
            </a:r>
          </a:p>
          <a:p xmlns:a="http://schemas.openxmlformats.org/drawingml/2006/main">
            <a:r>
              <a:t>源码：scripts/check-package-install.mjs:1</a:t>
            </a:r>
          </a:p>
          <a:p xmlns:a="http://schemas.openxmlformats.org/drawingml/2006/main">
            <a:r>
              <a:t>源码：scripts/check-pinned-deps.mjs:1</a:t>
            </a:r>
          </a:p>
          <a:p xmlns:a="http://schemas.openxmlformats.org/drawingml/2006/main">
            <a:r>
              <a:t>源码：scripts/check-runtime-deps.mjs:1</a:t>
            </a:r>
          </a:p>
          <a:p xmlns:a="http://schemas.openxmlformats.org/drawingml/2006/main">
            <a:r>
              <a:t>源码：scripts/check-ts-relative-imports.mjs:1</a:t>
            </a:r>
          </a:p>
          <a:p xmlns:a="http://schemas.openxmlformats.org/drawingml/2006/main">
            <a:r>
              <a:t/>
            </a:r>
          </a:p>
          <a:p xmlns:a="http://schemas.openxmlformats.org/drawingml/2006/main">
            <a:r>
              <a:t>失败与恢复：只断言内部函数被调用会漏掉实际行为错误；依赖真实模型的测试也难以证明时序边界。</a:t>
            </a:r>
          </a:p>
          <a:p xmlns:a="http://schemas.openxmlformats.org/drawingml/2006/main">
            <a:r>
              <a:t/>
            </a:r>
          </a:p>
          <a:p xmlns:a="http://schemas.openxmlformats.org/drawingml/2006/main">
            <a:r>
              <a:t>练习：设计“工具被 hook 阻止时不产生副作用”的回归用例，写出输入、预期事件和最终状态。</a:t>
            </a:r>
          </a:p>
          <a:p xmlns:a="http://schemas.openxmlformats.org/drawingml/2006/main">
            <a:r>
              <a:t>参考判断：既断言工具未执行，又断言调用者得到正确失败/阻止结果；以行为验证约束。</a:t>
            </a:r>
          </a:p>
          <a:p xmlns:a="http://schemas.openxmlformats.org/drawingml/2006/main">
            <a:r>
              <a:t/>
            </a:r>
          </a:p>
          <a:p xmlns:a="http://schemas.openxmlformats.org/drawingml/2006/main">
            <a:r>
              <a:t>关联专题与当前接口：</a:t>
            </a:r>
          </a:p>
          <a:p xmlns:a="http://schemas.openxmlformats.org/drawingml/2006/main">
            <a:r>
              <a:t/>
            </a:r>
          </a:p>
          <a:p xmlns:a="http://schemas.openxmlformats.org/drawingml/2006/main">
            <a:r>
              <a:t>诊断、错误记录与问题报告</a:t>
            </a:r>
          </a:p>
          <a:p xmlns:a="http://schemas.openxmlformats.org/drawingml/2006/main">
            <a:r>
              <a:t>收集诊断信息、启动耗时与问题报告内容。</a:t>
            </a:r>
          </a:p>
          <a:p xmlns:a="http://schemas.openxmlformats.org/drawingml/2006/main">
            <a:r>
              <a:t>入口：/bug；诊断事件</a:t>
            </a:r>
          </a:p>
          <a:p xmlns:a="http://schemas.openxmlformats.org/drawingml/2006/main">
            <a:r>
              <a:t>边界：诊断数据可能含运行上下文；报告上传与本地记录分别处理。</a:t>
            </a:r>
          </a:p>
          <a:p xmlns:a="http://schemas.openxmlformats.org/drawingml/2006/main">
            <a:r>
              <a:t/>
            </a:r>
          </a:p>
          <a:p xmlns:a="http://schemas.openxmlformats.org/drawingml/2006/main">
            <a:r>
              <a:t>消息、工具与多轮循环</a:t>
            </a:r>
          </a:p>
          <a:p xmlns:a="http://schemas.openxmlformats.org/drawingml/2006/main">
            <a:r>
              <a:t>维护内存消息、工具批次、steering/follow-up、模型上下文变换与取消。</a:t>
            </a:r>
          </a:p>
          <a:p xmlns:a="http://schemas.openxmlformats.org/drawingml/2006/main">
            <a:r>
              <a:t>入口：Agent.prompt / continue / abort</a:t>
            </a:r>
          </a:p>
          <a:p xmlns:a="http://schemas.openxmlformats.org/drawingml/2006/main">
            <a:r>
              <a:t>边界：当前 Agent 是内存运行循环；持久 Harness 在 pi-durable，CLI 会话由 coding-agent 管理。</a:t>
            </a:r>
          </a:p>
          <a:p xmlns:a="http://schemas.openxmlformats.org/drawingml/2006/main">
            <a:r>
              <a:t/>
            </a:r>
          </a:p>
          <a:p xmlns:a="http://schemas.openxmlformats.org/drawingml/2006/main">
            <a:r>
              <a:t>SDK 创建与替换运行时</a:t>
            </a:r>
          </a:p>
          <a:p xmlns:a="http://schemas.openxmlformats.org/drawingml/2006/main">
            <a:r>
              <a:t>让应用在进程内创建、继续或替换编码智能体会话。</a:t>
            </a:r>
          </a:p>
          <a:p xmlns:a="http://schemas.openxmlformats.org/drawingml/2006/main">
            <a:r>
              <a:t>入口：createAgentSession / createAgentSessionRuntime</a:t>
            </a:r>
          </a:p>
          <a:p xmlns:a="http://schemas.openxmlformats.org/drawingml/2006/main">
            <a:r>
              <a:t>边界：SDK 注入流函数、配置、工具与存储；运行时负责会话替换和重新绑定。</a:t>
            </a:r>
          </a:p>
          <a:p xmlns:a="http://schemas.openxmlformats.org/drawingml/2006/main">
            <a:r>
              <a:t/>
            </a:r>
          </a:p>
          <a:p xmlns:a="http://schemas.openxmlformats.org/drawingml/2006/main">
            <a:r>
              <a:t>依赖、导入与构建边界校验</a:t>
            </a:r>
          </a:p>
          <a:p xmlns:a="http://schemas.openxmlformats.org/drawingml/2006/main">
            <a:r>
              <a:t>验证精确依赖、运行依赖、TS 导入、入口图与浏览器兼容。</a:t>
            </a:r>
          </a:p>
          <a:p xmlns:a="http://schemas.openxmlformats.org/drawingml/2006/main">
            <a:r>
              <a:t>入口：npm run check</a:t>
            </a:r>
          </a:p>
          <a:p xmlns:a="http://schemas.openxmlformats.org/drawingml/2006/main">
            <a:r>
              <a:t>边界：检查失败不是修改业务代码或降级依赖的理由。</a:t>
            </a:r>
          </a:p>
          <a:p xmlns:a="http://schemas.openxmlformats.org/drawingml/2006/main">
            <a:r>
              <a:t/>
            </a:r>
          </a:p>
          <a:p xmlns:a="http://schemas.openxmlformats.org/drawingml/2006/main">
            <a:r>
              <a:t>快捷键与斜杠命令</a:t>
            </a:r>
          </a:p>
          <a:p xmlns:a="http://schemas.openxmlformats.org/drawingml/2006/main">
            <a:r>
              <a:t>集中定义可配置动作与内置命令清单。</a:t>
            </a:r>
          </a:p>
          <a:p xmlns:a="http://schemas.openxmlformats.org/drawingml/2006/main">
            <a:r>
              <a:t>入口：/hotkeys；keybindings.json；输入 /</a:t>
            </a:r>
          </a:p>
          <a:p xmlns:a="http://schemas.openxmlformats.org/drawingml/2006/main">
            <a:r>
              <a:t>边界：快捷键应复用命名配置；完整命令表在参考文档内。</a:t>
            </a:r>
          </a:p>
          <a:p xmlns:a="http://schemas.openxmlformats.org/drawingml/2006/main">
            <a:r>
              <a:t/>
            </a:r>
          </a:p>
          <a:p xmlns:a="http://schemas.openxmlformats.org/drawingml/2006/main">
            <a:r>
              <a:t>上下文压缩与分支摘要</a:t>
            </a:r>
          </a:p>
          <a:p xmlns:a="http://schemas.openxmlformats.org/drawingml/2006/main">
            <a:r>
              <a:t>把长历史压缩为摘要，控制下一次请求的上下文规模。</a:t>
            </a:r>
          </a:p>
          <a:p xmlns:a="http://schemas.openxmlformats.org/drawingml/2006/main">
            <a:r>
              <a:t>入口：/compact；自动压缩</a:t>
            </a:r>
          </a:p>
          <a:p xmlns:a="http://schemas.openxmlformats.org/drawingml/2006/main">
            <a:r>
              <a:t>边界：摘要影响上下文投影，不直接等价于删除原始会话历史。</a:t>
            </a:r>
          </a:p>
          <a:p xmlns:a="http://schemas.openxmlformats.org/drawingml/2006/main">
            <a:r>
              <a:t/>
            </a:r>
          </a:p>
          <a:p xmlns:a="http://schemas.openxmlformats.org/drawingml/2006/main">
            <a:r>
              <a:t>扩展发现、注册与事件分发</a:t>
            </a:r>
          </a:p>
          <a:p xmlns:a="http://schemas.openxmlformats.org/drawingml/2006/main">
            <a:r>
              <a:t>加载 TS/JS 扩展，注册工具、命令、快捷键、提供商与事件。</a:t>
            </a:r>
          </a:p>
          <a:p xmlns:a="http://schemas.openxmlformats.org/drawingml/2006/main">
            <a:r>
              <a:t>入口：--extension；/reload；ExtensionAPI</a:t>
            </a:r>
          </a:p>
          <a:p xmlns:a="http://schemas.openxmlformats.org/drawingml/2006/main">
            <a:r>
              <a:t>边界：工厂负责注册，runner 提供上下文与分发；原始类型注释可在 API 清单中逐项阅读。</a:t>
            </a:r>
          </a:p>
          <a:p xmlns:a="http://schemas.openxmlformats.org/drawingml/2006/main">
            <a:r>
              <a:t/>
            </a:r>
          </a:p>
          <a:p xmlns:a="http://schemas.openxmlformats.org/drawingml/2006/main">
            <a:r>
              <a:t>输入处理、排队与任务收尾</a:t>
            </a:r>
          </a:p>
          <a:p xmlns:a="http://schemas.openxmlformats.org/drawingml/2006/main">
            <a:r>
              <a:t>协调扩展命令、输入转换、steering/follow-up、重试与最终通知。</a:t>
            </a:r>
          </a:p>
          <a:p xmlns:a="http://schemas.openxmlformats.org/drawingml/2006/main">
            <a:r>
              <a:t>入口：AgentSession.prompt / steer / followUp</a:t>
            </a:r>
          </a:p>
          <a:p xmlns:a="http://schemas.openxmlformats.org/drawingml/2006/main">
            <a:r>
              <a:t>边界：agent_end 后仍可能继续；agent_settled 是完成自动处理后的通知边界。</a:t>
            </a:r>
          </a:p>
          <a:p xmlns:a="http://schemas.openxmlformats.org/drawingml/2006/main">
            <a:r>
              <a:t/>
            </a:r>
          </a:p>
          <a:p xmlns:a="http://schemas.openxmlformats.org/drawingml/2006/main">
            <a:r>
              <a:t>sdk/01-minimal · 示例</a:t>
            </a:r>
          </a:p>
          <a:p xmlns:a="http://schemas.openxmlformats.org/drawingml/2006/main">
            <a:r>
              <a:t>展示 sdk/01-minimal.ts 对应的扩展或 SDK 用法。具体场景以入口文件的原始说明、注册代码和配套 README 为依据。</a:t>
            </a:r>
          </a:p>
          <a:p xmlns:a="http://schemas.openxmlformats.org/drawingml/2006/main">
            <a:r>
              <a:t>入口：packages/coding-agent/examples/sdk/01-minimal.ts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sdk/02-custom-model · 示例</a:t>
            </a:r>
          </a:p>
          <a:p xmlns:a="http://schemas.openxmlformats.org/drawingml/2006/main">
            <a:r>
              <a:t>展示 sdk/02-custom-model.ts 对应的扩展或 SDK 用法。具体场景以入口文件的原始说明、注册代码和配套 README 为依据。</a:t>
            </a:r>
          </a:p>
          <a:p xmlns:a="http://schemas.openxmlformats.org/drawingml/2006/main">
            <a:r>
              <a:t>入口：packages/coding-agent/examples/sdk/02-custom-model.ts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sdk/03-custom-prompt · 示例</a:t>
            </a:r>
          </a:p>
          <a:p xmlns:a="http://schemas.openxmlformats.org/drawingml/2006/main">
            <a:r>
              <a:t>展示 sdk/03-custom-prompt.ts 对应的扩展或 SDK 用法。具体场景以入口文件的原始说明、注册代码和配套 README 为依据。</a:t>
            </a:r>
          </a:p>
          <a:p xmlns:a="http://schemas.openxmlformats.org/drawingml/2006/main">
            <a:r>
              <a:t>入口：packages/coding-agent/examples/sdk/03-custom-prompt.ts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sdk/04-skills · 示例</a:t>
            </a:r>
          </a:p>
          <a:p xmlns:a="http://schemas.openxmlformats.org/drawingml/2006/main">
            <a:r>
              <a:t>展示 sdk/04-skills.ts 对应的扩展或 SDK 用法。具体场景以入口文件的原始说明、注册代码和配套 README 为依据。</a:t>
            </a:r>
          </a:p>
          <a:p xmlns:a="http://schemas.openxmlformats.org/drawingml/2006/main">
            <a:r>
              <a:t>入口：packages/coding-agent/examples/sdk/04-skills.ts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sdk/05-tools · 示例</a:t>
            </a:r>
          </a:p>
          <a:p xmlns:a="http://schemas.openxmlformats.org/drawingml/2006/main">
            <a:r>
              <a:t>展示 sdk/05-tools.ts 对应的扩展或 SDK 用法。具体场景以入口文件的原始说明、注册代码和配套 README 为依据。</a:t>
            </a:r>
          </a:p>
          <a:p xmlns:a="http://schemas.openxmlformats.org/drawingml/2006/main">
            <a:r>
              <a:t>入口：packages/coding-agent/examples/sdk/05-tools.ts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sdk/06-extensions · 示例</a:t>
            </a:r>
          </a:p>
          <a:p xmlns:a="http://schemas.openxmlformats.org/drawingml/2006/main">
            <a:r>
              <a:t>展示 sdk/06-extensions.ts 对应的扩展或 SDK 用法。具体场景以入口文件的原始说明、注册代码和配套 README 为依据。</a:t>
            </a:r>
          </a:p>
          <a:p xmlns:a="http://schemas.openxmlformats.org/drawingml/2006/main">
            <a:r>
              <a:t>入口：packages/coding-agent/examples/sdk/06-extensions.ts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sdk/07-context-files · 示例</a:t>
            </a:r>
          </a:p>
          <a:p xmlns:a="http://schemas.openxmlformats.org/drawingml/2006/main">
            <a:r>
              <a:t>展示 sdk/07-context-files.ts 对应的扩展或 SDK 用法。具体场景以入口文件的原始说明、注册代码和配套 README 为依据。</a:t>
            </a:r>
          </a:p>
          <a:p xmlns:a="http://schemas.openxmlformats.org/drawingml/2006/main">
            <a:r>
              <a:t>入口：packages/coding-agent/examples/sdk/07-context-files.ts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sdk/08-prompt-templates · 示例</a:t>
            </a:r>
          </a:p>
          <a:p xmlns:a="http://schemas.openxmlformats.org/drawingml/2006/main">
            <a:r>
              <a:t>展示 sdk/08-prompt-templates.ts 对应的扩展或 SDK 用法。具体场景以入口文件的原始说明、注册代码和配套 README 为依据。</a:t>
            </a:r>
          </a:p>
          <a:p xmlns:a="http://schemas.openxmlformats.org/drawingml/2006/main">
            <a:r>
              <a:t>入口：packages/coding-agent/examples/sdk/08-prompt-templates.ts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sdk/09-api-keys-and-oauth · 示例</a:t>
            </a:r>
          </a:p>
          <a:p xmlns:a="http://schemas.openxmlformats.org/drawingml/2006/main">
            <a:r>
              <a:t>展示 sdk/09-api-keys-and-oauth.ts 对应的扩展或 SDK 用法。具体场景以入口文件的原始说明、注册代码和配套 README 为依据。</a:t>
            </a:r>
          </a:p>
          <a:p xmlns:a="http://schemas.openxmlformats.org/drawingml/2006/main">
            <a:r>
              <a:t>入口：packages/coding-agent/examples/sdk/09-api-keys-and-oauth.ts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sdk/10-settings · 示例</a:t>
            </a:r>
          </a:p>
          <a:p xmlns:a="http://schemas.openxmlformats.org/drawingml/2006/main">
            <a:r>
              <a:t>展示 sdk/10-settings.ts 对应的扩展或 SDK 用法。具体场景以入口文件的原始说明、注册代码和配套 README 为依据。</a:t>
            </a:r>
          </a:p>
          <a:p xmlns:a="http://schemas.openxmlformats.org/drawingml/2006/main">
            <a:r>
              <a:t>入口：packages/coding-agent/examples/sdk/10-settings.ts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sdk/11-sessions · 示例</a:t>
            </a:r>
          </a:p>
          <a:p xmlns:a="http://schemas.openxmlformats.org/drawingml/2006/main">
            <a:r>
              <a:t>展示 sdk/11-sessions.ts 对应的扩展或 SDK 用法。具体场景以入口文件的原始说明、注册代码和配套 README 为依据。</a:t>
            </a:r>
          </a:p>
          <a:p xmlns:a="http://schemas.openxmlformats.org/drawingml/2006/main">
            <a:r>
              <a:t>入口：packages/coding-agent/examples/sdk/11-sessions.ts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sdk/12-full-control · 示例</a:t>
            </a:r>
          </a:p>
          <a:p xmlns:a="http://schemas.openxmlformats.org/drawingml/2006/main">
            <a:r>
              <a:t>展示 sdk/12-full-control.ts 对应的扩展或 SDK 用法。具体场景以入口文件的原始说明、注册代码和配套 README 为依据。</a:t>
            </a:r>
          </a:p>
          <a:p xmlns:a="http://schemas.openxmlformats.org/drawingml/2006/main">
            <a:r>
              <a:t>入口：packages/coding-agent/examples/sdk/12-full-control.ts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sdk/13-session-runtime · 示例</a:t>
            </a:r>
          </a:p>
          <a:p xmlns:a="http://schemas.openxmlformats.org/drawingml/2006/main">
            <a:r>
              <a:t>展示 sdk/13-session-runtime.ts 对应的扩展或 SDK 用法。具体场景以入口文件的原始说明、注册代码和配套 README 为依据。</a:t>
            </a:r>
          </a:p>
          <a:p xmlns:a="http://schemas.openxmlformats.org/drawingml/2006/main">
            <a:r>
              <a:t>入口：packages/coding-agent/examples/sdk/13-session-runtime.ts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sdk/14-codemode-mcp · 示例</a:t>
            </a:r>
          </a:p>
          <a:p xmlns:a="http://schemas.openxmlformats.org/drawingml/2006/main">
            <a:r>
              <a:t>展示 sdk/14-codemode-mcp.ts 对应的扩展或 SDK 用法。具体场景以入口文件的原始说明、注册代码和配套 README 为依据。</a:t>
            </a:r>
          </a:p>
          <a:p xmlns:a="http://schemas.openxmlformats.org/drawingml/2006/main">
            <a:r>
              <a:t>入口：packages/coding-agent/examples/sdk/14-codemode-mcp.ts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安装锁生成与生命周期脚本审查</a:t>
            </a:r>
          </a:p>
          <a:p xmlns:a="http://schemas.openxmlformats.org/drawingml/2006/main">
            <a:r>
              <a:t>生成并核验独立安装时使用的固定依赖图与批准的生命周期脚本清单。</a:t>
            </a:r>
          </a:p>
          <a:p xmlns:a="http://schemas.openxmlformats.org/drawingml/2006/main">
            <a:r>
              <a:t>入口：install-lock:coding-agent；check:install-lock:coding-agent</a:t>
            </a:r>
          </a:p>
          <a:p xmlns:a="http://schemas.openxmlformats.org/drawingml/2006/main">
            <a:r>
              <a:t>边界：当前使用 install-lock；旧发布 npm-shrinkwrap 已移除，常规 npm 使用其自身依赖解析。</a:t>
            </a:r>
          </a:p>
          <a:p xmlns:a="http://schemas.openxmlformats.org/drawingml/2006/main">
            <a:r>
              <a:t/>
            </a:r>
          </a:p>
          <a:p xmlns:a="http://schemas.openxmlformats.org/drawingml/2006/main">
            <a:r>
              <a:t>文档：</a:t>
            </a:r>
          </a:p>
          <a:p xmlns:a="http://schemas.openxmlformats.org/drawingml/2006/main">
            <a:r>
              <a:t/>
            </a:r>
          </a:p>
          <a:p xmlns:a="http://schemas.openxmlformats.org/drawingml/2006/main">
            <a:r>
              <a:t>packages/coding-agent/docs/cli.md</a:t>
            </a:r>
          </a:p>
          <a:p xmlns:a="http://schemas.openxmlformats.org/drawingml/2006/main">
            <a:r>
              <a:t/>
            </a:r>
          </a:p>
          <a:p xmlns:a="http://schemas.openxmlformats.org/drawingml/2006/main">
            <a:r>
              <a:t>packages/agent/README.md</a:t>
            </a:r>
          </a:p>
          <a:p xmlns:a="http://schemas.openxmlformats.org/drawingml/2006/main">
            <a:r>
              <a:t/>
            </a:r>
          </a:p>
          <a:p xmlns:a="http://schemas.openxmlformats.org/drawingml/2006/main">
            <a:r>
              <a:t>AGENTS.md</a:t>
            </a:r>
          </a:p>
          <a:p xmlns:a="http://schemas.openxmlformats.org/drawingml/2006/main">
            <a:r>
              <a:t/>
            </a:r>
          </a:p>
          <a:p xmlns:a="http://schemas.openxmlformats.org/drawingml/2006/main">
            <a:r>
              <a:t>packages/coding-agent/examples/extensions/README.md</a:t>
            </a:r>
          </a:p>
          <a:p xmlns:a="http://schemas.openxmlformats.org/drawingml/2006/main">
            <a:r>
              <a:t/>
            </a:r>
          </a:p>
          <a:p xmlns:a="http://schemas.openxmlformats.org/drawingml/2006/main">
            <a:r>
              <a:t>packages/coding-agent/docs/usage.md</a:t>
            </a:r>
          </a:p>
          <a:p xmlns:a="http://schemas.openxmlformats.org/drawingml/2006/main">
            <a:r>
              <a:t/>
            </a:r>
          </a:p>
          <a:p xmlns:a="http://schemas.openxmlformats.org/drawingml/2006/main">
            <a:r>
              <a:t>packages/coding-agent/docs/slash-commands.md</a:t>
            </a:r>
          </a:p>
          <a:p xmlns:a="http://schemas.openxmlformats.org/drawingml/2006/main">
            <a:r>
              <a:t/>
            </a:r>
          </a:p>
          <a:p xmlns:a="http://schemas.openxmlformats.org/drawingml/2006/main">
            <a:r>
              <a:t>packages/coding-agent/docs/sessions.md</a:t>
            </a:r>
          </a:p>
          <a:p xmlns:a="http://schemas.openxmlformats.org/drawingml/2006/main">
            <a:r>
              <a:t/>
            </a:r>
          </a:p>
          <a:p xmlns:a="http://schemas.openxmlformats.org/drawingml/2006/main">
            <a:r>
              <a:t>packages/coding-agent/CHANGELOG.md</a:t>
            </a:r>
          </a:p>
          <a:p xmlns:a="http://schemas.openxmlformats.org/drawingml/2006/main">
            <a:r>
              <a:t/>
            </a:r>
          </a:p>
          <a:p xmlns:a="http://schemas.openxmlformats.org/drawingml/2006/main">
            <a:r>
              <a:t>packages/coding-agent/docs/extensions.md</a:t>
            </a:r>
          </a:p>
          <a:p xmlns:a="http://schemas.openxmlformats.org/drawingml/2006/main">
            <a:r>
              <a:t/>
            </a:r>
          </a:p>
          <a:p xmlns:a="http://schemas.openxmlformats.org/drawingml/2006/main">
            <a:r>
              <a:t>packages/coding-agent/docs/sdk.md</a:t>
            </a:r>
          </a:p>
          <a:p xmlns:a="http://schemas.openxmlformats.org/drawingml/2006/main">
            <a:r>
              <a:t/>
            </a:r>
          </a:p>
          <a:p xmlns:a="http://schemas.openxmlformats.org/drawingml/2006/main">
            <a:r>
              <a:t>packages/telemetry/README.md</a:t>
            </a:r>
          </a:p>
          <a:p xmlns:a="http://schemas.openxmlformats.org/drawingml/2006/main">
            <a:r>
              <a:t/>
            </a:r>
          </a:p>
          <a:p xmlns:a="http://schemas.openxmlformats.org/drawingml/2006/main">
            <a:r>
              <a:t>packages/ai/CHANGELOG.md</a:t>
            </a:r>
          </a:p>
          <a:p xmlns:a="http://schemas.openxmlformats.org/drawingml/2006/main">
            <a:r>
              <a:t/>
            </a:r>
          </a:p>
          <a:p xmlns:a="http://schemas.openxmlformats.org/drawingml/2006/main">
            <a:r>
              <a:t>packages/durable/CHANGELOG.md</a:t>
            </a:r>
          </a:p>
          <a:p xmlns:a="http://schemas.openxmlformats.org/drawingml/2006/main">
            <a:r>
              <a:t/>
            </a:r>
          </a:p>
          <a:p xmlns:a="http://schemas.openxmlformats.org/drawingml/2006/main">
            <a:r>
              <a:t>README.md</a:t>
            </a:r>
          </a:p>
          <a:p xmlns:a="http://schemas.openxmlformats.org/drawingml/2006/main">
            <a:r>
              <a:t/>
            </a:r>
          </a:p>
          <a:p xmlns:a="http://schemas.openxmlformats.org/drawingml/2006/main">
            <a:r>
              <a:t>相关测试（列出路径不代表已运行）：</a:t>
            </a:r>
          </a:p>
          <a:p xmlns:a="http://schemas.openxmlformats.org/drawingml/2006/main">
            <a:r>
              <a:t/>
            </a:r>
          </a:p>
          <a:p xmlns:a="http://schemas.openxmlformats.org/drawingml/2006/main">
            <a:r>
              <a:t>packages/coding-agent/test/bug-report.test.ts</a:t>
            </a:r>
          </a:p>
          <a:p xmlns:a="http://schemas.openxmlformats.org/drawingml/2006/main">
            <a:r>
              <a:t/>
            </a:r>
          </a:p>
          <a:p xmlns:a="http://schemas.openxmlformats.org/drawingml/2006/main">
            <a:r>
              <a:t>packages/coding-agent/test/crash-log.test.ts</a:t>
            </a:r>
          </a:p>
          <a:p xmlns:a="http://schemas.openxmlformats.org/drawingml/2006/main">
            <a:r>
              <a:t/>
            </a:r>
          </a:p>
          <a:p xmlns:a="http://schemas.openxmlformats.org/drawingml/2006/main">
            <a:r>
              <a:t>packages/coding-agent/test/skills.test.ts</a:t>
            </a:r>
          </a:p>
          <a:p xmlns:a="http://schemas.openxmlformats.org/drawingml/2006/main">
            <a:r>
              <a:t/>
            </a:r>
          </a:p>
          <a:p xmlns:a="http://schemas.openxmlformats.org/drawingml/2006/main">
            <a:r>
              <a:t>packages/agent/test/agent-loop.test.ts</a:t>
            </a:r>
          </a:p>
          <a:p xmlns:a="http://schemas.openxmlformats.org/drawingml/2006/main">
            <a:r>
              <a:t/>
            </a:r>
          </a:p>
          <a:p xmlns:a="http://schemas.openxmlformats.org/drawingml/2006/main">
            <a:r>
              <a:t>packages/agent/test/utils/calculate.ts</a:t>
            </a:r>
          </a:p>
          <a:p xmlns:a="http://schemas.openxmlformats.org/drawingml/2006/main">
            <a:r>
              <a:t/>
            </a:r>
          </a:p>
          <a:p xmlns:a="http://schemas.openxmlformats.org/drawingml/2006/main">
            <a:r>
              <a:t>packages/agent/test/utils/get-current-time.ts</a:t>
            </a:r>
          </a:p>
          <a:p xmlns:a="http://schemas.openxmlformats.org/drawingml/2006/main">
            <a:r>
              <a:t/>
            </a:r>
          </a:p>
          <a:p xmlns:a="http://schemas.openxmlformats.org/drawingml/2006/main">
            <a:r>
              <a:t>packages/coding-agent/test/agent-session-branching.test.ts</a:t>
            </a:r>
          </a:p>
          <a:p xmlns:a="http://schemas.openxmlformats.org/drawingml/2006/main">
            <a:r>
              <a:t/>
            </a:r>
          </a:p>
          <a:p xmlns:a="http://schemas.openxmlformats.org/drawingml/2006/main">
            <a:r>
              <a:t>packages/coding-agent/test/agent-session-runtime-events.test.ts</a:t>
            </a:r>
          </a:p>
          <a:p xmlns:a="http://schemas.openxmlformats.org/drawingml/2006/main">
            <a:r>
              <a:t/>
            </a:r>
          </a:p>
          <a:p xmlns:a="http://schemas.openxmlformats.org/drawingml/2006/main">
            <a:r>
              <a:t>packages/coding-agent/test/interactive-mode-import-command.test.ts</a:t>
            </a:r>
          </a:p>
          <a:p xmlns:a="http://schemas.openxmlformats.org/drawingml/2006/main">
            <a:r>
              <a:t/>
            </a:r>
          </a:p>
          <a:p xmlns:a="http://schemas.openxmlformats.org/drawingml/2006/main">
            <a:r>
              <a:t>packages/coding-agent/test/rpc-prompt-response-semantics.test.ts</a:t>
            </a:r>
          </a:p>
          <a:p xmlns:a="http://schemas.openxmlformats.org/drawingml/2006/main">
            <a:r>
              <a:t/>
            </a:r>
          </a:p>
          <a:p xmlns:a="http://schemas.openxmlformats.org/drawingml/2006/main">
            <a:r>
              <a:t>packages/coding-agent/test/session-cwd.test.ts</a:t>
            </a:r>
          </a:p>
          <a:p xmlns:a="http://schemas.openxmlformats.org/drawingml/2006/main">
            <a:r>
              <a:t/>
            </a:r>
          </a:p>
          <a:p xmlns:a="http://schemas.openxmlformats.org/drawingml/2006/main">
            <a:r>
              <a:t>packages/coding-agent/test/suite/agent-session-runtime.test.ts</a:t>
            </a:r>
          </a:p>
          <a:p xmlns:a="http://schemas.openxmlformats.org/drawingml/2006/main">
            <a:r>
              <a:t/>
            </a:r>
          </a:p>
          <a:p xmlns:a="http://schemas.openxmlformats.org/drawingml/2006/main">
            <a:r>
              <a:t>packages/coding-agent/test/suite/regressions/2753-reload-stale-resource-settings.test.ts</a:t>
            </a:r>
          </a:p>
          <a:p xmlns:a="http://schemas.openxmlformats.org/drawingml/2006/main">
            <a:r>
              <a:t/>
            </a:r>
          </a:p>
          <a:p xmlns:a="http://schemas.openxmlformats.org/drawingml/2006/main">
            <a:r>
              <a:t>packages/coding-agent/test/suite/regressions/2860-replaced-session-context.test.ts</a:t>
            </a:r>
          </a:p>
          <a:p xmlns:a="http://schemas.openxmlformats.org/drawingml/2006/main">
            <a:r>
              <a:t/>
            </a:r>
          </a:p>
          <a:p xmlns:a="http://schemas.openxmlformats.org/drawingml/2006/main">
            <a:r>
              <a:t>packages/coding-agent/test/suite/regressions/5868-rpc-unknown-command-id.test.ts</a:t>
            </a:r>
          </a:p>
          <a:p xmlns:a="http://schemas.openxmlformats.org/drawingml/2006/main">
            <a:r>
              <a:t/>
            </a:r>
          </a:p>
          <a:p xmlns:a="http://schemas.openxmlformats.org/drawingml/2006/main">
            <a:r>
              <a:t>packages/coding-agent/test/suite/regressions/8724-in-memory-fork-active-tool.test.ts</a:t>
            </a:r>
          </a:p>
          <a:p xmlns:a="http://schemas.openxmlformats.org/drawingml/2006/main">
            <a:r>
              <a:t/>
            </a:r>
          </a:p>
          <a:p xmlns:a="http://schemas.openxmlformats.org/drawingml/2006/main">
            <a:r>
              <a:t>packages/coding-agent/test/suite/regressions/9068-user-bash-fail-closed.test.ts</a:t>
            </a:r>
          </a:p>
          <a:p xmlns:a="http://schemas.openxmlformats.org/drawingml/2006/main">
            <a:r>
              <a:t/>
            </a:r>
          </a:p>
          <a:p xmlns:a="http://schemas.openxmlformats.org/drawingml/2006/main">
            <a:r>
              <a:t>packages/coding-agent/test/default-tools-setting.test.ts</a:t>
            </a:r>
          </a:p>
          <a:p xmlns:a="http://schemas.openxmlformats.org/drawingml/2006/main">
            <a:r>
              <a:t/>
            </a:r>
          </a:p>
          <a:p xmlns:a="http://schemas.openxmlformats.org/drawingml/2006/main">
            <a:r>
              <a:t>packages/coding-agent/test/suite/regressions/3592-no-builtin-tools-keeps-extension-tools.test.ts</a:t>
            </a:r>
          </a:p>
          <a:p xmlns:a="http://schemas.openxmlformats.org/drawingml/2006/main">
            <a:r>
              <a:t/>
            </a:r>
          </a:p>
          <a:p xmlns:a="http://schemas.openxmlformats.org/drawingml/2006/main">
            <a:r>
              <a:t>packages/coding-agent/test/suite/regressions/7829-invalid-settings-warning.test.ts</a:t>
            </a:r>
          </a:p>
          <a:p xmlns:a="http://schemas.openxmlformats.org/drawingml/2006/main">
            <a:r>
              <a:t/>
            </a:r>
          </a:p>
          <a:p xmlns:a="http://schemas.openxmlformats.org/drawingml/2006/main">
            <a:r>
              <a:t>packages/coding-agent/test/agent-session-dynamic-provider.test.ts</a:t>
            </a:r>
          </a:p>
          <a:p xmlns:a="http://schemas.openxmlformats.org/drawingml/2006/main">
            <a:r>
              <a:t/>
            </a:r>
          </a:p>
          <a:p xmlns:a="http://schemas.openxmlformats.org/drawingml/2006/main">
            <a:r>
              <a:t>packages/coding-agent/test/agent-session-dynamic-tools.test.ts</a:t>
            </a:r>
          </a:p>
          <a:p xmlns:a="http://schemas.openxmlformats.org/drawingml/2006/main">
            <a:r>
              <a:t/>
            </a:r>
          </a:p>
          <a:p xmlns:a="http://schemas.openxmlformats.org/drawingml/2006/main">
            <a:r>
              <a:t>packages/coding-agent/test/builtin-tool-strict-mode.test.ts</a:t>
            </a:r>
          </a:p>
          <a:p xmlns:a="http://schemas.openxmlformats.org/drawingml/2006/main">
            <a:r>
              <a:t/>
            </a:r>
          </a:p>
          <a:p xmlns:a="http://schemas.openxmlformats.org/drawingml/2006/main">
            <a:r>
              <a:t>packages/coding-agent/test/export-jsonl-share.test.ts</a:t>
            </a:r>
          </a:p>
          <a:p xmlns:a="http://schemas.openxmlformats.org/drawingml/2006/main">
            <a:r>
              <a:t/>
            </a:r>
          </a:p>
          <a:p xmlns:a="http://schemas.openxmlformats.org/drawingml/2006/main">
            <a:r>
              <a:t>packages/coding-agent/test/sdk-client-identity.test.ts</a:t>
            </a:r>
          </a:p>
          <a:p xmlns:a="http://schemas.openxmlformats.org/drawingml/2006/main">
            <a:r>
              <a:t/>
            </a:r>
          </a:p>
          <a:p xmlns:a="http://schemas.openxmlformats.org/drawingml/2006/main">
            <a:r>
              <a:t>packages/coding-agent/test/sdk-codex-cache-probe-tool-loop.ts</a:t>
            </a:r>
          </a:p>
          <a:p xmlns:a="http://schemas.openxmlformats.org/drawingml/2006/main">
            <a:r>
              <a:t/>
            </a:r>
          </a:p>
          <a:p xmlns:a="http://schemas.openxmlformats.org/drawingml/2006/main">
            <a:r>
              <a:t>packages/coding-agent/test/sdk-session-manager.test.ts</a:t>
            </a:r>
          </a:p>
          <a:p xmlns:a="http://schemas.openxmlformats.org/drawingml/2006/main">
            <a:r>
              <a:t/>
            </a:r>
          </a:p>
          <a:p xmlns:a="http://schemas.openxmlformats.org/drawingml/2006/main">
            <a:r>
              <a:t>packages/coding-agent/test/sdk-skills.test.ts</a:t>
            </a:r>
          </a:p>
          <a:p xmlns:a="http://schemas.openxmlformats.org/drawingml/2006/main">
            <a:r>
              <a:t/>
            </a:r>
          </a:p>
          <a:p xmlns:a="http://schemas.openxmlformats.org/drawingml/2006/main">
            <a:r>
              <a:t>packages/coding-agent/test/sdk-stream-options.test.ts</a:t>
            </a:r>
          </a:p>
          <a:p xmlns:a="http://schemas.openxmlformats.org/drawingml/2006/main">
            <a:r>
              <a:t/>
            </a:r>
          </a:p>
          <a:p xmlns:a="http://schemas.openxmlformats.org/drawingml/2006/main">
            <a:r>
              <a:t>packages/coding-agent/test/suite/regressions/2835-tools-allowlist-filters-extension-tools.test.ts</a:t>
            </a:r>
          </a:p>
          <a:p xmlns:a="http://schemas.openxmlformats.org/drawingml/2006/main">
            <a:r>
              <a:t/>
            </a:r>
          </a:p>
          <a:p xmlns:a="http://schemas.openxmlformats.org/drawingml/2006/main">
            <a:r>
              <a:t>packages/coding-agent/test/system-prompt-updates.test.ts</a:t>
            </a:r>
          </a:p>
          <a:p xmlns:a="http://schemas.openxmlformats.org/drawingml/2006/main">
            <a:r>
              <a:t/>
            </a:r>
          </a:p>
          <a:p xmlns:a="http://schemas.openxmlformats.org/drawingml/2006/main">
            <a:r>
              <a:t>packages/coding-agent/test/tool-renderer-examples.test.ts</a:t>
            </a:r>
          </a:p>
          <a:p xmlns:a="http://schemas.openxmlformats.org/drawingml/2006/main">
            <a:r>
              <a:t/>
            </a:r>
          </a:p>
          <a:p xmlns:a="http://schemas.openxmlformats.org/drawingml/2006/main">
            <a:r>
              <a:t>packages/coding-agent/test/virtual-models.test.ts</a:t>
            </a:r>
          </a:p>
          <a:p xmlns:a="http://schemas.openxmlformats.org/drawingml/2006/main">
            <a:r>
              <a:t/>
            </a:r>
          </a:p>
          <a:p xmlns:a="http://schemas.openxmlformats.org/drawingml/2006/main">
            <a:r>
              <a:t>packages/coding-agent/test/auth-url-copy.test.ts</a:t>
            </a:r>
          </a:p>
          <a:p xmlns:a="http://schemas.openxmlformats.org/drawingml/2006/main">
            <a:r>
              <a:t/>
            </a:r>
          </a:p>
          <a:p xmlns:a="http://schemas.openxmlformats.org/drawingml/2006/main">
            <a:r>
              <a:t>packages/coding-agent/test/config-schemas.test.ts</a:t>
            </a:r>
          </a:p>
          <a:p xmlns:a="http://schemas.openxmlformats.org/drawingml/2006/main">
            <a:r>
              <a:t/>
            </a:r>
          </a:p>
          <a:p xmlns:a="http://schemas.openxmlformats.org/drawingml/2006/main">
            <a:r>
              <a:t>packages/coding-agent/test/custom-editor-history-keybindings.test.ts</a:t>
            </a:r>
          </a:p>
          <a:p xmlns:a="http://schemas.openxmlformats.org/drawingml/2006/main">
            <a:r>
              <a:t/>
            </a:r>
          </a:p>
          <a:p xmlns:a="http://schemas.openxmlformats.org/drawingml/2006/main">
            <a:r>
              <a:t>packages/coding-agent/test/extensions-runner.test.ts</a:t>
            </a:r>
          </a:p>
          <a:p xmlns:a="http://schemas.openxmlformats.org/drawingml/2006/main">
            <a:r>
              <a:t/>
            </a:r>
          </a:p>
          <a:p xmlns:a="http://schemas.openxmlformats.org/drawingml/2006/main">
            <a:r>
              <a:t>packages/coding-agent/test/interactive-tui.test.ts</a:t>
            </a:r>
          </a:p>
          <a:p xmlns:a="http://schemas.openxmlformats.org/drawingml/2006/main">
            <a:r>
              <a:t/>
            </a:r>
          </a:p>
          <a:p xmlns:a="http://schemas.openxmlformats.org/drawingml/2006/main">
            <a:r>
              <a:t>packages/coding-agent/test/keybindings-migration.test.ts</a:t>
            </a:r>
          </a:p>
          <a:p xmlns:a="http://schemas.openxmlformats.org/drawingml/2006/main">
            <a:r>
              <a:t/>
            </a:r>
          </a:p>
          <a:p xmlns:a="http://schemas.openxmlformats.org/drawingml/2006/main">
            <a:r>
              <a:t>packages/coding-agent/test/keybindings.test.ts</a:t>
            </a:r>
          </a:p>
          <a:p xmlns:a="http://schemas.openxmlformats.org/drawingml/2006/main">
            <a:r>
              <a:t/>
            </a:r>
          </a:p>
          <a:p xmlns:a="http://schemas.openxmlformats.org/drawingml/2006/main">
            <a:r>
              <a:t>packages/coding-agent/test/login-dialog-device-code.test.ts</a:t>
            </a:r>
          </a:p>
          <a:p xmlns:a="http://schemas.openxmlformats.org/drawingml/2006/main">
            <a:r>
              <a:t/>
            </a:r>
          </a:p>
          <a:p xmlns:a="http://schemas.openxmlformats.org/drawingml/2006/main">
            <a:r>
              <a:t>packages/coding-agent/test/mcp-manager-view.test.ts</a:t>
            </a:r>
          </a:p>
          <a:p xmlns:a="http://schemas.openxmlformats.org/drawingml/2006/main">
            <a:r>
              <a:t/>
            </a:r>
          </a:p>
          <a:p xmlns:a="http://schemas.openxmlformats.org/drawingml/2006/main">
            <a:r>
              <a:t>packages/coding-agent/test/model-selector.test.ts</a:t>
            </a:r>
          </a:p>
          <a:p xmlns:a="http://schemas.openxmlformats.org/drawingml/2006/main">
            <a:r>
              <a:t/>
            </a:r>
          </a:p>
          <a:p xmlns:a="http://schemas.openxmlformats.org/drawingml/2006/main">
            <a:r>
              <a:t>packages/coding-agent/test/oauth-selector.test.ts</a:t>
            </a:r>
          </a:p>
          <a:p xmlns:a="http://schemas.openxmlformats.org/drawingml/2006/main">
            <a:r>
              <a:t/>
            </a:r>
          </a:p>
          <a:p xmlns:a="http://schemas.openxmlformats.org/drawingml/2006/main">
            <a:r>
              <a:t>packages/coding-agent/test/scoped-models-selector.test.ts</a:t>
            </a:r>
          </a:p>
          <a:p xmlns:a="http://schemas.openxmlformats.org/drawingml/2006/main">
            <a:r>
              <a:t/>
            </a:r>
          </a:p>
          <a:p xmlns:a="http://schemas.openxmlformats.org/drawingml/2006/main">
            <a:r>
              <a:t>packages/coding-agent/test/session-selector-path-delete.test.ts</a:t>
            </a:r>
          </a:p>
          <a:p xmlns:a="http://schemas.openxmlformats.org/drawingml/2006/main">
            <a:r>
              <a:t/>
            </a:r>
          </a:p>
          <a:p xmlns:a="http://schemas.openxmlformats.org/drawingml/2006/main">
            <a:r>
              <a:t>packages/coding-agent/test/session-selector-rename.test.ts</a:t>
            </a:r>
          </a:p>
          <a:p xmlns:a="http://schemas.openxmlformats.org/drawingml/2006/main">
            <a:r>
              <a:t/>
            </a:r>
          </a:p>
          <a:p xmlns:a="http://schemas.openxmlformats.org/drawingml/2006/main">
            <a:r>
              <a:t>packages/coding-agent/test/settings-selector.test.ts</a:t>
            </a:r>
          </a:p>
          <a:p xmlns:a="http://schemas.openxmlformats.org/drawingml/2006/main">
            <a:r>
              <a:t/>
            </a:r>
          </a:p>
          <a:p xmlns:a="http://schemas.openxmlformats.org/drawingml/2006/main">
            <a:r>
              <a:t>packages/coding-agent/test/status-indicator.test.ts</a:t>
            </a:r>
          </a:p>
          <a:p xmlns:a="http://schemas.openxmlformats.org/drawingml/2006/main">
            <a:r>
              <a:t/>
            </a:r>
          </a:p>
          <a:p xmlns:a="http://schemas.openxmlformats.org/drawingml/2006/main">
            <a:r>
              <a:t>packages/coding-agent/test/suite/regressions/3217-scoped-model-order.test.ts</a:t>
            </a:r>
          </a:p>
          <a:p xmlns:a="http://schemas.openxmlformats.org/drawingml/2006/main">
            <a:r>
              <a:t/>
            </a:r>
          </a:p>
          <a:p xmlns:a="http://schemas.openxmlformats.org/drawingml/2006/main">
            <a:r>
              <a:t>packages/coding-agent/test/suite/regressions/5433-extension-oauth-prompt-input.test.ts</a:t>
            </a:r>
          </a:p>
          <a:p xmlns:a="http://schemas.openxmlformats.org/drawingml/2006/main">
            <a:r>
              <a:t/>
            </a:r>
          </a:p>
          <a:p xmlns:a="http://schemas.openxmlformats.org/drawingml/2006/main">
            <a:r>
              <a:t>packages/coding-agent/test/suite/regressions/6949-unavailable-scoped-model.test.ts</a:t>
            </a:r>
          </a:p>
          <a:p xmlns:a="http://schemas.openxmlformats.org/drawingml/2006/main">
            <a:r>
              <a:t/>
            </a:r>
          </a:p>
          <a:p xmlns:a="http://schemas.openxmlformats.org/drawingml/2006/main">
            <a:r>
              <a:t>packages/coding-agent/test/suite/regressions/6999-models-json-hot-reload.test.ts</a:t>
            </a:r>
          </a:p>
          <a:p xmlns:a="http://schemas.openxmlformats.org/drawingml/2006/main">
            <a:r>
              <a:t/>
            </a:r>
          </a:p>
          <a:p xmlns:a="http://schemas.openxmlformats.org/drawingml/2006/main">
            <a:r>
              <a:t>packages/coding-agent/test/suite/regressions/7153-scoped-models-refresh.test.ts</a:t>
            </a:r>
          </a:p>
          <a:p xmlns:a="http://schemas.openxmlformats.org/drawingml/2006/main">
            <a:r>
              <a:t/>
            </a:r>
          </a:p>
          <a:p xmlns:a="http://schemas.openxmlformats.org/drawingml/2006/main">
            <a:r>
              <a:t>packages/coding-agent/test/suite/regressions/7209-model-selector-filter-resets-selection.test.ts</a:t>
            </a:r>
          </a:p>
          <a:p xmlns:a="http://schemas.openxmlformats.org/drawingml/2006/main">
            <a:r>
              <a:t/>
            </a:r>
          </a:p>
          <a:p xmlns:a="http://schemas.openxmlformats.org/drawingml/2006/main">
            <a:r>
              <a:t>packages/coding-agent/test/thinking-selector.test.ts</a:t>
            </a:r>
          </a:p>
          <a:p xmlns:a="http://schemas.openxmlformats.org/drawingml/2006/main">
            <a:r>
              <a:t/>
            </a:r>
          </a:p>
          <a:p xmlns:a="http://schemas.openxmlformats.org/drawingml/2006/main">
            <a:r>
              <a:t>packages/coding-agent/test/tree-selector.test.ts</a:t>
            </a:r>
          </a:p>
          <a:p xmlns:a="http://schemas.openxmlformats.org/drawingml/2006/main">
            <a:r>
              <a:t/>
            </a:r>
          </a:p>
          <a:p xmlns:a="http://schemas.openxmlformats.org/drawingml/2006/main">
            <a:r>
              <a:t>packages/coding-agent/test/trust-selector.test.ts</a:t>
            </a:r>
          </a:p>
          <a:p xmlns:a="http://schemas.openxmlformats.org/drawingml/2006/main">
            <a:r>
              <a:t/>
            </a:r>
          </a:p>
          <a:p xmlns:a="http://schemas.openxmlformats.org/drawingml/2006/main">
            <a:r>
              <a:t>packages/coding-agent/test/branch-summarization.test.ts</a:t>
            </a:r>
          </a:p>
          <a:p xmlns:a="http://schemas.openxmlformats.org/drawingml/2006/main">
            <a:r>
              <a:t/>
            </a:r>
          </a:p>
          <a:p xmlns:a="http://schemas.openxmlformats.org/drawingml/2006/main">
            <a:r>
              <a:t>packages/coding-agent/test/compaction-summary-reasoning.test.ts</a:t>
            </a:r>
          </a:p>
          <a:p xmlns:a="http://schemas.openxmlformats.org/drawingml/2006/main">
            <a:r>
              <a:t/>
            </a:r>
          </a:p>
          <a:p xmlns:a="http://schemas.openxmlformats.org/drawingml/2006/main">
            <a:r>
              <a:t>packages/coding-agent/test/compaction.test.ts</a:t>
            </a:r>
          </a:p>
          <a:p xmlns:a="http://schemas.openxmlformats.org/drawingml/2006/main">
            <a:r>
              <a:t/>
            </a:r>
          </a:p>
          <a:p xmlns:a="http://schemas.openxmlformats.org/drawingml/2006/main">
            <a:r>
              <a:t>packages/coding-agent/test/session-context-edit.test.ts</a:t>
            </a:r>
          </a:p>
          <a:p xmlns:a="http://schemas.openxmlformats.org/drawingml/2006/main">
            <a:r>
              <a:t/>
            </a:r>
          </a:p>
          <a:p xmlns:a="http://schemas.openxmlformats.org/drawingml/2006/main">
            <a:r>
              <a:t>packages/coding-agent/test/suite/agent-session-compaction.test.ts</a:t>
            </a:r>
          </a:p>
          <a:p xmlns:a="http://schemas.openxmlformats.org/drawingml/2006/main">
            <a:r>
              <a:t/>
            </a:r>
          </a:p>
          <a:p xmlns:a="http://schemas.openxmlformats.org/drawingml/2006/main">
            <a:r>
              <a:t>packages/coding-agent/test/compaction-nested-calls.test.ts</a:t>
            </a:r>
          </a:p>
          <a:p xmlns:a="http://schemas.openxmlformats.org/drawingml/2006/main">
            <a:r>
              <a:t/>
            </a:r>
          </a:p>
          <a:p xmlns:a="http://schemas.openxmlformats.org/drawingml/2006/main">
            <a:r>
              <a:t>packages/coding-agent/test/compaction-serialization.test.ts</a:t>
            </a:r>
          </a:p>
          <a:p xmlns:a="http://schemas.openxmlformats.org/drawingml/2006/main">
            <a:r>
              <a:t/>
            </a:r>
          </a:p>
          <a:p xmlns:a="http://schemas.openxmlformats.org/drawingml/2006/main">
            <a:r>
              <a:t>packages/coding-agent/test/cache-warmer.test.ts</a:t>
            </a:r>
          </a:p>
          <a:p xmlns:a="http://schemas.openxmlformats.org/drawingml/2006/main">
            <a:r>
              <a:t/>
            </a:r>
          </a:p>
          <a:p xmlns:a="http://schemas.openxmlformats.org/drawingml/2006/main">
            <a:r>
              <a:t>packages/coding-agent/test/llama-extension.test.ts</a:t>
            </a:r>
          </a:p>
          <a:p xmlns:a="http://schemas.openxmlformats.org/drawingml/2006/main">
            <a:r>
              <a:t/>
            </a:r>
          </a:p>
          <a:p xmlns:a="http://schemas.openxmlformats.org/drawingml/2006/main">
            <a:r>
              <a:t>packages/coding-agent/test/suite/regressions/7193-event-bus-lifecycle.test.ts</a:t>
            </a:r>
          </a:p>
          <a:p xmlns:a="http://schemas.openxmlformats.org/drawingml/2006/main">
            <a:r>
              <a:t/>
            </a:r>
          </a:p>
          <a:p xmlns:a="http://schemas.openxmlformats.org/drawingml/2006/main">
            <a:r>
              <a:t>packages/coding-agent/test/suite/regressions/8423-extension-factory-failure.test.ts</a:t>
            </a:r>
          </a:p>
          <a:p xmlns:a="http://schemas.openxmlformats.org/drawingml/2006/main">
            <a:r>
              <a:t/>
            </a:r>
          </a:p>
          <a:p xmlns:a="http://schemas.openxmlformats.org/drawingml/2006/main">
            <a:r>
              <a:t>packages/coding-agent/test/utilities.ts</a:t>
            </a:r>
          </a:p>
          <a:p xmlns:a="http://schemas.openxmlformats.org/drawingml/2006/main">
            <a:r>
              <a:t/>
            </a:r>
          </a:p>
          <a:p xmlns:a="http://schemas.openxmlformats.org/drawingml/2006/main">
            <a:r>
              <a:t>packages/coding-agent/test/compaction-extensions-example.test.ts</a:t>
            </a:r>
          </a:p>
          <a:p xmlns:a="http://schemas.openxmlformats.org/drawingml/2006/main">
            <a:r>
              <a:t/>
            </a:r>
          </a:p>
          <a:p xmlns:a="http://schemas.openxmlformats.org/drawingml/2006/main">
            <a:r>
              <a:t>packages/coding-agent/test/compaction-extensions.test.ts</a:t>
            </a:r>
          </a:p>
          <a:p xmlns:a="http://schemas.openxmlformats.org/drawingml/2006/main">
            <a:r>
              <a:t/>
            </a:r>
          </a:p>
          <a:p xmlns:a="http://schemas.openxmlformats.org/drawingml/2006/main">
            <a:r>
              <a:t>packages/coding-agent/test/git-merge-and-resolve-extension.test.ts</a:t>
            </a:r>
          </a:p>
          <a:p xmlns:a="http://schemas.openxmlformats.org/drawingml/2006/main">
            <a:r>
              <a:t/>
            </a:r>
          </a:p>
          <a:p xmlns:a="http://schemas.openxmlformats.org/drawingml/2006/main">
            <a:r>
              <a:t>packages/coding-agent/test/input-transform-streaming-example.test.ts</a:t>
            </a:r>
          </a:p>
          <a:p xmlns:a="http://schemas.openxmlformats.org/drawingml/2006/main">
            <a:r>
              <a:t/>
            </a:r>
          </a:p>
          <a:p xmlns:a="http://schemas.openxmlformats.org/drawingml/2006/main">
            <a:r>
              <a:t>packages/coding-agent/test/plan-mode-extension.test.ts</a:t>
            </a:r>
          </a:p>
          <a:p xmlns:a="http://schemas.openxmlformats.org/drawingml/2006/main">
            <a:r>
              <a:t/>
            </a:r>
          </a:p>
          <a:p xmlns:a="http://schemas.openxmlformats.org/drawingml/2006/main">
            <a:r>
              <a:t>packages/coding-agent/test/suite/agent-session-compaction-model-overrides.test.ts</a:t>
            </a:r>
          </a:p>
          <a:p xmlns:a="http://schemas.openxmlformats.org/drawingml/2006/main">
            <a:r>
              <a:t/>
            </a:r>
          </a:p>
          <a:p xmlns:a="http://schemas.openxmlformats.org/drawingml/2006/main">
            <a:r>
              <a:t>packages/coding-agent/test/suite/agent-session-prompt.test.ts</a:t>
            </a:r>
          </a:p>
          <a:p xmlns:a="http://schemas.openxmlformats.org/drawingml/2006/main">
            <a:r>
              <a:t/>
            </a:r>
          </a:p>
          <a:p xmlns:a="http://schemas.openxmlformats.org/drawingml/2006/main">
            <a:r>
              <a:t>packages/coding-agent/test/suite/harness.ts</a:t>
            </a:r>
          </a:p>
          <a:p xmlns:a="http://schemas.openxmlformats.org/drawingml/2006/main">
            <a:r>
              <a:t/>
            </a:r>
          </a:p>
          <a:p xmlns:a="http://schemas.openxmlformats.org/drawingml/2006/main">
            <a:r>
              <a:t>packages/coding-agent/test/suite/regressions/8261-subagent-project-trust.test.ts</a:t>
            </a:r>
          </a:p>
          <a:p xmlns:a="http://schemas.openxmlformats.org/drawingml/2006/main">
            <a:r>
              <a:t/>
            </a:r>
          </a:p>
          <a:p xmlns:a="http://schemas.openxmlformats.org/drawingml/2006/main">
            <a:r>
              <a:t>packages/coding-agent/test/suite/virtual-models.test.ts</a:t>
            </a:r>
          </a:p>
          <a:p xmlns:a="http://schemas.openxmlformats.org/drawingml/2006/main">
            <a:r>
              <a:t/>
            </a:r>
          </a:p>
          <a:p xmlns:a="http://schemas.openxmlformats.org/drawingml/2006/main">
            <a:r>
              <a:t>packages/coding-agent/test/trigger-compact-extension.test.ts</a:t>
            </a:r>
          </a:p>
          <a:p xmlns:a="http://schemas.openxmlformats.org/drawingml/2006/main">
            <a:r>
              <a:t/>
            </a:r>
          </a:p>
          <a:p xmlns:a="http://schemas.openxmlformats.org/drawingml/2006/main">
            <a:r>
              <a:t>packages/coding-agent/test/extensions-discovery.test.ts</a:t>
            </a:r>
          </a:p>
          <a:p xmlns:a="http://schemas.openxmlformats.org/drawingml/2006/main">
            <a:r>
              <a:t/>
            </a:r>
          </a:p>
          <a:p xmlns:a="http://schemas.openxmlformats.org/drawingml/2006/main">
            <a:r>
              <a:t>packages/coding-agent/test/extensions-input-event.test.ts</a:t>
            </a:r>
          </a:p>
          <a:p xmlns:a="http://schemas.openxmlformats.org/drawingml/2006/main">
            <a:r>
              <a:t/>
            </a:r>
          </a:p>
          <a:p xmlns:a="http://schemas.openxmlformats.org/drawingml/2006/main">
            <a:r>
              <a:t>packages/coding-agent/test/suite/regressions/8237-node-sea-extension-loading.test.ts</a:t>
            </a:r>
          </a:p>
          <a:p xmlns:a="http://schemas.openxmlformats.org/drawingml/2006/main">
            <a:r>
              <a:t/>
            </a:r>
          </a:p>
          <a:p xmlns:a="http://schemas.openxmlformats.org/drawingml/2006/main">
            <a:r>
              <a:t>packages/coding-agent/test/suite/regressions/9540-extension-loader-lazy.test.ts</a:t>
            </a:r>
          </a:p>
          <a:p xmlns:a="http://schemas.openxmlformats.org/drawingml/2006/main">
            <a:r>
              <a:t/>
            </a:r>
          </a:p>
          <a:p xmlns:a="http://schemas.openxmlformats.org/drawingml/2006/main">
            <a:r>
              <a:t>packages/coding-agent/test/suite/regressions/extension-factory-cache.test.ts</a:t>
            </a:r>
          </a:p>
          <a:p xmlns:a="http://schemas.openxmlformats.org/drawingml/2006/main">
            <a:r>
              <a:t/>
            </a:r>
          </a:p>
          <a:p xmlns:a="http://schemas.openxmlformats.org/drawingml/2006/main">
            <a:r>
              <a:t>packages/coding-agent/test/resource-loader.test.ts</a:t>
            </a:r>
          </a:p>
          <a:p xmlns:a="http://schemas.openxmlformats.org/drawingml/2006/main">
            <a:r>
              <a:t/>
            </a:r>
          </a:p>
          <a:p xmlns:a="http://schemas.openxmlformats.org/drawingml/2006/main">
            <a:r>
              <a:t>packages/coding-agent/test/suite/agent-session-mcp-oauth.test.ts</a:t>
            </a:r>
          </a:p>
          <a:p xmlns:a="http://schemas.openxmlformats.org/drawingml/2006/main">
            <a:r>
              <a:t/>
            </a:r>
          </a:p>
          <a:p xmlns:a="http://schemas.openxmlformats.org/drawingml/2006/main">
            <a:r>
              <a:t>packages/coding-agent/test/codemode-renderer.test.ts</a:t>
            </a:r>
          </a:p>
          <a:p xmlns:a="http://schemas.openxmlformats.org/drawingml/2006/main">
            <a:r>
              <a:t/>
            </a:r>
          </a:p>
          <a:p xmlns:a="http://schemas.openxmlformats.org/drawingml/2006/main">
            <a:r>
              <a:t>packages/coding-agent/test/custom-message.test.ts</a:t>
            </a:r>
          </a:p>
          <a:p xmlns:a="http://schemas.openxmlformats.org/drawingml/2006/main">
            <a:r>
              <a:t/>
            </a:r>
          </a:p>
          <a:p xmlns:a="http://schemas.openxmlformats.org/drawingml/2006/main">
            <a:r>
              <a:t>packages/coding-agent/test/edit-tool-legacy-input.test.ts</a:t>
            </a:r>
          </a:p>
          <a:p xmlns:a="http://schemas.openxmlformats.org/drawingml/2006/main">
            <a:r>
              <a:t/>
            </a:r>
          </a:p>
          <a:p xmlns:a="http://schemas.openxmlformats.org/drawingml/2006/main">
            <a:r>
              <a:t>packages/coding-agent/test/export-html-whitespace.test.ts</a:t>
            </a:r>
          </a:p>
          <a:p xmlns:a="http://schemas.openxmlformats.org/drawingml/2006/main">
            <a:r>
              <a:t/>
            </a:r>
          </a:p>
          <a:p xmlns:a="http://schemas.openxmlformats.org/drawingml/2006/main">
            <a:r>
              <a:t>packages/coding-agent/test/image-resize-callers.test.ts</a:t>
            </a:r>
          </a:p>
          <a:p xmlns:a="http://schemas.openxmlformats.org/drawingml/2006/main">
            <a:r>
              <a:t/>
            </a:r>
          </a:p>
          <a:p xmlns:a="http://schemas.openxmlformats.org/drawingml/2006/main">
            <a:r>
              <a:t>packages/coding-agent/test/interactive-mode-status.test.ts</a:t>
            </a:r>
          </a:p>
          <a:p xmlns:a="http://schemas.openxmlformats.org/drawingml/2006/main">
            <a:r>
              <a:t/>
            </a:r>
          </a:p>
          <a:p xmlns:a="http://schemas.openxmlformats.org/drawingml/2006/main">
            <a:r>
              <a:t>packages/coding-agent/test/mermaid.test.ts</a:t>
            </a:r>
          </a:p>
          <a:p xmlns:a="http://schemas.openxmlformats.org/drawingml/2006/main">
            <a:r>
              <a:t/>
            </a:r>
          </a:p>
          <a:p xmlns:a="http://schemas.openxmlformats.org/drawingml/2006/main">
            <a:r>
              <a:t>packages/coding-agent/test/output-pad.test.ts</a:t>
            </a:r>
          </a:p>
          <a:p xmlns:a="http://schemas.openxmlformats.org/drawingml/2006/main">
            <a:r>
              <a:t/>
            </a:r>
          </a:p>
          <a:p xmlns:a="http://schemas.openxmlformats.org/drawingml/2006/main">
            <a:r>
              <a:t>packages/coding-agent/test/suite/agent-session-codemode.test.ts</a:t>
            </a:r>
          </a:p>
          <a:p xmlns:a="http://schemas.openxmlformats.org/drawingml/2006/main">
            <a:r>
              <a:t/>
            </a:r>
          </a:p>
          <a:p xmlns:a="http://schemas.openxmlformats.org/drawingml/2006/main">
            <a:r>
              <a:t>packages/coding-agent/test/suite/agent-session-mcp.test.ts</a:t>
            </a:r>
          </a:p>
          <a:p xmlns:a="http://schemas.openxmlformats.org/drawingml/2006/main">
            <a:r>
              <a:t/>
            </a:r>
          </a:p>
          <a:p xmlns:a="http://schemas.openxmlformats.org/drawingml/2006/main">
            <a:r>
              <a:t>packages/coding-agent/test/suite/agent-session-tool-orchestration.test.ts</a:t>
            </a:r>
          </a:p>
          <a:p xmlns:a="http://schemas.openxmlformats.org/drawingml/2006/main">
            <a:r>
              <a:t/>
            </a:r>
          </a:p>
          <a:p xmlns:a="http://schemas.openxmlformats.org/drawingml/2006/main">
            <a:r>
              <a:t>packages/coding-agent/test/suite/regressions/10285-mcp-tool-renderers.test.ts</a:t>
            </a:r>
          </a:p>
          <a:p xmlns:a="http://schemas.openxmlformats.org/drawingml/2006/main">
            <a:r>
              <a:t/>
            </a:r>
          </a:p>
          <a:p xmlns:a="http://schemas.openxmlformats.org/drawingml/2006/main">
            <a:r>
              <a:t>packages/coding-agent/test/tool-execution-component.test.ts</a:t>
            </a:r>
          </a:p>
          <a:p xmlns:a="http://schemas.openxmlformats.org/drawingml/2006/main">
            <a:r>
              <a:t/>
            </a:r>
          </a:p>
          <a:p xmlns:a="http://schemas.openxmlformats.org/drawingml/2006/main">
            <a:r>
              <a:t>packages/coding-agent/test/tool-search.test.ts</a:t>
            </a:r>
          </a:p>
          <a:p xmlns:a="http://schemas.openxmlformats.org/drawingml/2006/main">
            <a:r>
              <a:t/>
            </a:r>
          </a:p>
          <a:p xmlns:a="http://schemas.openxmlformats.org/drawingml/2006/main">
            <a:r>
              <a:t>packages/coding-agent/test/tools.test.ts</a:t>
            </a:r>
          </a:p>
          <a:p xmlns:a="http://schemas.openxmlformats.org/drawingml/2006/main">
            <a:r>
              <a:t/>
            </a:r>
          </a:p>
          <a:p xmlns:a="http://schemas.openxmlformats.org/drawingml/2006/main">
            <a:r>
              <a:t>packages/coding-agent/test/suite/regressions/11156-pi-ai-models-virtual-module.test.ts</a:t>
            </a:r>
          </a:p>
          <a:p xmlns:a="http://schemas.openxmlformats.org/drawingml/2006/main">
            <a:r>
              <a:t/>
            </a:r>
          </a:p>
          <a:p xmlns:a="http://schemas.openxmlformats.org/drawingml/2006/main">
            <a:r>
              <a:t>packages/coding-agent/test/agent-session-auto-compaction-queue.test.ts</a:t>
            </a:r>
          </a:p>
          <a:p xmlns:a="http://schemas.openxmlformats.org/drawingml/2006/main">
            <a:r>
              <a:t/>
            </a:r>
          </a:p>
          <a:p xmlns:a="http://schemas.openxmlformats.org/drawingml/2006/main">
            <a:r>
              <a:t>packages/coding-agent/test/agent-session-compaction.test.ts</a:t>
            </a:r>
          </a:p>
          <a:p xmlns:a="http://schemas.openxmlformats.org/drawingml/2006/main">
            <a:r>
              <a:t/>
            </a:r>
          </a:p>
          <a:p xmlns:a="http://schemas.openxmlformats.org/drawingml/2006/main">
            <a:r>
              <a:t>packages/coding-agent/test/agent-session-concurrent.test.ts</a:t>
            </a:r>
          </a:p>
          <a:p xmlns:a="http://schemas.openxmlformats.org/drawingml/2006/main">
            <a:r>
              <a:t/>
            </a:r>
          </a:p>
          <a:p xmlns:a="http://schemas.openxmlformats.org/drawingml/2006/main">
            <a:r>
              <a:t>packages/coding-agent/test/agent-session-retry.test.ts</a:t>
            </a:r>
          </a:p>
          <a:p xmlns:a="http://schemas.openxmlformats.org/drawingml/2006/main">
            <a:r>
              <a:t/>
            </a:r>
          </a:p>
          <a:p xmlns:a="http://schemas.openxmlformats.org/drawingml/2006/main">
            <a:r>
              <a:t>packages/coding-agent/test/agent-session-stats.test.ts</a:t>
            </a:r>
          </a:p>
          <a:p xmlns:a="http://schemas.openxmlformats.org/drawingml/2006/main">
            <a:r>
              <a:t/>
            </a:r>
          </a:p>
          <a:p xmlns:a="http://schemas.openxmlformats.org/drawingml/2006/main">
            <a:r>
              <a:t>packages/coding-agent/test/footer-width.test.ts</a:t>
            </a:r>
          </a:p>
          <a:p xmlns:a="http://schemas.openxmlformats.org/drawingml/2006/main">
            <a:r>
              <a:t/>
            </a:r>
          </a:p>
          <a:p xmlns:a="http://schemas.openxmlformats.org/drawingml/2006/main">
            <a:r>
              <a:t>packages/coding-agent/test/model-resolver.test.ts</a:t>
            </a:r>
          </a:p>
          <a:p xmlns:a="http://schemas.openxmlformats.org/drawingml/2006/main">
            <a:r>
              <a:t/>
            </a:r>
          </a:p>
          <a:p xmlns:a="http://schemas.openxmlformats.org/drawingml/2006/main">
            <a:r>
              <a:t>packages/coding-agent/test/program-status-reporter.test.ts</a:t>
            </a:r>
          </a:p>
          <a:p xmlns:a="http://schemas.openxmlformats.org/drawingml/2006/main">
            <a:r>
              <a:t/>
            </a:r>
          </a:p>
          <a:p xmlns:a="http://schemas.openxmlformats.org/drawingml/2006/main">
            <a:r>
              <a:t>packages/coding-agent/test/suite/regressions/4167-thinking-toggle-pending-tool-render.test.ts</a:t>
            </a:r>
          </a:p>
          <a:p xmlns:a="http://schemas.openxmlformats.org/drawingml/2006/main">
            <a:r>
              <a:t/>
            </a:r>
          </a:p>
          <a:p xmlns:a="http://schemas.openxmlformats.org/drawingml/2006/main">
            <a:r>
              <a:t>packages/coding-agent/test/suite/regressions/5596-missing-theme-export.test.ts</a:t>
            </a:r>
          </a:p>
          <a:p xmlns:a="http://schemas.openxmlformats.org/drawingml/2006/main">
            <a:r>
              <a:t/>
            </a:r>
          </a:p>
          <a:p xmlns:a="http://schemas.openxmlformats.org/drawingml/2006/main">
            <a:r>
              <a:t>packages/coding-agent/test/suite/regressions/5943-session-start-notify.test.ts</a:t>
            </a:r>
          </a:p>
          <a:p xmlns:a="http://schemas.openxmlformats.org/drawingml/2006/main">
            <a:r>
              <a:t/>
            </a:r>
          </a:p>
          <a:p xmlns:a="http://schemas.openxmlformats.org/drawingml/2006/main">
            <a:r>
              <a:t>packages/coding-agent/test/suite/regressions/7150-rpc-prompt-during-compaction.test.ts</a:t>
            </a:r>
          </a:p>
          <a:p xmlns:a="http://schemas.openxmlformats.org/drawingml/2006/main">
            <a:r>
              <a:t/>
            </a:r>
          </a:p>
          <a:p xmlns:a="http://schemas.openxmlformats.org/drawingml/2006/main">
            <a:r>
              <a:t>packages/coding-agent/test/test-harness.ts</a:t>
            </a:r>
          </a:p>
          <a:p xmlns:a="http://schemas.openxmlformats.org/drawingml/2006/main">
            <a:r>
              <a:t/>
            </a:r>
          </a:p>
          <a:p xmlns:a="http://schemas.openxmlformats.org/drawingml/2006/main">
            <a:r>
              <a:t>packages/coding-agent/test/suite/regressions/8537-custom-message-tool-result-ordering.test.ts</a:t>
            </a:r>
          </a:p>
          <a:p xmlns:a="http://schemas.openxmlformats.org/drawingml/2006/main">
            <a:r>
              <a:t/>
            </a:r>
          </a:p>
          <a:p xmlns:a="http://schemas.openxmlformats.org/drawingml/2006/main">
            <a:r>
              <a:t>功能编号：</a:t>
            </a:r>
          </a:p>
          <a:p xmlns:a="http://schemas.openxmlformats.org/drawingml/2006/main">
            <a:r>
              <a:t/>
            </a:r>
          </a:p>
          <a:p xmlns:a="http://schemas.openxmlformats.org/drawingml/2006/main">
            <a:r>
              <a:t>UI-24 · 启动信息与诊断 [内置] 查看已加载资源、版本、活动快捷键和更新日志；`/debug` 导出终端渲染与会话数据便于排错。</a:t>
            </a:r>
          </a:p>
          <a:p xmlns:a="http://schemas.openxmlformats.org/drawingml/2006/main">
            <a:r>
              <a:t/>
            </a:r>
          </a:p>
          <a:p xmlns:a="http://schemas.openxmlformats.org/drawingml/2006/main">
            <a:r>
              <a:t>SES-24 · 私有问题报告 [内置] 收集环境、错误与可选会话／摘要，支持上传或导出 ZIP，失败时可退回本地导出。</a:t>
            </a:r>
          </a:p>
          <a:p xmlns:a="http://schemas.openxmlformats.org/drawingml/2006/main">
            <a:r>
              <a:t/>
            </a:r>
          </a:p>
          <a:p xmlns:a="http://schemas.openxmlformats.org/drawingml/2006/main">
            <a:r>
              <a:t>SES-25 · 摘要序列化排除推理块 [内置] 压缩、分支摘要及 bug 报告序列化不再包含 thinking，避免不在实时上下文中的重放推理使摘要请求反而大于原上下文。</a:t>
            </a:r>
          </a:p>
          <a:p xmlns:a="http://schemas.openxmlformats.org/drawingml/2006/main">
            <a:r>
              <a:t/>
            </a:r>
          </a:p>
          <a:p xmlns:a="http://schemas.openxmlformats.org/drawingml/2006/main">
            <a:r>
              <a:t>EXT-22 · 会话控制与安全切换 [库] 命令上下文可等待空闲、重载、导航与替换会话；替换后应使用新上下文和重新绑定监听。</a:t>
            </a:r>
          </a:p>
          <a:p xmlns:a="http://schemas.openxmlformats.org/drawingml/2006/main">
            <a:r>
              <a:t/>
            </a:r>
          </a:p>
          <a:p xmlns:a="http://schemas.openxmlformats.org/drawingml/2006/main">
            <a:r>
              <a:t>INT-01 · 进程内创建会话 [库] 在 Node.js／Bun 应用中直接创建 AgentSession，复用 Pi 的模型、工具、配置、会话和扩展，而无需启动终端。</a:t>
            </a:r>
          </a:p>
          <a:p xmlns:a="http://schemas.openxmlformats.org/drawingml/2006/main">
            <a:r>
              <a:t/>
            </a:r>
          </a:p>
          <a:p xmlns:a="http://schemas.openxmlformats.org/drawingml/2006/main">
            <a:r>
              <a:t>INT-03 · 等待、取消和销毁 [库] 等待真正空闲，或取消工作并等待结束；销毁会话时清除监听和旧扩展上下文。</a:t>
            </a:r>
          </a:p>
          <a:p xmlns:a="http://schemas.openxmlformats.org/drawingml/2006/main">
            <a:r>
              <a:t/>
            </a:r>
          </a:p>
          <a:p xmlns:a="http://schemas.openxmlformats.org/drawingml/2006/main">
            <a:r>
              <a:t>INT-04 · 会话事件订阅 [库] 接收文本增量、工具进度、队列、重试、压缩及最终静止事件，以驱动自己的界面。</a:t>
            </a:r>
          </a:p>
          <a:p xmlns:a="http://schemas.openxmlformats.org/drawingml/2006/main">
            <a:r>
              <a:t/>
            </a:r>
          </a:p>
          <a:p xmlns:a="http://schemas.openxmlformats.org/drawingml/2006/main">
            <a:r>
              <a:t>INT-05 · 宿主依赖注入 [库] 替换 ModelRuntime、SettingsManager、SessionManager、ResourceLoader 与工具集合，让宿主控制存储和资源边界。</a:t>
            </a:r>
          </a:p>
          <a:p xmlns:a="http://schemas.openxmlformats.org/drawingml/2006/main">
            <a:r>
              <a:t/>
            </a:r>
          </a:p>
          <a:p xmlns:a="http://schemas.openxmlformats.org/drawingml/2006/main">
            <a:r>
              <a:t>INT-07 · 会话运行时替换 [库] 在同一宿主中新建、切换、分叉或导入会话，按目标工作目录重新创建服务；旧订阅需要重绑。</a:t>
            </a:r>
          </a:p>
          <a:p xmlns:a="http://schemas.openxmlformats.org/drawingml/2006/main">
            <a:r>
              <a:t/>
            </a:r>
          </a:p>
          <a:p xmlns:a="http://schemas.openxmlformats.org/drawingml/2006/main">
            <a:r>
              <a:t>AG-01 · 有状态 Agent [库] 保存模型、推理级别、可执行工具、消息、流式状态与待完成调用，供应用构建自己的智能体。</a:t>
            </a:r>
          </a:p>
          <a:p xmlns:a="http://schemas.openxmlformats.org/drawingml/2006/main">
            <a:r>
              <a:t/>
            </a:r>
          </a:p>
          <a:p xmlns:a="http://schemas.openxmlformats.org/drawingml/2006/main">
            <a:r>
              <a:t>AG-02 · 多轮工具循环 [库] 模型回答要求工具时先执行工具、加入结果，再调用模型，直到正常完成、错误、中止或调度控制结束。</a:t>
            </a:r>
          </a:p>
          <a:p xmlns:a="http://schemas.openxmlformats.org/drawingml/2006/main">
            <a:r>
              <a:t/>
            </a:r>
          </a:p>
          <a:p xmlns:a="http://schemas.openxmlformats.org/drawingml/2006/main">
            <a:r>
              <a:t>AG-03 · 上下文预处理 [库] 在模型格式转换前裁剪、注入或变换应用消息，便于构建检索或自定义历史管理。</a:t>
            </a:r>
          </a:p>
          <a:p xmlns:a="http://schemas.openxmlformats.org/drawingml/2006/main">
            <a:r>
              <a:t/>
            </a:r>
          </a:p>
          <a:p xmlns:a="http://schemas.openxmlformats.org/drawingml/2006/main">
            <a:r>
              <a:t>AG-04 · 自定义消息类型 [库] 扩展应用消息并转换成模型可识别的 user、assistant、toolResult 等结构，或过滤仅 UI 使用的消息。</a:t>
            </a:r>
          </a:p>
          <a:p xmlns:a="http://schemas.openxmlformats.org/drawingml/2006/main">
            <a:r>
              <a:t/>
            </a:r>
          </a:p>
          <a:p xmlns:a="http://schemas.openxmlformats.org/drawingml/2006/main">
            <a:r>
              <a:t>AG-05 · 文本与图片提示 [库] 支持文本、图片内容块或完整 AgentMessage 输入，让宿主以统一入口提供多模态任务。</a:t>
            </a:r>
          </a:p>
          <a:p xmlns:a="http://schemas.openxmlformats.org/drawingml/2006/main">
            <a:r>
              <a:t/>
            </a:r>
          </a:p>
          <a:p xmlns:a="http://schemas.openxmlformats.org/drawingml/2006/main">
            <a:r>
              <a:t>AG-06 · 并行工具批次 [库] 默认先顺序完成工具预检，再并行执行通过的调用；完成事件按完成顺序，历史结果仍按模型原始顺序保存。</a:t>
            </a:r>
          </a:p>
          <a:p xmlns:a="http://schemas.openxmlformats.org/drawingml/2006/main">
            <a:r>
              <a:t/>
            </a:r>
          </a:p>
          <a:p xmlns:a="http://schemas.openxmlformats.org/drawingml/2006/main">
            <a:r>
              <a:t>AG-07 · 串行工具约束 [库] 全局或单工具可要求串行；批次中存在串行工具时整批串行，保护共享可变状态。</a:t>
            </a:r>
          </a:p>
          <a:p xmlns:a="http://schemas.openxmlformats.org/drawingml/2006/main">
            <a:r>
              <a:t/>
            </a:r>
          </a:p>
          <a:p xmlns:a="http://schemas.openxmlformats.org/drawingml/2006/main">
            <a:r>
              <a:t>AG-10 · 终止结果提示 [库] 当一批所有最终工具结果都要求 terminate 时，跳过后续模型请求；混合批次仍正常继续。</a:t>
            </a:r>
          </a:p>
          <a:p xmlns:a="http://schemas.openxmlformats.org/drawingml/2006/main">
            <a:r>
              <a:t/>
            </a:r>
          </a:p>
          <a:p xmlns:a="http://schemas.openxmlformats.org/drawingml/2006/main">
            <a:r>
              <a:t>AG-11 · 请求准备屏障 [库] 每次模型请求前安装权威上下文，使持久化会话状态能成为实际请求来源。</a:t>
            </a:r>
          </a:p>
          <a:p xmlns:a="http://schemas.openxmlformats.org/drawingml/2006/main">
            <a:r>
              <a:t/>
            </a:r>
          </a:p>
          <a:p xmlns:a="http://schemas.openxmlformats.org/drawingml/2006/main">
            <a:r>
              <a:t>AG-12 · 轮次收尾决策 [库] 在助手与工具结果完成后决定结束或再请求一次；错误和中止仍是硬退出。</a:t>
            </a:r>
          </a:p>
          <a:p xmlns:a="http://schemas.openxmlformats.org/drawingml/2006/main">
            <a:r>
              <a:t/>
            </a:r>
          </a:p>
          <a:p xmlns:a="http://schemas.openxmlformats.org/drawingml/2006/main">
            <a:r>
              <a:t>AG-13 · Steering／follow-up 队列 [库] 分开管理当前任务纠偏和后续任务，支持逐条／整批、窥视和清理队列。</a:t>
            </a:r>
          </a:p>
          <a:p xmlns:a="http://schemas.openxmlformats.org/drawingml/2006/main">
            <a:r>
              <a:t/>
            </a:r>
          </a:p>
          <a:p xmlns:a="http://schemas.openxmlformats.org/drawingml/2006/main">
            <a:r>
              <a:t>AG-14 · 有序事件与异步订阅 [库] 发布 agent、turn、message、tool 全流程事件；Agent 的订阅按注册顺序等待，允许宿主把落盘操作作为屏障。</a:t>
            </a:r>
          </a:p>
          <a:p xmlns:a="http://schemas.openxmlformats.org/drawingml/2006/main">
            <a:r>
              <a:t/>
            </a:r>
          </a:p>
          <a:p xmlns:a="http://schemas.openxmlformats.org/drawingml/2006/main">
            <a:r>
              <a:t>AG-15 · 取消与真正空闲 [库] 传播取消并等待整个运行结算，包括 agent_end 订阅完成，而不只等待最后一块文本。</a:t>
            </a:r>
          </a:p>
          <a:p xmlns:a="http://schemas.openxmlformats.org/drawingml/2006/main">
            <a:r>
              <a:t/>
            </a:r>
          </a:p>
          <a:p xmlns:a="http://schemas.openxmlformats.org/drawingml/2006/main">
            <a:r>
              <a:t>AG-16 · 系统提示和工具变更记录 [库] 用系统消息记录提示与工具声明变化，请求前将可执行集合与会话声明对齐，支持准确重放。</a:t>
            </a:r>
          </a:p>
          <a:p xmlns:a="http://schemas.openxmlformats.org/drawingml/2006/main">
            <a:r>
              <a:t/>
            </a:r>
          </a:p>
          <a:p xmlns:a="http://schemas.openxmlformats.org/drawingml/2006/main">
            <a:r>
              <a:t>AG-17 · 动态认证与会话亲和 [库] 宿主提供动态凭据解析、sessionId 和推理预算，将认证刷新及提供商缓存接入循环。</a:t>
            </a:r>
          </a:p>
          <a:p xmlns:a="http://schemas.openxmlformats.org/drawingml/2006/main">
            <a:r>
              <a:t/>
            </a:r>
          </a:p>
          <a:p xmlns:a="http://schemas.openxmlformats.org/drawingml/2006/main">
            <a:r>
              <a:t>AG-18 · 底层无类循环 [库] 直接使用异步事件流驱动循环，便于定制宿主；底层流不会像 Agent 类那样等待消费者处理事件。</a:t>
            </a:r>
          </a:p>
          <a:p xmlns:a="http://schemas.openxmlformats.org/drawingml/2006/main">
            <a:r>
              <a:t/>
            </a:r>
          </a:p>
          <a:p xmlns:a="http://schemas.openxmlformats.org/drawingml/2006/main">
            <a:r>
              <a:t>TEL-11 · Pi 领域诊断词汇 [库] Pi 领域 schema 按所属运行层维护：AI 的请求/轮询与 Durable 的任务/提交分别记录，宿主显式传播 span；未知用量不推算，正常遥测不携带完整提示正文。详见 AI-40、DUR-72。</a:t>
            </a:r>
          </a:p>
          <a:p xmlns:a="http://schemas.openxmlformats.org/drawingml/2006/main">
            <a:r>
              <a:t/>
            </a:r>
          </a:p>
          <a:p xmlns:a="http://schemas.openxmlformats.org/drawingml/2006/main">
            <a:r>
              <a:t>OTH-56 · SDK 完整演练集 [示例] 14 个示例覆盖最小调用、模型、提示、技能、工具、扩展、上下文、模板、认证、设置、会话、完全替换宿主、runtime 切换、MCP／Codemode。</a:t>
            </a:r>
          </a:p>
          <a:p xmlns:a="http://schemas.openxmlformats.org/drawingml/2006/main">
            <a:r>
              <a:t/>
            </a:r>
          </a:p>
          <a:p xmlns:a="http://schemas.openxmlformats.org/drawingml/2006/main">
            <a:r>
              <a:t>OTH-84 · 依赖供应链检查 [工程支持] 固定直接外部依赖，检查锁文件及安装锁，默认忽略依赖生命周期脚本，并进行相应审计。</a:t>
            </a:r>
          </a:p>
          <a:p xmlns:a="http://schemas.openxmlformats.org/drawingml/2006/main">
            <a:r>
              <a:t/>
            </a:r>
          </a:p>
          <a:p xmlns:a="http://schemas.openxmlformats.org/drawingml/2006/main">
            <a:r>
              <a:t>OTH-85 · 静态检查与定向测试 [工程支持] 根 check 检查格式、类型及依赖等；测试按包和具体文件运行，交互测试另有专门流程。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源码基线：136b87e8a7f5a3e5186de0289523ba327dc592fc</a:t>
            </a:r>
          </a:p>
          <a:p xmlns:a="http://schemas.openxmlformats.org/drawingml/2006/main">
            <a:r>
              <a:t/>
            </a:r>
          </a:p>
          <a:p xmlns:a="http://schemas.openxmlformats.org/drawingml/2006/main">
            <a:r>
              <a:t>课程：07 测试与排错 / test-faux / 从复现到 faux 定向回归测试</a:t>
            </a:r>
          </a:p>
          <a:p xmlns:a="http://schemas.openxmlformats.org/drawingml/2006/main">
            <a:r>
              <a:t/>
            </a:r>
          </a:p>
          <a:p xmlns:a="http://schemas.openxmlformats.org/drawingml/2006/main">
            <a:r>
              <a:t>场景：某个对话边界偶发出错，需要可重复的测试，不依赖模型随机输出。</a:t>
            </a:r>
          </a:p>
          <a:p xmlns:a="http://schemas.openxmlformats.org/drawingml/2006/main">
            <a:r>
              <a:t/>
            </a:r>
          </a:p>
          <a:p xmlns:a="http://schemas.openxmlformats.org/drawingml/2006/main">
            <a:r>
              <a:t>以下是教学追踪顺序，具体运行分支以源码为准。</a:t>
            </a:r>
          </a:p>
          <a:p xmlns:a="http://schemas.openxmlformats.org/drawingml/2006/main">
            <a:r>
              <a:t/>
            </a:r>
          </a:p>
          <a:p xmlns:a="http://schemas.openxmlformats.org/drawingml/2006/main">
            <a:r>
              <a:t>1. 收缩复现条件</a:t>
            </a:r>
          </a:p>
          <a:p xmlns:a="http://schemas.openxmlformats.org/drawingml/2006/main">
            <a:r>
              <a:t>记录入口、参数、预期与实际，只保留触发问题的消息和工具，不记录真实凭据。</a:t>
            </a:r>
          </a:p>
          <a:p xmlns:a="http://schemas.openxmlformats.org/drawingml/2006/main">
            <a:r>
              <a:t>输入：问题现象</a:t>
            </a:r>
          </a:p>
          <a:p xmlns:a="http://schemas.openxmlformats.org/drawingml/2006/main">
            <a:r>
              <a:t>输出：最小复现描述</a:t>
            </a:r>
          </a:p>
          <a:p xmlns:a="http://schemas.openxmlformats.org/drawingml/2006/main">
            <a:r>
              <a:t>入口：/bug；诊断事件</a:t>
            </a:r>
          </a:p>
          <a:p xmlns:a="http://schemas.openxmlformats.org/drawingml/2006/main">
            <a:r>
              <a:t>行为与边界：诊断数据可能含运行上下文；报告上传与本地记录分别处理。</a:t>
            </a:r>
          </a:p>
          <a:p xmlns:a="http://schemas.openxmlformats.org/drawingml/2006/main">
            <a:r>
              <a:t>源码：packages/coding-agent/src/core/bug-report-upload.ts:1</a:t>
            </a:r>
          </a:p>
          <a:p xmlns:a="http://schemas.openxmlformats.org/drawingml/2006/main">
            <a:r>
              <a:t>源码：packages/coding-agent/src/core/bug-report.ts:1</a:t>
            </a:r>
          </a:p>
          <a:p xmlns:a="http://schemas.openxmlformats.org/drawingml/2006/main">
            <a:r>
              <a:t>源码：packages/coding-agent/src/core/crash-log.ts:1</a:t>
            </a:r>
          </a:p>
          <a:p xmlns:a="http://schemas.openxmlformats.org/drawingml/2006/main">
            <a:r>
              <a:t>源码：packages/coding-agent/src/core/diagnostics.ts:1</a:t>
            </a:r>
          </a:p>
          <a:p xmlns:a="http://schemas.openxmlformats.org/drawingml/2006/main">
            <a:r>
              <a:t>源码：packages/coding-agent/src/core/telemetry.ts:1</a:t>
            </a:r>
          </a:p>
          <a:p xmlns:a="http://schemas.openxmlformats.org/drawingml/2006/main">
            <a:r>
              <a:t>源码：packages/coding-agent/src/core/timings.ts:1</a:t>
            </a:r>
          </a:p>
          <a:p xmlns:a="http://schemas.openxmlformats.org/drawingml/2006/main">
            <a:r>
              <a:t>源码：packages/coding-agent/src/modes/interactive/bug-report.ts:1</a:t>
            </a:r>
          </a:p>
          <a:p xmlns:a="http://schemas.openxmlformats.org/drawingml/2006/main">
            <a:r>
              <a:t/>
            </a:r>
          </a:p>
          <a:p xmlns:a="http://schemas.openxmlformats.org/drawingml/2006/main">
            <a:r>
              <a:t>2. 构造确定响应</a:t>
            </a:r>
          </a:p>
          <a:p xmlns:a="http://schemas.openxmlformats.org/drawingml/2006/main">
            <a:r>
              <a:t>阅读 faux provider 和现有 loop 测试，控制流事件、工具调用与取消时机。</a:t>
            </a:r>
          </a:p>
          <a:p xmlns:a="http://schemas.openxmlformats.org/drawingml/2006/main">
            <a:r>
              <a:t>输入：确定的模型脚本</a:t>
            </a:r>
          </a:p>
          <a:p xmlns:a="http://schemas.openxmlformats.org/drawingml/2006/main">
            <a:r>
              <a:t>输出：可重复事件序列</a:t>
            </a:r>
          </a:p>
          <a:p xmlns:a="http://schemas.openxmlformats.org/drawingml/2006/main">
            <a:r>
              <a:t>入口：Agent.prompt / continue / abort</a:t>
            </a:r>
          </a:p>
          <a:p xmlns:a="http://schemas.openxmlformats.org/drawingml/2006/main">
            <a:r>
              <a:t>行为与边界：当前 Agent 是内存运行循环；持久 Harness 在 pi-durable，CLI 会话由 coding-agent 管理。</a:t>
            </a:r>
          </a:p>
          <a:p xmlns:a="http://schemas.openxmlformats.org/drawingml/2006/main">
            <a:r>
              <a:t>源码：packages/agent/src/agent-loop.ts:1</a:t>
            </a:r>
          </a:p>
          <a:p xmlns:a="http://schemas.openxmlformats.org/drawingml/2006/main">
            <a:r>
              <a:t>源码：packages/agent/src/agent.ts:1</a:t>
            </a:r>
          </a:p>
          <a:p xmlns:a="http://schemas.openxmlformats.org/drawingml/2006/main">
            <a:r>
              <a:t>源码：packages/agent/src/stream-fn.ts:1</a:t>
            </a:r>
          </a:p>
          <a:p xmlns:a="http://schemas.openxmlformats.org/drawingml/2006/main">
            <a:r>
              <a:t>源码：packages/agent/src/types.ts:1</a:t>
            </a:r>
          </a:p>
          <a:p xmlns:a="http://schemas.openxmlformats.org/drawingml/2006/main">
            <a:r>
              <a:t/>
            </a:r>
          </a:p>
          <a:p xmlns:a="http://schemas.openxmlformats.org/drawingml/2006/main">
            <a:r>
              <a:t>3. 在产品 harness 验证</a:t>
            </a:r>
          </a:p>
          <a:p xmlns:a="http://schemas.openxmlformats.org/drawingml/2006/main">
            <a:r>
              <a:t>coding-agent suite 使用 suite/harness 与 faux，把资源、会话和模型装配纳入测试。</a:t>
            </a:r>
          </a:p>
          <a:p xmlns:a="http://schemas.openxmlformats.org/drawingml/2006/main">
            <a:r>
              <a:t>输入：最小会话与工具</a:t>
            </a:r>
          </a:p>
          <a:p xmlns:a="http://schemas.openxmlformats.org/drawingml/2006/main">
            <a:r>
              <a:t>输出：稳定的断言目标</a:t>
            </a:r>
          </a:p>
          <a:p xmlns:a="http://schemas.openxmlformats.org/drawingml/2006/main">
            <a:r>
              <a:t>入口：createAgentSession / createAgentSessionRuntime</a:t>
            </a:r>
          </a:p>
          <a:p xmlns:a="http://schemas.openxmlformats.org/drawingml/2006/main">
            <a:r>
              <a:t>行为与边界：SDK 注入流函数、配置、工具与存储；运行时负责会话替换和重新绑定。</a:t>
            </a:r>
          </a:p>
          <a:p xmlns:a="http://schemas.openxmlformats.org/drawingml/2006/main">
            <a:r>
              <a:t>源码：packages/coding-agent/src/core/agent-session-runtime.ts:1</a:t>
            </a:r>
          </a:p>
          <a:p xmlns:a="http://schemas.openxmlformats.org/drawingml/2006/main">
            <a:r>
              <a:t>源码：packages/coding-agent/src/core/agent-session-services.ts:1</a:t>
            </a:r>
          </a:p>
          <a:p xmlns:a="http://schemas.openxmlformats.org/drawingml/2006/main">
            <a:r>
              <a:t>源码：packages/coding-agent/src/core/sdk.ts:1</a:t>
            </a:r>
          </a:p>
          <a:p xmlns:a="http://schemas.openxmlformats.org/drawingml/2006/main">
            <a:r>
              <a:t/>
            </a:r>
          </a:p>
          <a:p xmlns:a="http://schemas.openxmlformats.org/drawingml/2006/main">
            <a:r>
              <a:t>4. 定向运行与复审</a:t>
            </a:r>
          </a:p>
          <a:p xmlns:a="http://schemas.openxmlformats.org/drawingml/2006/main">
            <a:r>
              <a:t>只运行相关测试文件，再执行仓库检查；不为文档任务调用真实模型或整套端到端测试。</a:t>
            </a:r>
          </a:p>
          <a:p xmlns:a="http://schemas.openxmlformats.org/drawingml/2006/main">
            <a:r>
              <a:t>输入：修改与测试文件</a:t>
            </a:r>
          </a:p>
          <a:p xmlns:a="http://schemas.openxmlformats.org/drawingml/2006/main">
            <a:r>
              <a:t>输出：可复核验证结果</a:t>
            </a:r>
          </a:p>
          <a:p xmlns:a="http://schemas.openxmlformats.org/drawingml/2006/main">
            <a:r>
              <a:t>入口：npm run check</a:t>
            </a:r>
          </a:p>
          <a:p xmlns:a="http://schemas.openxmlformats.org/drawingml/2006/main">
            <a:r>
              <a:t>行为与边界：检查失败不是修改业务代码或降级依赖的理由。</a:t>
            </a:r>
          </a:p>
          <a:p xmlns:a="http://schemas.openxmlformats.org/drawingml/2006/main">
            <a:r>
              <a:t>源码：packages/ai/scripts/check-model-data.ts:1</a:t>
            </a:r>
          </a:p>
          <a:p xmlns:a="http://schemas.openxmlformats.org/drawingml/2006/main">
            <a:r>
              <a:t>源码：scripts/check-browser-smoke.mjs:1</a:t>
            </a:r>
          </a:p>
          <a:p xmlns:a="http://schemas.openxmlformats.org/drawingml/2006/main">
            <a:r>
              <a:t>源码：scripts/check-entry-graphs.mjs:1</a:t>
            </a:r>
          </a:p>
          <a:p xmlns:a="http://schemas.openxmlformats.org/drawingml/2006/main">
            <a:r>
              <a:t>源码：scripts/check-lockfile-commit.mjs:1</a:t>
            </a:r>
          </a:p>
          <a:p xmlns:a="http://schemas.openxmlformats.org/drawingml/2006/main">
            <a:r>
              <a:t>源码：scripts/check-model-catalog-compat.mjs:1</a:t>
            </a:r>
          </a:p>
          <a:p xmlns:a="http://schemas.openxmlformats.org/drawingml/2006/main">
            <a:r>
              <a:t>源码：scripts/check-package-install.mjs:1</a:t>
            </a:r>
          </a:p>
          <a:p xmlns:a="http://schemas.openxmlformats.org/drawingml/2006/main">
            <a:r>
              <a:t>源码：scripts/check-pinned-deps.mjs:1</a:t>
            </a:r>
          </a:p>
          <a:p xmlns:a="http://schemas.openxmlformats.org/drawingml/2006/main">
            <a:r>
              <a:t>源码：scripts/check-runtime-deps.mjs:1</a:t>
            </a:r>
          </a:p>
          <a:p xmlns:a="http://schemas.openxmlformats.org/drawingml/2006/main">
            <a:r>
              <a:t>源码：scripts/check-ts-relative-imports.mjs:1</a:t>
            </a:r>
          </a:p>
          <a:p xmlns:a="http://schemas.openxmlformats.org/drawingml/2006/main">
            <a:r>
              <a:t/>
            </a:r>
          </a:p>
          <a:p xmlns:a="http://schemas.openxmlformats.org/drawingml/2006/main">
            <a:r>
              <a:t>失败与恢复：只断言内部函数被调用会漏掉实际行为错误；依赖真实模型的测试也难以证明时序边界。</a:t>
            </a:r>
          </a:p>
          <a:p xmlns:a="http://schemas.openxmlformats.org/drawingml/2006/main">
            <a:r>
              <a:t/>
            </a:r>
          </a:p>
          <a:p xmlns:a="http://schemas.openxmlformats.org/drawingml/2006/main">
            <a:r>
              <a:t>练习：设计“工具被 hook 阻止时不产生副作用”的回归用例，写出输入、预期事件和最终状态。</a:t>
            </a:r>
          </a:p>
          <a:p xmlns:a="http://schemas.openxmlformats.org/drawingml/2006/main">
            <a:r>
              <a:t>参考判断：既断言工具未执行，又断言调用者得到正确失败/阻止结果；以行为验证约束。</a:t>
            </a:r>
          </a:p>
          <a:p xmlns:a="http://schemas.openxmlformats.org/drawingml/2006/main">
            <a:r>
              <a:t/>
            </a:r>
          </a:p>
          <a:p xmlns:a="http://schemas.openxmlformats.org/drawingml/2006/main">
            <a:r>
              <a:t>关联专题与当前接口：</a:t>
            </a:r>
          </a:p>
          <a:p xmlns:a="http://schemas.openxmlformats.org/drawingml/2006/main">
            <a:r>
              <a:t/>
            </a:r>
          </a:p>
          <a:p xmlns:a="http://schemas.openxmlformats.org/drawingml/2006/main">
            <a:r>
              <a:t>诊断、错误记录与问题报告</a:t>
            </a:r>
          </a:p>
          <a:p xmlns:a="http://schemas.openxmlformats.org/drawingml/2006/main">
            <a:r>
              <a:t>收集诊断信息、启动耗时与问题报告内容。</a:t>
            </a:r>
          </a:p>
          <a:p xmlns:a="http://schemas.openxmlformats.org/drawingml/2006/main">
            <a:r>
              <a:t>入口：/bug；诊断事件</a:t>
            </a:r>
          </a:p>
          <a:p xmlns:a="http://schemas.openxmlformats.org/drawingml/2006/main">
            <a:r>
              <a:t>边界：诊断数据可能含运行上下文；报告上传与本地记录分别处理。</a:t>
            </a:r>
          </a:p>
          <a:p xmlns:a="http://schemas.openxmlformats.org/drawingml/2006/main">
            <a:r>
              <a:t/>
            </a:r>
          </a:p>
          <a:p xmlns:a="http://schemas.openxmlformats.org/drawingml/2006/main">
            <a:r>
              <a:t>消息、工具与多轮循环</a:t>
            </a:r>
          </a:p>
          <a:p xmlns:a="http://schemas.openxmlformats.org/drawingml/2006/main">
            <a:r>
              <a:t>维护内存消息、工具批次、steering/follow-up、模型上下文变换与取消。</a:t>
            </a:r>
          </a:p>
          <a:p xmlns:a="http://schemas.openxmlformats.org/drawingml/2006/main">
            <a:r>
              <a:t>入口：Agent.prompt / continue / abort</a:t>
            </a:r>
          </a:p>
          <a:p xmlns:a="http://schemas.openxmlformats.org/drawingml/2006/main">
            <a:r>
              <a:t>边界：当前 Agent 是内存运行循环；持久 Harness 在 pi-durable，CLI 会话由 coding-agent 管理。</a:t>
            </a:r>
          </a:p>
          <a:p xmlns:a="http://schemas.openxmlformats.org/drawingml/2006/main">
            <a:r>
              <a:t/>
            </a:r>
          </a:p>
          <a:p xmlns:a="http://schemas.openxmlformats.org/drawingml/2006/main">
            <a:r>
              <a:t>SDK 创建与替换运行时</a:t>
            </a:r>
          </a:p>
          <a:p xmlns:a="http://schemas.openxmlformats.org/drawingml/2006/main">
            <a:r>
              <a:t>让应用在进程内创建、继续或替换编码智能体会话。</a:t>
            </a:r>
          </a:p>
          <a:p xmlns:a="http://schemas.openxmlformats.org/drawingml/2006/main">
            <a:r>
              <a:t>入口：createAgentSession / createAgentSessionRuntime</a:t>
            </a:r>
          </a:p>
          <a:p xmlns:a="http://schemas.openxmlformats.org/drawingml/2006/main">
            <a:r>
              <a:t>边界：SDK 注入流函数、配置、工具与存储；运行时负责会话替换和重新绑定。</a:t>
            </a:r>
          </a:p>
          <a:p xmlns:a="http://schemas.openxmlformats.org/drawingml/2006/main">
            <a:r>
              <a:t/>
            </a:r>
          </a:p>
          <a:p xmlns:a="http://schemas.openxmlformats.org/drawingml/2006/main">
            <a:r>
              <a:t>依赖、导入与构建边界校验</a:t>
            </a:r>
          </a:p>
          <a:p xmlns:a="http://schemas.openxmlformats.org/drawingml/2006/main">
            <a:r>
              <a:t>验证精确依赖、运行依赖、TS 导入、入口图与浏览器兼容。</a:t>
            </a:r>
          </a:p>
          <a:p xmlns:a="http://schemas.openxmlformats.org/drawingml/2006/main">
            <a:r>
              <a:t>入口：npm run check</a:t>
            </a:r>
          </a:p>
          <a:p xmlns:a="http://schemas.openxmlformats.org/drawingml/2006/main">
            <a:r>
              <a:t>边界：检查失败不是修改业务代码或降级依赖的理由。</a:t>
            </a:r>
          </a:p>
          <a:p xmlns:a="http://schemas.openxmlformats.org/drawingml/2006/main">
            <a:r>
              <a:t/>
            </a:r>
          </a:p>
          <a:p xmlns:a="http://schemas.openxmlformats.org/drawingml/2006/main">
            <a:r>
              <a:t>快捷键与斜杠命令</a:t>
            </a:r>
          </a:p>
          <a:p xmlns:a="http://schemas.openxmlformats.org/drawingml/2006/main">
            <a:r>
              <a:t>集中定义可配置动作与内置命令清单。</a:t>
            </a:r>
          </a:p>
          <a:p xmlns:a="http://schemas.openxmlformats.org/drawingml/2006/main">
            <a:r>
              <a:t>入口：/hotkeys；keybindings.json；输入 /</a:t>
            </a:r>
          </a:p>
          <a:p xmlns:a="http://schemas.openxmlformats.org/drawingml/2006/main">
            <a:r>
              <a:t>边界：快捷键应复用命名配置；完整命令表在参考文档内。</a:t>
            </a:r>
          </a:p>
          <a:p xmlns:a="http://schemas.openxmlformats.org/drawingml/2006/main">
            <a:r>
              <a:t/>
            </a:r>
          </a:p>
          <a:p xmlns:a="http://schemas.openxmlformats.org/drawingml/2006/main">
            <a:r>
              <a:t>上下文压缩与分支摘要</a:t>
            </a:r>
          </a:p>
          <a:p xmlns:a="http://schemas.openxmlformats.org/drawingml/2006/main">
            <a:r>
              <a:t>把长历史压缩为摘要，控制下一次请求的上下文规模。</a:t>
            </a:r>
          </a:p>
          <a:p xmlns:a="http://schemas.openxmlformats.org/drawingml/2006/main">
            <a:r>
              <a:t>入口：/compact；自动压缩</a:t>
            </a:r>
          </a:p>
          <a:p xmlns:a="http://schemas.openxmlformats.org/drawingml/2006/main">
            <a:r>
              <a:t>边界：摘要影响上下文投影，不直接等价于删除原始会话历史。</a:t>
            </a:r>
          </a:p>
          <a:p xmlns:a="http://schemas.openxmlformats.org/drawingml/2006/main">
            <a:r>
              <a:t/>
            </a:r>
          </a:p>
          <a:p xmlns:a="http://schemas.openxmlformats.org/drawingml/2006/main">
            <a:r>
              <a:t>扩展发现、注册与事件分发</a:t>
            </a:r>
          </a:p>
          <a:p xmlns:a="http://schemas.openxmlformats.org/drawingml/2006/main">
            <a:r>
              <a:t>加载 TS/JS 扩展，注册工具、命令、快捷键、提供商与事件。</a:t>
            </a:r>
          </a:p>
          <a:p xmlns:a="http://schemas.openxmlformats.org/drawingml/2006/main">
            <a:r>
              <a:t>入口：--extension；/reload；ExtensionAPI</a:t>
            </a:r>
          </a:p>
          <a:p xmlns:a="http://schemas.openxmlformats.org/drawingml/2006/main">
            <a:r>
              <a:t>边界：工厂负责注册，runner 提供上下文与分发；原始类型注释可在 API 清单中逐项阅读。</a:t>
            </a:r>
          </a:p>
          <a:p xmlns:a="http://schemas.openxmlformats.org/drawingml/2006/main">
            <a:r>
              <a:t/>
            </a:r>
          </a:p>
          <a:p xmlns:a="http://schemas.openxmlformats.org/drawingml/2006/main">
            <a:r>
              <a:t>输入处理、排队与任务收尾</a:t>
            </a:r>
          </a:p>
          <a:p xmlns:a="http://schemas.openxmlformats.org/drawingml/2006/main">
            <a:r>
              <a:t>协调扩展命令、输入转换、steering/follow-up、重试与最终通知。</a:t>
            </a:r>
          </a:p>
          <a:p xmlns:a="http://schemas.openxmlformats.org/drawingml/2006/main">
            <a:r>
              <a:t>入口：AgentSession.prompt / steer / followUp</a:t>
            </a:r>
          </a:p>
          <a:p xmlns:a="http://schemas.openxmlformats.org/drawingml/2006/main">
            <a:r>
              <a:t>边界：agent_end 后仍可能继续；agent_settled 是完成自动处理后的通知边界。</a:t>
            </a:r>
          </a:p>
          <a:p xmlns:a="http://schemas.openxmlformats.org/drawingml/2006/main">
            <a:r>
              <a:t/>
            </a:r>
          </a:p>
          <a:p xmlns:a="http://schemas.openxmlformats.org/drawingml/2006/main">
            <a:r>
              <a:t>sdk/01-minimal · 示例</a:t>
            </a:r>
          </a:p>
          <a:p xmlns:a="http://schemas.openxmlformats.org/drawingml/2006/main">
            <a:r>
              <a:t>展示 sdk/01-minimal.ts 对应的扩展或 SDK 用法。具体场景以入口文件的原始说明、注册代码和配套 README 为依据。</a:t>
            </a:r>
          </a:p>
          <a:p xmlns:a="http://schemas.openxmlformats.org/drawingml/2006/main">
            <a:r>
              <a:t>入口：packages/coding-agent/examples/sdk/01-minimal.ts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sdk/02-custom-model · 示例</a:t>
            </a:r>
          </a:p>
          <a:p xmlns:a="http://schemas.openxmlformats.org/drawingml/2006/main">
            <a:r>
              <a:t>展示 sdk/02-custom-model.ts 对应的扩展或 SDK 用法。具体场景以入口文件的原始说明、注册代码和配套 README 为依据。</a:t>
            </a:r>
          </a:p>
          <a:p xmlns:a="http://schemas.openxmlformats.org/drawingml/2006/main">
            <a:r>
              <a:t>入口：packages/coding-agent/examples/sdk/02-custom-model.ts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sdk/03-custom-prompt · 示例</a:t>
            </a:r>
          </a:p>
          <a:p xmlns:a="http://schemas.openxmlformats.org/drawingml/2006/main">
            <a:r>
              <a:t>展示 sdk/03-custom-prompt.ts 对应的扩展或 SDK 用法。具体场景以入口文件的原始说明、注册代码和配套 README 为依据。</a:t>
            </a:r>
          </a:p>
          <a:p xmlns:a="http://schemas.openxmlformats.org/drawingml/2006/main">
            <a:r>
              <a:t>入口：packages/coding-agent/examples/sdk/03-custom-prompt.ts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sdk/04-skills · 示例</a:t>
            </a:r>
          </a:p>
          <a:p xmlns:a="http://schemas.openxmlformats.org/drawingml/2006/main">
            <a:r>
              <a:t>展示 sdk/04-skills.ts 对应的扩展或 SDK 用法。具体场景以入口文件的原始说明、注册代码和配套 README 为依据。</a:t>
            </a:r>
          </a:p>
          <a:p xmlns:a="http://schemas.openxmlformats.org/drawingml/2006/main">
            <a:r>
              <a:t>入口：packages/coding-agent/examples/sdk/04-skills.ts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sdk/05-tools · 示例</a:t>
            </a:r>
          </a:p>
          <a:p xmlns:a="http://schemas.openxmlformats.org/drawingml/2006/main">
            <a:r>
              <a:t>展示 sdk/05-tools.ts 对应的扩展或 SDK 用法。具体场景以入口文件的原始说明、注册代码和配套 README 为依据。</a:t>
            </a:r>
          </a:p>
          <a:p xmlns:a="http://schemas.openxmlformats.org/drawingml/2006/main">
            <a:r>
              <a:t>入口：packages/coding-agent/examples/sdk/05-tools.ts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sdk/06-extensions · 示例</a:t>
            </a:r>
          </a:p>
          <a:p xmlns:a="http://schemas.openxmlformats.org/drawingml/2006/main">
            <a:r>
              <a:t>展示 sdk/06-extensions.ts 对应的扩展或 SDK 用法。具体场景以入口文件的原始说明、注册代码和配套 README 为依据。</a:t>
            </a:r>
          </a:p>
          <a:p xmlns:a="http://schemas.openxmlformats.org/drawingml/2006/main">
            <a:r>
              <a:t>入口：packages/coding-agent/examples/sdk/06-extensions.ts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sdk/07-context-files · 示例</a:t>
            </a:r>
          </a:p>
          <a:p xmlns:a="http://schemas.openxmlformats.org/drawingml/2006/main">
            <a:r>
              <a:t>展示 sdk/07-context-files.ts 对应的扩展或 SDK 用法。具体场景以入口文件的原始说明、注册代码和配套 README 为依据。</a:t>
            </a:r>
          </a:p>
          <a:p xmlns:a="http://schemas.openxmlformats.org/drawingml/2006/main">
            <a:r>
              <a:t>入口：packages/coding-agent/examples/sdk/07-context-files.ts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sdk/08-prompt-templates · 示例</a:t>
            </a:r>
          </a:p>
          <a:p xmlns:a="http://schemas.openxmlformats.org/drawingml/2006/main">
            <a:r>
              <a:t>展示 sdk/08-prompt-templates.ts 对应的扩展或 SDK 用法。具体场景以入口文件的原始说明、注册代码和配套 README 为依据。</a:t>
            </a:r>
          </a:p>
          <a:p xmlns:a="http://schemas.openxmlformats.org/drawingml/2006/main">
            <a:r>
              <a:t>入口：packages/coding-agent/examples/sdk/08-prompt-templates.ts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sdk/09-api-keys-and-oauth · 示例</a:t>
            </a:r>
          </a:p>
          <a:p xmlns:a="http://schemas.openxmlformats.org/drawingml/2006/main">
            <a:r>
              <a:t>展示 sdk/09-api-keys-and-oauth.ts 对应的扩展或 SDK 用法。具体场景以入口文件的原始说明、注册代码和配套 README 为依据。</a:t>
            </a:r>
          </a:p>
          <a:p xmlns:a="http://schemas.openxmlformats.org/drawingml/2006/main">
            <a:r>
              <a:t>入口：packages/coding-agent/examples/sdk/09-api-keys-and-oauth.ts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sdk/10-settings · 示例</a:t>
            </a:r>
          </a:p>
          <a:p xmlns:a="http://schemas.openxmlformats.org/drawingml/2006/main">
            <a:r>
              <a:t>展示 sdk/10-settings.ts 对应的扩展或 SDK 用法。具体场景以入口文件的原始说明、注册代码和配套 README 为依据。</a:t>
            </a:r>
          </a:p>
          <a:p xmlns:a="http://schemas.openxmlformats.org/drawingml/2006/main">
            <a:r>
              <a:t>入口：packages/coding-agent/examples/sdk/10-settings.ts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sdk/11-sessions · 示例</a:t>
            </a:r>
          </a:p>
          <a:p xmlns:a="http://schemas.openxmlformats.org/drawingml/2006/main">
            <a:r>
              <a:t>展示 sdk/11-sessions.ts 对应的扩展或 SDK 用法。具体场景以入口文件的原始说明、注册代码和配套 README 为依据。</a:t>
            </a:r>
          </a:p>
          <a:p xmlns:a="http://schemas.openxmlformats.org/drawingml/2006/main">
            <a:r>
              <a:t>入口：packages/coding-agent/examples/sdk/11-sessions.ts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sdk/12-full-control · 示例</a:t>
            </a:r>
          </a:p>
          <a:p xmlns:a="http://schemas.openxmlformats.org/drawingml/2006/main">
            <a:r>
              <a:t>展示 sdk/12-full-control.ts 对应的扩展或 SDK 用法。具体场景以入口文件的原始说明、注册代码和配套 README 为依据。</a:t>
            </a:r>
          </a:p>
          <a:p xmlns:a="http://schemas.openxmlformats.org/drawingml/2006/main">
            <a:r>
              <a:t>入口：packages/coding-agent/examples/sdk/12-full-control.ts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sdk/13-session-runtime · 示例</a:t>
            </a:r>
          </a:p>
          <a:p xmlns:a="http://schemas.openxmlformats.org/drawingml/2006/main">
            <a:r>
              <a:t>展示 sdk/13-session-runtime.ts 对应的扩展或 SDK 用法。具体场景以入口文件的原始说明、注册代码和配套 README 为依据。</a:t>
            </a:r>
          </a:p>
          <a:p xmlns:a="http://schemas.openxmlformats.org/drawingml/2006/main">
            <a:r>
              <a:t>入口：packages/coding-agent/examples/sdk/13-session-runtime.ts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sdk/14-codemode-mcp · 示例</a:t>
            </a:r>
          </a:p>
          <a:p xmlns:a="http://schemas.openxmlformats.org/drawingml/2006/main">
            <a:r>
              <a:t>展示 sdk/14-codemode-mcp.ts 对应的扩展或 SDK 用法。具体场景以入口文件的原始说明、注册代码和配套 README 为依据。</a:t>
            </a:r>
          </a:p>
          <a:p xmlns:a="http://schemas.openxmlformats.org/drawingml/2006/main">
            <a:r>
              <a:t>入口：packages/coding-agent/examples/sdk/14-codemode-mcp.ts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安装锁生成与生命周期脚本审查</a:t>
            </a:r>
          </a:p>
          <a:p xmlns:a="http://schemas.openxmlformats.org/drawingml/2006/main">
            <a:r>
              <a:t>生成并核验独立安装时使用的固定依赖图与批准的生命周期脚本清单。</a:t>
            </a:r>
          </a:p>
          <a:p xmlns:a="http://schemas.openxmlformats.org/drawingml/2006/main">
            <a:r>
              <a:t>入口：install-lock:coding-agent；check:install-lock:coding-agent</a:t>
            </a:r>
          </a:p>
          <a:p xmlns:a="http://schemas.openxmlformats.org/drawingml/2006/main">
            <a:r>
              <a:t>边界：当前使用 install-lock；旧发布 npm-shrinkwrap 已移除，常规 npm 使用其自身依赖解析。</a:t>
            </a:r>
          </a:p>
          <a:p xmlns:a="http://schemas.openxmlformats.org/drawingml/2006/main">
            <a:r>
              <a:t/>
            </a:r>
          </a:p>
          <a:p xmlns:a="http://schemas.openxmlformats.org/drawingml/2006/main">
            <a:r>
              <a:t>文档：</a:t>
            </a:r>
          </a:p>
          <a:p xmlns:a="http://schemas.openxmlformats.org/drawingml/2006/main">
            <a:r>
              <a:t/>
            </a:r>
          </a:p>
          <a:p xmlns:a="http://schemas.openxmlformats.org/drawingml/2006/main">
            <a:r>
              <a:t>packages/coding-agent/docs/cli.md</a:t>
            </a:r>
          </a:p>
          <a:p xmlns:a="http://schemas.openxmlformats.org/drawingml/2006/main">
            <a:r>
              <a:t/>
            </a:r>
          </a:p>
          <a:p xmlns:a="http://schemas.openxmlformats.org/drawingml/2006/main">
            <a:r>
              <a:t>packages/agent/README.md</a:t>
            </a:r>
          </a:p>
          <a:p xmlns:a="http://schemas.openxmlformats.org/drawingml/2006/main">
            <a:r>
              <a:t/>
            </a:r>
          </a:p>
          <a:p xmlns:a="http://schemas.openxmlformats.org/drawingml/2006/main">
            <a:r>
              <a:t>AGENTS.md</a:t>
            </a:r>
          </a:p>
          <a:p xmlns:a="http://schemas.openxmlformats.org/drawingml/2006/main">
            <a:r>
              <a:t/>
            </a:r>
          </a:p>
          <a:p xmlns:a="http://schemas.openxmlformats.org/drawingml/2006/main">
            <a:r>
              <a:t>packages/coding-agent/examples/extensions/README.md</a:t>
            </a:r>
          </a:p>
          <a:p xmlns:a="http://schemas.openxmlformats.org/drawingml/2006/main">
            <a:r>
              <a:t/>
            </a:r>
          </a:p>
          <a:p xmlns:a="http://schemas.openxmlformats.org/drawingml/2006/main">
            <a:r>
              <a:t>packages/coding-agent/docs/usage.md</a:t>
            </a:r>
          </a:p>
          <a:p xmlns:a="http://schemas.openxmlformats.org/drawingml/2006/main">
            <a:r>
              <a:t/>
            </a:r>
          </a:p>
          <a:p xmlns:a="http://schemas.openxmlformats.org/drawingml/2006/main">
            <a:r>
              <a:t>packages/coding-agent/docs/slash-commands.md</a:t>
            </a:r>
          </a:p>
          <a:p xmlns:a="http://schemas.openxmlformats.org/drawingml/2006/main">
            <a:r>
              <a:t/>
            </a:r>
          </a:p>
          <a:p xmlns:a="http://schemas.openxmlformats.org/drawingml/2006/main">
            <a:r>
              <a:t>packages/coding-agent/docs/sessions.md</a:t>
            </a:r>
          </a:p>
          <a:p xmlns:a="http://schemas.openxmlformats.org/drawingml/2006/main">
            <a:r>
              <a:t/>
            </a:r>
          </a:p>
          <a:p xmlns:a="http://schemas.openxmlformats.org/drawingml/2006/main">
            <a:r>
              <a:t>packages/coding-agent/CHANGELOG.md</a:t>
            </a:r>
          </a:p>
          <a:p xmlns:a="http://schemas.openxmlformats.org/drawingml/2006/main">
            <a:r>
              <a:t/>
            </a:r>
          </a:p>
          <a:p xmlns:a="http://schemas.openxmlformats.org/drawingml/2006/main">
            <a:r>
              <a:t>packages/coding-agent/docs/extensions.md</a:t>
            </a:r>
          </a:p>
          <a:p xmlns:a="http://schemas.openxmlformats.org/drawingml/2006/main">
            <a:r>
              <a:t/>
            </a:r>
          </a:p>
          <a:p xmlns:a="http://schemas.openxmlformats.org/drawingml/2006/main">
            <a:r>
              <a:t>packages/coding-agent/docs/sdk.md</a:t>
            </a:r>
          </a:p>
          <a:p xmlns:a="http://schemas.openxmlformats.org/drawingml/2006/main">
            <a:r>
              <a:t/>
            </a:r>
          </a:p>
          <a:p xmlns:a="http://schemas.openxmlformats.org/drawingml/2006/main">
            <a:r>
              <a:t>packages/telemetry/README.md</a:t>
            </a:r>
          </a:p>
          <a:p xmlns:a="http://schemas.openxmlformats.org/drawingml/2006/main">
            <a:r>
              <a:t/>
            </a:r>
          </a:p>
          <a:p xmlns:a="http://schemas.openxmlformats.org/drawingml/2006/main">
            <a:r>
              <a:t>packages/ai/CHANGELOG.md</a:t>
            </a:r>
          </a:p>
          <a:p xmlns:a="http://schemas.openxmlformats.org/drawingml/2006/main">
            <a:r>
              <a:t/>
            </a:r>
          </a:p>
          <a:p xmlns:a="http://schemas.openxmlformats.org/drawingml/2006/main">
            <a:r>
              <a:t>packages/durable/CHANGELOG.md</a:t>
            </a:r>
          </a:p>
          <a:p xmlns:a="http://schemas.openxmlformats.org/drawingml/2006/main">
            <a:r>
              <a:t/>
            </a:r>
          </a:p>
          <a:p xmlns:a="http://schemas.openxmlformats.org/drawingml/2006/main">
            <a:r>
              <a:t>README.md</a:t>
            </a:r>
          </a:p>
          <a:p xmlns:a="http://schemas.openxmlformats.org/drawingml/2006/main">
            <a:r>
              <a:t/>
            </a:r>
          </a:p>
          <a:p xmlns:a="http://schemas.openxmlformats.org/drawingml/2006/main">
            <a:r>
              <a:t>相关测试（列出路径不代表已运行）：</a:t>
            </a:r>
          </a:p>
          <a:p xmlns:a="http://schemas.openxmlformats.org/drawingml/2006/main">
            <a:r>
              <a:t/>
            </a:r>
          </a:p>
          <a:p xmlns:a="http://schemas.openxmlformats.org/drawingml/2006/main">
            <a:r>
              <a:t>packages/coding-agent/test/bug-report.test.ts</a:t>
            </a:r>
          </a:p>
          <a:p xmlns:a="http://schemas.openxmlformats.org/drawingml/2006/main">
            <a:r>
              <a:t/>
            </a:r>
          </a:p>
          <a:p xmlns:a="http://schemas.openxmlformats.org/drawingml/2006/main">
            <a:r>
              <a:t>packages/coding-agent/test/crash-log.test.ts</a:t>
            </a:r>
          </a:p>
          <a:p xmlns:a="http://schemas.openxmlformats.org/drawingml/2006/main">
            <a:r>
              <a:t/>
            </a:r>
          </a:p>
          <a:p xmlns:a="http://schemas.openxmlformats.org/drawingml/2006/main">
            <a:r>
              <a:t>packages/coding-agent/test/skills.test.ts</a:t>
            </a:r>
          </a:p>
          <a:p xmlns:a="http://schemas.openxmlformats.org/drawingml/2006/main">
            <a:r>
              <a:t/>
            </a:r>
          </a:p>
          <a:p xmlns:a="http://schemas.openxmlformats.org/drawingml/2006/main">
            <a:r>
              <a:t>packages/agent/test/agent-loop.test.ts</a:t>
            </a:r>
          </a:p>
          <a:p xmlns:a="http://schemas.openxmlformats.org/drawingml/2006/main">
            <a:r>
              <a:t/>
            </a:r>
          </a:p>
          <a:p xmlns:a="http://schemas.openxmlformats.org/drawingml/2006/main">
            <a:r>
              <a:t>packages/agent/test/utils/calculate.ts</a:t>
            </a:r>
          </a:p>
          <a:p xmlns:a="http://schemas.openxmlformats.org/drawingml/2006/main">
            <a:r>
              <a:t/>
            </a:r>
          </a:p>
          <a:p xmlns:a="http://schemas.openxmlformats.org/drawingml/2006/main">
            <a:r>
              <a:t>packages/agent/test/utils/get-current-time.ts</a:t>
            </a:r>
          </a:p>
          <a:p xmlns:a="http://schemas.openxmlformats.org/drawingml/2006/main">
            <a:r>
              <a:t/>
            </a:r>
          </a:p>
          <a:p xmlns:a="http://schemas.openxmlformats.org/drawingml/2006/main">
            <a:r>
              <a:t>packages/coding-agent/test/agent-session-branching.test.ts</a:t>
            </a:r>
          </a:p>
          <a:p xmlns:a="http://schemas.openxmlformats.org/drawingml/2006/main">
            <a:r>
              <a:t/>
            </a:r>
          </a:p>
          <a:p xmlns:a="http://schemas.openxmlformats.org/drawingml/2006/main">
            <a:r>
              <a:t>packages/coding-agent/test/agent-session-runtime-events.test.ts</a:t>
            </a:r>
          </a:p>
          <a:p xmlns:a="http://schemas.openxmlformats.org/drawingml/2006/main">
            <a:r>
              <a:t/>
            </a:r>
          </a:p>
          <a:p xmlns:a="http://schemas.openxmlformats.org/drawingml/2006/main">
            <a:r>
              <a:t>packages/coding-agent/test/interactive-mode-import-command.test.ts</a:t>
            </a:r>
          </a:p>
          <a:p xmlns:a="http://schemas.openxmlformats.org/drawingml/2006/main">
            <a:r>
              <a:t/>
            </a:r>
          </a:p>
          <a:p xmlns:a="http://schemas.openxmlformats.org/drawingml/2006/main">
            <a:r>
              <a:t>packages/coding-agent/test/rpc-prompt-response-semantics.test.ts</a:t>
            </a:r>
          </a:p>
          <a:p xmlns:a="http://schemas.openxmlformats.org/drawingml/2006/main">
            <a:r>
              <a:t/>
            </a:r>
          </a:p>
          <a:p xmlns:a="http://schemas.openxmlformats.org/drawingml/2006/main">
            <a:r>
              <a:t>packages/coding-agent/test/session-cwd.test.ts</a:t>
            </a:r>
          </a:p>
          <a:p xmlns:a="http://schemas.openxmlformats.org/drawingml/2006/main">
            <a:r>
              <a:t/>
            </a:r>
          </a:p>
          <a:p xmlns:a="http://schemas.openxmlformats.org/drawingml/2006/main">
            <a:r>
              <a:t>packages/coding-agent/test/suite/agent-session-runtime.test.ts</a:t>
            </a:r>
          </a:p>
          <a:p xmlns:a="http://schemas.openxmlformats.org/drawingml/2006/main">
            <a:r>
              <a:t/>
            </a:r>
          </a:p>
          <a:p xmlns:a="http://schemas.openxmlformats.org/drawingml/2006/main">
            <a:r>
              <a:t>packages/coding-agent/test/suite/regressions/2753-reload-stale-resource-settings.test.ts</a:t>
            </a:r>
          </a:p>
          <a:p xmlns:a="http://schemas.openxmlformats.org/drawingml/2006/main">
            <a:r>
              <a:t/>
            </a:r>
          </a:p>
          <a:p xmlns:a="http://schemas.openxmlformats.org/drawingml/2006/main">
            <a:r>
              <a:t>packages/coding-agent/test/suite/regressions/2860-replaced-session-context.test.ts</a:t>
            </a:r>
          </a:p>
          <a:p xmlns:a="http://schemas.openxmlformats.org/drawingml/2006/main">
            <a:r>
              <a:t/>
            </a:r>
          </a:p>
          <a:p xmlns:a="http://schemas.openxmlformats.org/drawingml/2006/main">
            <a:r>
              <a:t>packages/coding-agent/test/suite/regressions/5868-rpc-unknown-command-id.test.ts</a:t>
            </a:r>
          </a:p>
          <a:p xmlns:a="http://schemas.openxmlformats.org/drawingml/2006/main">
            <a:r>
              <a:t/>
            </a:r>
          </a:p>
          <a:p xmlns:a="http://schemas.openxmlformats.org/drawingml/2006/main">
            <a:r>
              <a:t>packages/coding-agent/test/suite/regressions/8724-in-memory-fork-active-tool.test.ts</a:t>
            </a:r>
          </a:p>
          <a:p xmlns:a="http://schemas.openxmlformats.org/drawingml/2006/main">
            <a:r>
              <a:t/>
            </a:r>
          </a:p>
          <a:p xmlns:a="http://schemas.openxmlformats.org/drawingml/2006/main">
            <a:r>
              <a:t>packages/coding-agent/test/suite/regressions/9068-user-bash-fail-closed.test.ts</a:t>
            </a:r>
          </a:p>
          <a:p xmlns:a="http://schemas.openxmlformats.org/drawingml/2006/main">
            <a:r>
              <a:t/>
            </a:r>
          </a:p>
          <a:p xmlns:a="http://schemas.openxmlformats.org/drawingml/2006/main">
            <a:r>
              <a:t>packages/coding-agent/test/default-tools-setting.test.ts</a:t>
            </a:r>
          </a:p>
          <a:p xmlns:a="http://schemas.openxmlformats.org/drawingml/2006/main">
            <a:r>
              <a:t/>
            </a:r>
          </a:p>
          <a:p xmlns:a="http://schemas.openxmlformats.org/drawingml/2006/main">
            <a:r>
              <a:t>packages/coding-agent/test/suite/regressions/3592-no-builtin-tools-keeps-extension-tools.test.ts</a:t>
            </a:r>
          </a:p>
          <a:p xmlns:a="http://schemas.openxmlformats.org/drawingml/2006/main">
            <a:r>
              <a:t/>
            </a:r>
          </a:p>
          <a:p xmlns:a="http://schemas.openxmlformats.org/drawingml/2006/main">
            <a:r>
              <a:t>packages/coding-agent/test/suite/regressions/7829-invalid-settings-warning.test.ts</a:t>
            </a:r>
          </a:p>
          <a:p xmlns:a="http://schemas.openxmlformats.org/drawingml/2006/main">
            <a:r>
              <a:t/>
            </a:r>
          </a:p>
          <a:p xmlns:a="http://schemas.openxmlformats.org/drawingml/2006/main">
            <a:r>
              <a:t>packages/coding-agent/test/agent-session-dynamic-provider.test.ts</a:t>
            </a:r>
          </a:p>
          <a:p xmlns:a="http://schemas.openxmlformats.org/drawingml/2006/main">
            <a:r>
              <a:t/>
            </a:r>
          </a:p>
          <a:p xmlns:a="http://schemas.openxmlformats.org/drawingml/2006/main">
            <a:r>
              <a:t>packages/coding-agent/test/agent-session-dynamic-tools.test.ts</a:t>
            </a:r>
          </a:p>
          <a:p xmlns:a="http://schemas.openxmlformats.org/drawingml/2006/main">
            <a:r>
              <a:t/>
            </a:r>
          </a:p>
          <a:p xmlns:a="http://schemas.openxmlformats.org/drawingml/2006/main">
            <a:r>
              <a:t>packages/coding-agent/test/builtin-tool-strict-mode.test.ts</a:t>
            </a:r>
          </a:p>
          <a:p xmlns:a="http://schemas.openxmlformats.org/drawingml/2006/main">
            <a:r>
              <a:t/>
            </a:r>
          </a:p>
          <a:p xmlns:a="http://schemas.openxmlformats.org/drawingml/2006/main">
            <a:r>
              <a:t>packages/coding-agent/test/export-jsonl-share.test.ts</a:t>
            </a:r>
          </a:p>
          <a:p xmlns:a="http://schemas.openxmlformats.org/drawingml/2006/main">
            <a:r>
              <a:t/>
            </a:r>
          </a:p>
          <a:p xmlns:a="http://schemas.openxmlformats.org/drawingml/2006/main">
            <a:r>
              <a:t>packages/coding-agent/test/sdk-client-identity.test.ts</a:t>
            </a:r>
          </a:p>
          <a:p xmlns:a="http://schemas.openxmlformats.org/drawingml/2006/main">
            <a:r>
              <a:t/>
            </a:r>
          </a:p>
          <a:p xmlns:a="http://schemas.openxmlformats.org/drawingml/2006/main">
            <a:r>
              <a:t>packages/coding-agent/test/sdk-codex-cache-probe-tool-loop.ts</a:t>
            </a:r>
          </a:p>
          <a:p xmlns:a="http://schemas.openxmlformats.org/drawingml/2006/main">
            <a:r>
              <a:t/>
            </a:r>
          </a:p>
          <a:p xmlns:a="http://schemas.openxmlformats.org/drawingml/2006/main">
            <a:r>
              <a:t>packages/coding-agent/test/sdk-session-manager.test.ts</a:t>
            </a:r>
          </a:p>
          <a:p xmlns:a="http://schemas.openxmlformats.org/drawingml/2006/main">
            <a:r>
              <a:t/>
            </a:r>
          </a:p>
          <a:p xmlns:a="http://schemas.openxmlformats.org/drawingml/2006/main">
            <a:r>
              <a:t>packages/coding-agent/test/sdk-skills.test.ts</a:t>
            </a:r>
          </a:p>
          <a:p xmlns:a="http://schemas.openxmlformats.org/drawingml/2006/main">
            <a:r>
              <a:t/>
            </a:r>
          </a:p>
          <a:p xmlns:a="http://schemas.openxmlformats.org/drawingml/2006/main">
            <a:r>
              <a:t>packages/coding-agent/test/sdk-stream-options.test.ts</a:t>
            </a:r>
          </a:p>
          <a:p xmlns:a="http://schemas.openxmlformats.org/drawingml/2006/main">
            <a:r>
              <a:t/>
            </a:r>
          </a:p>
          <a:p xmlns:a="http://schemas.openxmlformats.org/drawingml/2006/main">
            <a:r>
              <a:t>packages/coding-agent/test/suite/regressions/2835-tools-allowlist-filters-extension-tools.test.ts</a:t>
            </a:r>
          </a:p>
          <a:p xmlns:a="http://schemas.openxmlformats.org/drawingml/2006/main">
            <a:r>
              <a:t/>
            </a:r>
          </a:p>
          <a:p xmlns:a="http://schemas.openxmlformats.org/drawingml/2006/main">
            <a:r>
              <a:t>packages/coding-agent/test/system-prompt-updates.test.ts</a:t>
            </a:r>
          </a:p>
          <a:p xmlns:a="http://schemas.openxmlformats.org/drawingml/2006/main">
            <a:r>
              <a:t/>
            </a:r>
          </a:p>
          <a:p xmlns:a="http://schemas.openxmlformats.org/drawingml/2006/main">
            <a:r>
              <a:t>packages/coding-agent/test/tool-renderer-examples.test.ts</a:t>
            </a:r>
          </a:p>
          <a:p xmlns:a="http://schemas.openxmlformats.org/drawingml/2006/main">
            <a:r>
              <a:t/>
            </a:r>
          </a:p>
          <a:p xmlns:a="http://schemas.openxmlformats.org/drawingml/2006/main">
            <a:r>
              <a:t>packages/coding-agent/test/virtual-models.test.ts</a:t>
            </a:r>
          </a:p>
          <a:p xmlns:a="http://schemas.openxmlformats.org/drawingml/2006/main">
            <a:r>
              <a:t/>
            </a:r>
          </a:p>
          <a:p xmlns:a="http://schemas.openxmlformats.org/drawingml/2006/main">
            <a:r>
              <a:t>packages/coding-agent/test/auth-url-copy.test.ts</a:t>
            </a:r>
          </a:p>
          <a:p xmlns:a="http://schemas.openxmlformats.org/drawingml/2006/main">
            <a:r>
              <a:t/>
            </a:r>
          </a:p>
          <a:p xmlns:a="http://schemas.openxmlformats.org/drawingml/2006/main">
            <a:r>
              <a:t>packages/coding-agent/test/config-schemas.test.ts</a:t>
            </a:r>
          </a:p>
          <a:p xmlns:a="http://schemas.openxmlformats.org/drawingml/2006/main">
            <a:r>
              <a:t/>
            </a:r>
          </a:p>
          <a:p xmlns:a="http://schemas.openxmlformats.org/drawingml/2006/main">
            <a:r>
              <a:t>packages/coding-agent/test/custom-editor-history-keybindings.test.ts</a:t>
            </a:r>
          </a:p>
          <a:p xmlns:a="http://schemas.openxmlformats.org/drawingml/2006/main">
            <a:r>
              <a:t/>
            </a:r>
          </a:p>
          <a:p xmlns:a="http://schemas.openxmlformats.org/drawingml/2006/main">
            <a:r>
              <a:t>packages/coding-agent/test/extensions-runner.test.ts</a:t>
            </a:r>
          </a:p>
          <a:p xmlns:a="http://schemas.openxmlformats.org/drawingml/2006/main">
            <a:r>
              <a:t/>
            </a:r>
          </a:p>
          <a:p xmlns:a="http://schemas.openxmlformats.org/drawingml/2006/main">
            <a:r>
              <a:t>packages/coding-agent/test/interactive-tui.test.ts</a:t>
            </a:r>
          </a:p>
          <a:p xmlns:a="http://schemas.openxmlformats.org/drawingml/2006/main">
            <a:r>
              <a:t/>
            </a:r>
          </a:p>
          <a:p xmlns:a="http://schemas.openxmlformats.org/drawingml/2006/main">
            <a:r>
              <a:t>packages/coding-agent/test/keybindings-migration.test.ts</a:t>
            </a:r>
          </a:p>
          <a:p xmlns:a="http://schemas.openxmlformats.org/drawingml/2006/main">
            <a:r>
              <a:t/>
            </a:r>
          </a:p>
          <a:p xmlns:a="http://schemas.openxmlformats.org/drawingml/2006/main">
            <a:r>
              <a:t>packages/coding-agent/test/keybindings.test.ts</a:t>
            </a:r>
          </a:p>
          <a:p xmlns:a="http://schemas.openxmlformats.org/drawingml/2006/main">
            <a:r>
              <a:t/>
            </a:r>
          </a:p>
          <a:p xmlns:a="http://schemas.openxmlformats.org/drawingml/2006/main">
            <a:r>
              <a:t>packages/coding-agent/test/login-dialog-device-code.test.ts</a:t>
            </a:r>
          </a:p>
          <a:p xmlns:a="http://schemas.openxmlformats.org/drawingml/2006/main">
            <a:r>
              <a:t/>
            </a:r>
          </a:p>
          <a:p xmlns:a="http://schemas.openxmlformats.org/drawingml/2006/main">
            <a:r>
              <a:t>packages/coding-agent/test/mcp-manager-view.test.ts</a:t>
            </a:r>
          </a:p>
          <a:p xmlns:a="http://schemas.openxmlformats.org/drawingml/2006/main">
            <a:r>
              <a:t/>
            </a:r>
          </a:p>
          <a:p xmlns:a="http://schemas.openxmlformats.org/drawingml/2006/main">
            <a:r>
              <a:t>packages/coding-agent/test/model-selector.test.ts</a:t>
            </a:r>
          </a:p>
          <a:p xmlns:a="http://schemas.openxmlformats.org/drawingml/2006/main">
            <a:r>
              <a:t/>
            </a:r>
          </a:p>
          <a:p xmlns:a="http://schemas.openxmlformats.org/drawingml/2006/main">
            <a:r>
              <a:t>packages/coding-agent/test/oauth-selector.test.ts</a:t>
            </a:r>
          </a:p>
          <a:p xmlns:a="http://schemas.openxmlformats.org/drawingml/2006/main">
            <a:r>
              <a:t/>
            </a:r>
          </a:p>
          <a:p xmlns:a="http://schemas.openxmlformats.org/drawingml/2006/main">
            <a:r>
              <a:t>packages/coding-agent/test/scoped-models-selector.test.ts</a:t>
            </a:r>
          </a:p>
          <a:p xmlns:a="http://schemas.openxmlformats.org/drawingml/2006/main">
            <a:r>
              <a:t/>
            </a:r>
          </a:p>
          <a:p xmlns:a="http://schemas.openxmlformats.org/drawingml/2006/main">
            <a:r>
              <a:t>packages/coding-agent/test/session-selector-path-delete.test.ts</a:t>
            </a:r>
          </a:p>
          <a:p xmlns:a="http://schemas.openxmlformats.org/drawingml/2006/main">
            <a:r>
              <a:t/>
            </a:r>
          </a:p>
          <a:p xmlns:a="http://schemas.openxmlformats.org/drawingml/2006/main">
            <a:r>
              <a:t>packages/coding-agent/test/session-selector-rename.test.ts</a:t>
            </a:r>
          </a:p>
          <a:p xmlns:a="http://schemas.openxmlformats.org/drawingml/2006/main">
            <a:r>
              <a:t/>
            </a:r>
          </a:p>
          <a:p xmlns:a="http://schemas.openxmlformats.org/drawingml/2006/main">
            <a:r>
              <a:t>packages/coding-agent/test/settings-selector.test.ts</a:t>
            </a:r>
          </a:p>
          <a:p xmlns:a="http://schemas.openxmlformats.org/drawingml/2006/main">
            <a:r>
              <a:t/>
            </a:r>
          </a:p>
          <a:p xmlns:a="http://schemas.openxmlformats.org/drawingml/2006/main">
            <a:r>
              <a:t>packages/coding-agent/test/status-indicator.test.ts</a:t>
            </a:r>
          </a:p>
          <a:p xmlns:a="http://schemas.openxmlformats.org/drawingml/2006/main">
            <a:r>
              <a:t/>
            </a:r>
          </a:p>
          <a:p xmlns:a="http://schemas.openxmlformats.org/drawingml/2006/main">
            <a:r>
              <a:t>packages/coding-agent/test/suite/regressions/3217-scoped-model-order.test.ts</a:t>
            </a:r>
          </a:p>
          <a:p xmlns:a="http://schemas.openxmlformats.org/drawingml/2006/main">
            <a:r>
              <a:t/>
            </a:r>
          </a:p>
          <a:p xmlns:a="http://schemas.openxmlformats.org/drawingml/2006/main">
            <a:r>
              <a:t>packages/coding-agent/test/suite/regressions/5433-extension-oauth-prompt-input.test.ts</a:t>
            </a:r>
          </a:p>
          <a:p xmlns:a="http://schemas.openxmlformats.org/drawingml/2006/main">
            <a:r>
              <a:t/>
            </a:r>
          </a:p>
          <a:p xmlns:a="http://schemas.openxmlformats.org/drawingml/2006/main">
            <a:r>
              <a:t>packages/coding-agent/test/suite/regressions/6949-unavailable-scoped-model.test.ts</a:t>
            </a:r>
          </a:p>
          <a:p xmlns:a="http://schemas.openxmlformats.org/drawingml/2006/main">
            <a:r>
              <a:t/>
            </a:r>
          </a:p>
          <a:p xmlns:a="http://schemas.openxmlformats.org/drawingml/2006/main">
            <a:r>
              <a:t>packages/coding-agent/test/suite/regressions/6999-models-json-hot-reload.test.ts</a:t>
            </a:r>
          </a:p>
          <a:p xmlns:a="http://schemas.openxmlformats.org/drawingml/2006/main">
            <a:r>
              <a:t/>
            </a:r>
          </a:p>
          <a:p xmlns:a="http://schemas.openxmlformats.org/drawingml/2006/main">
            <a:r>
              <a:t>packages/coding-agent/test/suite/regressions/7153-scoped-models-refresh.test.ts</a:t>
            </a:r>
          </a:p>
          <a:p xmlns:a="http://schemas.openxmlformats.org/drawingml/2006/main">
            <a:r>
              <a:t/>
            </a:r>
          </a:p>
          <a:p xmlns:a="http://schemas.openxmlformats.org/drawingml/2006/main">
            <a:r>
              <a:t>packages/coding-agent/test/suite/regressions/7209-model-selector-filter-resets-selection.test.ts</a:t>
            </a:r>
          </a:p>
          <a:p xmlns:a="http://schemas.openxmlformats.org/drawingml/2006/main">
            <a:r>
              <a:t/>
            </a:r>
          </a:p>
          <a:p xmlns:a="http://schemas.openxmlformats.org/drawingml/2006/main">
            <a:r>
              <a:t>packages/coding-agent/test/thinking-selector.test.ts</a:t>
            </a:r>
          </a:p>
          <a:p xmlns:a="http://schemas.openxmlformats.org/drawingml/2006/main">
            <a:r>
              <a:t/>
            </a:r>
          </a:p>
          <a:p xmlns:a="http://schemas.openxmlformats.org/drawingml/2006/main">
            <a:r>
              <a:t>packages/coding-agent/test/tree-selector.test.ts</a:t>
            </a:r>
          </a:p>
          <a:p xmlns:a="http://schemas.openxmlformats.org/drawingml/2006/main">
            <a:r>
              <a:t/>
            </a:r>
          </a:p>
          <a:p xmlns:a="http://schemas.openxmlformats.org/drawingml/2006/main">
            <a:r>
              <a:t>packages/coding-agent/test/trust-selector.test.ts</a:t>
            </a:r>
          </a:p>
          <a:p xmlns:a="http://schemas.openxmlformats.org/drawingml/2006/main">
            <a:r>
              <a:t/>
            </a:r>
          </a:p>
          <a:p xmlns:a="http://schemas.openxmlformats.org/drawingml/2006/main">
            <a:r>
              <a:t>packages/coding-agent/test/branch-summarization.test.ts</a:t>
            </a:r>
          </a:p>
          <a:p xmlns:a="http://schemas.openxmlformats.org/drawingml/2006/main">
            <a:r>
              <a:t/>
            </a:r>
          </a:p>
          <a:p xmlns:a="http://schemas.openxmlformats.org/drawingml/2006/main">
            <a:r>
              <a:t>packages/coding-agent/test/compaction-summary-reasoning.test.ts</a:t>
            </a:r>
          </a:p>
          <a:p xmlns:a="http://schemas.openxmlformats.org/drawingml/2006/main">
            <a:r>
              <a:t/>
            </a:r>
          </a:p>
          <a:p xmlns:a="http://schemas.openxmlformats.org/drawingml/2006/main">
            <a:r>
              <a:t>packages/coding-agent/test/compaction.test.ts</a:t>
            </a:r>
          </a:p>
          <a:p xmlns:a="http://schemas.openxmlformats.org/drawingml/2006/main">
            <a:r>
              <a:t/>
            </a:r>
          </a:p>
          <a:p xmlns:a="http://schemas.openxmlformats.org/drawingml/2006/main">
            <a:r>
              <a:t>packages/coding-agent/test/session-context-edit.test.ts</a:t>
            </a:r>
          </a:p>
          <a:p xmlns:a="http://schemas.openxmlformats.org/drawingml/2006/main">
            <a:r>
              <a:t/>
            </a:r>
          </a:p>
          <a:p xmlns:a="http://schemas.openxmlformats.org/drawingml/2006/main">
            <a:r>
              <a:t>packages/coding-agent/test/suite/agent-session-compaction.test.ts</a:t>
            </a:r>
          </a:p>
          <a:p xmlns:a="http://schemas.openxmlformats.org/drawingml/2006/main">
            <a:r>
              <a:t/>
            </a:r>
          </a:p>
          <a:p xmlns:a="http://schemas.openxmlformats.org/drawingml/2006/main">
            <a:r>
              <a:t>packages/coding-agent/test/compaction-nested-calls.test.ts</a:t>
            </a:r>
          </a:p>
          <a:p xmlns:a="http://schemas.openxmlformats.org/drawingml/2006/main">
            <a:r>
              <a:t/>
            </a:r>
          </a:p>
          <a:p xmlns:a="http://schemas.openxmlformats.org/drawingml/2006/main">
            <a:r>
              <a:t>packages/coding-agent/test/compaction-serialization.test.ts</a:t>
            </a:r>
          </a:p>
          <a:p xmlns:a="http://schemas.openxmlformats.org/drawingml/2006/main">
            <a:r>
              <a:t/>
            </a:r>
          </a:p>
          <a:p xmlns:a="http://schemas.openxmlformats.org/drawingml/2006/main">
            <a:r>
              <a:t>packages/coding-agent/test/cache-warmer.test.ts</a:t>
            </a:r>
          </a:p>
          <a:p xmlns:a="http://schemas.openxmlformats.org/drawingml/2006/main">
            <a:r>
              <a:t/>
            </a:r>
          </a:p>
          <a:p xmlns:a="http://schemas.openxmlformats.org/drawingml/2006/main">
            <a:r>
              <a:t>packages/coding-agent/test/llama-extension.test.ts</a:t>
            </a:r>
          </a:p>
          <a:p xmlns:a="http://schemas.openxmlformats.org/drawingml/2006/main">
            <a:r>
              <a:t/>
            </a:r>
          </a:p>
          <a:p xmlns:a="http://schemas.openxmlformats.org/drawingml/2006/main">
            <a:r>
              <a:t>packages/coding-agent/test/suite/regressions/7193-event-bus-lifecycle.test.ts</a:t>
            </a:r>
          </a:p>
          <a:p xmlns:a="http://schemas.openxmlformats.org/drawingml/2006/main">
            <a:r>
              <a:t/>
            </a:r>
          </a:p>
          <a:p xmlns:a="http://schemas.openxmlformats.org/drawingml/2006/main">
            <a:r>
              <a:t>packages/coding-agent/test/suite/regressions/8423-extension-factory-failure.test.ts</a:t>
            </a:r>
          </a:p>
          <a:p xmlns:a="http://schemas.openxmlformats.org/drawingml/2006/main">
            <a:r>
              <a:t/>
            </a:r>
          </a:p>
          <a:p xmlns:a="http://schemas.openxmlformats.org/drawingml/2006/main">
            <a:r>
              <a:t>packages/coding-agent/test/utilities.ts</a:t>
            </a:r>
          </a:p>
          <a:p xmlns:a="http://schemas.openxmlformats.org/drawingml/2006/main">
            <a:r>
              <a:t/>
            </a:r>
          </a:p>
          <a:p xmlns:a="http://schemas.openxmlformats.org/drawingml/2006/main">
            <a:r>
              <a:t>packages/coding-agent/test/compaction-extensions-example.test.ts</a:t>
            </a:r>
          </a:p>
          <a:p xmlns:a="http://schemas.openxmlformats.org/drawingml/2006/main">
            <a:r>
              <a:t/>
            </a:r>
          </a:p>
          <a:p xmlns:a="http://schemas.openxmlformats.org/drawingml/2006/main">
            <a:r>
              <a:t>packages/coding-agent/test/compaction-extensions.test.ts</a:t>
            </a:r>
          </a:p>
          <a:p xmlns:a="http://schemas.openxmlformats.org/drawingml/2006/main">
            <a:r>
              <a:t/>
            </a:r>
          </a:p>
          <a:p xmlns:a="http://schemas.openxmlformats.org/drawingml/2006/main">
            <a:r>
              <a:t>packages/coding-agent/test/git-merge-and-resolve-extension.test.ts</a:t>
            </a:r>
          </a:p>
          <a:p xmlns:a="http://schemas.openxmlformats.org/drawingml/2006/main">
            <a:r>
              <a:t/>
            </a:r>
          </a:p>
          <a:p xmlns:a="http://schemas.openxmlformats.org/drawingml/2006/main">
            <a:r>
              <a:t>packages/coding-agent/test/input-transform-streaming-example.test.ts</a:t>
            </a:r>
          </a:p>
          <a:p xmlns:a="http://schemas.openxmlformats.org/drawingml/2006/main">
            <a:r>
              <a:t/>
            </a:r>
          </a:p>
          <a:p xmlns:a="http://schemas.openxmlformats.org/drawingml/2006/main">
            <a:r>
              <a:t>packages/coding-agent/test/plan-mode-extension.test.ts</a:t>
            </a:r>
          </a:p>
          <a:p xmlns:a="http://schemas.openxmlformats.org/drawingml/2006/main">
            <a:r>
              <a:t/>
            </a:r>
          </a:p>
          <a:p xmlns:a="http://schemas.openxmlformats.org/drawingml/2006/main">
            <a:r>
              <a:t>packages/coding-agent/test/suite/agent-session-compaction-model-overrides.test.ts</a:t>
            </a:r>
          </a:p>
          <a:p xmlns:a="http://schemas.openxmlformats.org/drawingml/2006/main">
            <a:r>
              <a:t/>
            </a:r>
          </a:p>
          <a:p xmlns:a="http://schemas.openxmlformats.org/drawingml/2006/main">
            <a:r>
              <a:t>packages/coding-agent/test/suite/agent-session-prompt.test.ts</a:t>
            </a:r>
          </a:p>
          <a:p xmlns:a="http://schemas.openxmlformats.org/drawingml/2006/main">
            <a:r>
              <a:t/>
            </a:r>
          </a:p>
          <a:p xmlns:a="http://schemas.openxmlformats.org/drawingml/2006/main">
            <a:r>
              <a:t>packages/coding-agent/test/suite/harness.ts</a:t>
            </a:r>
          </a:p>
          <a:p xmlns:a="http://schemas.openxmlformats.org/drawingml/2006/main">
            <a:r>
              <a:t/>
            </a:r>
          </a:p>
          <a:p xmlns:a="http://schemas.openxmlformats.org/drawingml/2006/main">
            <a:r>
              <a:t>packages/coding-agent/test/suite/regressions/8261-subagent-project-trust.test.ts</a:t>
            </a:r>
          </a:p>
          <a:p xmlns:a="http://schemas.openxmlformats.org/drawingml/2006/main">
            <a:r>
              <a:t/>
            </a:r>
          </a:p>
          <a:p xmlns:a="http://schemas.openxmlformats.org/drawingml/2006/main">
            <a:r>
              <a:t>packages/coding-agent/test/suite/virtual-models.test.ts</a:t>
            </a:r>
          </a:p>
          <a:p xmlns:a="http://schemas.openxmlformats.org/drawingml/2006/main">
            <a:r>
              <a:t/>
            </a:r>
          </a:p>
          <a:p xmlns:a="http://schemas.openxmlformats.org/drawingml/2006/main">
            <a:r>
              <a:t>packages/coding-agent/test/trigger-compact-extension.test.ts</a:t>
            </a:r>
          </a:p>
          <a:p xmlns:a="http://schemas.openxmlformats.org/drawingml/2006/main">
            <a:r>
              <a:t/>
            </a:r>
          </a:p>
          <a:p xmlns:a="http://schemas.openxmlformats.org/drawingml/2006/main">
            <a:r>
              <a:t>packages/coding-agent/test/extensions-discovery.test.ts</a:t>
            </a:r>
          </a:p>
          <a:p xmlns:a="http://schemas.openxmlformats.org/drawingml/2006/main">
            <a:r>
              <a:t/>
            </a:r>
          </a:p>
          <a:p xmlns:a="http://schemas.openxmlformats.org/drawingml/2006/main">
            <a:r>
              <a:t>packages/coding-agent/test/extensions-input-event.test.ts</a:t>
            </a:r>
          </a:p>
          <a:p xmlns:a="http://schemas.openxmlformats.org/drawingml/2006/main">
            <a:r>
              <a:t/>
            </a:r>
          </a:p>
          <a:p xmlns:a="http://schemas.openxmlformats.org/drawingml/2006/main">
            <a:r>
              <a:t>packages/coding-agent/test/suite/regressions/8237-node-sea-extension-loading.test.ts</a:t>
            </a:r>
          </a:p>
          <a:p xmlns:a="http://schemas.openxmlformats.org/drawingml/2006/main">
            <a:r>
              <a:t/>
            </a:r>
          </a:p>
          <a:p xmlns:a="http://schemas.openxmlformats.org/drawingml/2006/main">
            <a:r>
              <a:t>packages/coding-agent/test/suite/regressions/9540-extension-loader-lazy.test.ts</a:t>
            </a:r>
          </a:p>
          <a:p xmlns:a="http://schemas.openxmlformats.org/drawingml/2006/main">
            <a:r>
              <a:t/>
            </a:r>
          </a:p>
          <a:p xmlns:a="http://schemas.openxmlformats.org/drawingml/2006/main">
            <a:r>
              <a:t>packages/coding-agent/test/suite/regressions/extension-factory-cache.test.ts</a:t>
            </a:r>
          </a:p>
          <a:p xmlns:a="http://schemas.openxmlformats.org/drawingml/2006/main">
            <a:r>
              <a:t/>
            </a:r>
          </a:p>
          <a:p xmlns:a="http://schemas.openxmlformats.org/drawingml/2006/main">
            <a:r>
              <a:t>packages/coding-agent/test/resource-loader.test.ts</a:t>
            </a:r>
          </a:p>
          <a:p xmlns:a="http://schemas.openxmlformats.org/drawingml/2006/main">
            <a:r>
              <a:t/>
            </a:r>
          </a:p>
          <a:p xmlns:a="http://schemas.openxmlformats.org/drawingml/2006/main">
            <a:r>
              <a:t>packages/coding-agent/test/suite/agent-session-mcp-oauth.test.ts</a:t>
            </a:r>
          </a:p>
          <a:p xmlns:a="http://schemas.openxmlformats.org/drawingml/2006/main">
            <a:r>
              <a:t/>
            </a:r>
          </a:p>
          <a:p xmlns:a="http://schemas.openxmlformats.org/drawingml/2006/main">
            <a:r>
              <a:t>packages/coding-agent/test/codemode-renderer.test.ts</a:t>
            </a:r>
          </a:p>
          <a:p xmlns:a="http://schemas.openxmlformats.org/drawingml/2006/main">
            <a:r>
              <a:t/>
            </a:r>
          </a:p>
          <a:p xmlns:a="http://schemas.openxmlformats.org/drawingml/2006/main">
            <a:r>
              <a:t>packages/coding-agent/test/custom-message.test.ts</a:t>
            </a:r>
          </a:p>
          <a:p xmlns:a="http://schemas.openxmlformats.org/drawingml/2006/main">
            <a:r>
              <a:t/>
            </a:r>
          </a:p>
          <a:p xmlns:a="http://schemas.openxmlformats.org/drawingml/2006/main">
            <a:r>
              <a:t>packages/coding-agent/test/edit-tool-legacy-input.test.ts</a:t>
            </a:r>
          </a:p>
          <a:p xmlns:a="http://schemas.openxmlformats.org/drawingml/2006/main">
            <a:r>
              <a:t/>
            </a:r>
          </a:p>
          <a:p xmlns:a="http://schemas.openxmlformats.org/drawingml/2006/main">
            <a:r>
              <a:t>packages/coding-agent/test/export-html-whitespace.test.ts</a:t>
            </a:r>
          </a:p>
          <a:p xmlns:a="http://schemas.openxmlformats.org/drawingml/2006/main">
            <a:r>
              <a:t/>
            </a:r>
          </a:p>
          <a:p xmlns:a="http://schemas.openxmlformats.org/drawingml/2006/main">
            <a:r>
              <a:t>packages/coding-agent/test/image-resize-callers.test.ts</a:t>
            </a:r>
          </a:p>
          <a:p xmlns:a="http://schemas.openxmlformats.org/drawingml/2006/main">
            <a:r>
              <a:t/>
            </a:r>
          </a:p>
          <a:p xmlns:a="http://schemas.openxmlformats.org/drawingml/2006/main">
            <a:r>
              <a:t>packages/coding-agent/test/interactive-mode-status.test.ts</a:t>
            </a:r>
          </a:p>
          <a:p xmlns:a="http://schemas.openxmlformats.org/drawingml/2006/main">
            <a:r>
              <a:t/>
            </a:r>
          </a:p>
          <a:p xmlns:a="http://schemas.openxmlformats.org/drawingml/2006/main">
            <a:r>
              <a:t>packages/coding-agent/test/mermaid.test.ts</a:t>
            </a:r>
          </a:p>
          <a:p xmlns:a="http://schemas.openxmlformats.org/drawingml/2006/main">
            <a:r>
              <a:t/>
            </a:r>
          </a:p>
          <a:p xmlns:a="http://schemas.openxmlformats.org/drawingml/2006/main">
            <a:r>
              <a:t>packages/coding-agent/test/output-pad.test.ts</a:t>
            </a:r>
          </a:p>
          <a:p xmlns:a="http://schemas.openxmlformats.org/drawingml/2006/main">
            <a:r>
              <a:t/>
            </a:r>
          </a:p>
          <a:p xmlns:a="http://schemas.openxmlformats.org/drawingml/2006/main">
            <a:r>
              <a:t>packages/coding-agent/test/suite/agent-session-codemode.test.ts</a:t>
            </a:r>
          </a:p>
          <a:p xmlns:a="http://schemas.openxmlformats.org/drawingml/2006/main">
            <a:r>
              <a:t/>
            </a:r>
          </a:p>
          <a:p xmlns:a="http://schemas.openxmlformats.org/drawingml/2006/main">
            <a:r>
              <a:t>packages/coding-agent/test/suite/agent-session-mcp.test.ts</a:t>
            </a:r>
          </a:p>
          <a:p xmlns:a="http://schemas.openxmlformats.org/drawingml/2006/main">
            <a:r>
              <a:t/>
            </a:r>
          </a:p>
          <a:p xmlns:a="http://schemas.openxmlformats.org/drawingml/2006/main">
            <a:r>
              <a:t>packages/coding-agent/test/suite/agent-session-tool-orchestration.test.ts</a:t>
            </a:r>
          </a:p>
          <a:p xmlns:a="http://schemas.openxmlformats.org/drawingml/2006/main">
            <a:r>
              <a:t/>
            </a:r>
          </a:p>
          <a:p xmlns:a="http://schemas.openxmlformats.org/drawingml/2006/main">
            <a:r>
              <a:t>packages/coding-agent/test/suite/regressions/10285-mcp-tool-renderers.test.ts</a:t>
            </a:r>
          </a:p>
          <a:p xmlns:a="http://schemas.openxmlformats.org/drawingml/2006/main">
            <a:r>
              <a:t/>
            </a:r>
          </a:p>
          <a:p xmlns:a="http://schemas.openxmlformats.org/drawingml/2006/main">
            <a:r>
              <a:t>packages/coding-agent/test/tool-execution-component.test.ts</a:t>
            </a:r>
          </a:p>
          <a:p xmlns:a="http://schemas.openxmlformats.org/drawingml/2006/main">
            <a:r>
              <a:t/>
            </a:r>
          </a:p>
          <a:p xmlns:a="http://schemas.openxmlformats.org/drawingml/2006/main">
            <a:r>
              <a:t>packages/coding-agent/test/tool-search.test.ts</a:t>
            </a:r>
          </a:p>
          <a:p xmlns:a="http://schemas.openxmlformats.org/drawingml/2006/main">
            <a:r>
              <a:t/>
            </a:r>
          </a:p>
          <a:p xmlns:a="http://schemas.openxmlformats.org/drawingml/2006/main">
            <a:r>
              <a:t>packages/coding-agent/test/tools.test.ts</a:t>
            </a:r>
          </a:p>
          <a:p xmlns:a="http://schemas.openxmlformats.org/drawingml/2006/main">
            <a:r>
              <a:t/>
            </a:r>
          </a:p>
          <a:p xmlns:a="http://schemas.openxmlformats.org/drawingml/2006/main">
            <a:r>
              <a:t>packages/coding-agent/test/suite/regressions/11156-pi-ai-models-virtual-module.test.ts</a:t>
            </a:r>
          </a:p>
          <a:p xmlns:a="http://schemas.openxmlformats.org/drawingml/2006/main">
            <a:r>
              <a:t/>
            </a:r>
          </a:p>
          <a:p xmlns:a="http://schemas.openxmlformats.org/drawingml/2006/main">
            <a:r>
              <a:t>packages/coding-agent/test/agent-session-auto-compaction-queue.test.ts</a:t>
            </a:r>
          </a:p>
          <a:p xmlns:a="http://schemas.openxmlformats.org/drawingml/2006/main">
            <a:r>
              <a:t/>
            </a:r>
          </a:p>
          <a:p xmlns:a="http://schemas.openxmlformats.org/drawingml/2006/main">
            <a:r>
              <a:t>packages/coding-agent/test/agent-session-compaction.test.ts</a:t>
            </a:r>
          </a:p>
          <a:p xmlns:a="http://schemas.openxmlformats.org/drawingml/2006/main">
            <a:r>
              <a:t/>
            </a:r>
          </a:p>
          <a:p xmlns:a="http://schemas.openxmlformats.org/drawingml/2006/main">
            <a:r>
              <a:t>packages/coding-agent/test/agent-session-concurrent.test.ts</a:t>
            </a:r>
          </a:p>
          <a:p xmlns:a="http://schemas.openxmlformats.org/drawingml/2006/main">
            <a:r>
              <a:t/>
            </a:r>
          </a:p>
          <a:p xmlns:a="http://schemas.openxmlformats.org/drawingml/2006/main">
            <a:r>
              <a:t>packages/coding-agent/test/agent-session-retry.test.ts</a:t>
            </a:r>
          </a:p>
          <a:p xmlns:a="http://schemas.openxmlformats.org/drawingml/2006/main">
            <a:r>
              <a:t/>
            </a:r>
          </a:p>
          <a:p xmlns:a="http://schemas.openxmlformats.org/drawingml/2006/main">
            <a:r>
              <a:t>packages/coding-agent/test/agent-session-stats.test.ts</a:t>
            </a:r>
          </a:p>
          <a:p xmlns:a="http://schemas.openxmlformats.org/drawingml/2006/main">
            <a:r>
              <a:t/>
            </a:r>
          </a:p>
          <a:p xmlns:a="http://schemas.openxmlformats.org/drawingml/2006/main">
            <a:r>
              <a:t>packages/coding-agent/test/footer-width.test.ts</a:t>
            </a:r>
          </a:p>
          <a:p xmlns:a="http://schemas.openxmlformats.org/drawingml/2006/main">
            <a:r>
              <a:t/>
            </a:r>
          </a:p>
          <a:p xmlns:a="http://schemas.openxmlformats.org/drawingml/2006/main">
            <a:r>
              <a:t>packages/coding-agent/test/model-resolver.test.ts</a:t>
            </a:r>
          </a:p>
          <a:p xmlns:a="http://schemas.openxmlformats.org/drawingml/2006/main">
            <a:r>
              <a:t/>
            </a:r>
          </a:p>
          <a:p xmlns:a="http://schemas.openxmlformats.org/drawingml/2006/main">
            <a:r>
              <a:t>packages/coding-agent/test/program-status-reporter.test.ts</a:t>
            </a:r>
          </a:p>
          <a:p xmlns:a="http://schemas.openxmlformats.org/drawingml/2006/main">
            <a:r>
              <a:t/>
            </a:r>
          </a:p>
          <a:p xmlns:a="http://schemas.openxmlformats.org/drawingml/2006/main">
            <a:r>
              <a:t>packages/coding-agent/test/suite/regressions/4167-thinking-toggle-pending-tool-render.test.ts</a:t>
            </a:r>
          </a:p>
          <a:p xmlns:a="http://schemas.openxmlformats.org/drawingml/2006/main">
            <a:r>
              <a:t/>
            </a:r>
          </a:p>
          <a:p xmlns:a="http://schemas.openxmlformats.org/drawingml/2006/main">
            <a:r>
              <a:t>packages/coding-agent/test/suite/regressions/5596-missing-theme-export.test.ts</a:t>
            </a:r>
          </a:p>
          <a:p xmlns:a="http://schemas.openxmlformats.org/drawingml/2006/main">
            <a:r>
              <a:t/>
            </a:r>
          </a:p>
          <a:p xmlns:a="http://schemas.openxmlformats.org/drawingml/2006/main">
            <a:r>
              <a:t>packages/coding-agent/test/suite/regressions/5943-session-start-notify.test.ts</a:t>
            </a:r>
          </a:p>
          <a:p xmlns:a="http://schemas.openxmlformats.org/drawingml/2006/main">
            <a:r>
              <a:t/>
            </a:r>
          </a:p>
          <a:p xmlns:a="http://schemas.openxmlformats.org/drawingml/2006/main">
            <a:r>
              <a:t>packages/coding-agent/test/suite/regressions/7150-rpc-prompt-during-compaction.test.ts</a:t>
            </a:r>
          </a:p>
          <a:p xmlns:a="http://schemas.openxmlformats.org/drawingml/2006/main">
            <a:r>
              <a:t/>
            </a:r>
          </a:p>
          <a:p xmlns:a="http://schemas.openxmlformats.org/drawingml/2006/main">
            <a:r>
              <a:t>packages/coding-agent/test/test-harness.ts</a:t>
            </a:r>
          </a:p>
          <a:p xmlns:a="http://schemas.openxmlformats.org/drawingml/2006/main">
            <a:r>
              <a:t/>
            </a:r>
          </a:p>
          <a:p xmlns:a="http://schemas.openxmlformats.org/drawingml/2006/main">
            <a:r>
              <a:t>packages/coding-agent/test/suite/regressions/8537-custom-message-tool-result-ordering.test.ts</a:t>
            </a:r>
          </a:p>
          <a:p xmlns:a="http://schemas.openxmlformats.org/drawingml/2006/main">
            <a:r>
              <a:t/>
            </a:r>
          </a:p>
          <a:p xmlns:a="http://schemas.openxmlformats.org/drawingml/2006/main">
            <a:r>
              <a:t>功能编号：</a:t>
            </a:r>
          </a:p>
          <a:p xmlns:a="http://schemas.openxmlformats.org/drawingml/2006/main">
            <a:r>
              <a:t/>
            </a:r>
          </a:p>
          <a:p xmlns:a="http://schemas.openxmlformats.org/drawingml/2006/main">
            <a:r>
              <a:t>UI-24 · 启动信息与诊断 [内置] 查看已加载资源、版本、活动快捷键和更新日志；`/debug` 导出终端渲染与会话数据便于排错。</a:t>
            </a:r>
          </a:p>
          <a:p xmlns:a="http://schemas.openxmlformats.org/drawingml/2006/main">
            <a:r>
              <a:t/>
            </a:r>
          </a:p>
          <a:p xmlns:a="http://schemas.openxmlformats.org/drawingml/2006/main">
            <a:r>
              <a:t>SES-24 · 私有问题报告 [内置] 收集环境、错误与可选会话／摘要，支持上传或导出 ZIP，失败时可退回本地导出。</a:t>
            </a:r>
          </a:p>
          <a:p xmlns:a="http://schemas.openxmlformats.org/drawingml/2006/main">
            <a:r>
              <a:t/>
            </a:r>
          </a:p>
          <a:p xmlns:a="http://schemas.openxmlformats.org/drawingml/2006/main">
            <a:r>
              <a:t>SES-25 · 摘要序列化排除推理块 [内置] 压缩、分支摘要及 bug 报告序列化不再包含 thinking，避免不在实时上下文中的重放推理使摘要请求反而大于原上下文。</a:t>
            </a:r>
          </a:p>
          <a:p xmlns:a="http://schemas.openxmlformats.org/drawingml/2006/main">
            <a:r>
              <a:t/>
            </a:r>
          </a:p>
          <a:p xmlns:a="http://schemas.openxmlformats.org/drawingml/2006/main">
            <a:r>
              <a:t>EXT-22 · 会话控制与安全切换 [库] 命令上下文可等待空闲、重载、导航与替换会话；替换后应使用新上下文和重新绑定监听。</a:t>
            </a:r>
          </a:p>
          <a:p xmlns:a="http://schemas.openxmlformats.org/drawingml/2006/main">
            <a:r>
              <a:t/>
            </a:r>
          </a:p>
          <a:p xmlns:a="http://schemas.openxmlformats.org/drawingml/2006/main">
            <a:r>
              <a:t>INT-01 · 进程内创建会话 [库] 在 Node.js／Bun 应用中直接创建 AgentSession，复用 Pi 的模型、工具、配置、会话和扩展，而无需启动终端。</a:t>
            </a:r>
          </a:p>
          <a:p xmlns:a="http://schemas.openxmlformats.org/drawingml/2006/main">
            <a:r>
              <a:t/>
            </a:r>
          </a:p>
          <a:p xmlns:a="http://schemas.openxmlformats.org/drawingml/2006/main">
            <a:r>
              <a:t>INT-03 · 等待、取消和销毁 [库] 等待真正空闲，或取消工作并等待结束；销毁会话时清除监听和旧扩展上下文。</a:t>
            </a:r>
          </a:p>
          <a:p xmlns:a="http://schemas.openxmlformats.org/drawingml/2006/main">
            <a:r>
              <a:t/>
            </a:r>
          </a:p>
          <a:p xmlns:a="http://schemas.openxmlformats.org/drawingml/2006/main">
            <a:r>
              <a:t>INT-04 · 会话事件订阅 [库] 接收文本增量、工具进度、队列、重试、压缩及最终静止事件，以驱动自己的界面。</a:t>
            </a:r>
          </a:p>
          <a:p xmlns:a="http://schemas.openxmlformats.org/drawingml/2006/main">
            <a:r>
              <a:t/>
            </a:r>
          </a:p>
          <a:p xmlns:a="http://schemas.openxmlformats.org/drawingml/2006/main">
            <a:r>
              <a:t>INT-05 · 宿主依赖注入 [库] 替换 ModelRuntime、SettingsManager、SessionManager、ResourceLoader 与工具集合，让宿主控制存储和资源边界。</a:t>
            </a:r>
          </a:p>
          <a:p xmlns:a="http://schemas.openxmlformats.org/drawingml/2006/main">
            <a:r>
              <a:t/>
            </a:r>
          </a:p>
          <a:p xmlns:a="http://schemas.openxmlformats.org/drawingml/2006/main">
            <a:r>
              <a:t>INT-07 · 会话运行时替换 [库] 在同一宿主中新建、切换、分叉或导入会话，按目标工作目录重新创建服务；旧订阅需要重绑。</a:t>
            </a:r>
          </a:p>
          <a:p xmlns:a="http://schemas.openxmlformats.org/drawingml/2006/main">
            <a:r>
              <a:t/>
            </a:r>
          </a:p>
          <a:p xmlns:a="http://schemas.openxmlformats.org/drawingml/2006/main">
            <a:r>
              <a:t>AG-01 · 有状态 Agent [库] 保存模型、推理级别、可执行工具、消息、流式状态与待完成调用，供应用构建自己的智能体。</a:t>
            </a:r>
          </a:p>
          <a:p xmlns:a="http://schemas.openxmlformats.org/drawingml/2006/main">
            <a:r>
              <a:t/>
            </a:r>
          </a:p>
          <a:p xmlns:a="http://schemas.openxmlformats.org/drawingml/2006/main">
            <a:r>
              <a:t>AG-02 · 多轮工具循环 [库] 模型回答要求工具时先执行工具、加入结果，再调用模型，直到正常完成、错误、中止或调度控制结束。</a:t>
            </a:r>
          </a:p>
          <a:p xmlns:a="http://schemas.openxmlformats.org/drawingml/2006/main">
            <a:r>
              <a:t/>
            </a:r>
          </a:p>
          <a:p xmlns:a="http://schemas.openxmlformats.org/drawingml/2006/main">
            <a:r>
              <a:t>AG-03 · 上下文预处理 [库] 在模型格式转换前裁剪、注入或变换应用消息，便于构建检索或自定义历史管理。</a:t>
            </a:r>
          </a:p>
          <a:p xmlns:a="http://schemas.openxmlformats.org/drawingml/2006/main">
            <a:r>
              <a:t/>
            </a:r>
          </a:p>
          <a:p xmlns:a="http://schemas.openxmlformats.org/drawingml/2006/main">
            <a:r>
              <a:t>AG-04 · 自定义消息类型 [库] 扩展应用消息并转换成模型可识别的 user、assistant、toolResult 等结构，或过滤仅 UI 使用的消息。</a:t>
            </a:r>
          </a:p>
          <a:p xmlns:a="http://schemas.openxmlformats.org/drawingml/2006/main">
            <a:r>
              <a:t/>
            </a:r>
          </a:p>
          <a:p xmlns:a="http://schemas.openxmlformats.org/drawingml/2006/main">
            <a:r>
              <a:t>AG-05 · 文本与图片提示 [库] 支持文本、图片内容块或完整 AgentMessage 输入，让宿主以统一入口提供多模态任务。</a:t>
            </a:r>
          </a:p>
          <a:p xmlns:a="http://schemas.openxmlformats.org/drawingml/2006/main">
            <a:r>
              <a:t/>
            </a:r>
          </a:p>
          <a:p xmlns:a="http://schemas.openxmlformats.org/drawingml/2006/main">
            <a:r>
              <a:t>AG-06 · 并行工具批次 [库] 默认先顺序完成工具预检，再并行执行通过的调用；完成事件按完成顺序，历史结果仍按模型原始顺序保存。</a:t>
            </a:r>
          </a:p>
          <a:p xmlns:a="http://schemas.openxmlformats.org/drawingml/2006/main">
            <a:r>
              <a:t/>
            </a:r>
          </a:p>
          <a:p xmlns:a="http://schemas.openxmlformats.org/drawingml/2006/main">
            <a:r>
              <a:t>AG-07 · 串行工具约束 [库] 全局或单工具可要求串行；批次中存在串行工具时整批串行，保护共享可变状态。</a:t>
            </a:r>
          </a:p>
          <a:p xmlns:a="http://schemas.openxmlformats.org/drawingml/2006/main">
            <a:r>
              <a:t/>
            </a:r>
          </a:p>
          <a:p xmlns:a="http://schemas.openxmlformats.org/drawingml/2006/main">
            <a:r>
              <a:t>AG-10 · 终止结果提示 [库] 当一批所有最终工具结果都要求 terminate 时，跳过后续模型请求；混合批次仍正常继续。</a:t>
            </a:r>
          </a:p>
          <a:p xmlns:a="http://schemas.openxmlformats.org/drawingml/2006/main">
            <a:r>
              <a:t/>
            </a:r>
          </a:p>
          <a:p xmlns:a="http://schemas.openxmlformats.org/drawingml/2006/main">
            <a:r>
              <a:t>AG-11 · 请求准备屏障 [库] 每次模型请求前安装权威上下文，使持久化会话状态能成为实际请求来源。</a:t>
            </a:r>
          </a:p>
          <a:p xmlns:a="http://schemas.openxmlformats.org/drawingml/2006/main">
            <a:r>
              <a:t/>
            </a:r>
          </a:p>
          <a:p xmlns:a="http://schemas.openxmlformats.org/drawingml/2006/main">
            <a:r>
              <a:t>AG-12 · 轮次收尾决策 [库] 在助手与工具结果完成后决定结束或再请求一次；错误和中止仍是硬退出。</a:t>
            </a:r>
          </a:p>
          <a:p xmlns:a="http://schemas.openxmlformats.org/drawingml/2006/main">
            <a:r>
              <a:t/>
            </a:r>
          </a:p>
          <a:p xmlns:a="http://schemas.openxmlformats.org/drawingml/2006/main">
            <a:r>
              <a:t>AG-13 · Steering／follow-up 队列 [库] 分开管理当前任务纠偏和后续任务，支持逐条／整批、窥视和清理队列。</a:t>
            </a:r>
          </a:p>
          <a:p xmlns:a="http://schemas.openxmlformats.org/drawingml/2006/main">
            <a:r>
              <a:t/>
            </a:r>
          </a:p>
          <a:p xmlns:a="http://schemas.openxmlformats.org/drawingml/2006/main">
            <a:r>
              <a:t>AG-14 · 有序事件与异步订阅 [库] 发布 agent、turn、message、tool 全流程事件；Agent 的订阅按注册顺序等待，允许宿主把落盘操作作为屏障。</a:t>
            </a:r>
          </a:p>
          <a:p xmlns:a="http://schemas.openxmlformats.org/drawingml/2006/main">
            <a:r>
              <a:t/>
            </a:r>
          </a:p>
          <a:p xmlns:a="http://schemas.openxmlformats.org/drawingml/2006/main">
            <a:r>
              <a:t>AG-15 · 取消与真正空闲 [库] 传播取消并等待整个运行结算，包括 agent_end 订阅完成，而不只等待最后一块文本。</a:t>
            </a:r>
          </a:p>
          <a:p xmlns:a="http://schemas.openxmlformats.org/drawingml/2006/main">
            <a:r>
              <a:t/>
            </a:r>
          </a:p>
          <a:p xmlns:a="http://schemas.openxmlformats.org/drawingml/2006/main">
            <a:r>
              <a:t>AG-16 · 系统提示和工具变更记录 [库] 用系统消息记录提示与工具声明变化，请求前将可执行集合与会话声明对齐，支持准确重放。</a:t>
            </a:r>
          </a:p>
          <a:p xmlns:a="http://schemas.openxmlformats.org/drawingml/2006/main">
            <a:r>
              <a:t/>
            </a:r>
          </a:p>
          <a:p xmlns:a="http://schemas.openxmlformats.org/drawingml/2006/main">
            <a:r>
              <a:t>AG-17 · 动态认证与会话亲和 [库] 宿主提供动态凭据解析、sessionId 和推理预算，将认证刷新及提供商缓存接入循环。</a:t>
            </a:r>
          </a:p>
          <a:p xmlns:a="http://schemas.openxmlformats.org/drawingml/2006/main">
            <a:r>
              <a:t/>
            </a:r>
          </a:p>
          <a:p xmlns:a="http://schemas.openxmlformats.org/drawingml/2006/main">
            <a:r>
              <a:t>AG-18 · 底层无类循环 [库] 直接使用异步事件流驱动循环，便于定制宿主；底层流不会像 Agent 类那样等待消费者处理事件。</a:t>
            </a:r>
          </a:p>
          <a:p xmlns:a="http://schemas.openxmlformats.org/drawingml/2006/main">
            <a:r>
              <a:t/>
            </a:r>
          </a:p>
          <a:p xmlns:a="http://schemas.openxmlformats.org/drawingml/2006/main">
            <a:r>
              <a:t>TEL-11 · Pi 领域诊断词汇 [库] Pi 领域 schema 按所属运行层维护：AI 的请求/轮询与 Durable 的任务/提交分别记录，宿主显式传播 span；未知用量不推算，正常遥测不携带完整提示正文。详见 AI-40、DUR-72。</a:t>
            </a:r>
          </a:p>
          <a:p xmlns:a="http://schemas.openxmlformats.org/drawingml/2006/main">
            <a:r>
              <a:t/>
            </a:r>
          </a:p>
          <a:p xmlns:a="http://schemas.openxmlformats.org/drawingml/2006/main">
            <a:r>
              <a:t>OTH-56 · SDK 完整演练集 [示例] 14 个示例覆盖最小调用、模型、提示、技能、工具、扩展、上下文、模板、认证、设置、会话、完全替换宿主、runtime 切换、MCP／Codemode。</a:t>
            </a:r>
          </a:p>
          <a:p xmlns:a="http://schemas.openxmlformats.org/drawingml/2006/main">
            <a:r>
              <a:t/>
            </a:r>
          </a:p>
          <a:p xmlns:a="http://schemas.openxmlformats.org/drawingml/2006/main">
            <a:r>
              <a:t>OTH-84 · 依赖供应链检查 [工程支持] 固定直接外部依赖，检查锁文件及安装锁，默认忽略依赖生命周期脚本，并进行相应审计。</a:t>
            </a:r>
          </a:p>
          <a:p xmlns:a="http://schemas.openxmlformats.org/drawingml/2006/main">
            <a:r>
              <a:t/>
            </a:r>
          </a:p>
          <a:p xmlns:a="http://schemas.openxmlformats.org/drawingml/2006/main">
            <a:r>
              <a:t>OTH-85 · 静态检查与定向测试 [工程支持] 根 check 检查格式、类型及依赖等；测试按包和具体文件运行，交互测试另有专门流程。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源码基线：136b87e8a7f5a3e5186de0289523ba327dc592fc</a:t>
            </a:r>
          </a:p>
          <a:p xmlns:a="http://schemas.openxmlformats.org/drawingml/2006/main">
            <a:r>
              <a:t/>
            </a:r>
          </a:p>
          <a:p xmlns:a="http://schemas.openxmlformats.org/drawingml/2006/main">
            <a:r>
              <a:t>课程：07 测试与排错 / test-faux / 从复现到 faux 定向回归测试</a:t>
            </a:r>
          </a:p>
          <a:p xmlns:a="http://schemas.openxmlformats.org/drawingml/2006/main">
            <a:r>
              <a:t/>
            </a:r>
          </a:p>
          <a:p xmlns:a="http://schemas.openxmlformats.org/drawingml/2006/main">
            <a:r>
              <a:t>场景：某个对话边界偶发出错，需要可重复的测试，不依赖模型随机输出。</a:t>
            </a:r>
          </a:p>
          <a:p xmlns:a="http://schemas.openxmlformats.org/drawingml/2006/main">
            <a:r>
              <a:t/>
            </a:r>
          </a:p>
          <a:p xmlns:a="http://schemas.openxmlformats.org/drawingml/2006/main">
            <a:r>
              <a:t>以下是教学追踪顺序，具体运行分支以源码为准。</a:t>
            </a:r>
          </a:p>
          <a:p xmlns:a="http://schemas.openxmlformats.org/drawingml/2006/main">
            <a:r>
              <a:t/>
            </a:r>
          </a:p>
          <a:p xmlns:a="http://schemas.openxmlformats.org/drawingml/2006/main">
            <a:r>
              <a:t>1. 收缩复现条件</a:t>
            </a:r>
          </a:p>
          <a:p xmlns:a="http://schemas.openxmlformats.org/drawingml/2006/main">
            <a:r>
              <a:t>记录入口、参数、预期与实际，只保留触发问题的消息和工具，不记录真实凭据。</a:t>
            </a:r>
          </a:p>
          <a:p xmlns:a="http://schemas.openxmlformats.org/drawingml/2006/main">
            <a:r>
              <a:t>输入：问题现象</a:t>
            </a:r>
          </a:p>
          <a:p xmlns:a="http://schemas.openxmlformats.org/drawingml/2006/main">
            <a:r>
              <a:t>输出：最小复现描述</a:t>
            </a:r>
          </a:p>
          <a:p xmlns:a="http://schemas.openxmlformats.org/drawingml/2006/main">
            <a:r>
              <a:t>入口：/bug；诊断事件</a:t>
            </a:r>
          </a:p>
          <a:p xmlns:a="http://schemas.openxmlformats.org/drawingml/2006/main">
            <a:r>
              <a:t>行为与边界：诊断数据可能含运行上下文；报告上传与本地记录分别处理。</a:t>
            </a:r>
          </a:p>
          <a:p xmlns:a="http://schemas.openxmlformats.org/drawingml/2006/main">
            <a:r>
              <a:t>源码：packages/coding-agent/src/core/bug-report-upload.ts:1</a:t>
            </a:r>
          </a:p>
          <a:p xmlns:a="http://schemas.openxmlformats.org/drawingml/2006/main">
            <a:r>
              <a:t>源码：packages/coding-agent/src/core/bug-report.ts:1</a:t>
            </a:r>
          </a:p>
          <a:p xmlns:a="http://schemas.openxmlformats.org/drawingml/2006/main">
            <a:r>
              <a:t>源码：packages/coding-agent/src/core/crash-log.ts:1</a:t>
            </a:r>
          </a:p>
          <a:p xmlns:a="http://schemas.openxmlformats.org/drawingml/2006/main">
            <a:r>
              <a:t>源码：packages/coding-agent/src/core/diagnostics.ts:1</a:t>
            </a:r>
          </a:p>
          <a:p xmlns:a="http://schemas.openxmlformats.org/drawingml/2006/main">
            <a:r>
              <a:t>源码：packages/coding-agent/src/core/telemetry.ts:1</a:t>
            </a:r>
          </a:p>
          <a:p xmlns:a="http://schemas.openxmlformats.org/drawingml/2006/main">
            <a:r>
              <a:t>源码：packages/coding-agent/src/core/timings.ts:1</a:t>
            </a:r>
          </a:p>
          <a:p xmlns:a="http://schemas.openxmlformats.org/drawingml/2006/main">
            <a:r>
              <a:t>源码：packages/coding-agent/src/modes/interactive/bug-report.ts:1</a:t>
            </a:r>
          </a:p>
          <a:p xmlns:a="http://schemas.openxmlformats.org/drawingml/2006/main">
            <a:r>
              <a:t/>
            </a:r>
          </a:p>
          <a:p xmlns:a="http://schemas.openxmlformats.org/drawingml/2006/main">
            <a:r>
              <a:t>2. 构造确定响应</a:t>
            </a:r>
          </a:p>
          <a:p xmlns:a="http://schemas.openxmlformats.org/drawingml/2006/main">
            <a:r>
              <a:t>阅读 faux provider 和现有 loop 测试，控制流事件、工具调用与取消时机。</a:t>
            </a:r>
          </a:p>
          <a:p xmlns:a="http://schemas.openxmlformats.org/drawingml/2006/main">
            <a:r>
              <a:t>输入：确定的模型脚本</a:t>
            </a:r>
          </a:p>
          <a:p xmlns:a="http://schemas.openxmlformats.org/drawingml/2006/main">
            <a:r>
              <a:t>输出：可重复事件序列</a:t>
            </a:r>
          </a:p>
          <a:p xmlns:a="http://schemas.openxmlformats.org/drawingml/2006/main">
            <a:r>
              <a:t>入口：Agent.prompt / continue / abort</a:t>
            </a:r>
          </a:p>
          <a:p xmlns:a="http://schemas.openxmlformats.org/drawingml/2006/main">
            <a:r>
              <a:t>行为与边界：当前 Agent 是内存运行循环；持久 Harness 在 pi-durable，CLI 会话由 coding-agent 管理。</a:t>
            </a:r>
          </a:p>
          <a:p xmlns:a="http://schemas.openxmlformats.org/drawingml/2006/main">
            <a:r>
              <a:t>源码：packages/agent/src/agent-loop.ts:1</a:t>
            </a:r>
          </a:p>
          <a:p xmlns:a="http://schemas.openxmlformats.org/drawingml/2006/main">
            <a:r>
              <a:t>源码：packages/agent/src/agent.ts:1</a:t>
            </a:r>
          </a:p>
          <a:p xmlns:a="http://schemas.openxmlformats.org/drawingml/2006/main">
            <a:r>
              <a:t>源码：packages/agent/src/stream-fn.ts:1</a:t>
            </a:r>
          </a:p>
          <a:p xmlns:a="http://schemas.openxmlformats.org/drawingml/2006/main">
            <a:r>
              <a:t>源码：packages/agent/src/types.ts:1</a:t>
            </a:r>
          </a:p>
          <a:p xmlns:a="http://schemas.openxmlformats.org/drawingml/2006/main">
            <a:r>
              <a:t/>
            </a:r>
          </a:p>
          <a:p xmlns:a="http://schemas.openxmlformats.org/drawingml/2006/main">
            <a:r>
              <a:t>3. 在产品 harness 验证</a:t>
            </a:r>
          </a:p>
          <a:p xmlns:a="http://schemas.openxmlformats.org/drawingml/2006/main">
            <a:r>
              <a:t>coding-agent suite 使用 suite/harness 与 faux，把资源、会话和模型装配纳入测试。</a:t>
            </a:r>
          </a:p>
          <a:p xmlns:a="http://schemas.openxmlformats.org/drawingml/2006/main">
            <a:r>
              <a:t>输入：最小会话与工具</a:t>
            </a:r>
          </a:p>
          <a:p xmlns:a="http://schemas.openxmlformats.org/drawingml/2006/main">
            <a:r>
              <a:t>输出：稳定的断言目标</a:t>
            </a:r>
          </a:p>
          <a:p xmlns:a="http://schemas.openxmlformats.org/drawingml/2006/main">
            <a:r>
              <a:t>入口：createAgentSession / createAgentSessionRuntime</a:t>
            </a:r>
          </a:p>
          <a:p xmlns:a="http://schemas.openxmlformats.org/drawingml/2006/main">
            <a:r>
              <a:t>行为与边界：SDK 注入流函数、配置、工具与存储；运行时负责会话替换和重新绑定。</a:t>
            </a:r>
          </a:p>
          <a:p xmlns:a="http://schemas.openxmlformats.org/drawingml/2006/main">
            <a:r>
              <a:t>源码：packages/coding-agent/src/core/agent-session-runtime.ts:1</a:t>
            </a:r>
          </a:p>
          <a:p xmlns:a="http://schemas.openxmlformats.org/drawingml/2006/main">
            <a:r>
              <a:t>源码：packages/coding-agent/src/core/agent-session-services.ts:1</a:t>
            </a:r>
          </a:p>
          <a:p xmlns:a="http://schemas.openxmlformats.org/drawingml/2006/main">
            <a:r>
              <a:t>源码：packages/coding-agent/src/core/sdk.ts:1</a:t>
            </a:r>
          </a:p>
          <a:p xmlns:a="http://schemas.openxmlformats.org/drawingml/2006/main">
            <a:r>
              <a:t/>
            </a:r>
          </a:p>
          <a:p xmlns:a="http://schemas.openxmlformats.org/drawingml/2006/main">
            <a:r>
              <a:t>4. 定向运行与复审</a:t>
            </a:r>
          </a:p>
          <a:p xmlns:a="http://schemas.openxmlformats.org/drawingml/2006/main">
            <a:r>
              <a:t>只运行相关测试文件，再执行仓库检查；不为文档任务调用真实模型或整套端到端测试。</a:t>
            </a:r>
          </a:p>
          <a:p xmlns:a="http://schemas.openxmlformats.org/drawingml/2006/main">
            <a:r>
              <a:t>输入：修改与测试文件</a:t>
            </a:r>
          </a:p>
          <a:p xmlns:a="http://schemas.openxmlformats.org/drawingml/2006/main">
            <a:r>
              <a:t>输出：可复核验证结果</a:t>
            </a:r>
          </a:p>
          <a:p xmlns:a="http://schemas.openxmlformats.org/drawingml/2006/main">
            <a:r>
              <a:t>入口：npm run check</a:t>
            </a:r>
          </a:p>
          <a:p xmlns:a="http://schemas.openxmlformats.org/drawingml/2006/main">
            <a:r>
              <a:t>行为与边界：检查失败不是修改业务代码或降级依赖的理由。</a:t>
            </a:r>
          </a:p>
          <a:p xmlns:a="http://schemas.openxmlformats.org/drawingml/2006/main">
            <a:r>
              <a:t>源码：packages/ai/scripts/check-model-data.ts:1</a:t>
            </a:r>
          </a:p>
          <a:p xmlns:a="http://schemas.openxmlformats.org/drawingml/2006/main">
            <a:r>
              <a:t>源码：scripts/check-browser-smoke.mjs:1</a:t>
            </a:r>
          </a:p>
          <a:p xmlns:a="http://schemas.openxmlformats.org/drawingml/2006/main">
            <a:r>
              <a:t>源码：scripts/check-entry-graphs.mjs:1</a:t>
            </a:r>
          </a:p>
          <a:p xmlns:a="http://schemas.openxmlformats.org/drawingml/2006/main">
            <a:r>
              <a:t>源码：scripts/check-lockfile-commit.mjs:1</a:t>
            </a:r>
          </a:p>
          <a:p xmlns:a="http://schemas.openxmlformats.org/drawingml/2006/main">
            <a:r>
              <a:t>源码：scripts/check-model-catalog-compat.mjs:1</a:t>
            </a:r>
          </a:p>
          <a:p xmlns:a="http://schemas.openxmlformats.org/drawingml/2006/main">
            <a:r>
              <a:t>源码：scripts/check-package-install.mjs:1</a:t>
            </a:r>
          </a:p>
          <a:p xmlns:a="http://schemas.openxmlformats.org/drawingml/2006/main">
            <a:r>
              <a:t>源码：scripts/check-pinned-deps.mjs:1</a:t>
            </a:r>
          </a:p>
          <a:p xmlns:a="http://schemas.openxmlformats.org/drawingml/2006/main">
            <a:r>
              <a:t>源码：scripts/check-runtime-deps.mjs:1</a:t>
            </a:r>
          </a:p>
          <a:p xmlns:a="http://schemas.openxmlformats.org/drawingml/2006/main">
            <a:r>
              <a:t>源码：scripts/check-ts-relative-imports.mjs:1</a:t>
            </a:r>
          </a:p>
          <a:p xmlns:a="http://schemas.openxmlformats.org/drawingml/2006/main">
            <a:r>
              <a:t/>
            </a:r>
          </a:p>
          <a:p xmlns:a="http://schemas.openxmlformats.org/drawingml/2006/main">
            <a:r>
              <a:t>失败与恢复：只断言内部函数被调用会漏掉实际行为错误；依赖真实模型的测试也难以证明时序边界。</a:t>
            </a:r>
          </a:p>
          <a:p xmlns:a="http://schemas.openxmlformats.org/drawingml/2006/main">
            <a:r>
              <a:t/>
            </a:r>
          </a:p>
          <a:p xmlns:a="http://schemas.openxmlformats.org/drawingml/2006/main">
            <a:r>
              <a:t>练习：设计“工具被 hook 阻止时不产生副作用”的回归用例，写出输入、预期事件和最终状态。</a:t>
            </a:r>
          </a:p>
          <a:p xmlns:a="http://schemas.openxmlformats.org/drawingml/2006/main">
            <a:r>
              <a:t>参考判断：既断言工具未执行，又断言调用者得到正确失败/阻止结果；以行为验证约束。</a:t>
            </a:r>
          </a:p>
          <a:p xmlns:a="http://schemas.openxmlformats.org/drawingml/2006/main">
            <a:r>
              <a:t/>
            </a:r>
          </a:p>
          <a:p xmlns:a="http://schemas.openxmlformats.org/drawingml/2006/main">
            <a:r>
              <a:t>关联专题与当前接口：</a:t>
            </a:r>
          </a:p>
          <a:p xmlns:a="http://schemas.openxmlformats.org/drawingml/2006/main">
            <a:r>
              <a:t/>
            </a:r>
          </a:p>
          <a:p xmlns:a="http://schemas.openxmlformats.org/drawingml/2006/main">
            <a:r>
              <a:t>诊断、错误记录与问题报告</a:t>
            </a:r>
          </a:p>
          <a:p xmlns:a="http://schemas.openxmlformats.org/drawingml/2006/main">
            <a:r>
              <a:t>收集诊断信息、启动耗时与问题报告内容。</a:t>
            </a:r>
          </a:p>
          <a:p xmlns:a="http://schemas.openxmlformats.org/drawingml/2006/main">
            <a:r>
              <a:t>入口：/bug；诊断事件</a:t>
            </a:r>
          </a:p>
          <a:p xmlns:a="http://schemas.openxmlformats.org/drawingml/2006/main">
            <a:r>
              <a:t>边界：诊断数据可能含运行上下文；报告上传与本地记录分别处理。</a:t>
            </a:r>
          </a:p>
          <a:p xmlns:a="http://schemas.openxmlformats.org/drawingml/2006/main">
            <a:r>
              <a:t/>
            </a:r>
          </a:p>
          <a:p xmlns:a="http://schemas.openxmlformats.org/drawingml/2006/main">
            <a:r>
              <a:t>消息、工具与多轮循环</a:t>
            </a:r>
          </a:p>
          <a:p xmlns:a="http://schemas.openxmlformats.org/drawingml/2006/main">
            <a:r>
              <a:t>维护内存消息、工具批次、steering/follow-up、模型上下文变换与取消。</a:t>
            </a:r>
          </a:p>
          <a:p xmlns:a="http://schemas.openxmlformats.org/drawingml/2006/main">
            <a:r>
              <a:t>入口：Agent.prompt / continue / abort</a:t>
            </a:r>
          </a:p>
          <a:p xmlns:a="http://schemas.openxmlformats.org/drawingml/2006/main">
            <a:r>
              <a:t>边界：当前 Agent 是内存运行循环；持久 Harness 在 pi-durable，CLI 会话由 coding-agent 管理。</a:t>
            </a:r>
          </a:p>
          <a:p xmlns:a="http://schemas.openxmlformats.org/drawingml/2006/main">
            <a:r>
              <a:t/>
            </a:r>
          </a:p>
          <a:p xmlns:a="http://schemas.openxmlformats.org/drawingml/2006/main">
            <a:r>
              <a:t>SDK 创建与替换运行时</a:t>
            </a:r>
          </a:p>
          <a:p xmlns:a="http://schemas.openxmlformats.org/drawingml/2006/main">
            <a:r>
              <a:t>让应用在进程内创建、继续或替换编码智能体会话。</a:t>
            </a:r>
          </a:p>
          <a:p xmlns:a="http://schemas.openxmlformats.org/drawingml/2006/main">
            <a:r>
              <a:t>入口：createAgentSession / createAgentSessionRuntime</a:t>
            </a:r>
          </a:p>
          <a:p xmlns:a="http://schemas.openxmlformats.org/drawingml/2006/main">
            <a:r>
              <a:t>边界：SDK 注入流函数、配置、工具与存储；运行时负责会话替换和重新绑定。</a:t>
            </a:r>
          </a:p>
          <a:p xmlns:a="http://schemas.openxmlformats.org/drawingml/2006/main">
            <a:r>
              <a:t/>
            </a:r>
          </a:p>
          <a:p xmlns:a="http://schemas.openxmlformats.org/drawingml/2006/main">
            <a:r>
              <a:t>依赖、导入与构建边界校验</a:t>
            </a:r>
          </a:p>
          <a:p xmlns:a="http://schemas.openxmlformats.org/drawingml/2006/main">
            <a:r>
              <a:t>验证精确依赖、运行依赖、TS 导入、入口图与浏览器兼容。</a:t>
            </a:r>
          </a:p>
          <a:p xmlns:a="http://schemas.openxmlformats.org/drawingml/2006/main">
            <a:r>
              <a:t>入口：npm run check</a:t>
            </a:r>
          </a:p>
          <a:p xmlns:a="http://schemas.openxmlformats.org/drawingml/2006/main">
            <a:r>
              <a:t>边界：检查失败不是修改业务代码或降级依赖的理由。</a:t>
            </a:r>
          </a:p>
          <a:p xmlns:a="http://schemas.openxmlformats.org/drawingml/2006/main">
            <a:r>
              <a:t/>
            </a:r>
          </a:p>
          <a:p xmlns:a="http://schemas.openxmlformats.org/drawingml/2006/main">
            <a:r>
              <a:t>快捷键与斜杠命令</a:t>
            </a:r>
          </a:p>
          <a:p xmlns:a="http://schemas.openxmlformats.org/drawingml/2006/main">
            <a:r>
              <a:t>集中定义可配置动作与内置命令清单。</a:t>
            </a:r>
          </a:p>
          <a:p xmlns:a="http://schemas.openxmlformats.org/drawingml/2006/main">
            <a:r>
              <a:t>入口：/hotkeys；keybindings.json；输入 /</a:t>
            </a:r>
          </a:p>
          <a:p xmlns:a="http://schemas.openxmlformats.org/drawingml/2006/main">
            <a:r>
              <a:t>边界：快捷键应复用命名配置；完整命令表在参考文档内。</a:t>
            </a:r>
          </a:p>
          <a:p xmlns:a="http://schemas.openxmlformats.org/drawingml/2006/main">
            <a:r>
              <a:t/>
            </a:r>
          </a:p>
          <a:p xmlns:a="http://schemas.openxmlformats.org/drawingml/2006/main">
            <a:r>
              <a:t>上下文压缩与分支摘要</a:t>
            </a:r>
          </a:p>
          <a:p xmlns:a="http://schemas.openxmlformats.org/drawingml/2006/main">
            <a:r>
              <a:t>把长历史压缩为摘要，控制下一次请求的上下文规模。</a:t>
            </a:r>
          </a:p>
          <a:p xmlns:a="http://schemas.openxmlformats.org/drawingml/2006/main">
            <a:r>
              <a:t>入口：/compact；自动压缩</a:t>
            </a:r>
          </a:p>
          <a:p xmlns:a="http://schemas.openxmlformats.org/drawingml/2006/main">
            <a:r>
              <a:t>边界：摘要影响上下文投影，不直接等价于删除原始会话历史。</a:t>
            </a:r>
          </a:p>
          <a:p xmlns:a="http://schemas.openxmlformats.org/drawingml/2006/main">
            <a:r>
              <a:t/>
            </a:r>
          </a:p>
          <a:p xmlns:a="http://schemas.openxmlformats.org/drawingml/2006/main">
            <a:r>
              <a:t>扩展发现、注册与事件分发</a:t>
            </a:r>
          </a:p>
          <a:p xmlns:a="http://schemas.openxmlformats.org/drawingml/2006/main">
            <a:r>
              <a:t>加载 TS/JS 扩展，注册工具、命令、快捷键、提供商与事件。</a:t>
            </a:r>
          </a:p>
          <a:p xmlns:a="http://schemas.openxmlformats.org/drawingml/2006/main">
            <a:r>
              <a:t>入口：--extension；/reload；ExtensionAPI</a:t>
            </a:r>
          </a:p>
          <a:p xmlns:a="http://schemas.openxmlformats.org/drawingml/2006/main">
            <a:r>
              <a:t>边界：工厂负责注册，runner 提供上下文与分发；原始类型注释可在 API 清单中逐项阅读。</a:t>
            </a:r>
          </a:p>
          <a:p xmlns:a="http://schemas.openxmlformats.org/drawingml/2006/main">
            <a:r>
              <a:t/>
            </a:r>
          </a:p>
          <a:p xmlns:a="http://schemas.openxmlformats.org/drawingml/2006/main">
            <a:r>
              <a:t>输入处理、排队与任务收尾</a:t>
            </a:r>
          </a:p>
          <a:p xmlns:a="http://schemas.openxmlformats.org/drawingml/2006/main">
            <a:r>
              <a:t>协调扩展命令、输入转换、steering/follow-up、重试与最终通知。</a:t>
            </a:r>
          </a:p>
          <a:p xmlns:a="http://schemas.openxmlformats.org/drawingml/2006/main">
            <a:r>
              <a:t>入口：AgentSession.prompt / steer / followUp</a:t>
            </a:r>
          </a:p>
          <a:p xmlns:a="http://schemas.openxmlformats.org/drawingml/2006/main">
            <a:r>
              <a:t>边界：agent_end 后仍可能继续；agent_settled 是完成自动处理后的通知边界。</a:t>
            </a:r>
          </a:p>
          <a:p xmlns:a="http://schemas.openxmlformats.org/drawingml/2006/main">
            <a:r>
              <a:t/>
            </a:r>
          </a:p>
          <a:p xmlns:a="http://schemas.openxmlformats.org/drawingml/2006/main">
            <a:r>
              <a:t>sdk/01-minimal · 示例</a:t>
            </a:r>
          </a:p>
          <a:p xmlns:a="http://schemas.openxmlformats.org/drawingml/2006/main">
            <a:r>
              <a:t>展示 sdk/01-minimal.ts 对应的扩展或 SDK 用法。具体场景以入口文件的原始说明、注册代码和配套 README 为依据。</a:t>
            </a:r>
          </a:p>
          <a:p xmlns:a="http://schemas.openxmlformats.org/drawingml/2006/main">
            <a:r>
              <a:t>入口：packages/coding-agent/examples/sdk/01-minimal.ts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sdk/02-custom-model · 示例</a:t>
            </a:r>
          </a:p>
          <a:p xmlns:a="http://schemas.openxmlformats.org/drawingml/2006/main">
            <a:r>
              <a:t>展示 sdk/02-custom-model.ts 对应的扩展或 SDK 用法。具体场景以入口文件的原始说明、注册代码和配套 README 为依据。</a:t>
            </a:r>
          </a:p>
          <a:p xmlns:a="http://schemas.openxmlformats.org/drawingml/2006/main">
            <a:r>
              <a:t>入口：packages/coding-agent/examples/sdk/02-custom-model.ts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sdk/03-custom-prompt · 示例</a:t>
            </a:r>
          </a:p>
          <a:p xmlns:a="http://schemas.openxmlformats.org/drawingml/2006/main">
            <a:r>
              <a:t>展示 sdk/03-custom-prompt.ts 对应的扩展或 SDK 用法。具体场景以入口文件的原始说明、注册代码和配套 README 为依据。</a:t>
            </a:r>
          </a:p>
          <a:p xmlns:a="http://schemas.openxmlformats.org/drawingml/2006/main">
            <a:r>
              <a:t>入口：packages/coding-agent/examples/sdk/03-custom-prompt.ts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sdk/04-skills · 示例</a:t>
            </a:r>
          </a:p>
          <a:p xmlns:a="http://schemas.openxmlformats.org/drawingml/2006/main">
            <a:r>
              <a:t>展示 sdk/04-skills.ts 对应的扩展或 SDK 用法。具体场景以入口文件的原始说明、注册代码和配套 README 为依据。</a:t>
            </a:r>
          </a:p>
          <a:p xmlns:a="http://schemas.openxmlformats.org/drawingml/2006/main">
            <a:r>
              <a:t>入口：packages/coding-agent/examples/sdk/04-skills.ts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sdk/05-tools · 示例</a:t>
            </a:r>
          </a:p>
          <a:p xmlns:a="http://schemas.openxmlformats.org/drawingml/2006/main">
            <a:r>
              <a:t>展示 sdk/05-tools.ts 对应的扩展或 SDK 用法。具体场景以入口文件的原始说明、注册代码和配套 README 为依据。</a:t>
            </a:r>
          </a:p>
          <a:p xmlns:a="http://schemas.openxmlformats.org/drawingml/2006/main">
            <a:r>
              <a:t>入口：packages/coding-agent/examples/sdk/05-tools.ts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sdk/06-extensions · 示例</a:t>
            </a:r>
          </a:p>
          <a:p xmlns:a="http://schemas.openxmlformats.org/drawingml/2006/main">
            <a:r>
              <a:t>展示 sdk/06-extensions.ts 对应的扩展或 SDK 用法。具体场景以入口文件的原始说明、注册代码和配套 README 为依据。</a:t>
            </a:r>
          </a:p>
          <a:p xmlns:a="http://schemas.openxmlformats.org/drawingml/2006/main">
            <a:r>
              <a:t>入口：packages/coding-agent/examples/sdk/06-extensions.ts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sdk/07-context-files · 示例</a:t>
            </a:r>
          </a:p>
          <a:p xmlns:a="http://schemas.openxmlformats.org/drawingml/2006/main">
            <a:r>
              <a:t>展示 sdk/07-context-files.ts 对应的扩展或 SDK 用法。具体场景以入口文件的原始说明、注册代码和配套 README 为依据。</a:t>
            </a:r>
          </a:p>
          <a:p xmlns:a="http://schemas.openxmlformats.org/drawingml/2006/main">
            <a:r>
              <a:t>入口：packages/coding-agent/examples/sdk/07-context-files.ts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sdk/08-prompt-templates · 示例</a:t>
            </a:r>
          </a:p>
          <a:p xmlns:a="http://schemas.openxmlformats.org/drawingml/2006/main">
            <a:r>
              <a:t>展示 sdk/08-prompt-templates.ts 对应的扩展或 SDK 用法。具体场景以入口文件的原始说明、注册代码和配套 README 为依据。</a:t>
            </a:r>
          </a:p>
          <a:p xmlns:a="http://schemas.openxmlformats.org/drawingml/2006/main">
            <a:r>
              <a:t>入口：packages/coding-agent/examples/sdk/08-prompt-templates.ts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sdk/09-api-keys-and-oauth · 示例</a:t>
            </a:r>
          </a:p>
          <a:p xmlns:a="http://schemas.openxmlformats.org/drawingml/2006/main">
            <a:r>
              <a:t>展示 sdk/09-api-keys-and-oauth.ts 对应的扩展或 SDK 用法。具体场景以入口文件的原始说明、注册代码和配套 README 为依据。</a:t>
            </a:r>
          </a:p>
          <a:p xmlns:a="http://schemas.openxmlformats.org/drawingml/2006/main">
            <a:r>
              <a:t>入口：packages/coding-agent/examples/sdk/09-api-keys-and-oauth.ts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sdk/10-settings · 示例</a:t>
            </a:r>
          </a:p>
          <a:p xmlns:a="http://schemas.openxmlformats.org/drawingml/2006/main">
            <a:r>
              <a:t>展示 sdk/10-settings.ts 对应的扩展或 SDK 用法。具体场景以入口文件的原始说明、注册代码和配套 README 为依据。</a:t>
            </a:r>
          </a:p>
          <a:p xmlns:a="http://schemas.openxmlformats.org/drawingml/2006/main">
            <a:r>
              <a:t>入口：packages/coding-agent/examples/sdk/10-settings.ts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sdk/11-sessions · 示例</a:t>
            </a:r>
          </a:p>
          <a:p xmlns:a="http://schemas.openxmlformats.org/drawingml/2006/main">
            <a:r>
              <a:t>展示 sdk/11-sessions.ts 对应的扩展或 SDK 用法。具体场景以入口文件的原始说明、注册代码和配套 README 为依据。</a:t>
            </a:r>
          </a:p>
          <a:p xmlns:a="http://schemas.openxmlformats.org/drawingml/2006/main">
            <a:r>
              <a:t>入口：packages/coding-agent/examples/sdk/11-sessions.ts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sdk/12-full-control · 示例</a:t>
            </a:r>
          </a:p>
          <a:p xmlns:a="http://schemas.openxmlformats.org/drawingml/2006/main">
            <a:r>
              <a:t>展示 sdk/12-full-control.ts 对应的扩展或 SDK 用法。具体场景以入口文件的原始说明、注册代码和配套 README 为依据。</a:t>
            </a:r>
          </a:p>
          <a:p xmlns:a="http://schemas.openxmlformats.org/drawingml/2006/main">
            <a:r>
              <a:t>入口：packages/coding-agent/examples/sdk/12-full-control.ts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sdk/13-session-runtime · 示例</a:t>
            </a:r>
          </a:p>
          <a:p xmlns:a="http://schemas.openxmlformats.org/drawingml/2006/main">
            <a:r>
              <a:t>展示 sdk/13-session-runtime.ts 对应的扩展或 SDK 用法。具体场景以入口文件的原始说明、注册代码和配套 README 为依据。</a:t>
            </a:r>
          </a:p>
          <a:p xmlns:a="http://schemas.openxmlformats.org/drawingml/2006/main">
            <a:r>
              <a:t>入口：packages/coding-agent/examples/sdk/13-session-runtime.ts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sdk/14-codemode-mcp · 示例</a:t>
            </a:r>
          </a:p>
          <a:p xmlns:a="http://schemas.openxmlformats.org/drawingml/2006/main">
            <a:r>
              <a:t>展示 sdk/14-codemode-mcp.ts 对应的扩展或 SDK 用法。具体场景以入口文件的原始说明、注册代码和配套 README 为依据。</a:t>
            </a:r>
          </a:p>
          <a:p xmlns:a="http://schemas.openxmlformats.org/drawingml/2006/main">
            <a:r>
              <a:t>入口：packages/coding-agent/examples/sdk/14-codemode-mcp.ts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安装锁生成与生命周期脚本审查</a:t>
            </a:r>
          </a:p>
          <a:p xmlns:a="http://schemas.openxmlformats.org/drawingml/2006/main">
            <a:r>
              <a:t>生成并核验独立安装时使用的固定依赖图与批准的生命周期脚本清单。</a:t>
            </a:r>
          </a:p>
          <a:p xmlns:a="http://schemas.openxmlformats.org/drawingml/2006/main">
            <a:r>
              <a:t>入口：install-lock:coding-agent；check:install-lock:coding-agent</a:t>
            </a:r>
          </a:p>
          <a:p xmlns:a="http://schemas.openxmlformats.org/drawingml/2006/main">
            <a:r>
              <a:t>边界：当前使用 install-lock；旧发布 npm-shrinkwrap 已移除，常规 npm 使用其自身依赖解析。</a:t>
            </a:r>
          </a:p>
          <a:p xmlns:a="http://schemas.openxmlformats.org/drawingml/2006/main">
            <a:r>
              <a:t/>
            </a:r>
          </a:p>
          <a:p xmlns:a="http://schemas.openxmlformats.org/drawingml/2006/main">
            <a:r>
              <a:t>文档：</a:t>
            </a:r>
          </a:p>
          <a:p xmlns:a="http://schemas.openxmlformats.org/drawingml/2006/main">
            <a:r>
              <a:t/>
            </a:r>
          </a:p>
          <a:p xmlns:a="http://schemas.openxmlformats.org/drawingml/2006/main">
            <a:r>
              <a:t>packages/coding-agent/docs/cli.md</a:t>
            </a:r>
          </a:p>
          <a:p xmlns:a="http://schemas.openxmlformats.org/drawingml/2006/main">
            <a:r>
              <a:t/>
            </a:r>
          </a:p>
          <a:p xmlns:a="http://schemas.openxmlformats.org/drawingml/2006/main">
            <a:r>
              <a:t>packages/agent/README.md</a:t>
            </a:r>
          </a:p>
          <a:p xmlns:a="http://schemas.openxmlformats.org/drawingml/2006/main">
            <a:r>
              <a:t/>
            </a:r>
          </a:p>
          <a:p xmlns:a="http://schemas.openxmlformats.org/drawingml/2006/main">
            <a:r>
              <a:t>AGENTS.md</a:t>
            </a:r>
          </a:p>
          <a:p xmlns:a="http://schemas.openxmlformats.org/drawingml/2006/main">
            <a:r>
              <a:t/>
            </a:r>
          </a:p>
          <a:p xmlns:a="http://schemas.openxmlformats.org/drawingml/2006/main">
            <a:r>
              <a:t>packages/coding-agent/examples/extensions/README.md</a:t>
            </a:r>
          </a:p>
          <a:p xmlns:a="http://schemas.openxmlformats.org/drawingml/2006/main">
            <a:r>
              <a:t/>
            </a:r>
          </a:p>
          <a:p xmlns:a="http://schemas.openxmlformats.org/drawingml/2006/main">
            <a:r>
              <a:t>packages/coding-agent/docs/usage.md</a:t>
            </a:r>
          </a:p>
          <a:p xmlns:a="http://schemas.openxmlformats.org/drawingml/2006/main">
            <a:r>
              <a:t/>
            </a:r>
          </a:p>
          <a:p xmlns:a="http://schemas.openxmlformats.org/drawingml/2006/main">
            <a:r>
              <a:t>packages/coding-agent/docs/slash-commands.md</a:t>
            </a:r>
          </a:p>
          <a:p xmlns:a="http://schemas.openxmlformats.org/drawingml/2006/main">
            <a:r>
              <a:t/>
            </a:r>
          </a:p>
          <a:p xmlns:a="http://schemas.openxmlformats.org/drawingml/2006/main">
            <a:r>
              <a:t>packages/coding-agent/docs/sessions.md</a:t>
            </a:r>
          </a:p>
          <a:p xmlns:a="http://schemas.openxmlformats.org/drawingml/2006/main">
            <a:r>
              <a:t/>
            </a:r>
          </a:p>
          <a:p xmlns:a="http://schemas.openxmlformats.org/drawingml/2006/main">
            <a:r>
              <a:t>packages/coding-agent/CHANGELOG.md</a:t>
            </a:r>
          </a:p>
          <a:p xmlns:a="http://schemas.openxmlformats.org/drawingml/2006/main">
            <a:r>
              <a:t/>
            </a:r>
          </a:p>
          <a:p xmlns:a="http://schemas.openxmlformats.org/drawingml/2006/main">
            <a:r>
              <a:t>packages/coding-agent/docs/extensions.md</a:t>
            </a:r>
          </a:p>
          <a:p xmlns:a="http://schemas.openxmlformats.org/drawingml/2006/main">
            <a:r>
              <a:t/>
            </a:r>
          </a:p>
          <a:p xmlns:a="http://schemas.openxmlformats.org/drawingml/2006/main">
            <a:r>
              <a:t>packages/coding-agent/docs/sdk.md</a:t>
            </a:r>
          </a:p>
          <a:p xmlns:a="http://schemas.openxmlformats.org/drawingml/2006/main">
            <a:r>
              <a:t/>
            </a:r>
          </a:p>
          <a:p xmlns:a="http://schemas.openxmlformats.org/drawingml/2006/main">
            <a:r>
              <a:t>packages/telemetry/README.md</a:t>
            </a:r>
          </a:p>
          <a:p xmlns:a="http://schemas.openxmlformats.org/drawingml/2006/main">
            <a:r>
              <a:t/>
            </a:r>
          </a:p>
          <a:p xmlns:a="http://schemas.openxmlformats.org/drawingml/2006/main">
            <a:r>
              <a:t>packages/ai/CHANGELOG.md</a:t>
            </a:r>
          </a:p>
          <a:p xmlns:a="http://schemas.openxmlformats.org/drawingml/2006/main">
            <a:r>
              <a:t/>
            </a:r>
          </a:p>
          <a:p xmlns:a="http://schemas.openxmlformats.org/drawingml/2006/main">
            <a:r>
              <a:t>packages/durable/CHANGELOG.md</a:t>
            </a:r>
          </a:p>
          <a:p xmlns:a="http://schemas.openxmlformats.org/drawingml/2006/main">
            <a:r>
              <a:t/>
            </a:r>
          </a:p>
          <a:p xmlns:a="http://schemas.openxmlformats.org/drawingml/2006/main">
            <a:r>
              <a:t>README.md</a:t>
            </a:r>
          </a:p>
          <a:p xmlns:a="http://schemas.openxmlformats.org/drawingml/2006/main">
            <a:r>
              <a:t/>
            </a:r>
          </a:p>
          <a:p xmlns:a="http://schemas.openxmlformats.org/drawingml/2006/main">
            <a:r>
              <a:t>相关测试（列出路径不代表已运行）：</a:t>
            </a:r>
          </a:p>
          <a:p xmlns:a="http://schemas.openxmlformats.org/drawingml/2006/main">
            <a:r>
              <a:t/>
            </a:r>
          </a:p>
          <a:p xmlns:a="http://schemas.openxmlformats.org/drawingml/2006/main">
            <a:r>
              <a:t>packages/coding-agent/test/bug-report.test.ts</a:t>
            </a:r>
          </a:p>
          <a:p xmlns:a="http://schemas.openxmlformats.org/drawingml/2006/main">
            <a:r>
              <a:t/>
            </a:r>
          </a:p>
          <a:p xmlns:a="http://schemas.openxmlformats.org/drawingml/2006/main">
            <a:r>
              <a:t>packages/coding-agent/test/crash-log.test.ts</a:t>
            </a:r>
          </a:p>
          <a:p xmlns:a="http://schemas.openxmlformats.org/drawingml/2006/main">
            <a:r>
              <a:t/>
            </a:r>
          </a:p>
          <a:p xmlns:a="http://schemas.openxmlformats.org/drawingml/2006/main">
            <a:r>
              <a:t>packages/coding-agent/test/skills.test.ts</a:t>
            </a:r>
          </a:p>
          <a:p xmlns:a="http://schemas.openxmlformats.org/drawingml/2006/main">
            <a:r>
              <a:t/>
            </a:r>
          </a:p>
          <a:p xmlns:a="http://schemas.openxmlformats.org/drawingml/2006/main">
            <a:r>
              <a:t>packages/agent/test/agent-loop.test.ts</a:t>
            </a:r>
          </a:p>
          <a:p xmlns:a="http://schemas.openxmlformats.org/drawingml/2006/main">
            <a:r>
              <a:t/>
            </a:r>
          </a:p>
          <a:p xmlns:a="http://schemas.openxmlformats.org/drawingml/2006/main">
            <a:r>
              <a:t>packages/agent/test/utils/calculate.ts</a:t>
            </a:r>
          </a:p>
          <a:p xmlns:a="http://schemas.openxmlformats.org/drawingml/2006/main">
            <a:r>
              <a:t/>
            </a:r>
          </a:p>
          <a:p xmlns:a="http://schemas.openxmlformats.org/drawingml/2006/main">
            <a:r>
              <a:t>packages/agent/test/utils/get-current-time.ts</a:t>
            </a:r>
          </a:p>
          <a:p xmlns:a="http://schemas.openxmlformats.org/drawingml/2006/main">
            <a:r>
              <a:t/>
            </a:r>
          </a:p>
          <a:p xmlns:a="http://schemas.openxmlformats.org/drawingml/2006/main">
            <a:r>
              <a:t>packages/coding-agent/test/agent-session-branching.test.ts</a:t>
            </a:r>
          </a:p>
          <a:p xmlns:a="http://schemas.openxmlformats.org/drawingml/2006/main">
            <a:r>
              <a:t/>
            </a:r>
          </a:p>
          <a:p xmlns:a="http://schemas.openxmlformats.org/drawingml/2006/main">
            <a:r>
              <a:t>packages/coding-agent/test/agent-session-runtime-events.test.ts</a:t>
            </a:r>
          </a:p>
          <a:p xmlns:a="http://schemas.openxmlformats.org/drawingml/2006/main">
            <a:r>
              <a:t/>
            </a:r>
          </a:p>
          <a:p xmlns:a="http://schemas.openxmlformats.org/drawingml/2006/main">
            <a:r>
              <a:t>packages/coding-agent/test/interactive-mode-import-command.test.ts</a:t>
            </a:r>
          </a:p>
          <a:p xmlns:a="http://schemas.openxmlformats.org/drawingml/2006/main">
            <a:r>
              <a:t/>
            </a:r>
          </a:p>
          <a:p xmlns:a="http://schemas.openxmlformats.org/drawingml/2006/main">
            <a:r>
              <a:t>packages/coding-agent/test/rpc-prompt-response-semantics.test.ts</a:t>
            </a:r>
          </a:p>
          <a:p xmlns:a="http://schemas.openxmlformats.org/drawingml/2006/main">
            <a:r>
              <a:t/>
            </a:r>
          </a:p>
          <a:p xmlns:a="http://schemas.openxmlformats.org/drawingml/2006/main">
            <a:r>
              <a:t>packages/coding-agent/test/session-cwd.test.ts</a:t>
            </a:r>
          </a:p>
          <a:p xmlns:a="http://schemas.openxmlformats.org/drawingml/2006/main">
            <a:r>
              <a:t/>
            </a:r>
          </a:p>
          <a:p xmlns:a="http://schemas.openxmlformats.org/drawingml/2006/main">
            <a:r>
              <a:t>packages/coding-agent/test/suite/agent-session-runtime.test.ts</a:t>
            </a:r>
          </a:p>
          <a:p xmlns:a="http://schemas.openxmlformats.org/drawingml/2006/main">
            <a:r>
              <a:t/>
            </a:r>
          </a:p>
          <a:p xmlns:a="http://schemas.openxmlformats.org/drawingml/2006/main">
            <a:r>
              <a:t>packages/coding-agent/test/suite/regressions/2753-reload-stale-resource-settings.test.ts</a:t>
            </a:r>
          </a:p>
          <a:p xmlns:a="http://schemas.openxmlformats.org/drawingml/2006/main">
            <a:r>
              <a:t/>
            </a:r>
          </a:p>
          <a:p xmlns:a="http://schemas.openxmlformats.org/drawingml/2006/main">
            <a:r>
              <a:t>packages/coding-agent/test/suite/regressions/2860-replaced-session-context.test.ts</a:t>
            </a:r>
          </a:p>
          <a:p xmlns:a="http://schemas.openxmlformats.org/drawingml/2006/main">
            <a:r>
              <a:t/>
            </a:r>
          </a:p>
          <a:p xmlns:a="http://schemas.openxmlformats.org/drawingml/2006/main">
            <a:r>
              <a:t>packages/coding-agent/test/suite/regressions/5868-rpc-unknown-command-id.test.ts</a:t>
            </a:r>
          </a:p>
          <a:p xmlns:a="http://schemas.openxmlformats.org/drawingml/2006/main">
            <a:r>
              <a:t/>
            </a:r>
          </a:p>
          <a:p xmlns:a="http://schemas.openxmlformats.org/drawingml/2006/main">
            <a:r>
              <a:t>packages/coding-agent/test/suite/regressions/8724-in-memory-fork-active-tool.test.ts</a:t>
            </a:r>
          </a:p>
          <a:p xmlns:a="http://schemas.openxmlformats.org/drawingml/2006/main">
            <a:r>
              <a:t/>
            </a:r>
          </a:p>
          <a:p xmlns:a="http://schemas.openxmlformats.org/drawingml/2006/main">
            <a:r>
              <a:t>packages/coding-agent/test/suite/regressions/9068-user-bash-fail-closed.test.ts</a:t>
            </a:r>
          </a:p>
          <a:p xmlns:a="http://schemas.openxmlformats.org/drawingml/2006/main">
            <a:r>
              <a:t/>
            </a:r>
          </a:p>
          <a:p xmlns:a="http://schemas.openxmlformats.org/drawingml/2006/main">
            <a:r>
              <a:t>packages/coding-agent/test/default-tools-setting.test.ts</a:t>
            </a:r>
          </a:p>
          <a:p xmlns:a="http://schemas.openxmlformats.org/drawingml/2006/main">
            <a:r>
              <a:t/>
            </a:r>
          </a:p>
          <a:p xmlns:a="http://schemas.openxmlformats.org/drawingml/2006/main">
            <a:r>
              <a:t>packages/coding-agent/test/suite/regressions/3592-no-builtin-tools-keeps-extension-tools.test.ts</a:t>
            </a:r>
          </a:p>
          <a:p xmlns:a="http://schemas.openxmlformats.org/drawingml/2006/main">
            <a:r>
              <a:t/>
            </a:r>
          </a:p>
          <a:p xmlns:a="http://schemas.openxmlformats.org/drawingml/2006/main">
            <a:r>
              <a:t>packages/coding-agent/test/suite/regressions/7829-invalid-settings-warning.test.ts</a:t>
            </a:r>
          </a:p>
          <a:p xmlns:a="http://schemas.openxmlformats.org/drawingml/2006/main">
            <a:r>
              <a:t/>
            </a:r>
          </a:p>
          <a:p xmlns:a="http://schemas.openxmlformats.org/drawingml/2006/main">
            <a:r>
              <a:t>packages/coding-agent/test/agent-session-dynamic-provider.test.ts</a:t>
            </a:r>
          </a:p>
          <a:p xmlns:a="http://schemas.openxmlformats.org/drawingml/2006/main">
            <a:r>
              <a:t/>
            </a:r>
          </a:p>
          <a:p xmlns:a="http://schemas.openxmlformats.org/drawingml/2006/main">
            <a:r>
              <a:t>packages/coding-agent/test/agent-session-dynamic-tools.test.ts</a:t>
            </a:r>
          </a:p>
          <a:p xmlns:a="http://schemas.openxmlformats.org/drawingml/2006/main">
            <a:r>
              <a:t/>
            </a:r>
          </a:p>
          <a:p xmlns:a="http://schemas.openxmlformats.org/drawingml/2006/main">
            <a:r>
              <a:t>packages/coding-agent/test/builtin-tool-strict-mode.test.ts</a:t>
            </a:r>
          </a:p>
          <a:p xmlns:a="http://schemas.openxmlformats.org/drawingml/2006/main">
            <a:r>
              <a:t/>
            </a:r>
          </a:p>
          <a:p xmlns:a="http://schemas.openxmlformats.org/drawingml/2006/main">
            <a:r>
              <a:t>packages/coding-agent/test/export-jsonl-share.test.ts</a:t>
            </a:r>
          </a:p>
          <a:p xmlns:a="http://schemas.openxmlformats.org/drawingml/2006/main">
            <a:r>
              <a:t/>
            </a:r>
          </a:p>
          <a:p xmlns:a="http://schemas.openxmlformats.org/drawingml/2006/main">
            <a:r>
              <a:t>packages/coding-agent/test/sdk-client-identity.test.ts</a:t>
            </a:r>
          </a:p>
          <a:p xmlns:a="http://schemas.openxmlformats.org/drawingml/2006/main">
            <a:r>
              <a:t/>
            </a:r>
          </a:p>
          <a:p xmlns:a="http://schemas.openxmlformats.org/drawingml/2006/main">
            <a:r>
              <a:t>packages/coding-agent/test/sdk-codex-cache-probe-tool-loop.ts</a:t>
            </a:r>
          </a:p>
          <a:p xmlns:a="http://schemas.openxmlformats.org/drawingml/2006/main">
            <a:r>
              <a:t/>
            </a:r>
          </a:p>
          <a:p xmlns:a="http://schemas.openxmlformats.org/drawingml/2006/main">
            <a:r>
              <a:t>packages/coding-agent/test/sdk-session-manager.test.ts</a:t>
            </a:r>
          </a:p>
          <a:p xmlns:a="http://schemas.openxmlformats.org/drawingml/2006/main">
            <a:r>
              <a:t/>
            </a:r>
          </a:p>
          <a:p xmlns:a="http://schemas.openxmlformats.org/drawingml/2006/main">
            <a:r>
              <a:t>packages/coding-agent/test/sdk-skills.test.ts</a:t>
            </a:r>
          </a:p>
          <a:p xmlns:a="http://schemas.openxmlformats.org/drawingml/2006/main">
            <a:r>
              <a:t/>
            </a:r>
          </a:p>
          <a:p xmlns:a="http://schemas.openxmlformats.org/drawingml/2006/main">
            <a:r>
              <a:t>packages/coding-agent/test/sdk-stream-options.test.ts</a:t>
            </a:r>
          </a:p>
          <a:p xmlns:a="http://schemas.openxmlformats.org/drawingml/2006/main">
            <a:r>
              <a:t/>
            </a:r>
          </a:p>
          <a:p xmlns:a="http://schemas.openxmlformats.org/drawingml/2006/main">
            <a:r>
              <a:t>packages/coding-agent/test/suite/regressions/2835-tools-allowlist-filters-extension-tools.test.ts</a:t>
            </a:r>
          </a:p>
          <a:p xmlns:a="http://schemas.openxmlformats.org/drawingml/2006/main">
            <a:r>
              <a:t/>
            </a:r>
          </a:p>
          <a:p xmlns:a="http://schemas.openxmlformats.org/drawingml/2006/main">
            <a:r>
              <a:t>packages/coding-agent/test/system-prompt-updates.test.ts</a:t>
            </a:r>
          </a:p>
          <a:p xmlns:a="http://schemas.openxmlformats.org/drawingml/2006/main">
            <a:r>
              <a:t/>
            </a:r>
          </a:p>
          <a:p xmlns:a="http://schemas.openxmlformats.org/drawingml/2006/main">
            <a:r>
              <a:t>packages/coding-agent/test/tool-renderer-examples.test.ts</a:t>
            </a:r>
          </a:p>
          <a:p xmlns:a="http://schemas.openxmlformats.org/drawingml/2006/main">
            <a:r>
              <a:t/>
            </a:r>
          </a:p>
          <a:p xmlns:a="http://schemas.openxmlformats.org/drawingml/2006/main">
            <a:r>
              <a:t>packages/coding-agent/test/virtual-models.test.ts</a:t>
            </a:r>
          </a:p>
          <a:p xmlns:a="http://schemas.openxmlformats.org/drawingml/2006/main">
            <a:r>
              <a:t/>
            </a:r>
          </a:p>
          <a:p xmlns:a="http://schemas.openxmlformats.org/drawingml/2006/main">
            <a:r>
              <a:t>packages/coding-agent/test/auth-url-copy.test.ts</a:t>
            </a:r>
          </a:p>
          <a:p xmlns:a="http://schemas.openxmlformats.org/drawingml/2006/main">
            <a:r>
              <a:t/>
            </a:r>
          </a:p>
          <a:p xmlns:a="http://schemas.openxmlformats.org/drawingml/2006/main">
            <a:r>
              <a:t>packages/coding-agent/test/config-schemas.test.ts</a:t>
            </a:r>
          </a:p>
          <a:p xmlns:a="http://schemas.openxmlformats.org/drawingml/2006/main">
            <a:r>
              <a:t/>
            </a:r>
          </a:p>
          <a:p xmlns:a="http://schemas.openxmlformats.org/drawingml/2006/main">
            <a:r>
              <a:t>packages/coding-agent/test/custom-editor-history-keybindings.test.ts</a:t>
            </a:r>
          </a:p>
          <a:p xmlns:a="http://schemas.openxmlformats.org/drawingml/2006/main">
            <a:r>
              <a:t/>
            </a:r>
          </a:p>
          <a:p xmlns:a="http://schemas.openxmlformats.org/drawingml/2006/main">
            <a:r>
              <a:t>packages/coding-agent/test/extensions-runner.test.ts</a:t>
            </a:r>
          </a:p>
          <a:p xmlns:a="http://schemas.openxmlformats.org/drawingml/2006/main">
            <a:r>
              <a:t/>
            </a:r>
          </a:p>
          <a:p xmlns:a="http://schemas.openxmlformats.org/drawingml/2006/main">
            <a:r>
              <a:t>packages/coding-agent/test/interactive-tui.test.ts</a:t>
            </a:r>
          </a:p>
          <a:p xmlns:a="http://schemas.openxmlformats.org/drawingml/2006/main">
            <a:r>
              <a:t/>
            </a:r>
          </a:p>
          <a:p xmlns:a="http://schemas.openxmlformats.org/drawingml/2006/main">
            <a:r>
              <a:t>packages/coding-agent/test/keybindings-migration.test.ts</a:t>
            </a:r>
          </a:p>
          <a:p xmlns:a="http://schemas.openxmlformats.org/drawingml/2006/main">
            <a:r>
              <a:t/>
            </a:r>
          </a:p>
          <a:p xmlns:a="http://schemas.openxmlformats.org/drawingml/2006/main">
            <a:r>
              <a:t>packages/coding-agent/test/keybindings.test.ts</a:t>
            </a:r>
          </a:p>
          <a:p xmlns:a="http://schemas.openxmlformats.org/drawingml/2006/main">
            <a:r>
              <a:t/>
            </a:r>
          </a:p>
          <a:p xmlns:a="http://schemas.openxmlformats.org/drawingml/2006/main">
            <a:r>
              <a:t>packages/coding-agent/test/login-dialog-device-code.test.ts</a:t>
            </a:r>
          </a:p>
          <a:p xmlns:a="http://schemas.openxmlformats.org/drawingml/2006/main">
            <a:r>
              <a:t/>
            </a:r>
          </a:p>
          <a:p xmlns:a="http://schemas.openxmlformats.org/drawingml/2006/main">
            <a:r>
              <a:t>packages/coding-agent/test/mcp-manager-view.test.ts</a:t>
            </a:r>
          </a:p>
          <a:p xmlns:a="http://schemas.openxmlformats.org/drawingml/2006/main">
            <a:r>
              <a:t/>
            </a:r>
          </a:p>
          <a:p xmlns:a="http://schemas.openxmlformats.org/drawingml/2006/main">
            <a:r>
              <a:t>packages/coding-agent/test/model-selector.test.ts</a:t>
            </a:r>
          </a:p>
          <a:p xmlns:a="http://schemas.openxmlformats.org/drawingml/2006/main">
            <a:r>
              <a:t/>
            </a:r>
          </a:p>
          <a:p xmlns:a="http://schemas.openxmlformats.org/drawingml/2006/main">
            <a:r>
              <a:t>packages/coding-agent/test/oauth-selector.test.ts</a:t>
            </a:r>
          </a:p>
          <a:p xmlns:a="http://schemas.openxmlformats.org/drawingml/2006/main">
            <a:r>
              <a:t/>
            </a:r>
          </a:p>
          <a:p xmlns:a="http://schemas.openxmlformats.org/drawingml/2006/main">
            <a:r>
              <a:t>packages/coding-agent/test/scoped-models-selector.test.ts</a:t>
            </a:r>
          </a:p>
          <a:p xmlns:a="http://schemas.openxmlformats.org/drawingml/2006/main">
            <a:r>
              <a:t/>
            </a:r>
          </a:p>
          <a:p xmlns:a="http://schemas.openxmlformats.org/drawingml/2006/main">
            <a:r>
              <a:t>packages/coding-agent/test/session-selector-path-delete.test.ts</a:t>
            </a:r>
          </a:p>
          <a:p xmlns:a="http://schemas.openxmlformats.org/drawingml/2006/main">
            <a:r>
              <a:t/>
            </a:r>
          </a:p>
          <a:p xmlns:a="http://schemas.openxmlformats.org/drawingml/2006/main">
            <a:r>
              <a:t>packages/coding-agent/test/session-selector-rename.test.ts</a:t>
            </a:r>
          </a:p>
          <a:p xmlns:a="http://schemas.openxmlformats.org/drawingml/2006/main">
            <a:r>
              <a:t/>
            </a:r>
          </a:p>
          <a:p xmlns:a="http://schemas.openxmlformats.org/drawingml/2006/main">
            <a:r>
              <a:t>packages/coding-agent/test/settings-selector.test.ts</a:t>
            </a:r>
          </a:p>
          <a:p xmlns:a="http://schemas.openxmlformats.org/drawingml/2006/main">
            <a:r>
              <a:t/>
            </a:r>
          </a:p>
          <a:p xmlns:a="http://schemas.openxmlformats.org/drawingml/2006/main">
            <a:r>
              <a:t>packages/coding-agent/test/status-indicator.test.ts</a:t>
            </a:r>
          </a:p>
          <a:p xmlns:a="http://schemas.openxmlformats.org/drawingml/2006/main">
            <a:r>
              <a:t/>
            </a:r>
          </a:p>
          <a:p xmlns:a="http://schemas.openxmlformats.org/drawingml/2006/main">
            <a:r>
              <a:t>packages/coding-agent/test/suite/regressions/3217-scoped-model-order.test.ts</a:t>
            </a:r>
          </a:p>
          <a:p xmlns:a="http://schemas.openxmlformats.org/drawingml/2006/main">
            <a:r>
              <a:t/>
            </a:r>
          </a:p>
          <a:p xmlns:a="http://schemas.openxmlformats.org/drawingml/2006/main">
            <a:r>
              <a:t>packages/coding-agent/test/suite/regressions/5433-extension-oauth-prompt-input.test.ts</a:t>
            </a:r>
          </a:p>
          <a:p xmlns:a="http://schemas.openxmlformats.org/drawingml/2006/main">
            <a:r>
              <a:t/>
            </a:r>
          </a:p>
          <a:p xmlns:a="http://schemas.openxmlformats.org/drawingml/2006/main">
            <a:r>
              <a:t>packages/coding-agent/test/suite/regressions/6949-unavailable-scoped-model.test.ts</a:t>
            </a:r>
          </a:p>
          <a:p xmlns:a="http://schemas.openxmlformats.org/drawingml/2006/main">
            <a:r>
              <a:t/>
            </a:r>
          </a:p>
          <a:p xmlns:a="http://schemas.openxmlformats.org/drawingml/2006/main">
            <a:r>
              <a:t>packages/coding-agent/test/suite/regressions/6999-models-json-hot-reload.test.ts</a:t>
            </a:r>
          </a:p>
          <a:p xmlns:a="http://schemas.openxmlformats.org/drawingml/2006/main">
            <a:r>
              <a:t/>
            </a:r>
          </a:p>
          <a:p xmlns:a="http://schemas.openxmlformats.org/drawingml/2006/main">
            <a:r>
              <a:t>packages/coding-agent/test/suite/regressions/7153-scoped-models-refresh.test.ts</a:t>
            </a:r>
          </a:p>
          <a:p xmlns:a="http://schemas.openxmlformats.org/drawingml/2006/main">
            <a:r>
              <a:t/>
            </a:r>
          </a:p>
          <a:p xmlns:a="http://schemas.openxmlformats.org/drawingml/2006/main">
            <a:r>
              <a:t>packages/coding-agent/test/suite/regressions/7209-model-selector-filter-resets-selection.test.ts</a:t>
            </a:r>
          </a:p>
          <a:p xmlns:a="http://schemas.openxmlformats.org/drawingml/2006/main">
            <a:r>
              <a:t/>
            </a:r>
          </a:p>
          <a:p xmlns:a="http://schemas.openxmlformats.org/drawingml/2006/main">
            <a:r>
              <a:t>packages/coding-agent/test/thinking-selector.test.ts</a:t>
            </a:r>
          </a:p>
          <a:p xmlns:a="http://schemas.openxmlformats.org/drawingml/2006/main">
            <a:r>
              <a:t/>
            </a:r>
          </a:p>
          <a:p xmlns:a="http://schemas.openxmlformats.org/drawingml/2006/main">
            <a:r>
              <a:t>packages/coding-agent/test/tree-selector.test.ts</a:t>
            </a:r>
          </a:p>
          <a:p xmlns:a="http://schemas.openxmlformats.org/drawingml/2006/main">
            <a:r>
              <a:t/>
            </a:r>
          </a:p>
          <a:p xmlns:a="http://schemas.openxmlformats.org/drawingml/2006/main">
            <a:r>
              <a:t>packages/coding-agent/test/trust-selector.test.ts</a:t>
            </a:r>
          </a:p>
          <a:p xmlns:a="http://schemas.openxmlformats.org/drawingml/2006/main">
            <a:r>
              <a:t/>
            </a:r>
          </a:p>
          <a:p xmlns:a="http://schemas.openxmlformats.org/drawingml/2006/main">
            <a:r>
              <a:t>packages/coding-agent/test/branch-summarization.test.ts</a:t>
            </a:r>
          </a:p>
          <a:p xmlns:a="http://schemas.openxmlformats.org/drawingml/2006/main">
            <a:r>
              <a:t/>
            </a:r>
          </a:p>
          <a:p xmlns:a="http://schemas.openxmlformats.org/drawingml/2006/main">
            <a:r>
              <a:t>packages/coding-agent/test/compaction-summary-reasoning.test.ts</a:t>
            </a:r>
          </a:p>
          <a:p xmlns:a="http://schemas.openxmlformats.org/drawingml/2006/main">
            <a:r>
              <a:t/>
            </a:r>
          </a:p>
          <a:p xmlns:a="http://schemas.openxmlformats.org/drawingml/2006/main">
            <a:r>
              <a:t>packages/coding-agent/test/compaction.test.ts</a:t>
            </a:r>
          </a:p>
          <a:p xmlns:a="http://schemas.openxmlformats.org/drawingml/2006/main">
            <a:r>
              <a:t/>
            </a:r>
          </a:p>
          <a:p xmlns:a="http://schemas.openxmlformats.org/drawingml/2006/main">
            <a:r>
              <a:t>packages/coding-agent/test/session-context-edit.test.ts</a:t>
            </a:r>
          </a:p>
          <a:p xmlns:a="http://schemas.openxmlformats.org/drawingml/2006/main">
            <a:r>
              <a:t/>
            </a:r>
          </a:p>
          <a:p xmlns:a="http://schemas.openxmlformats.org/drawingml/2006/main">
            <a:r>
              <a:t>packages/coding-agent/test/suite/agent-session-compaction.test.ts</a:t>
            </a:r>
          </a:p>
          <a:p xmlns:a="http://schemas.openxmlformats.org/drawingml/2006/main">
            <a:r>
              <a:t/>
            </a:r>
          </a:p>
          <a:p xmlns:a="http://schemas.openxmlformats.org/drawingml/2006/main">
            <a:r>
              <a:t>packages/coding-agent/test/compaction-nested-calls.test.ts</a:t>
            </a:r>
          </a:p>
          <a:p xmlns:a="http://schemas.openxmlformats.org/drawingml/2006/main">
            <a:r>
              <a:t/>
            </a:r>
          </a:p>
          <a:p xmlns:a="http://schemas.openxmlformats.org/drawingml/2006/main">
            <a:r>
              <a:t>packages/coding-agent/test/compaction-serialization.test.ts</a:t>
            </a:r>
          </a:p>
          <a:p xmlns:a="http://schemas.openxmlformats.org/drawingml/2006/main">
            <a:r>
              <a:t/>
            </a:r>
          </a:p>
          <a:p xmlns:a="http://schemas.openxmlformats.org/drawingml/2006/main">
            <a:r>
              <a:t>packages/coding-agent/test/cache-warmer.test.ts</a:t>
            </a:r>
          </a:p>
          <a:p xmlns:a="http://schemas.openxmlformats.org/drawingml/2006/main">
            <a:r>
              <a:t/>
            </a:r>
          </a:p>
          <a:p xmlns:a="http://schemas.openxmlformats.org/drawingml/2006/main">
            <a:r>
              <a:t>packages/coding-agent/test/llama-extension.test.ts</a:t>
            </a:r>
          </a:p>
          <a:p xmlns:a="http://schemas.openxmlformats.org/drawingml/2006/main">
            <a:r>
              <a:t/>
            </a:r>
          </a:p>
          <a:p xmlns:a="http://schemas.openxmlformats.org/drawingml/2006/main">
            <a:r>
              <a:t>packages/coding-agent/test/suite/regressions/7193-event-bus-lifecycle.test.ts</a:t>
            </a:r>
          </a:p>
          <a:p xmlns:a="http://schemas.openxmlformats.org/drawingml/2006/main">
            <a:r>
              <a:t/>
            </a:r>
          </a:p>
          <a:p xmlns:a="http://schemas.openxmlformats.org/drawingml/2006/main">
            <a:r>
              <a:t>packages/coding-agent/test/suite/regressions/8423-extension-factory-failure.test.ts</a:t>
            </a:r>
          </a:p>
          <a:p xmlns:a="http://schemas.openxmlformats.org/drawingml/2006/main">
            <a:r>
              <a:t/>
            </a:r>
          </a:p>
          <a:p xmlns:a="http://schemas.openxmlformats.org/drawingml/2006/main">
            <a:r>
              <a:t>packages/coding-agent/test/utilities.ts</a:t>
            </a:r>
          </a:p>
          <a:p xmlns:a="http://schemas.openxmlformats.org/drawingml/2006/main">
            <a:r>
              <a:t/>
            </a:r>
          </a:p>
          <a:p xmlns:a="http://schemas.openxmlformats.org/drawingml/2006/main">
            <a:r>
              <a:t>packages/coding-agent/test/compaction-extensions-example.test.ts</a:t>
            </a:r>
          </a:p>
          <a:p xmlns:a="http://schemas.openxmlformats.org/drawingml/2006/main">
            <a:r>
              <a:t/>
            </a:r>
          </a:p>
          <a:p xmlns:a="http://schemas.openxmlformats.org/drawingml/2006/main">
            <a:r>
              <a:t>packages/coding-agent/test/compaction-extensions.test.ts</a:t>
            </a:r>
          </a:p>
          <a:p xmlns:a="http://schemas.openxmlformats.org/drawingml/2006/main">
            <a:r>
              <a:t/>
            </a:r>
          </a:p>
          <a:p xmlns:a="http://schemas.openxmlformats.org/drawingml/2006/main">
            <a:r>
              <a:t>packages/coding-agent/test/git-merge-and-resolve-extension.test.ts</a:t>
            </a:r>
          </a:p>
          <a:p xmlns:a="http://schemas.openxmlformats.org/drawingml/2006/main">
            <a:r>
              <a:t/>
            </a:r>
          </a:p>
          <a:p xmlns:a="http://schemas.openxmlformats.org/drawingml/2006/main">
            <a:r>
              <a:t>packages/coding-agent/test/input-transform-streaming-example.test.ts</a:t>
            </a:r>
          </a:p>
          <a:p xmlns:a="http://schemas.openxmlformats.org/drawingml/2006/main">
            <a:r>
              <a:t/>
            </a:r>
          </a:p>
          <a:p xmlns:a="http://schemas.openxmlformats.org/drawingml/2006/main">
            <a:r>
              <a:t>packages/coding-agent/test/plan-mode-extension.test.ts</a:t>
            </a:r>
          </a:p>
          <a:p xmlns:a="http://schemas.openxmlformats.org/drawingml/2006/main">
            <a:r>
              <a:t/>
            </a:r>
          </a:p>
          <a:p xmlns:a="http://schemas.openxmlformats.org/drawingml/2006/main">
            <a:r>
              <a:t>packages/coding-agent/test/suite/agent-session-compaction-model-overrides.test.ts</a:t>
            </a:r>
          </a:p>
          <a:p xmlns:a="http://schemas.openxmlformats.org/drawingml/2006/main">
            <a:r>
              <a:t/>
            </a:r>
          </a:p>
          <a:p xmlns:a="http://schemas.openxmlformats.org/drawingml/2006/main">
            <a:r>
              <a:t>packages/coding-agent/test/suite/agent-session-prompt.test.ts</a:t>
            </a:r>
          </a:p>
          <a:p xmlns:a="http://schemas.openxmlformats.org/drawingml/2006/main">
            <a:r>
              <a:t/>
            </a:r>
          </a:p>
          <a:p xmlns:a="http://schemas.openxmlformats.org/drawingml/2006/main">
            <a:r>
              <a:t>packages/coding-agent/test/suite/harness.ts</a:t>
            </a:r>
          </a:p>
          <a:p xmlns:a="http://schemas.openxmlformats.org/drawingml/2006/main">
            <a:r>
              <a:t/>
            </a:r>
          </a:p>
          <a:p xmlns:a="http://schemas.openxmlformats.org/drawingml/2006/main">
            <a:r>
              <a:t>packages/coding-agent/test/suite/regressions/8261-subagent-project-trust.test.ts</a:t>
            </a:r>
          </a:p>
          <a:p xmlns:a="http://schemas.openxmlformats.org/drawingml/2006/main">
            <a:r>
              <a:t/>
            </a:r>
          </a:p>
          <a:p xmlns:a="http://schemas.openxmlformats.org/drawingml/2006/main">
            <a:r>
              <a:t>packages/coding-agent/test/suite/virtual-models.test.ts</a:t>
            </a:r>
          </a:p>
          <a:p xmlns:a="http://schemas.openxmlformats.org/drawingml/2006/main">
            <a:r>
              <a:t/>
            </a:r>
          </a:p>
          <a:p xmlns:a="http://schemas.openxmlformats.org/drawingml/2006/main">
            <a:r>
              <a:t>packages/coding-agent/test/trigger-compact-extension.test.ts</a:t>
            </a:r>
          </a:p>
          <a:p xmlns:a="http://schemas.openxmlformats.org/drawingml/2006/main">
            <a:r>
              <a:t/>
            </a:r>
          </a:p>
          <a:p xmlns:a="http://schemas.openxmlformats.org/drawingml/2006/main">
            <a:r>
              <a:t>packages/coding-agent/test/extensions-discovery.test.ts</a:t>
            </a:r>
          </a:p>
          <a:p xmlns:a="http://schemas.openxmlformats.org/drawingml/2006/main">
            <a:r>
              <a:t/>
            </a:r>
          </a:p>
          <a:p xmlns:a="http://schemas.openxmlformats.org/drawingml/2006/main">
            <a:r>
              <a:t>packages/coding-agent/test/extensions-input-event.test.ts</a:t>
            </a:r>
          </a:p>
          <a:p xmlns:a="http://schemas.openxmlformats.org/drawingml/2006/main">
            <a:r>
              <a:t/>
            </a:r>
          </a:p>
          <a:p xmlns:a="http://schemas.openxmlformats.org/drawingml/2006/main">
            <a:r>
              <a:t>packages/coding-agent/test/suite/regressions/8237-node-sea-extension-loading.test.ts</a:t>
            </a:r>
          </a:p>
          <a:p xmlns:a="http://schemas.openxmlformats.org/drawingml/2006/main">
            <a:r>
              <a:t/>
            </a:r>
          </a:p>
          <a:p xmlns:a="http://schemas.openxmlformats.org/drawingml/2006/main">
            <a:r>
              <a:t>packages/coding-agent/test/suite/regressions/9540-extension-loader-lazy.test.ts</a:t>
            </a:r>
          </a:p>
          <a:p xmlns:a="http://schemas.openxmlformats.org/drawingml/2006/main">
            <a:r>
              <a:t/>
            </a:r>
          </a:p>
          <a:p xmlns:a="http://schemas.openxmlformats.org/drawingml/2006/main">
            <a:r>
              <a:t>packages/coding-agent/test/suite/regressions/extension-factory-cache.test.ts</a:t>
            </a:r>
          </a:p>
          <a:p xmlns:a="http://schemas.openxmlformats.org/drawingml/2006/main">
            <a:r>
              <a:t/>
            </a:r>
          </a:p>
          <a:p xmlns:a="http://schemas.openxmlformats.org/drawingml/2006/main">
            <a:r>
              <a:t>packages/coding-agent/test/resource-loader.test.ts</a:t>
            </a:r>
          </a:p>
          <a:p xmlns:a="http://schemas.openxmlformats.org/drawingml/2006/main">
            <a:r>
              <a:t/>
            </a:r>
          </a:p>
          <a:p xmlns:a="http://schemas.openxmlformats.org/drawingml/2006/main">
            <a:r>
              <a:t>packages/coding-agent/test/suite/agent-session-mcp-oauth.test.ts</a:t>
            </a:r>
          </a:p>
          <a:p xmlns:a="http://schemas.openxmlformats.org/drawingml/2006/main">
            <a:r>
              <a:t/>
            </a:r>
          </a:p>
          <a:p xmlns:a="http://schemas.openxmlformats.org/drawingml/2006/main">
            <a:r>
              <a:t>packages/coding-agent/test/codemode-renderer.test.ts</a:t>
            </a:r>
          </a:p>
          <a:p xmlns:a="http://schemas.openxmlformats.org/drawingml/2006/main">
            <a:r>
              <a:t/>
            </a:r>
          </a:p>
          <a:p xmlns:a="http://schemas.openxmlformats.org/drawingml/2006/main">
            <a:r>
              <a:t>packages/coding-agent/test/custom-message.test.ts</a:t>
            </a:r>
          </a:p>
          <a:p xmlns:a="http://schemas.openxmlformats.org/drawingml/2006/main">
            <a:r>
              <a:t/>
            </a:r>
          </a:p>
          <a:p xmlns:a="http://schemas.openxmlformats.org/drawingml/2006/main">
            <a:r>
              <a:t>packages/coding-agent/test/edit-tool-legacy-input.test.ts</a:t>
            </a:r>
          </a:p>
          <a:p xmlns:a="http://schemas.openxmlformats.org/drawingml/2006/main">
            <a:r>
              <a:t/>
            </a:r>
          </a:p>
          <a:p xmlns:a="http://schemas.openxmlformats.org/drawingml/2006/main">
            <a:r>
              <a:t>packages/coding-agent/test/export-html-whitespace.test.ts</a:t>
            </a:r>
          </a:p>
          <a:p xmlns:a="http://schemas.openxmlformats.org/drawingml/2006/main">
            <a:r>
              <a:t/>
            </a:r>
          </a:p>
          <a:p xmlns:a="http://schemas.openxmlformats.org/drawingml/2006/main">
            <a:r>
              <a:t>packages/coding-agent/test/image-resize-callers.test.ts</a:t>
            </a:r>
          </a:p>
          <a:p xmlns:a="http://schemas.openxmlformats.org/drawingml/2006/main">
            <a:r>
              <a:t/>
            </a:r>
          </a:p>
          <a:p xmlns:a="http://schemas.openxmlformats.org/drawingml/2006/main">
            <a:r>
              <a:t>packages/coding-agent/test/interactive-mode-status.test.ts</a:t>
            </a:r>
          </a:p>
          <a:p xmlns:a="http://schemas.openxmlformats.org/drawingml/2006/main">
            <a:r>
              <a:t/>
            </a:r>
          </a:p>
          <a:p xmlns:a="http://schemas.openxmlformats.org/drawingml/2006/main">
            <a:r>
              <a:t>packages/coding-agent/test/mermaid.test.ts</a:t>
            </a:r>
          </a:p>
          <a:p xmlns:a="http://schemas.openxmlformats.org/drawingml/2006/main">
            <a:r>
              <a:t/>
            </a:r>
          </a:p>
          <a:p xmlns:a="http://schemas.openxmlformats.org/drawingml/2006/main">
            <a:r>
              <a:t>packages/coding-agent/test/output-pad.test.ts</a:t>
            </a:r>
          </a:p>
          <a:p xmlns:a="http://schemas.openxmlformats.org/drawingml/2006/main">
            <a:r>
              <a:t/>
            </a:r>
          </a:p>
          <a:p xmlns:a="http://schemas.openxmlformats.org/drawingml/2006/main">
            <a:r>
              <a:t>packages/coding-agent/test/suite/agent-session-codemode.test.ts</a:t>
            </a:r>
          </a:p>
          <a:p xmlns:a="http://schemas.openxmlformats.org/drawingml/2006/main">
            <a:r>
              <a:t/>
            </a:r>
          </a:p>
          <a:p xmlns:a="http://schemas.openxmlformats.org/drawingml/2006/main">
            <a:r>
              <a:t>packages/coding-agent/test/suite/agent-session-mcp.test.ts</a:t>
            </a:r>
          </a:p>
          <a:p xmlns:a="http://schemas.openxmlformats.org/drawingml/2006/main">
            <a:r>
              <a:t/>
            </a:r>
          </a:p>
          <a:p xmlns:a="http://schemas.openxmlformats.org/drawingml/2006/main">
            <a:r>
              <a:t>packages/coding-agent/test/suite/agent-session-tool-orchestration.test.ts</a:t>
            </a:r>
          </a:p>
          <a:p xmlns:a="http://schemas.openxmlformats.org/drawingml/2006/main">
            <a:r>
              <a:t/>
            </a:r>
          </a:p>
          <a:p xmlns:a="http://schemas.openxmlformats.org/drawingml/2006/main">
            <a:r>
              <a:t>packages/coding-agent/test/suite/regressions/10285-mcp-tool-renderers.test.ts</a:t>
            </a:r>
          </a:p>
          <a:p xmlns:a="http://schemas.openxmlformats.org/drawingml/2006/main">
            <a:r>
              <a:t/>
            </a:r>
          </a:p>
          <a:p xmlns:a="http://schemas.openxmlformats.org/drawingml/2006/main">
            <a:r>
              <a:t>packages/coding-agent/test/tool-execution-component.test.ts</a:t>
            </a:r>
          </a:p>
          <a:p xmlns:a="http://schemas.openxmlformats.org/drawingml/2006/main">
            <a:r>
              <a:t/>
            </a:r>
          </a:p>
          <a:p xmlns:a="http://schemas.openxmlformats.org/drawingml/2006/main">
            <a:r>
              <a:t>packages/coding-agent/test/tool-search.test.ts</a:t>
            </a:r>
          </a:p>
          <a:p xmlns:a="http://schemas.openxmlformats.org/drawingml/2006/main">
            <a:r>
              <a:t/>
            </a:r>
          </a:p>
          <a:p xmlns:a="http://schemas.openxmlformats.org/drawingml/2006/main">
            <a:r>
              <a:t>packages/coding-agent/test/tools.test.ts</a:t>
            </a:r>
          </a:p>
          <a:p xmlns:a="http://schemas.openxmlformats.org/drawingml/2006/main">
            <a:r>
              <a:t/>
            </a:r>
          </a:p>
          <a:p xmlns:a="http://schemas.openxmlformats.org/drawingml/2006/main">
            <a:r>
              <a:t>packages/coding-agent/test/suite/regressions/11156-pi-ai-models-virtual-module.test.ts</a:t>
            </a:r>
          </a:p>
          <a:p xmlns:a="http://schemas.openxmlformats.org/drawingml/2006/main">
            <a:r>
              <a:t/>
            </a:r>
          </a:p>
          <a:p xmlns:a="http://schemas.openxmlformats.org/drawingml/2006/main">
            <a:r>
              <a:t>packages/coding-agent/test/agent-session-auto-compaction-queue.test.ts</a:t>
            </a:r>
          </a:p>
          <a:p xmlns:a="http://schemas.openxmlformats.org/drawingml/2006/main">
            <a:r>
              <a:t/>
            </a:r>
          </a:p>
          <a:p xmlns:a="http://schemas.openxmlformats.org/drawingml/2006/main">
            <a:r>
              <a:t>packages/coding-agent/test/agent-session-compaction.test.ts</a:t>
            </a:r>
          </a:p>
          <a:p xmlns:a="http://schemas.openxmlformats.org/drawingml/2006/main">
            <a:r>
              <a:t/>
            </a:r>
          </a:p>
          <a:p xmlns:a="http://schemas.openxmlformats.org/drawingml/2006/main">
            <a:r>
              <a:t>packages/coding-agent/test/agent-session-concurrent.test.ts</a:t>
            </a:r>
          </a:p>
          <a:p xmlns:a="http://schemas.openxmlformats.org/drawingml/2006/main">
            <a:r>
              <a:t/>
            </a:r>
          </a:p>
          <a:p xmlns:a="http://schemas.openxmlformats.org/drawingml/2006/main">
            <a:r>
              <a:t>packages/coding-agent/test/agent-session-retry.test.ts</a:t>
            </a:r>
          </a:p>
          <a:p xmlns:a="http://schemas.openxmlformats.org/drawingml/2006/main">
            <a:r>
              <a:t/>
            </a:r>
          </a:p>
          <a:p xmlns:a="http://schemas.openxmlformats.org/drawingml/2006/main">
            <a:r>
              <a:t>packages/coding-agent/test/agent-session-stats.test.ts</a:t>
            </a:r>
          </a:p>
          <a:p xmlns:a="http://schemas.openxmlformats.org/drawingml/2006/main">
            <a:r>
              <a:t/>
            </a:r>
          </a:p>
          <a:p xmlns:a="http://schemas.openxmlformats.org/drawingml/2006/main">
            <a:r>
              <a:t>packages/coding-agent/test/footer-width.test.ts</a:t>
            </a:r>
          </a:p>
          <a:p xmlns:a="http://schemas.openxmlformats.org/drawingml/2006/main">
            <a:r>
              <a:t/>
            </a:r>
          </a:p>
          <a:p xmlns:a="http://schemas.openxmlformats.org/drawingml/2006/main">
            <a:r>
              <a:t>packages/coding-agent/test/model-resolver.test.ts</a:t>
            </a:r>
          </a:p>
          <a:p xmlns:a="http://schemas.openxmlformats.org/drawingml/2006/main">
            <a:r>
              <a:t/>
            </a:r>
          </a:p>
          <a:p xmlns:a="http://schemas.openxmlformats.org/drawingml/2006/main">
            <a:r>
              <a:t>packages/coding-agent/test/program-status-reporter.test.ts</a:t>
            </a:r>
          </a:p>
          <a:p xmlns:a="http://schemas.openxmlformats.org/drawingml/2006/main">
            <a:r>
              <a:t/>
            </a:r>
          </a:p>
          <a:p xmlns:a="http://schemas.openxmlformats.org/drawingml/2006/main">
            <a:r>
              <a:t>packages/coding-agent/test/suite/regressions/4167-thinking-toggle-pending-tool-render.test.ts</a:t>
            </a:r>
          </a:p>
          <a:p xmlns:a="http://schemas.openxmlformats.org/drawingml/2006/main">
            <a:r>
              <a:t/>
            </a:r>
          </a:p>
          <a:p xmlns:a="http://schemas.openxmlformats.org/drawingml/2006/main">
            <a:r>
              <a:t>packages/coding-agent/test/suite/regressions/5596-missing-theme-export.test.ts</a:t>
            </a:r>
          </a:p>
          <a:p xmlns:a="http://schemas.openxmlformats.org/drawingml/2006/main">
            <a:r>
              <a:t/>
            </a:r>
          </a:p>
          <a:p xmlns:a="http://schemas.openxmlformats.org/drawingml/2006/main">
            <a:r>
              <a:t>packages/coding-agent/test/suite/regressions/5943-session-start-notify.test.ts</a:t>
            </a:r>
          </a:p>
          <a:p xmlns:a="http://schemas.openxmlformats.org/drawingml/2006/main">
            <a:r>
              <a:t/>
            </a:r>
          </a:p>
          <a:p xmlns:a="http://schemas.openxmlformats.org/drawingml/2006/main">
            <a:r>
              <a:t>packages/coding-agent/test/suite/regressions/7150-rpc-prompt-during-compaction.test.ts</a:t>
            </a:r>
          </a:p>
          <a:p xmlns:a="http://schemas.openxmlformats.org/drawingml/2006/main">
            <a:r>
              <a:t/>
            </a:r>
          </a:p>
          <a:p xmlns:a="http://schemas.openxmlformats.org/drawingml/2006/main">
            <a:r>
              <a:t>packages/coding-agent/test/test-harness.ts</a:t>
            </a:r>
          </a:p>
          <a:p xmlns:a="http://schemas.openxmlformats.org/drawingml/2006/main">
            <a:r>
              <a:t/>
            </a:r>
          </a:p>
          <a:p xmlns:a="http://schemas.openxmlformats.org/drawingml/2006/main">
            <a:r>
              <a:t>packages/coding-agent/test/suite/regressions/8537-custom-message-tool-result-ordering.test.ts</a:t>
            </a:r>
          </a:p>
          <a:p xmlns:a="http://schemas.openxmlformats.org/drawingml/2006/main">
            <a:r>
              <a:t/>
            </a:r>
          </a:p>
          <a:p xmlns:a="http://schemas.openxmlformats.org/drawingml/2006/main">
            <a:r>
              <a:t>功能编号：</a:t>
            </a:r>
          </a:p>
          <a:p xmlns:a="http://schemas.openxmlformats.org/drawingml/2006/main">
            <a:r>
              <a:t/>
            </a:r>
          </a:p>
          <a:p xmlns:a="http://schemas.openxmlformats.org/drawingml/2006/main">
            <a:r>
              <a:t>UI-24 · 启动信息与诊断 [内置] 查看已加载资源、版本、活动快捷键和更新日志；`/debug` 导出终端渲染与会话数据便于排错。</a:t>
            </a:r>
          </a:p>
          <a:p xmlns:a="http://schemas.openxmlformats.org/drawingml/2006/main">
            <a:r>
              <a:t/>
            </a:r>
          </a:p>
          <a:p xmlns:a="http://schemas.openxmlformats.org/drawingml/2006/main">
            <a:r>
              <a:t>SES-24 · 私有问题报告 [内置] 收集环境、错误与可选会话／摘要，支持上传或导出 ZIP，失败时可退回本地导出。</a:t>
            </a:r>
          </a:p>
          <a:p xmlns:a="http://schemas.openxmlformats.org/drawingml/2006/main">
            <a:r>
              <a:t/>
            </a:r>
          </a:p>
          <a:p xmlns:a="http://schemas.openxmlformats.org/drawingml/2006/main">
            <a:r>
              <a:t>SES-25 · 摘要序列化排除推理块 [内置] 压缩、分支摘要及 bug 报告序列化不再包含 thinking，避免不在实时上下文中的重放推理使摘要请求反而大于原上下文。</a:t>
            </a:r>
          </a:p>
          <a:p xmlns:a="http://schemas.openxmlformats.org/drawingml/2006/main">
            <a:r>
              <a:t/>
            </a:r>
          </a:p>
          <a:p xmlns:a="http://schemas.openxmlformats.org/drawingml/2006/main">
            <a:r>
              <a:t>EXT-22 · 会话控制与安全切换 [库] 命令上下文可等待空闲、重载、导航与替换会话；替换后应使用新上下文和重新绑定监听。</a:t>
            </a:r>
          </a:p>
          <a:p xmlns:a="http://schemas.openxmlformats.org/drawingml/2006/main">
            <a:r>
              <a:t/>
            </a:r>
          </a:p>
          <a:p xmlns:a="http://schemas.openxmlformats.org/drawingml/2006/main">
            <a:r>
              <a:t>INT-01 · 进程内创建会话 [库] 在 Node.js／Bun 应用中直接创建 AgentSession，复用 Pi 的模型、工具、配置、会话和扩展，而无需启动终端。</a:t>
            </a:r>
          </a:p>
          <a:p xmlns:a="http://schemas.openxmlformats.org/drawingml/2006/main">
            <a:r>
              <a:t/>
            </a:r>
          </a:p>
          <a:p xmlns:a="http://schemas.openxmlformats.org/drawingml/2006/main">
            <a:r>
              <a:t>INT-03 · 等待、取消和销毁 [库] 等待真正空闲，或取消工作并等待结束；销毁会话时清除监听和旧扩展上下文。</a:t>
            </a:r>
          </a:p>
          <a:p xmlns:a="http://schemas.openxmlformats.org/drawingml/2006/main">
            <a:r>
              <a:t/>
            </a:r>
          </a:p>
          <a:p xmlns:a="http://schemas.openxmlformats.org/drawingml/2006/main">
            <a:r>
              <a:t>INT-04 · 会话事件订阅 [库] 接收文本增量、工具进度、队列、重试、压缩及最终静止事件，以驱动自己的界面。</a:t>
            </a:r>
          </a:p>
          <a:p xmlns:a="http://schemas.openxmlformats.org/drawingml/2006/main">
            <a:r>
              <a:t/>
            </a:r>
          </a:p>
          <a:p xmlns:a="http://schemas.openxmlformats.org/drawingml/2006/main">
            <a:r>
              <a:t>INT-05 · 宿主依赖注入 [库] 替换 ModelRuntime、SettingsManager、SessionManager、ResourceLoader 与工具集合，让宿主控制存储和资源边界。</a:t>
            </a:r>
          </a:p>
          <a:p xmlns:a="http://schemas.openxmlformats.org/drawingml/2006/main">
            <a:r>
              <a:t/>
            </a:r>
          </a:p>
          <a:p xmlns:a="http://schemas.openxmlformats.org/drawingml/2006/main">
            <a:r>
              <a:t>INT-07 · 会话运行时替换 [库] 在同一宿主中新建、切换、分叉或导入会话，按目标工作目录重新创建服务；旧订阅需要重绑。</a:t>
            </a:r>
          </a:p>
          <a:p xmlns:a="http://schemas.openxmlformats.org/drawingml/2006/main">
            <a:r>
              <a:t/>
            </a:r>
          </a:p>
          <a:p xmlns:a="http://schemas.openxmlformats.org/drawingml/2006/main">
            <a:r>
              <a:t>AG-01 · 有状态 Agent [库] 保存模型、推理级别、可执行工具、消息、流式状态与待完成调用，供应用构建自己的智能体。</a:t>
            </a:r>
          </a:p>
          <a:p xmlns:a="http://schemas.openxmlformats.org/drawingml/2006/main">
            <a:r>
              <a:t/>
            </a:r>
          </a:p>
          <a:p xmlns:a="http://schemas.openxmlformats.org/drawingml/2006/main">
            <a:r>
              <a:t>AG-02 · 多轮工具循环 [库] 模型回答要求工具时先执行工具、加入结果，再调用模型，直到正常完成、错误、中止或调度控制结束。</a:t>
            </a:r>
          </a:p>
          <a:p xmlns:a="http://schemas.openxmlformats.org/drawingml/2006/main">
            <a:r>
              <a:t/>
            </a:r>
          </a:p>
          <a:p xmlns:a="http://schemas.openxmlformats.org/drawingml/2006/main">
            <a:r>
              <a:t>AG-03 · 上下文预处理 [库] 在模型格式转换前裁剪、注入或变换应用消息，便于构建检索或自定义历史管理。</a:t>
            </a:r>
          </a:p>
          <a:p xmlns:a="http://schemas.openxmlformats.org/drawingml/2006/main">
            <a:r>
              <a:t/>
            </a:r>
          </a:p>
          <a:p xmlns:a="http://schemas.openxmlformats.org/drawingml/2006/main">
            <a:r>
              <a:t>AG-04 · 自定义消息类型 [库] 扩展应用消息并转换成模型可识别的 user、assistant、toolResult 等结构，或过滤仅 UI 使用的消息。</a:t>
            </a:r>
          </a:p>
          <a:p xmlns:a="http://schemas.openxmlformats.org/drawingml/2006/main">
            <a:r>
              <a:t/>
            </a:r>
          </a:p>
          <a:p xmlns:a="http://schemas.openxmlformats.org/drawingml/2006/main">
            <a:r>
              <a:t>AG-05 · 文本与图片提示 [库] 支持文本、图片内容块或完整 AgentMessage 输入，让宿主以统一入口提供多模态任务。</a:t>
            </a:r>
          </a:p>
          <a:p xmlns:a="http://schemas.openxmlformats.org/drawingml/2006/main">
            <a:r>
              <a:t/>
            </a:r>
          </a:p>
          <a:p xmlns:a="http://schemas.openxmlformats.org/drawingml/2006/main">
            <a:r>
              <a:t>AG-06 · 并行工具批次 [库] 默认先顺序完成工具预检，再并行执行通过的调用；完成事件按完成顺序，历史结果仍按模型原始顺序保存。</a:t>
            </a:r>
          </a:p>
          <a:p xmlns:a="http://schemas.openxmlformats.org/drawingml/2006/main">
            <a:r>
              <a:t/>
            </a:r>
          </a:p>
          <a:p xmlns:a="http://schemas.openxmlformats.org/drawingml/2006/main">
            <a:r>
              <a:t>AG-07 · 串行工具约束 [库] 全局或单工具可要求串行；批次中存在串行工具时整批串行，保护共享可变状态。</a:t>
            </a:r>
          </a:p>
          <a:p xmlns:a="http://schemas.openxmlformats.org/drawingml/2006/main">
            <a:r>
              <a:t/>
            </a:r>
          </a:p>
          <a:p xmlns:a="http://schemas.openxmlformats.org/drawingml/2006/main">
            <a:r>
              <a:t>AG-10 · 终止结果提示 [库] 当一批所有最终工具结果都要求 terminate 时，跳过后续模型请求；混合批次仍正常继续。</a:t>
            </a:r>
          </a:p>
          <a:p xmlns:a="http://schemas.openxmlformats.org/drawingml/2006/main">
            <a:r>
              <a:t/>
            </a:r>
          </a:p>
          <a:p xmlns:a="http://schemas.openxmlformats.org/drawingml/2006/main">
            <a:r>
              <a:t>AG-11 · 请求准备屏障 [库] 每次模型请求前安装权威上下文，使持久化会话状态能成为实际请求来源。</a:t>
            </a:r>
          </a:p>
          <a:p xmlns:a="http://schemas.openxmlformats.org/drawingml/2006/main">
            <a:r>
              <a:t/>
            </a:r>
          </a:p>
          <a:p xmlns:a="http://schemas.openxmlformats.org/drawingml/2006/main">
            <a:r>
              <a:t>AG-12 · 轮次收尾决策 [库] 在助手与工具结果完成后决定结束或再请求一次；错误和中止仍是硬退出。</a:t>
            </a:r>
          </a:p>
          <a:p xmlns:a="http://schemas.openxmlformats.org/drawingml/2006/main">
            <a:r>
              <a:t/>
            </a:r>
          </a:p>
          <a:p xmlns:a="http://schemas.openxmlformats.org/drawingml/2006/main">
            <a:r>
              <a:t>AG-13 · Steering／follow-up 队列 [库] 分开管理当前任务纠偏和后续任务，支持逐条／整批、窥视和清理队列。</a:t>
            </a:r>
          </a:p>
          <a:p xmlns:a="http://schemas.openxmlformats.org/drawingml/2006/main">
            <a:r>
              <a:t/>
            </a:r>
          </a:p>
          <a:p xmlns:a="http://schemas.openxmlformats.org/drawingml/2006/main">
            <a:r>
              <a:t>AG-14 · 有序事件与异步订阅 [库] 发布 agent、turn、message、tool 全流程事件；Agent 的订阅按注册顺序等待，允许宿主把落盘操作作为屏障。</a:t>
            </a:r>
          </a:p>
          <a:p xmlns:a="http://schemas.openxmlformats.org/drawingml/2006/main">
            <a:r>
              <a:t/>
            </a:r>
          </a:p>
          <a:p xmlns:a="http://schemas.openxmlformats.org/drawingml/2006/main">
            <a:r>
              <a:t>AG-15 · 取消与真正空闲 [库] 传播取消并等待整个运行结算，包括 agent_end 订阅完成，而不只等待最后一块文本。</a:t>
            </a:r>
          </a:p>
          <a:p xmlns:a="http://schemas.openxmlformats.org/drawingml/2006/main">
            <a:r>
              <a:t/>
            </a:r>
          </a:p>
          <a:p xmlns:a="http://schemas.openxmlformats.org/drawingml/2006/main">
            <a:r>
              <a:t>AG-16 · 系统提示和工具变更记录 [库] 用系统消息记录提示与工具声明变化，请求前将可执行集合与会话声明对齐，支持准确重放。</a:t>
            </a:r>
          </a:p>
          <a:p xmlns:a="http://schemas.openxmlformats.org/drawingml/2006/main">
            <a:r>
              <a:t/>
            </a:r>
          </a:p>
          <a:p xmlns:a="http://schemas.openxmlformats.org/drawingml/2006/main">
            <a:r>
              <a:t>AG-17 · 动态认证与会话亲和 [库] 宿主提供动态凭据解析、sessionId 和推理预算，将认证刷新及提供商缓存接入循环。</a:t>
            </a:r>
          </a:p>
          <a:p xmlns:a="http://schemas.openxmlformats.org/drawingml/2006/main">
            <a:r>
              <a:t/>
            </a:r>
          </a:p>
          <a:p xmlns:a="http://schemas.openxmlformats.org/drawingml/2006/main">
            <a:r>
              <a:t>AG-18 · 底层无类循环 [库] 直接使用异步事件流驱动循环，便于定制宿主；底层流不会像 Agent 类那样等待消费者处理事件。</a:t>
            </a:r>
          </a:p>
          <a:p xmlns:a="http://schemas.openxmlformats.org/drawingml/2006/main">
            <a:r>
              <a:t/>
            </a:r>
          </a:p>
          <a:p xmlns:a="http://schemas.openxmlformats.org/drawingml/2006/main">
            <a:r>
              <a:t>TEL-11 · Pi 领域诊断词汇 [库] Pi 领域 schema 按所属运行层维护：AI 的请求/轮询与 Durable 的任务/提交分别记录，宿主显式传播 span；未知用量不推算，正常遥测不携带完整提示正文。详见 AI-40、DUR-72。</a:t>
            </a:r>
          </a:p>
          <a:p xmlns:a="http://schemas.openxmlformats.org/drawingml/2006/main">
            <a:r>
              <a:t/>
            </a:r>
          </a:p>
          <a:p xmlns:a="http://schemas.openxmlformats.org/drawingml/2006/main">
            <a:r>
              <a:t>OTH-56 · SDK 完整演练集 [示例] 14 个示例覆盖最小调用、模型、提示、技能、工具、扩展、上下文、模板、认证、设置、会话、完全替换宿主、runtime 切换、MCP／Codemode。</a:t>
            </a:r>
          </a:p>
          <a:p xmlns:a="http://schemas.openxmlformats.org/drawingml/2006/main">
            <a:r>
              <a:t/>
            </a:r>
          </a:p>
          <a:p xmlns:a="http://schemas.openxmlformats.org/drawingml/2006/main">
            <a:r>
              <a:t>OTH-84 · 依赖供应链检查 [工程支持] 固定直接外部依赖，检查锁文件及安装锁，默认忽略依赖生命周期脚本，并进行相应审计。</a:t>
            </a:r>
          </a:p>
          <a:p xmlns:a="http://schemas.openxmlformats.org/drawingml/2006/main">
            <a:r>
              <a:t/>
            </a:r>
          </a:p>
          <a:p xmlns:a="http://schemas.openxmlformats.org/drawingml/2006/main">
            <a:r>
              <a:t>OTH-85 · 静态检查与定向测试 [工程支持] 根 check 检查格式、类型及依赖等；测试按包和具体文件运行，交互测试另有专门流程。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源码基线：136b87e8a7f5a3e5186de0289523ba327dc592fc</a:t>
            </a:r>
          </a:p>
          <a:p xmlns:a="http://schemas.openxmlformats.org/drawingml/2006/main">
            <a:r>
              <a:t/>
            </a:r>
          </a:p>
          <a:p xmlns:a="http://schemas.openxmlformats.org/drawingml/2006/main">
            <a:r>
              <a:t>课程：07 测试与排错 / telemetry-diagnostics / 日志、Span、事件与性能定位</a:t>
            </a:r>
          </a:p>
          <a:p xmlns:a="http://schemas.openxmlformats.org/drawingml/2006/main">
            <a:r>
              <a:t/>
            </a:r>
          </a:p>
          <a:p xmlns:a="http://schemas.openxmlformats.org/drawingml/2006/main">
            <a:r>
              <a:t>场景：请求变慢或失败，但需要知道耗时发生在哪一层。</a:t>
            </a:r>
          </a:p>
          <a:p xmlns:a="http://schemas.openxmlformats.org/drawingml/2006/main">
            <a:r>
              <a:t/>
            </a:r>
          </a:p>
          <a:p xmlns:a="http://schemas.openxmlformats.org/drawingml/2006/main">
            <a:r>
              <a:t>以下是教学追踪顺序，具体运行分支以源码为准。</a:t>
            </a:r>
          </a:p>
          <a:p xmlns:a="http://schemas.openxmlformats.org/drawingml/2006/main">
            <a:r>
              <a:t/>
            </a:r>
          </a:p>
          <a:p xmlns:a="http://schemas.openxmlformats.org/drawingml/2006/main">
            <a:r>
              <a:t>1. 明确观测数据</a:t>
            </a:r>
          </a:p>
          <a:p xmlns:a="http://schemas.openxmlformats.org/drawingml/2006/main">
            <a:r>
              <a:t>区分 crash log、timings、请求诊断和 bug report，检查本地收集与上传分开的入口。</a:t>
            </a:r>
          </a:p>
          <a:p xmlns:a="http://schemas.openxmlformats.org/drawingml/2006/main">
            <a:r>
              <a:t>输入：错误或耗时现象</a:t>
            </a:r>
          </a:p>
          <a:p xmlns:a="http://schemas.openxmlformats.org/drawingml/2006/main">
            <a:r>
              <a:t>输出：可定位的诊断记录</a:t>
            </a:r>
          </a:p>
          <a:p xmlns:a="http://schemas.openxmlformats.org/drawingml/2006/main">
            <a:r>
              <a:t>入口：/bug；诊断事件</a:t>
            </a:r>
          </a:p>
          <a:p xmlns:a="http://schemas.openxmlformats.org/drawingml/2006/main">
            <a:r>
              <a:t>行为与边界：诊断数据可能含运行上下文；报告上传与本地记录分别处理。</a:t>
            </a:r>
          </a:p>
          <a:p xmlns:a="http://schemas.openxmlformats.org/drawingml/2006/main">
            <a:r>
              <a:t>源码：packages/coding-agent/src/core/bug-report-upload.ts:1</a:t>
            </a:r>
          </a:p>
          <a:p xmlns:a="http://schemas.openxmlformats.org/drawingml/2006/main">
            <a:r>
              <a:t>源码：packages/coding-agent/src/core/bug-report.ts:1</a:t>
            </a:r>
          </a:p>
          <a:p xmlns:a="http://schemas.openxmlformats.org/drawingml/2006/main">
            <a:r>
              <a:t>源码：packages/coding-agent/src/core/crash-log.ts:1</a:t>
            </a:r>
          </a:p>
          <a:p xmlns:a="http://schemas.openxmlformats.org/drawingml/2006/main">
            <a:r>
              <a:t>源码：packages/coding-agent/src/core/diagnostics.ts:1</a:t>
            </a:r>
          </a:p>
          <a:p xmlns:a="http://schemas.openxmlformats.org/drawingml/2006/main">
            <a:r>
              <a:t>源码：packages/coding-agent/src/core/telemetry.ts:1</a:t>
            </a:r>
          </a:p>
          <a:p xmlns:a="http://schemas.openxmlformats.org/drawingml/2006/main">
            <a:r>
              <a:t>源码：packages/coding-agent/src/core/timings.ts:1</a:t>
            </a:r>
          </a:p>
          <a:p xmlns:a="http://schemas.openxmlformats.org/drawingml/2006/main">
            <a:r>
              <a:t>源码：packages/coding-agent/src/modes/interactive/bug-report.ts:1</a:t>
            </a:r>
          </a:p>
          <a:p xmlns:a="http://schemas.openxmlformats.org/drawingml/2006/main">
            <a:r>
              <a:t/>
            </a:r>
          </a:p>
          <a:p xmlns:a="http://schemas.openxmlformats.org/drawingml/2006/main">
            <a:r>
              <a:t>2. 定义类型化 Span</a:t>
            </a:r>
          </a:p>
          <a:p xmlns:a="http://schemas.openxmlformats.org/drawingml/2006/main">
            <a:r>
              <a:t>阅读 schema、属性、事件和 createTypedSpanStarter，把上下文显式传入操作。</a:t>
            </a:r>
          </a:p>
          <a:p xmlns:a="http://schemas.openxmlformats.org/drawingml/2006/main">
            <a:r>
              <a:t>输入：操作边界与字段</a:t>
            </a:r>
          </a:p>
          <a:p xmlns:a="http://schemas.openxmlformats.org/drawingml/2006/main">
            <a:r>
              <a:t>输出：类型约束的观测事件</a:t>
            </a:r>
          </a:p>
          <a:p xmlns:a="http://schemas.openxmlformats.org/drawingml/2006/main">
            <a:r>
              <a:t>入口：defineTelemetrySchema / createTypedSpanStarter</a:t>
            </a:r>
          </a:p>
          <a:p xmlns:a="http://schemas.openxmlformats.org/drawingml/2006/main">
            <a:r>
              <a:t>行为与边界：上下文显式传入，没有全局当前 span 或内置 exporter。</a:t>
            </a:r>
          </a:p>
          <a:p xmlns:a="http://schemas.openxmlformats.org/drawingml/2006/main">
            <a:r>
              <a:t>源码：packages/telemetry/src/index.ts:1</a:t>
            </a:r>
          </a:p>
          <a:p xmlns:a="http://schemas.openxmlformats.org/drawingml/2006/main">
            <a:r>
              <a:t/>
            </a:r>
          </a:p>
          <a:p xmlns:a="http://schemas.openxmlformats.org/drawingml/2006/main">
            <a:r>
              <a:t>3. 选择记录适配器</a:t>
            </a:r>
          </a:p>
          <a:p xmlns:a="http://schemas.openxmlformats.org/drawingml/2006/main">
            <a:r>
              <a:t>比较 NOOP 与内存 recorder，检查包没有内置全局 current span 或生产 exporter。</a:t>
            </a:r>
          </a:p>
          <a:p xmlns:a="http://schemas.openxmlformats.org/drawingml/2006/main">
            <a:r>
              <a:t>输入：TelemetryContext</a:t>
            </a:r>
          </a:p>
          <a:p xmlns:a="http://schemas.openxmlformats.org/drawingml/2006/main">
            <a:r>
              <a:t>输出：记录或无操作行为</a:t>
            </a:r>
          </a:p>
          <a:p xmlns:a="http://schemas.openxmlformats.org/drawingml/2006/main">
            <a:r>
              <a:t>入口：NOOP_TELEMETRY_CONTEXT / InMemoryTelemetryContext</a:t>
            </a:r>
          </a:p>
          <a:p xmlns:a="http://schemas.openxmlformats.org/drawingml/2006/main">
            <a:r>
              <a:t>行为与边界：生产导出后端由应用提供适配。</a:t>
            </a:r>
          </a:p>
          <a:p xmlns:a="http://schemas.openxmlformats.org/drawingml/2006/main">
            <a:r>
              <a:t>源码：packages/telemetry/src/memory.ts:1</a:t>
            </a:r>
          </a:p>
          <a:p xmlns:a="http://schemas.openxmlformats.org/drawingml/2006/main">
            <a:r>
              <a:t>源码：packages/telemetry/src/noop.ts:1</a:t>
            </a:r>
          </a:p>
          <a:p xmlns:a="http://schemas.openxmlformats.org/drawingml/2006/main">
            <a:r>
              <a:t/>
            </a:r>
          </a:p>
          <a:p xmlns:a="http://schemas.openxmlformats.org/drawingml/2006/main">
            <a:r>
              <a:t>4. 验证并分析</a:t>
            </a:r>
          </a:p>
          <a:p xmlns:a="http://schemas.openxmlformats.org/drawingml/2006/main">
            <a:r>
              <a:t>运行适配器一致性用例，再结合工程分析脚本定位热路径，避免从一次测量推出稳定性能结论。</a:t>
            </a:r>
          </a:p>
          <a:p xmlns:a="http://schemas.openxmlformats.org/drawingml/2006/main">
            <a:r>
              <a:t>输入：观测记录与测试</a:t>
            </a:r>
          </a:p>
          <a:p xmlns:a="http://schemas.openxmlformats.org/drawingml/2006/main">
            <a:r>
              <a:t>输出：可解释的耗时和错误位置</a:t>
            </a:r>
          </a:p>
          <a:p xmlns:a="http://schemas.openxmlformats.org/drawingml/2006/main">
            <a:r>
              <a:t>入口：testing 子路径</a:t>
            </a:r>
          </a:p>
          <a:p xmlns:a="http://schemas.openxmlformats.org/drawingml/2006/main">
            <a:r>
              <a:t>行为与边界：测试入口不是自动启用的生产监控。</a:t>
            </a:r>
          </a:p>
          <a:p xmlns:a="http://schemas.openxmlformats.org/drawingml/2006/main">
            <a:r>
              <a:t>源码：packages/telemetry/src/testing/conformance.ts:1</a:t>
            </a:r>
          </a:p>
          <a:p xmlns:a="http://schemas.openxmlformats.org/drawingml/2006/main">
            <a:r>
              <a:t>源码：packages/telemetry/src/testing/index.ts:1</a:t>
            </a:r>
          </a:p>
          <a:p xmlns:a="http://schemas.openxmlformats.org/drawingml/2006/main">
            <a:r>
              <a:t>源码：packages/telemetry/src/testing/types.ts:1</a:t>
            </a:r>
          </a:p>
          <a:p xmlns:a="http://schemas.openxmlformats.org/drawingml/2006/main">
            <a:r>
              <a:t/>
            </a:r>
          </a:p>
          <a:p xmlns:a="http://schemas.openxmlformats.org/drawingml/2006/main">
            <a:r>
              <a:t>失败与恢复：诊断记录不是业务状态；异步操作跨越时遗漏上下文会断开关联，日志存在不代表 span 正确结束。</a:t>
            </a:r>
          </a:p>
          <a:p xmlns:a="http://schemas.openxmlformats.org/drawingml/2006/main">
            <a:r>
              <a:t/>
            </a:r>
          </a:p>
          <a:p xmlns:a="http://schemas.openxmlformats.org/drawingml/2006/main">
            <a:r>
              <a:t>练习：构造父子操作和一次异常，用内存 recorder 断言事件、结束状态和上下文关联。</a:t>
            </a:r>
          </a:p>
          <a:p xmlns:a="http://schemas.openxmlformats.org/drawingml/2006/main">
            <a:r>
              <a:t>参考判断：适配器应满足一致性契约；生产导出需要应用自行接入。</a:t>
            </a:r>
          </a:p>
          <a:p xmlns:a="http://schemas.openxmlformats.org/drawingml/2006/main">
            <a:r>
              <a:t/>
            </a:r>
          </a:p>
          <a:p xmlns:a="http://schemas.openxmlformats.org/drawingml/2006/main">
            <a:r>
              <a:t>关联专题与当前接口：</a:t>
            </a:r>
          </a:p>
          <a:p xmlns:a="http://schemas.openxmlformats.org/drawingml/2006/main">
            <a:r>
              <a:t/>
            </a:r>
          </a:p>
          <a:p xmlns:a="http://schemas.openxmlformats.org/drawingml/2006/main">
            <a:r>
              <a:t>诊断、错误记录与问题报告</a:t>
            </a:r>
          </a:p>
          <a:p xmlns:a="http://schemas.openxmlformats.org/drawingml/2006/main">
            <a:r>
              <a:t>收集诊断信息、启动耗时与问题报告内容。</a:t>
            </a:r>
          </a:p>
          <a:p xmlns:a="http://schemas.openxmlformats.org/drawingml/2006/main">
            <a:r>
              <a:t>入口：/bug；诊断事件</a:t>
            </a:r>
          </a:p>
          <a:p xmlns:a="http://schemas.openxmlformats.org/drawingml/2006/main">
            <a:r>
              <a:t>边界：诊断数据可能含运行上下文；报告上传与本地记录分别处理。</a:t>
            </a:r>
          </a:p>
          <a:p xmlns:a="http://schemas.openxmlformats.org/drawingml/2006/main">
            <a:r>
              <a:t/>
            </a:r>
          </a:p>
          <a:p xmlns:a="http://schemas.openxmlformats.org/drawingml/2006/main">
            <a:r>
              <a:t>Span、事件与类型化 schema</a:t>
            </a:r>
          </a:p>
          <a:p xmlns:a="http://schemas.openxmlformats.org/drawingml/2006/main">
            <a:r>
              <a:t>定义操作跨度、属性与事件，并从 schema 推导调用类型。</a:t>
            </a:r>
          </a:p>
          <a:p xmlns:a="http://schemas.openxmlformats.org/drawingml/2006/main">
            <a:r>
              <a:t>入口：defineTelemetrySchema / createTypedSpanStarter</a:t>
            </a:r>
          </a:p>
          <a:p xmlns:a="http://schemas.openxmlformats.org/drawingml/2006/main">
            <a:r>
              <a:t>边界：上下文显式传入，没有全局当前 span 或内置 exporter。</a:t>
            </a:r>
          </a:p>
          <a:p xmlns:a="http://schemas.openxmlformats.org/drawingml/2006/main">
            <a:r>
              <a:t/>
            </a:r>
          </a:p>
          <a:p xmlns:a="http://schemas.openxmlformats.org/drawingml/2006/main">
            <a:r>
              <a:t>空操作与内存参考实现</a:t>
            </a:r>
          </a:p>
          <a:p xmlns:a="http://schemas.openxmlformats.org/drawingml/2006/main">
            <a:r>
              <a:t>提供零记录开销路径和可检查的内存记录器。</a:t>
            </a:r>
          </a:p>
          <a:p xmlns:a="http://schemas.openxmlformats.org/drawingml/2006/main">
            <a:r>
              <a:t>入口：NOOP_TELEMETRY_CONTEXT / InMemoryTelemetryContext</a:t>
            </a:r>
          </a:p>
          <a:p xmlns:a="http://schemas.openxmlformats.org/drawingml/2006/main">
            <a:r>
              <a:t>边界：生产导出后端由应用提供适配。</a:t>
            </a:r>
          </a:p>
          <a:p xmlns:a="http://schemas.openxmlformats.org/drawingml/2006/main">
            <a:r>
              <a:t/>
            </a:r>
          </a:p>
          <a:p xmlns:a="http://schemas.openxmlformats.org/drawingml/2006/main">
            <a:r>
              <a:t>遥测适配器一致性验证</a:t>
            </a:r>
          </a:p>
          <a:p xmlns:a="http://schemas.openxmlformats.org/drawingml/2006/main">
            <a:r>
              <a:t>检查第三方遥测适配器是否满足接口契约。</a:t>
            </a:r>
          </a:p>
          <a:p xmlns:a="http://schemas.openxmlformats.org/drawingml/2006/main">
            <a:r>
              <a:t>入口：testing 子路径</a:t>
            </a:r>
          </a:p>
          <a:p xmlns:a="http://schemas.openxmlformats.org/drawingml/2006/main">
            <a:r>
              <a:t>边界：测试入口不是自动启用的生产监控。</a:t>
            </a:r>
          </a:p>
          <a:p xmlns:a="http://schemas.openxmlformats.org/drawingml/2006/main">
            <a:r>
              <a:t/>
            </a:r>
          </a:p>
          <a:p xmlns:a="http://schemas.openxmlformats.org/drawingml/2006/main">
            <a:r>
              <a:t>会话统计与性能分析</a:t>
            </a:r>
          </a:p>
          <a:p xmlns:a="http://schemas.openxmlformats.org/drawingml/2006/main">
            <a:r>
              <a:t>分析会话、工具使用、上下文和性能。</a:t>
            </a:r>
          </a:p>
          <a:p xmlns:a="http://schemas.openxmlformats.org/drawingml/2006/main">
            <a:r>
              <a:t>入口：本地统计脚本</a:t>
            </a:r>
          </a:p>
          <a:p xmlns:a="http://schemas.openxmlformats.org/drawingml/2006/main">
            <a:r>
              <a:t>边界：这些脚本不是默认对话功能。</a:t>
            </a:r>
          </a:p>
          <a:p xmlns:a="http://schemas.openxmlformats.org/drawingml/2006/main">
            <a:r>
              <a:t/>
            </a:r>
          </a:p>
          <a:p xmlns:a="http://schemas.openxmlformats.org/drawingml/2006/main">
            <a:r>
              <a:t>快捷键与斜杠命令</a:t>
            </a:r>
          </a:p>
          <a:p xmlns:a="http://schemas.openxmlformats.org/drawingml/2006/main">
            <a:r>
              <a:t>集中定义可配置动作与内置命令清单。</a:t>
            </a:r>
          </a:p>
          <a:p xmlns:a="http://schemas.openxmlformats.org/drawingml/2006/main">
            <a:r>
              <a:t>入口：/hotkeys；keybindings.json；输入 /</a:t>
            </a:r>
          </a:p>
          <a:p xmlns:a="http://schemas.openxmlformats.org/drawingml/2006/main">
            <a:r>
              <a:t>边界：快捷键应复用命名配置；完整命令表在参考文档内。</a:t>
            </a:r>
          </a:p>
          <a:p xmlns:a="http://schemas.openxmlformats.org/drawingml/2006/main">
            <a:r>
              <a:t/>
            </a:r>
          </a:p>
          <a:p xmlns:a="http://schemas.openxmlformats.org/drawingml/2006/main">
            <a:r>
              <a:t>上下文压缩与分支摘要</a:t>
            </a:r>
          </a:p>
          <a:p xmlns:a="http://schemas.openxmlformats.org/drawingml/2006/main">
            <a:r>
              <a:t>把长历史压缩为摘要，控制下一次请求的上下文规模。</a:t>
            </a:r>
          </a:p>
          <a:p xmlns:a="http://schemas.openxmlformats.org/drawingml/2006/main">
            <a:r>
              <a:t>入口：/compact；自动压缩</a:t>
            </a:r>
          </a:p>
          <a:p xmlns:a="http://schemas.openxmlformats.org/drawingml/2006/main">
            <a:r>
              <a:t>边界：摘要影响上下文投影，不直接等价于删除原始会话历史。</a:t>
            </a:r>
          </a:p>
          <a:p xmlns:a="http://schemas.openxmlformats.org/drawingml/2006/main">
            <a:r>
              <a:t/>
            </a:r>
          </a:p>
          <a:p xmlns:a="http://schemas.openxmlformats.org/drawingml/2006/main">
            <a:r>
              <a:t>extensions/debug-provider · 示例</a:t>
            </a:r>
          </a:p>
          <a:p xmlns:a="http://schemas.openxmlformats.org/drawingml/2006/main">
            <a:r>
              <a:t>展示 extensions/debug-provider.ts 对应的扩展或 SDK 用法。具体场景以入口文件的原始说明、注册代码和配套 README 为依据。</a:t>
            </a:r>
          </a:p>
          <a:p xmlns:a="http://schemas.openxmlformats.org/drawingml/2006/main">
            <a:r>
              <a:t>入口：packages/coding-agent/examples/extensions/debug-provider.ts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文档：</a:t>
            </a:r>
          </a:p>
          <a:p xmlns:a="http://schemas.openxmlformats.org/drawingml/2006/main">
            <a:r>
              <a:t/>
            </a:r>
          </a:p>
          <a:p xmlns:a="http://schemas.openxmlformats.org/drawingml/2006/main">
            <a:r>
              <a:t>packages/coding-agent/docs/cli.md</a:t>
            </a:r>
          </a:p>
          <a:p xmlns:a="http://schemas.openxmlformats.org/drawingml/2006/main">
            <a:r>
              <a:t/>
            </a:r>
          </a:p>
          <a:p xmlns:a="http://schemas.openxmlformats.org/drawingml/2006/main">
            <a:r>
              <a:t>packages/telemetry/README.md</a:t>
            </a:r>
          </a:p>
          <a:p xmlns:a="http://schemas.openxmlformats.org/drawingml/2006/main">
            <a:r>
              <a:t/>
            </a:r>
          </a:p>
          <a:p xmlns:a="http://schemas.openxmlformats.org/drawingml/2006/main">
            <a:r>
              <a:t>AGENTS.md</a:t>
            </a:r>
          </a:p>
          <a:p xmlns:a="http://schemas.openxmlformats.org/drawingml/2006/main">
            <a:r>
              <a:t/>
            </a:r>
          </a:p>
          <a:p xmlns:a="http://schemas.openxmlformats.org/drawingml/2006/main">
            <a:r>
              <a:t>packages/coding-agent/examples/extensions/README.md</a:t>
            </a:r>
          </a:p>
          <a:p xmlns:a="http://schemas.openxmlformats.org/drawingml/2006/main">
            <a:r>
              <a:t/>
            </a:r>
          </a:p>
          <a:p xmlns:a="http://schemas.openxmlformats.org/drawingml/2006/main">
            <a:r>
              <a:t>packages/coding-agent/docs/usage.md</a:t>
            </a:r>
          </a:p>
          <a:p xmlns:a="http://schemas.openxmlformats.org/drawingml/2006/main">
            <a:r>
              <a:t/>
            </a:r>
          </a:p>
          <a:p xmlns:a="http://schemas.openxmlformats.org/drawingml/2006/main">
            <a:r>
              <a:t>packages/coding-agent/docs/slash-commands.md</a:t>
            </a:r>
          </a:p>
          <a:p xmlns:a="http://schemas.openxmlformats.org/drawingml/2006/main">
            <a:r>
              <a:t/>
            </a:r>
          </a:p>
          <a:p xmlns:a="http://schemas.openxmlformats.org/drawingml/2006/main">
            <a:r>
              <a:t>packages/coding-agent/docs/sessions.md</a:t>
            </a:r>
          </a:p>
          <a:p xmlns:a="http://schemas.openxmlformats.org/drawingml/2006/main">
            <a:r>
              <a:t/>
            </a:r>
          </a:p>
          <a:p xmlns:a="http://schemas.openxmlformats.org/drawingml/2006/main">
            <a:r>
              <a:t>packages/coding-agent/CHANGELOG.md</a:t>
            </a:r>
          </a:p>
          <a:p xmlns:a="http://schemas.openxmlformats.org/drawingml/2006/main">
            <a:r>
              <a:t/>
            </a:r>
          </a:p>
          <a:p xmlns:a="http://schemas.openxmlformats.org/drawingml/2006/main">
            <a:r>
              <a:t>packages/ai/CHANGELOG.md</a:t>
            </a:r>
          </a:p>
          <a:p xmlns:a="http://schemas.openxmlformats.org/drawingml/2006/main">
            <a:r>
              <a:t/>
            </a:r>
          </a:p>
          <a:p xmlns:a="http://schemas.openxmlformats.org/drawingml/2006/main">
            <a:r>
              <a:t>packages/durable/CHANGELOG.md</a:t>
            </a:r>
          </a:p>
          <a:p xmlns:a="http://schemas.openxmlformats.org/drawingml/2006/main">
            <a:r>
              <a:t/>
            </a:r>
          </a:p>
          <a:p xmlns:a="http://schemas.openxmlformats.org/drawingml/2006/main">
            <a:r>
              <a:t>相关测试（列出路径不代表已运行）：</a:t>
            </a:r>
          </a:p>
          <a:p xmlns:a="http://schemas.openxmlformats.org/drawingml/2006/main">
            <a:r>
              <a:t/>
            </a:r>
          </a:p>
          <a:p xmlns:a="http://schemas.openxmlformats.org/drawingml/2006/main">
            <a:r>
              <a:t>packages/coding-agent/test/bug-report.test.ts</a:t>
            </a:r>
          </a:p>
          <a:p xmlns:a="http://schemas.openxmlformats.org/drawingml/2006/main">
            <a:r>
              <a:t/>
            </a:r>
          </a:p>
          <a:p xmlns:a="http://schemas.openxmlformats.org/drawingml/2006/main">
            <a:r>
              <a:t>packages/coding-agent/test/crash-log.test.ts</a:t>
            </a:r>
          </a:p>
          <a:p xmlns:a="http://schemas.openxmlformats.org/drawingml/2006/main">
            <a:r>
              <a:t/>
            </a:r>
          </a:p>
          <a:p xmlns:a="http://schemas.openxmlformats.org/drawingml/2006/main">
            <a:r>
              <a:t>packages/coding-agent/test/skills.test.ts</a:t>
            </a:r>
          </a:p>
          <a:p xmlns:a="http://schemas.openxmlformats.org/drawingml/2006/main">
            <a:r>
              <a:t/>
            </a:r>
          </a:p>
          <a:p xmlns:a="http://schemas.openxmlformats.org/drawingml/2006/main">
            <a:r>
              <a:t>packages/ai/test/telemetry-options.test.ts</a:t>
            </a:r>
          </a:p>
          <a:p xmlns:a="http://schemas.openxmlformats.org/drawingml/2006/main">
            <a:r>
              <a:t/>
            </a:r>
          </a:p>
          <a:p xmlns:a="http://schemas.openxmlformats.org/drawingml/2006/main">
            <a:r>
              <a:t>packages/ai/test/telemetry.test.ts</a:t>
            </a:r>
          </a:p>
          <a:p xmlns:a="http://schemas.openxmlformats.org/drawingml/2006/main">
            <a:r>
              <a:t/>
            </a:r>
          </a:p>
          <a:p xmlns:a="http://schemas.openxmlformats.org/drawingml/2006/main">
            <a:r>
              <a:t>packages/chord/test/context.test.ts</a:t>
            </a:r>
          </a:p>
          <a:p xmlns:a="http://schemas.openxmlformats.org/drawingml/2006/main">
            <a:r>
              <a:t/>
            </a:r>
          </a:p>
          <a:p xmlns:a="http://schemas.openxmlformats.org/drawingml/2006/main">
            <a:r>
              <a:t>packages/chord/test/telemetry-sqlite.test.ts</a:t>
            </a:r>
          </a:p>
          <a:p xmlns:a="http://schemas.openxmlformats.org/drawingml/2006/main">
            <a:r>
              <a:t/>
            </a:r>
          </a:p>
          <a:p xmlns:a="http://schemas.openxmlformats.org/drawingml/2006/main">
            <a:r>
              <a:t>packages/durable/test/harness-telemetry-options.test.ts</a:t>
            </a:r>
          </a:p>
          <a:p xmlns:a="http://schemas.openxmlformats.org/drawingml/2006/main">
            <a:r>
              <a:t/>
            </a:r>
          </a:p>
          <a:p xmlns:a="http://schemas.openxmlformats.org/drawingml/2006/main">
            <a:r>
              <a:t>packages/durable/test/harness-telemetry.test.ts</a:t>
            </a:r>
          </a:p>
          <a:p xmlns:a="http://schemas.openxmlformats.org/drawingml/2006/main">
            <a:r>
              <a:t/>
            </a:r>
          </a:p>
          <a:p xmlns:a="http://schemas.openxmlformats.org/drawingml/2006/main">
            <a:r>
              <a:t>packages/telemetry/test/conformance.test.ts</a:t>
            </a:r>
          </a:p>
          <a:p xmlns:a="http://schemas.openxmlformats.org/drawingml/2006/main">
            <a:r>
              <a:t/>
            </a:r>
          </a:p>
          <a:p xmlns:a="http://schemas.openxmlformats.org/drawingml/2006/main">
            <a:r>
              <a:t>packages/telemetry/test/metrics.test.ts</a:t>
            </a:r>
          </a:p>
          <a:p xmlns:a="http://schemas.openxmlformats.org/drawingml/2006/main">
            <a:r>
              <a:t/>
            </a:r>
          </a:p>
          <a:p xmlns:a="http://schemas.openxmlformats.org/drawingml/2006/main">
            <a:r>
              <a:t>packages/telemetry/test/propagation-worker.ts</a:t>
            </a:r>
          </a:p>
          <a:p xmlns:a="http://schemas.openxmlformats.org/drawingml/2006/main">
            <a:r>
              <a:t/>
            </a:r>
          </a:p>
          <a:p xmlns:a="http://schemas.openxmlformats.org/drawingml/2006/main">
            <a:r>
              <a:t>packages/telemetry/test/propagation.test.ts</a:t>
            </a:r>
          </a:p>
          <a:p xmlns:a="http://schemas.openxmlformats.org/drawingml/2006/main">
            <a:r>
              <a:t/>
            </a:r>
          </a:p>
          <a:p xmlns:a="http://schemas.openxmlformats.org/drawingml/2006/main">
            <a:r>
              <a:t>packages/telemetry/test/render.test.ts</a:t>
            </a:r>
          </a:p>
          <a:p xmlns:a="http://schemas.openxmlformats.org/drawingml/2006/main">
            <a:r>
              <a:t/>
            </a:r>
          </a:p>
          <a:p xmlns:a="http://schemas.openxmlformats.org/drawingml/2006/main">
            <a:r>
              <a:t>packages/telemetry/test/store-conformance.ts</a:t>
            </a:r>
          </a:p>
          <a:p xmlns:a="http://schemas.openxmlformats.org/drawingml/2006/main">
            <a:r>
              <a:t/>
            </a:r>
          </a:p>
          <a:p xmlns:a="http://schemas.openxmlformats.org/drawingml/2006/main">
            <a:r>
              <a:t>packages/telemetry/test/store.test.ts</a:t>
            </a:r>
          </a:p>
          <a:p xmlns:a="http://schemas.openxmlformats.org/drawingml/2006/main">
            <a:r>
              <a:t/>
            </a:r>
          </a:p>
          <a:p xmlns:a="http://schemas.openxmlformats.org/drawingml/2006/main">
            <a:r>
              <a:t>packages/telemetry/test/telemetry.test.ts</a:t>
            </a:r>
          </a:p>
          <a:p xmlns:a="http://schemas.openxmlformats.org/drawingml/2006/main">
            <a:r>
              <a:t/>
            </a:r>
          </a:p>
          <a:p xmlns:a="http://schemas.openxmlformats.org/drawingml/2006/main">
            <a:r>
              <a:t>packages/coding-agent/test/auth-url-copy.test.ts</a:t>
            </a:r>
          </a:p>
          <a:p xmlns:a="http://schemas.openxmlformats.org/drawingml/2006/main">
            <a:r>
              <a:t/>
            </a:r>
          </a:p>
          <a:p xmlns:a="http://schemas.openxmlformats.org/drawingml/2006/main">
            <a:r>
              <a:t>packages/coding-agent/test/config-schemas.test.ts</a:t>
            </a:r>
          </a:p>
          <a:p xmlns:a="http://schemas.openxmlformats.org/drawingml/2006/main">
            <a:r>
              <a:t/>
            </a:r>
          </a:p>
          <a:p xmlns:a="http://schemas.openxmlformats.org/drawingml/2006/main">
            <a:r>
              <a:t>packages/coding-agent/test/custom-editor-history-keybindings.test.ts</a:t>
            </a:r>
          </a:p>
          <a:p xmlns:a="http://schemas.openxmlformats.org/drawingml/2006/main">
            <a:r>
              <a:t/>
            </a:r>
          </a:p>
          <a:p xmlns:a="http://schemas.openxmlformats.org/drawingml/2006/main">
            <a:r>
              <a:t>packages/coding-agent/test/extensions-runner.test.ts</a:t>
            </a:r>
          </a:p>
          <a:p xmlns:a="http://schemas.openxmlformats.org/drawingml/2006/main">
            <a:r>
              <a:t/>
            </a:r>
          </a:p>
          <a:p xmlns:a="http://schemas.openxmlformats.org/drawingml/2006/main">
            <a:r>
              <a:t>packages/coding-agent/test/interactive-tui.test.ts</a:t>
            </a:r>
          </a:p>
          <a:p xmlns:a="http://schemas.openxmlformats.org/drawingml/2006/main">
            <a:r>
              <a:t/>
            </a:r>
          </a:p>
          <a:p xmlns:a="http://schemas.openxmlformats.org/drawingml/2006/main">
            <a:r>
              <a:t>packages/coding-agent/test/keybindings-migration.test.ts</a:t>
            </a:r>
          </a:p>
          <a:p xmlns:a="http://schemas.openxmlformats.org/drawingml/2006/main">
            <a:r>
              <a:t/>
            </a:r>
          </a:p>
          <a:p xmlns:a="http://schemas.openxmlformats.org/drawingml/2006/main">
            <a:r>
              <a:t>packages/coding-agent/test/keybindings.test.ts</a:t>
            </a:r>
          </a:p>
          <a:p xmlns:a="http://schemas.openxmlformats.org/drawingml/2006/main">
            <a:r>
              <a:t/>
            </a:r>
          </a:p>
          <a:p xmlns:a="http://schemas.openxmlformats.org/drawingml/2006/main">
            <a:r>
              <a:t>packages/coding-agent/test/login-dialog-device-code.test.ts</a:t>
            </a:r>
          </a:p>
          <a:p xmlns:a="http://schemas.openxmlformats.org/drawingml/2006/main">
            <a:r>
              <a:t/>
            </a:r>
          </a:p>
          <a:p xmlns:a="http://schemas.openxmlformats.org/drawingml/2006/main">
            <a:r>
              <a:t>packages/coding-agent/test/mcp-manager-view.test.ts</a:t>
            </a:r>
          </a:p>
          <a:p xmlns:a="http://schemas.openxmlformats.org/drawingml/2006/main">
            <a:r>
              <a:t/>
            </a:r>
          </a:p>
          <a:p xmlns:a="http://schemas.openxmlformats.org/drawingml/2006/main">
            <a:r>
              <a:t>packages/coding-agent/test/model-selector.test.ts</a:t>
            </a:r>
          </a:p>
          <a:p xmlns:a="http://schemas.openxmlformats.org/drawingml/2006/main">
            <a:r>
              <a:t/>
            </a:r>
          </a:p>
          <a:p xmlns:a="http://schemas.openxmlformats.org/drawingml/2006/main">
            <a:r>
              <a:t>packages/coding-agent/test/oauth-selector.test.ts</a:t>
            </a:r>
          </a:p>
          <a:p xmlns:a="http://schemas.openxmlformats.org/drawingml/2006/main">
            <a:r>
              <a:t/>
            </a:r>
          </a:p>
          <a:p xmlns:a="http://schemas.openxmlformats.org/drawingml/2006/main">
            <a:r>
              <a:t>packages/coding-agent/test/scoped-models-selector.test.ts</a:t>
            </a:r>
          </a:p>
          <a:p xmlns:a="http://schemas.openxmlformats.org/drawingml/2006/main">
            <a:r>
              <a:t/>
            </a:r>
          </a:p>
          <a:p xmlns:a="http://schemas.openxmlformats.org/drawingml/2006/main">
            <a:r>
              <a:t>packages/coding-agent/test/session-selector-path-delete.test.ts</a:t>
            </a:r>
          </a:p>
          <a:p xmlns:a="http://schemas.openxmlformats.org/drawingml/2006/main">
            <a:r>
              <a:t/>
            </a:r>
          </a:p>
          <a:p xmlns:a="http://schemas.openxmlformats.org/drawingml/2006/main">
            <a:r>
              <a:t>packages/coding-agent/test/session-selector-rename.test.ts</a:t>
            </a:r>
          </a:p>
          <a:p xmlns:a="http://schemas.openxmlformats.org/drawingml/2006/main">
            <a:r>
              <a:t/>
            </a:r>
          </a:p>
          <a:p xmlns:a="http://schemas.openxmlformats.org/drawingml/2006/main">
            <a:r>
              <a:t>packages/coding-agent/test/settings-selector.test.ts</a:t>
            </a:r>
          </a:p>
          <a:p xmlns:a="http://schemas.openxmlformats.org/drawingml/2006/main">
            <a:r>
              <a:t/>
            </a:r>
          </a:p>
          <a:p xmlns:a="http://schemas.openxmlformats.org/drawingml/2006/main">
            <a:r>
              <a:t>packages/coding-agent/test/status-indicator.test.ts</a:t>
            </a:r>
          </a:p>
          <a:p xmlns:a="http://schemas.openxmlformats.org/drawingml/2006/main">
            <a:r>
              <a:t/>
            </a:r>
          </a:p>
          <a:p xmlns:a="http://schemas.openxmlformats.org/drawingml/2006/main">
            <a:r>
              <a:t>packages/coding-agent/test/suite/regressions/3217-scoped-model-order.test.ts</a:t>
            </a:r>
          </a:p>
          <a:p xmlns:a="http://schemas.openxmlformats.org/drawingml/2006/main">
            <a:r>
              <a:t/>
            </a:r>
          </a:p>
          <a:p xmlns:a="http://schemas.openxmlformats.org/drawingml/2006/main">
            <a:r>
              <a:t>packages/coding-agent/test/suite/regressions/5433-extension-oauth-prompt-input.test.ts</a:t>
            </a:r>
          </a:p>
          <a:p xmlns:a="http://schemas.openxmlformats.org/drawingml/2006/main">
            <a:r>
              <a:t/>
            </a:r>
          </a:p>
          <a:p xmlns:a="http://schemas.openxmlformats.org/drawingml/2006/main">
            <a:r>
              <a:t>packages/coding-agent/test/suite/regressions/6949-unavailable-scoped-model.test.ts</a:t>
            </a:r>
          </a:p>
          <a:p xmlns:a="http://schemas.openxmlformats.org/drawingml/2006/main">
            <a:r>
              <a:t/>
            </a:r>
          </a:p>
          <a:p xmlns:a="http://schemas.openxmlformats.org/drawingml/2006/main">
            <a:r>
              <a:t>packages/coding-agent/test/suite/regressions/6999-models-json-hot-reload.test.ts</a:t>
            </a:r>
          </a:p>
          <a:p xmlns:a="http://schemas.openxmlformats.org/drawingml/2006/main">
            <a:r>
              <a:t/>
            </a:r>
          </a:p>
          <a:p xmlns:a="http://schemas.openxmlformats.org/drawingml/2006/main">
            <a:r>
              <a:t>packages/coding-agent/test/suite/regressions/7153-scoped-models-refresh.test.ts</a:t>
            </a:r>
          </a:p>
          <a:p xmlns:a="http://schemas.openxmlformats.org/drawingml/2006/main">
            <a:r>
              <a:t/>
            </a:r>
          </a:p>
          <a:p xmlns:a="http://schemas.openxmlformats.org/drawingml/2006/main">
            <a:r>
              <a:t>packages/coding-agent/test/suite/regressions/7209-model-selector-filter-resets-selection.test.ts</a:t>
            </a:r>
          </a:p>
          <a:p xmlns:a="http://schemas.openxmlformats.org/drawingml/2006/main">
            <a:r>
              <a:t/>
            </a:r>
          </a:p>
          <a:p xmlns:a="http://schemas.openxmlformats.org/drawingml/2006/main">
            <a:r>
              <a:t>packages/coding-agent/test/thinking-selector.test.ts</a:t>
            </a:r>
          </a:p>
          <a:p xmlns:a="http://schemas.openxmlformats.org/drawingml/2006/main">
            <a:r>
              <a:t/>
            </a:r>
          </a:p>
          <a:p xmlns:a="http://schemas.openxmlformats.org/drawingml/2006/main">
            <a:r>
              <a:t>packages/coding-agent/test/tree-selector.test.ts</a:t>
            </a:r>
          </a:p>
          <a:p xmlns:a="http://schemas.openxmlformats.org/drawingml/2006/main">
            <a:r>
              <a:t/>
            </a:r>
          </a:p>
          <a:p xmlns:a="http://schemas.openxmlformats.org/drawingml/2006/main">
            <a:r>
              <a:t>packages/coding-agent/test/trust-selector.test.ts</a:t>
            </a:r>
          </a:p>
          <a:p xmlns:a="http://schemas.openxmlformats.org/drawingml/2006/main">
            <a:r>
              <a:t/>
            </a:r>
          </a:p>
          <a:p xmlns:a="http://schemas.openxmlformats.org/drawingml/2006/main">
            <a:r>
              <a:t>packages/coding-agent/test/branch-summarization.test.ts</a:t>
            </a:r>
          </a:p>
          <a:p xmlns:a="http://schemas.openxmlformats.org/drawingml/2006/main">
            <a:r>
              <a:t/>
            </a:r>
          </a:p>
          <a:p xmlns:a="http://schemas.openxmlformats.org/drawingml/2006/main">
            <a:r>
              <a:t>packages/coding-agent/test/compaction-summary-reasoning.test.ts</a:t>
            </a:r>
          </a:p>
          <a:p xmlns:a="http://schemas.openxmlformats.org/drawingml/2006/main">
            <a:r>
              <a:t/>
            </a:r>
          </a:p>
          <a:p xmlns:a="http://schemas.openxmlformats.org/drawingml/2006/main">
            <a:r>
              <a:t>packages/coding-agent/test/compaction.test.ts</a:t>
            </a:r>
          </a:p>
          <a:p xmlns:a="http://schemas.openxmlformats.org/drawingml/2006/main">
            <a:r>
              <a:t/>
            </a:r>
          </a:p>
          <a:p xmlns:a="http://schemas.openxmlformats.org/drawingml/2006/main">
            <a:r>
              <a:t>packages/coding-agent/test/session-context-edit.test.ts</a:t>
            </a:r>
          </a:p>
          <a:p xmlns:a="http://schemas.openxmlformats.org/drawingml/2006/main">
            <a:r>
              <a:t/>
            </a:r>
          </a:p>
          <a:p xmlns:a="http://schemas.openxmlformats.org/drawingml/2006/main">
            <a:r>
              <a:t>packages/coding-agent/test/suite/agent-session-compaction.test.ts</a:t>
            </a:r>
          </a:p>
          <a:p xmlns:a="http://schemas.openxmlformats.org/drawingml/2006/main">
            <a:r>
              <a:t/>
            </a:r>
          </a:p>
          <a:p xmlns:a="http://schemas.openxmlformats.org/drawingml/2006/main">
            <a:r>
              <a:t>packages/coding-agent/test/compaction-nested-calls.test.ts</a:t>
            </a:r>
          </a:p>
          <a:p xmlns:a="http://schemas.openxmlformats.org/drawingml/2006/main">
            <a:r>
              <a:t/>
            </a:r>
          </a:p>
          <a:p xmlns:a="http://schemas.openxmlformats.org/drawingml/2006/main">
            <a:r>
              <a:t>packages/coding-agent/test/compaction-serialization.test.ts</a:t>
            </a:r>
          </a:p>
          <a:p xmlns:a="http://schemas.openxmlformats.org/drawingml/2006/main">
            <a:r>
              <a:t/>
            </a:r>
          </a:p>
          <a:p xmlns:a="http://schemas.openxmlformats.org/drawingml/2006/main">
            <a:r>
              <a:t>功能编号：</a:t>
            </a:r>
          </a:p>
          <a:p xmlns:a="http://schemas.openxmlformats.org/drawingml/2006/main">
            <a:r>
              <a:t/>
            </a:r>
          </a:p>
          <a:p xmlns:a="http://schemas.openxmlformats.org/drawingml/2006/main">
            <a:r>
              <a:t>UI-24 · 启动信息与诊断 [内置] 查看已加载资源、版本、活动快捷键和更新日志；`/debug` 导出终端渲染与会话数据便于排错。</a:t>
            </a:r>
          </a:p>
          <a:p xmlns:a="http://schemas.openxmlformats.org/drawingml/2006/main">
            <a:r>
              <a:t/>
            </a:r>
          </a:p>
          <a:p xmlns:a="http://schemas.openxmlformats.org/drawingml/2006/main">
            <a:r>
              <a:t>SES-24 · 私有问题报告 [内置] 收集环境、错误与可选会话／摘要，支持上传或导出 ZIP，失败时可退回本地导出。</a:t>
            </a:r>
          </a:p>
          <a:p xmlns:a="http://schemas.openxmlformats.org/drawingml/2006/main">
            <a:r>
              <a:t/>
            </a:r>
          </a:p>
          <a:p xmlns:a="http://schemas.openxmlformats.org/drawingml/2006/main">
            <a:r>
              <a:t>SES-25 · 摘要序列化排除推理块 [内置] 压缩、分支摘要及 bug 报告序列化不再包含 thinking，避免不在实时上下文中的重放推理使摘要请求反而大于原上下文。</a:t>
            </a:r>
          </a:p>
          <a:p xmlns:a="http://schemas.openxmlformats.org/drawingml/2006/main">
            <a:r>
              <a:t/>
            </a:r>
          </a:p>
          <a:p xmlns:a="http://schemas.openxmlformats.org/drawingml/2006/main">
            <a:r>
              <a:t>TEL-01 · 显式调用跟踪 [库] 通过上下文创建父子 span，记录一次操作及子操作关系，不依赖全局 current-span 状态。</a:t>
            </a:r>
          </a:p>
          <a:p xmlns:a="http://schemas.openxmlformats.org/drawingml/2006/main">
            <a:r>
              <a:t/>
            </a:r>
          </a:p>
          <a:p xmlns:a="http://schemas.openxmlformats.org/drawingml/2006/main">
            <a:r>
              <a:t>TEL-02 · 回调管理生命周期 [库] span 在回调返回／拒绝时结算，自动记录成功或错误，避免调用者忘记 end。</a:t>
            </a:r>
          </a:p>
          <a:p xmlns:a="http://schemas.openxmlformats.org/drawingml/2006/main">
            <a:r>
              <a:t/>
            </a:r>
          </a:p>
          <a:p xmlns:a="http://schemas.openxmlformats.org/drawingml/2006/main">
            <a:r>
              <a:t>TEL-03 · 属性、事件与状态 [库] 附加操作参数、过程中事件和最终结果；属性合并、状态后写覆盖，并在结算后保持惰性。</a:t>
            </a:r>
          </a:p>
          <a:p xmlns:a="http://schemas.openxmlformats.org/drawingml/2006/main">
            <a:r>
              <a:t/>
            </a:r>
          </a:p>
          <a:p xmlns:a="http://schemas.openxmlformats.org/drawingml/2006/main">
            <a:r>
              <a:t>TEL-04 · 无操作遥测 [库] 关闭记录时仍以同样接口执行原业务回调，不收集名称或数据。</a:t>
            </a:r>
          </a:p>
          <a:p xmlns:a="http://schemas.openxmlformats.org/drawingml/2006/main">
            <a:r>
              <a:t/>
            </a:r>
          </a:p>
          <a:p xmlns:a="http://schemas.openxmlformats.org/drawingml/2006/main">
            <a:r>
              <a:t>TEL-05 · 内存参考适配器 [库] 在进程内记录确定性的 span ID、父子关系、事件及结束顺序，适合测试和本地诊断；不记录时间戳。</a:t>
            </a:r>
          </a:p>
          <a:p xmlns:a="http://schemas.openxmlformats.org/drawingml/2006/main">
            <a:r>
              <a:t/>
            </a:r>
          </a:p>
          <a:p xmlns:a="http://schemas.openxmlformats.org/drawingml/2006/main">
            <a:r>
              <a:t>TEL-06 · 自定义后端适配 [库] 将通用接口连接 OpenTelemetry、Sentry 或日志系统，采样、导出和 flush 由适配器负责，包内不自带 exporter。</a:t>
            </a:r>
          </a:p>
          <a:p xmlns:a="http://schemas.openxmlformats.org/drawingml/2006/main">
            <a:r>
              <a:t/>
            </a:r>
          </a:p>
          <a:p xmlns:a="http://schemas.openxmlformats.org/drawingml/2006/main">
            <a:r>
              <a:t>TEL-07 · 类型化诊断 schema [库] 声明 span、属性、事件及允许值，在编译期发现未知字段和缺失必填字段。</a:t>
            </a:r>
          </a:p>
          <a:p xmlns:a="http://schemas.openxmlformats.org/drawingml/2006/main">
            <a:r>
              <a:t/>
            </a:r>
          </a:p>
          <a:p xmlns:a="http://schemas.openxmlformats.org/drawingml/2006/main">
            <a:r>
              <a:t>TEL-08 · 起始与完成属性 [库] 区分开始时必需信息和完成时可选补充，允许正常失败或取消情况下部分结果不可用。</a:t>
            </a:r>
          </a:p>
          <a:p xmlns:a="http://schemas.openxmlformats.org/drawingml/2006/main">
            <a:r>
              <a:t/>
            </a:r>
          </a:p>
          <a:p xmlns:a="http://schemas.openxmlformats.org/drawingml/2006/main">
            <a:r>
              <a:t>TEL-09 · schema 元数据 [库] 标注描述、示例、敏感性、基数和父子规则，为文档、测试与适配器治理提供依据；不执行运行时权限检查。</a:t>
            </a:r>
          </a:p>
          <a:p xmlns:a="http://schemas.openxmlformats.org/drawingml/2006/main">
            <a:r>
              <a:t/>
            </a:r>
          </a:p>
          <a:p xmlns:a="http://schemas.openxmlformats.org/drawingml/2006/main">
            <a:r>
              <a:t>TEL-10 · 适配器一致性测试 [库／测试] 验证单次调用、返回值保持、异步生命周期、父子关系及后端失败不影响业务等契约。</a:t>
            </a:r>
          </a:p>
          <a:p xmlns:a="http://schemas.openxmlformats.org/drawingml/2006/main">
            <a:r>
              <a:t/>
            </a:r>
          </a:p>
          <a:p xmlns:a="http://schemas.openxmlformats.org/drawingml/2006/main">
            <a:r>
              <a:t>TEL-11 · Pi 领域诊断词汇 [库] Pi 领域 schema 按所属运行层维护：AI 的请求/轮询与 Durable 的任务/提交分别记录，宿主显式传播 span；未知用量不推算，正常遥测不携带完整提示正文。详见 AI-40、DUR-72。</a:t>
            </a:r>
          </a:p>
          <a:p xmlns:a="http://schemas.openxmlformats.org/drawingml/2006/main">
            <a:r>
              <a:t/>
            </a:r>
          </a:p>
          <a:p xmlns:a="http://schemas.openxmlformats.org/drawingml/2006/main">
            <a:r>
              <a:t>OTH-50 · 提供商流调试查看器 [示例] 按需记录原始解析事件，并按助手消息聚合为 TUI 诊断条目。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源码基线：136b87e8a7f5a3e5186de0289523ba327dc592fc</a:t>
            </a:r>
          </a:p>
          <a:p xmlns:a="http://schemas.openxmlformats.org/drawingml/2006/main">
            <a:r>
              <a:t/>
            </a:r>
          </a:p>
          <a:p xmlns:a="http://schemas.openxmlformats.org/drawingml/2006/main">
            <a:r>
              <a:t>课程：07 测试与排错 / telemetry-diagnostics / 日志、Span、事件与性能定位</a:t>
            </a:r>
          </a:p>
          <a:p xmlns:a="http://schemas.openxmlformats.org/drawingml/2006/main">
            <a:r>
              <a:t/>
            </a:r>
          </a:p>
          <a:p xmlns:a="http://schemas.openxmlformats.org/drawingml/2006/main">
            <a:r>
              <a:t>场景：请求变慢或失败，但需要知道耗时发生在哪一层。</a:t>
            </a:r>
          </a:p>
          <a:p xmlns:a="http://schemas.openxmlformats.org/drawingml/2006/main">
            <a:r>
              <a:t/>
            </a:r>
          </a:p>
          <a:p xmlns:a="http://schemas.openxmlformats.org/drawingml/2006/main">
            <a:r>
              <a:t>以下是教学追踪顺序，具体运行分支以源码为准。</a:t>
            </a:r>
          </a:p>
          <a:p xmlns:a="http://schemas.openxmlformats.org/drawingml/2006/main">
            <a:r>
              <a:t/>
            </a:r>
          </a:p>
          <a:p xmlns:a="http://schemas.openxmlformats.org/drawingml/2006/main">
            <a:r>
              <a:t>1. 明确观测数据</a:t>
            </a:r>
          </a:p>
          <a:p xmlns:a="http://schemas.openxmlformats.org/drawingml/2006/main">
            <a:r>
              <a:t>区分 crash log、timings、请求诊断和 bug report，检查本地收集与上传分开的入口。</a:t>
            </a:r>
          </a:p>
          <a:p xmlns:a="http://schemas.openxmlformats.org/drawingml/2006/main">
            <a:r>
              <a:t>输入：错误或耗时现象</a:t>
            </a:r>
          </a:p>
          <a:p xmlns:a="http://schemas.openxmlformats.org/drawingml/2006/main">
            <a:r>
              <a:t>输出：可定位的诊断记录</a:t>
            </a:r>
          </a:p>
          <a:p xmlns:a="http://schemas.openxmlformats.org/drawingml/2006/main">
            <a:r>
              <a:t>入口：/bug；诊断事件</a:t>
            </a:r>
          </a:p>
          <a:p xmlns:a="http://schemas.openxmlformats.org/drawingml/2006/main">
            <a:r>
              <a:t>行为与边界：诊断数据可能含运行上下文；报告上传与本地记录分别处理。</a:t>
            </a:r>
          </a:p>
          <a:p xmlns:a="http://schemas.openxmlformats.org/drawingml/2006/main">
            <a:r>
              <a:t>源码：packages/coding-agent/src/core/bug-report-upload.ts:1</a:t>
            </a:r>
          </a:p>
          <a:p xmlns:a="http://schemas.openxmlformats.org/drawingml/2006/main">
            <a:r>
              <a:t>源码：packages/coding-agent/src/core/bug-report.ts:1</a:t>
            </a:r>
          </a:p>
          <a:p xmlns:a="http://schemas.openxmlformats.org/drawingml/2006/main">
            <a:r>
              <a:t>源码：packages/coding-agent/src/core/crash-log.ts:1</a:t>
            </a:r>
          </a:p>
          <a:p xmlns:a="http://schemas.openxmlformats.org/drawingml/2006/main">
            <a:r>
              <a:t>源码：packages/coding-agent/src/core/diagnostics.ts:1</a:t>
            </a:r>
          </a:p>
          <a:p xmlns:a="http://schemas.openxmlformats.org/drawingml/2006/main">
            <a:r>
              <a:t>源码：packages/coding-agent/src/core/telemetry.ts:1</a:t>
            </a:r>
          </a:p>
          <a:p xmlns:a="http://schemas.openxmlformats.org/drawingml/2006/main">
            <a:r>
              <a:t>源码：packages/coding-agent/src/core/timings.ts:1</a:t>
            </a:r>
          </a:p>
          <a:p xmlns:a="http://schemas.openxmlformats.org/drawingml/2006/main">
            <a:r>
              <a:t>源码：packages/coding-agent/src/modes/interactive/bug-report.ts:1</a:t>
            </a:r>
          </a:p>
          <a:p xmlns:a="http://schemas.openxmlformats.org/drawingml/2006/main">
            <a:r>
              <a:t/>
            </a:r>
          </a:p>
          <a:p xmlns:a="http://schemas.openxmlformats.org/drawingml/2006/main">
            <a:r>
              <a:t>2. 定义类型化 Span</a:t>
            </a:r>
          </a:p>
          <a:p xmlns:a="http://schemas.openxmlformats.org/drawingml/2006/main">
            <a:r>
              <a:t>阅读 schema、属性、事件和 createTypedSpanStarter，把上下文显式传入操作。</a:t>
            </a:r>
          </a:p>
          <a:p xmlns:a="http://schemas.openxmlformats.org/drawingml/2006/main">
            <a:r>
              <a:t>输入：操作边界与字段</a:t>
            </a:r>
          </a:p>
          <a:p xmlns:a="http://schemas.openxmlformats.org/drawingml/2006/main">
            <a:r>
              <a:t>输出：类型约束的观测事件</a:t>
            </a:r>
          </a:p>
          <a:p xmlns:a="http://schemas.openxmlformats.org/drawingml/2006/main">
            <a:r>
              <a:t>入口：defineTelemetrySchema / createTypedSpanStarter</a:t>
            </a:r>
          </a:p>
          <a:p xmlns:a="http://schemas.openxmlformats.org/drawingml/2006/main">
            <a:r>
              <a:t>行为与边界：上下文显式传入，没有全局当前 span 或内置 exporter。</a:t>
            </a:r>
          </a:p>
          <a:p xmlns:a="http://schemas.openxmlformats.org/drawingml/2006/main">
            <a:r>
              <a:t>源码：packages/telemetry/src/index.ts:1</a:t>
            </a:r>
          </a:p>
          <a:p xmlns:a="http://schemas.openxmlformats.org/drawingml/2006/main">
            <a:r>
              <a:t/>
            </a:r>
          </a:p>
          <a:p xmlns:a="http://schemas.openxmlformats.org/drawingml/2006/main">
            <a:r>
              <a:t>3. 选择记录适配器</a:t>
            </a:r>
          </a:p>
          <a:p xmlns:a="http://schemas.openxmlformats.org/drawingml/2006/main">
            <a:r>
              <a:t>比较 NOOP 与内存 recorder，检查包没有内置全局 current span 或生产 exporter。</a:t>
            </a:r>
          </a:p>
          <a:p xmlns:a="http://schemas.openxmlformats.org/drawingml/2006/main">
            <a:r>
              <a:t>输入：TelemetryContext</a:t>
            </a:r>
          </a:p>
          <a:p xmlns:a="http://schemas.openxmlformats.org/drawingml/2006/main">
            <a:r>
              <a:t>输出：记录或无操作行为</a:t>
            </a:r>
          </a:p>
          <a:p xmlns:a="http://schemas.openxmlformats.org/drawingml/2006/main">
            <a:r>
              <a:t>入口：NOOP_TELEMETRY_CONTEXT / InMemoryTelemetryContext</a:t>
            </a:r>
          </a:p>
          <a:p xmlns:a="http://schemas.openxmlformats.org/drawingml/2006/main">
            <a:r>
              <a:t>行为与边界：生产导出后端由应用提供适配。</a:t>
            </a:r>
          </a:p>
          <a:p xmlns:a="http://schemas.openxmlformats.org/drawingml/2006/main">
            <a:r>
              <a:t>源码：packages/telemetry/src/memory.ts:1</a:t>
            </a:r>
          </a:p>
          <a:p xmlns:a="http://schemas.openxmlformats.org/drawingml/2006/main">
            <a:r>
              <a:t>源码：packages/telemetry/src/noop.ts:1</a:t>
            </a:r>
          </a:p>
          <a:p xmlns:a="http://schemas.openxmlformats.org/drawingml/2006/main">
            <a:r>
              <a:t/>
            </a:r>
          </a:p>
          <a:p xmlns:a="http://schemas.openxmlformats.org/drawingml/2006/main">
            <a:r>
              <a:t>4. 验证并分析</a:t>
            </a:r>
          </a:p>
          <a:p xmlns:a="http://schemas.openxmlformats.org/drawingml/2006/main">
            <a:r>
              <a:t>运行适配器一致性用例，再结合工程分析脚本定位热路径，避免从一次测量推出稳定性能结论。</a:t>
            </a:r>
          </a:p>
          <a:p xmlns:a="http://schemas.openxmlformats.org/drawingml/2006/main">
            <a:r>
              <a:t>输入：观测记录与测试</a:t>
            </a:r>
          </a:p>
          <a:p xmlns:a="http://schemas.openxmlformats.org/drawingml/2006/main">
            <a:r>
              <a:t>输出：可解释的耗时和错误位置</a:t>
            </a:r>
          </a:p>
          <a:p xmlns:a="http://schemas.openxmlformats.org/drawingml/2006/main">
            <a:r>
              <a:t>入口：testing 子路径</a:t>
            </a:r>
          </a:p>
          <a:p xmlns:a="http://schemas.openxmlformats.org/drawingml/2006/main">
            <a:r>
              <a:t>行为与边界：测试入口不是自动启用的生产监控。</a:t>
            </a:r>
          </a:p>
          <a:p xmlns:a="http://schemas.openxmlformats.org/drawingml/2006/main">
            <a:r>
              <a:t>源码：packages/telemetry/src/testing/conformance.ts:1</a:t>
            </a:r>
          </a:p>
          <a:p xmlns:a="http://schemas.openxmlformats.org/drawingml/2006/main">
            <a:r>
              <a:t>源码：packages/telemetry/src/testing/index.ts:1</a:t>
            </a:r>
          </a:p>
          <a:p xmlns:a="http://schemas.openxmlformats.org/drawingml/2006/main">
            <a:r>
              <a:t>源码：packages/telemetry/src/testing/types.ts:1</a:t>
            </a:r>
          </a:p>
          <a:p xmlns:a="http://schemas.openxmlformats.org/drawingml/2006/main">
            <a:r>
              <a:t/>
            </a:r>
          </a:p>
          <a:p xmlns:a="http://schemas.openxmlformats.org/drawingml/2006/main">
            <a:r>
              <a:t>失败与恢复：诊断记录不是业务状态；异步操作跨越时遗漏上下文会断开关联，日志存在不代表 span 正确结束。</a:t>
            </a:r>
          </a:p>
          <a:p xmlns:a="http://schemas.openxmlformats.org/drawingml/2006/main">
            <a:r>
              <a:t/>
            </a:r>
          </a:p>
          <a:p xmlns:a="http://schemas.openxmlformats.org/drawingml/2006/main">
            <a:r>
              <a:t>练习：构造父子操作和一次异常，用内存 recorder 断言事件、结束状态和上下文关联。</a:t>
            </a:r>
          </a:p>
          <a:p xmlns:a="http://schemas.openxmlformats.org/drawingml/2006/main">
            <a:r>
              <a:t>参考判断：适配器应满足一致性契约；生产导出需要应用自行接入。</a:t>
            </a:r>
          </a:p>
          <a:p xmlns:a="http://schemas.openxmlformats.org/drawingml/2006/main">
            <a:r>
              <a:t/>
            </a:r>
          </a:p>
          <a:p xmlns:a="http://schemas.openxmlformats.org/drawingml/2006/main">
            <a:r>
              <a:t>关联专题与当前接口：</a:t>
            </a:r>
          </a:p>
          <a:p xmlns:a="http://schemas.openxmlformats.org/drawingml/2006/main">
            <a:r>
              <a:t/>
            </a:r>
          </a:p>
          <a:p xmlns:a="http://schemas.openxmlformats.org/drawingml/2006/main">
            <a:r>
              <a:t>诊断、错误记录与问题报告</a:t>
            </a:r>
          </a:p>
          <a:p xmlns:a="http://schemas.openxmlformats.org/drawingml/2006/main">
            <a:r>
              <a:t>收集诊断信息、启动耗时与问题报告内容。</a:t>
            </a:r>
          </a:p>
          <a:p xmlns:a="http://schemas.openxmlformats.org/drawingml/2006/main">
            <a:r>
              <a:t>入口：/bug；诊断事件</a:t>
            </a:r>
          </a:p>
          <a:p xmlns:a="http://schemas.openxmlformats.org/drawingml/2006/main">
            <a:r>
              <a:t>边界：诊断数据可能含运行上下文；报告上传与本地记录分别处理。</a:t>
            </a:r>
          </a:p>
          <a:p xmlns:a="http://schemas.openxmlformats.org/drawingml/2006/main">
            <a:r>
              <a:t/>
            </a:r>
          </a:p>
          <a:p xmlns:a="http://schemas.openxmlformats.org/drawingml/2006/main">
            <a:r>
              <a:t>Span、事件与类型化 schema</a:t>
            </a:r>
          </a:p>
          <a:p xmlns:a="http://schemas.openxmlformats.org/drawingml/2006/main">
            <a:r>
              <a:t>定义操作跨度、属性与事件，并从 schema 推导调用类型。</a:t>
            </a:r>
          </a:p>
          <a:p xmlns:a="http://schemas.openxmlformats.org/drawingml/2006/main">
            <a:r>
              <a:t>入口：defineTelemetrySchema / createTypedSpanStarter</a:t>
            </a:r>
          </a:p>
          <a:p xmlns:a="http://schemas.openxmlformats.org/drawingml/2006/main">
            <a:r>
              <a:t>边界：上下文显式传入，没有全局当前 span 或内置 exporter。</a:t>
            </a:r>
          </a:p>
          <a:p xmlns:a="http://schemas.openxmlformats.org/drawingml/2006/main">
            <a:r>
              <a:t/>
            </a:r>
          </a:p>
          <a:p xmlns:a="http://schemas.openxmlformats.org/drawingml/2006/main">
            <a:r>
              <a:t>空操作与内存参考实现</a:t>
            </a:r>
          </a:p>
          <a:p xmlns:a="http://schemas.openxmlformats.org/drawingml/2006/main">
            <a:r>
              <a:t>提供零记录开销路径和可检查的内存记录器。</a:t>
            </a:r>
          </a:p>
          <a:p xmlns:a="http://schemas.openxmlformats.org/drawingml/2006/main">
            <a:r>
              <a:t>入口：NOOP_TELEMETRY_CONTEXT / InMemoryTelemetryContext</a:t>
            </a:r>
          </a:p>
          <a:p xmlns:a="http://schemas.openxmlformats.org/drawingml/2006/main">
            <a:r>
              <a:t>边界：生产导出后端由应用提供适配。</a:t>
            </a:r>
          </a:p>
          <a:p xmlns:a="http://schemas.openxmlformats.org/drawingml/2006/main">
            <a:r>
              <a:t/>
            </a:r>
          </a:p>
          <a:p xmlns:a="http://schemas.openxmlformats.org/drawingml/2006/main">
            <a:r>
              <a:t>遥测适配器一致性验证</a:t>
            </a:r>
          </a:p>
          <a:p xmlns:a="http://schemas.openxmlformats.org/drawingml/2006/main">
            <a:r>
              <a:t>检查第三方遥测适配器是否满足接口契约。</a:t>
            </a:r>
          </a:p>
          <a:p xmlns:a="http://schemas.openxmlformats.org/drawingml/2006/main">
            <a:r>
              <a:t>入口：testing 子路径</a:t>
            </a:r>
          </a:p>
          <a:p xmlns:a="http://schemas.openxmlformats.org/drawingml/2006/main">
            <a:r>
              <a:t>边界：测试入口不是自动启用的生产监控。</a:t>
            </a:r>
          </a:p>
          <a:p xmlns:a="http://schemas.openxmlformats.org/drawingml/2006/main">
            <a:r>
              <a:t/>
            </a:r>
          </a:p>
          <a:p xmlns:a="http://schemas.openxmlformats.org/drawingml/2006/main">
            <a:r>
              <a:t>会话统计与性能分析</a:t>
            </a:r>
          </a:p>
          <a:p xmlns:a="http://schemas.openxmlformats.org/drawingml/2006/main">
            <a:r>
              <a:t>分析会话、工具使用、上下文和性能。</a:t>
            </a:r>
          </a:p>
          <a:p xmlns:a="http://schemas.openxmlformats.org/drawingml/2006/main">
            <a:r>
              <a:t>入口：本地统计脚本</a:t>
            </a:r>
          </a:p>
          <a:p xmlns:a="http://schemas.openxmlformats.org/drawingml/2006/main">
            <a:r>
              <a:t>边界：这些脚本不是默认对话功能。</a:t>
            </a:r>
          </a:p>
          <a:p xmlns:a="http://schemas.openxmlformats.org/drawingml/2006/main">
            <a:r>
              <a:t/>
            </a:r>
          </a:p>
          <a:p xmlns:a="http://schemas.openxmlformats.org/drawingml/2006/main">
            <a:r>
              <a:t>快捷键与斜杠命令</a:t>
            </a:r>
          </a:p>
          <a:p xmlns:a="http://schemas.openxmlformats.org/drawingml/2006/main">
            <a:r>
              <a:t>集中定义可配置动作与内置命令清单。</a:t>
            </a:r>
          </a:p>
          <a:p xmlns:a="http://schemas.openxmlformats.org/drawingml/2006/main">
            <a:r>
              <a:t>入口：/hotkeys；keybindings.json；输入 /</a:t>
            </a:r>
          </a:p>
          <a:p xmlns:a="http://schemas.openxmlformats.org/drawingml/2006/main">
            <a:r>
              <a:t>边界：快捷键应复用命名配置；完整命令表在参考文档内。</a:t>
            </a:r>
          </a:p>
          <a:p xmlns:a="http://schemas.openxmlformats.org/drawingml/2006/main">
            <a:r>
              <a:t/>
            </a:r>
          </a:p>
          <a:p xmlns:a="http://schemas.openxmlformats.org/drawingml/2006/main">
            <a:r>
              <a:t>上下文压缩与分支摘要</a:t>
            </a:r>
          </a:p>
          <a:p xmlns:a="http://schemas.openxmlformats.org/drawingml/2006/main">
            <a:r>
              <a:t>把长历史压缩为摘要，控制下一次请求的上下文规模。</a:t>
            </a:r>
          </a:p>
          <a:p xmlns:a="http://schemas.openxmlformats.org/drawingml/2006/main">
            <a:r>
              <a:t>入口：/compact；自动压缩</a:t>
            </a:r>
          </a:p>
          <a:p xmlns:a="http://schemas.openxmlformats.org/drawingml/2006/main">
            <a:r>
              <a:t>边界：摘要影响上下文投影，不直接等价于删除原始会话历史。</a:t>
            </a:r>
          </a:p>
          <a:p xmlns:a="http://schemas.openxmlformats.org/drawingml/2006/main">
            <a:r>
              <a:t/>
            </a:r>
          </a:p>
          <a:p xmlns:a="http://schemas.openxmlformats.org/drawingml/2006/main">
            <a:r>
              <a:t>extensions/debug-provider · 示例</a:t>
            </a:r>
          </a:p>
          <a:p xmlns:a="http://schemas.openxmlformats.org/drawingml/2006/main">
            <a:r>
              <a:t>展示 extensions/debug-provider.ts 对应的扩展或 SDK 用法。具体场景以入口文件的原始说明、注册代码和配套 README 为依据。</a:t>
            </a:r>
          </a:p>
          <a:p xmlns:a="http://schemas.openxmlformats.org/drawingml/2006/main">
            <a:r>
              <a:t>入口：packages/coding-agent/examples/extensions/debug-provider.ts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文档：</a:t>
            </a:r>
          </a:p>
          <a:p xmlns:a="http://schemas.openxmlformats.org/drawingml/2006/main">
            <a:r>
              <a:t/>
            </a:r>
          </a:p>
          <a:p xmlns:a="http://schemas.openxmlformats.org/drawingml/2006/main">
            <a:r>
              <a:t>packages/coding-agent/docs/cli.md</a:t>
            </a:r>
          </a:p>
          <a:p xmlns:a="http://schemas.openxmlformats.org/drawingml/2006/main">
            <a:r>
              <a:t/>
            </a:r>
          </a:p>
          <a:p xmlns:a="http://schemas.openxmlformats.org/drawingml/2006/main">
            <a:r>
              <a:t>packages/telemetry/README.md</a:t>
            </a:r>
          </a:p>
          <a:p xmlns:a="http://schemas.openxmlformats.org/drawingml/2006/main">
            <a:r>
              <a:t/>
            </a:r>
          </a:p>
          <a:p xmlns:a="http://schemas.openxmlformats.org/drawingml/2006/main">
            <a:r>
              <a:t>AGENTS.md</a:t>
            </a:r>
          </a:p>
          <a:p xmlns:a="http://schemas.openxmlformats.org/drawingml/2006/main">
            <a:r>
              <a:t/>
            </a:r>
          </a:p>
          <a:p xmlns:a="http://schemas.openxmlformats.org/drawingml/2006/main">
            <a:r>
              <a:t>packages/coding-agent/examples/extensions/README.md</a:t>
            </a:r>
          </a:p>
          <a:p xmlns:a="http://schemas.openxmlformats.org/drawingml/2006/main">
            <a:r>
              <a:t/>
            </a:r>
          </a:p>
          <a:p xmlns:a="http://schemas.openxmlformats.org/drawingml/2006/main">
            <a:r>
              <a:t>packages/coding-agent/docs/usage.md</a:t>
            </a:r>
          </a:p>
          <a:p xmlns:a="http://schemas.openxmlformats.org/drawingml/2006/main">
            <a:r>
              <a:t/>
            </a:r>
          </a:p>
          <a:p xmlns:a="http://schemas.openxmlformats.org/drawingml/2006/main">
            <a:r>
              <a:t>packages/coding-agent/docs/slash-commands.md</a:t>
            </a:r>
          </a:p>
          <a:p xmlns:a="http://schemas.openxmlformats.org/drawingml/2006/main">
            <a:r>
              <a:t/>
            </a:r>
          </a:p>
          <a:p xmlns:a="http://schemas.openxmlformats.org/drawingml/2006/main">
            <a:r>
              <a:t>packages/coding-agent/docs/sessions.md</a:t>
            </a:r>
          </a:p>
          <a:p xmlns:a="http://schemas.openxmlformats.org/drawingml/2006/main">
            <a:r>
              <a:t/>
            </a:r>
          </a:p>
          <a:p xmlns:a="http://schemas.openxmlformats.org/drawingml/2006/main">
            <a:r>
              <a:t>packages/coding-agent/CHANGELOG.md</a:t>
            </a:r>
          </a:p>
          <a:p xmlns:a="http://schemas.openxmlformats.org/drawingml/2006/main">
            <a:r>
              <a:t/>
            </a:r>
          </a:p>
          <a:p xmlns:a="http://schemas.openxmlformats.org/drawingml/2006/main">
            <a:r>
              <a:t>packages/ai/CHANGELOG.md</a:t>
            </a:r>
          </a:p>
          <a:p xmlns:a="http://schemas.openxmlformats.org/drawingml/2006/main">
            <a:r>
              <a:t/>
            </a:r>
          </a:p>
          <a:p xmlns:a="http://schemas.openxmlformats.org/drawingml/2006/main">
            <a:r>
              <a:t>packages/durable/CHANGELOG.md</a:t>
            </a:r>
          </a:p>
          <a:p xmlns:a="http://schemas.openxmlformats.org/drawingml/2006/main">
            <a:r>
              <a:t/>
            </a:r>
          </a:p>
          <a:p xmlns:a="http://schemas.openxmlformats.org/drawingml/2006/main">
            <a:r>
              <a:t>相关测试（列出路径不代表已运行）：</a:t>
            </a:r>
          </a:p>
          <a:p xmlns:a="http://schemas.openxmlformats.org/drawingml/2006/main">
            <a:r>
              <a:t/>
            </a:r>
          </a:p>
          <a:p xmlns:a="http://schemas.openxmlformats.org/drawingml/2006/main">
            <a:r>
              <a:t>packages/coding-agent/test/bug-report.test.ts</a:t>
            </a:r>
          </a:p>
          <a:p xmlns:a="http://schemas.openxmlformats.org/drawingml/2006/main">
            <a:r>
              <a:t/>
            </a:r>
          </a:p>
          <a:p xmlns:a="http://schemas.openxmlformats.org/drawingml/2006/main">
            <a:r>
              <a:t>packages/coding-agent/test/crash-log.test.ts</a:t>
            </a:r>
          </a:p>
          <a:p xmlns:a="http://schemas.openxmlformats.org/drawingml/2006/main">
            <a:r>
              <a:t/>
            </a:r>
          </a:p>
          <a:p xmlns:a="http://schemas.openxmlformats.org/drawingml/2006/main">
            <a:r>
              <a:t>packages/coding-agent/test/skills.test.ts</a:t>
            </a:r>
          </a:p>
          <a:p xmlns:a="http://schemas.openxmlformats.org/drawingml/2006/main">
            <a:r>
              <a:t/>
            </a:r>
          </a:p>
          <a:p xmlns:a="http://schemas.openxmlformats.org/drawingml/2006/main">
            <a:r>
              <a:t>packages/ai/test/telemetry-options.test.ts</a:t>
            </a:r>
          </a:p>
          <a:p xmlns:a="http://schemas.openxmlformats.org/drawingml/2006/main">
            <a:r>
              <a:t/>
            </a:r>
          </a:p>
          <a:p xmlns:a="http://schemas.openxmlformats.org/drawingml/2006/main">
            <a:r>
              <a:t>packages/ai/test/telemetry.test.ts</a:t>
            </a:r>
          </a:p>
          <a:p xmlns:a="http://schemas.openxmlformats.org/drawingml/2006/main">
            <a:r>
              <a:t/>
            </a:r>
          </a:p>
          <a:p xmlns:a="http://schemas.openxmlformats.org/drawingml/2006/main">
            <a:r>
              <a:t>packages/chord/test/context.test.ts</a:t>
            </a:r>
          </a:p>
          <a:p xmlns:a="http://schemas.openxmlformats.org/drawingml/2006/main">
            <a:r>
              <a:t/>
            </a:r>
          </a:p>
          <a:p xmlns:a="http://schemas.openxmlformats.org/drawingml/2006/main">
            <a:r>
              <a:t>packages/chord/test/telemetry-sqlite.test.ts</a:t>
            </a:r>
          </a:p>
          <a:p xmlns:a="http://schemas.openxmlformats.org/drawingml/2006/main">
            <a:r>
              <a:t/>
            </a:r>
          </a:p>
          <a:p xmlns:a="http://schemas.openxmlformats.org/drawingml/2006/main">
            <a:r>
              <a:t>packages/durable/test/harness-telemetry-options.test.ts</a:t>
            </a:r>
          </a:p>
          <a:p xmlns:a="http://schemas.openxmlformats.org/drawingml/2006/main">
            <a:r>
              <a:t/>
            </a:r>
          </a:p>
          <a:p xmlns:a="http://schemas.openxmlformats.org/drawingml/2006/main">
            <a:r>
              <a:t>packages/durable/test/harness-telemetry.test.ts</a:t>
            </a:r>
          </a:p>
          <a:p xmlns:a="http://schemas.openxmlformats.org/drawingml/2006/main">
            <a:r>
              <a:t/>
            </a:r>
          </a:p>
          <a:p xmlns:a="http://schemas.openxmlformats.org/drawingml/2006/main">
            <a:r>
              <a:t>packages/telemetry/test/conformance.test.ts</a:t>
            </a:r>
          </a:p>
          <a:p xmlns:a="http://schemas.openxmlformats.org/drawingml/2006/main">
            <a:r>
              <a:t/>
            </a:r>
          </a:p>
          <a:p xmlns:a="http://schemas.openxmlformats.org/drawingml/2006/main">
            <a:r>
              <a:t>packages/telemetry/test/metrics.test.ts</a:t>
            </a:r>
          </a:p>
          <a:p xmlns:a="http://schemas.openxmlformats.org/drawingml/2006/main">
            <a:r>
              <a:t/>
            </a:r>
          </a:p>
          <a:p xmlns:a="http://schemas.openxmlformats.org/drawingml/2006/main">
            <a:r>
              <a:t>packages/telemetry/test/propagation-worker.ts</a:t>
            </a:r>
          </a:p>
          <a:p xmlns:a="http://schemas.openxmlformats.org/drawingml/2006/main">
            <a:r>
              <a:t/>
            </a:r>
          </a:p>
          <a:p xmlns:a="http://schemas.openxmlformats.org/drawingml/2006/main">
            <a:r>
              <a:t>packages/telemetry/test/propagation.test.ts</a:t>
            </a:r>
          </a:p>
          <a:p xmlns:a="http://schemas.openxmlformats.org/drawingml/2006/main">
            <a:r>
              <a:t/>
            </a:r>
          </a:p>
          <a:p xmlns:a="http://schemas.openxmlformats.org/drawingml/2006/main">
            <a:r>
              <a:t>packages/telemetry/test/render.test.ts</a:t>
            </a:r>
          </a:p>
          <a:p xmlns:a="http://schemas.openxmlformats.org/drawingml/2006/main">
            <a:r>
              <a:t/>
            </a:r>
          </a:p>
          <a:p xmlns:a="http://schemas.openxmlformats.org/drawingml/2006/main">
            <a:r>
              <a:t>packages/telemetry/test/store-conformance.ts</a:t>
            </a:r>
          </a:p>
          <a:p xmlns:a="http://schemas.openxmlformats.org/drawingml/2006/main">
            <a:r>
              <a:t/>
            </a:r>
          </a:p>
          <a:p xmlns:a="http://schemas.openxmlformats.org/drawingml/2006/main">
            <a:r>
              <a:t>packages/telemetry/test/store.test.ts</a:t>
            </a:r>
          </a:p>
          <a:p xmlns:a="http://schemas.openxmlformats.org/drawingml/2006/main">
            <a:r>
              <a:t/>
            </a:r>
          </a:p>
          <a:p xmlns:a="http://schemas.openxmlformats.org/drawingml/2006/main">
            <a:r>
              <a:t>packages/telemetry/test/telemetry.test.ts</a:t>
            </a:r>
          </a:p>
          <a:p xmlns:a="http://schemas.openxmlformats.org/drawingml/2006/main">
            <a:r>
              <a:t/>
            </a:r>
          </a:p>
          <a:p xmlns:a="http://schemas.openxmlformats.org/drawingml/2006/main">
            <a:r>
              <a:t>packages/coding-agent/test/auth-url-copy.test.ts</a:t>
            </a:r>
          </a:p>
          <a:p xmlns:a="http://schemas.openxmlformats.org/drawingml/2006/main">
            <a:r>
              <a:t/>
            </a:r>
          </a:p>
          <a:p xmlns:a="http://schemas.openxmlformats.org/drawingml/2006/main">
            <a:r>
              <a:t>packages/coding-agent/test/config-schemas.test.ts</a:t>
            </a:r>
          </a:p>
          <a:p xmlns:a="http://schemas.openxmlformats.org/drawingml/2006/main">
            <a:r>
              <a:t/>
            </a:r>
          </a:p>
          <a:p xmlns:a="http://schemas.openxmlformats.org/drawingml/2006/main">
            <a:r>
              <a:t>packages/coding-agent/test/custom-editor-history-keybindings.test.ts</a:t>
            </a:r>
          </a:p>
          <a:p xmlns:a="http://schemas.openxmlformats.org/drawingml/2006/main">
            <a:r>
              <a:t/>
            </a:r>
          </a:p>
          <a:p xmlns:a="http://schemas.openxmlformats.org/drawingml/2006/main">
            <a:r>
              <a:t>packages/coding-agent/test/extensions-runner.test.ts</a:t>
            </a:r>
          </a:p>
          <a:p xmlns:a="http://schemas.openxmlformats.org/drawingml/2006/main">
            <a:r>
              <a:t/>
            </a:r>
          </a:p>
          <a:p xmlns:a="http://schemas.openxmlformats.org/drawingml/2006/main">
            <a:r>
              <a:t>packages/coding-agent/test/interactive-tui.test.ts</a:t>
            </a:r>
          </a:p>
          <a:p xmlns:a="http://schemas.openxmlformats.org/drawingml/2006/main">
            <a:r>
              <a:t/>
            </a:r>
          </a:p>
          <a:p xmlns:a="http://schemas.openxmlformats.org/drawingml/2006/main">
            <a:r>
              <a:t>packages/coding-agent/test/keybindings-migration.test.ts</a:t>
            </a:r>
          </a:p>
          <a:p xmlns:a="http://schemas.openxmlformats.org/drawingml/2006/main">
            <a:r>
              <a:t/>
            </a:r>
          </a:p>
          <a:p xmlns:a="http://schemas.openxmlformats.org/drawingml/2006/main">
            <a:r>
              <a:t>packages/coding-agent/test/keybindings.test.ts</a:t>
            </a:r>
          </a:p>
          <a:p xmlns:a="http://schemas.openxmlformats.org/drawingml/2006/main">
            <a:r>
              <a:t/>
            </a:r>
          </a:p>
          <a:p xmlns:a="http://schemas.openxmlformats.org/drawingml/2006/main">
            <a:r>
              <a:t>packages/coding-agent/test/login-dialog-device-code.test.ts</a:t>
            </a:r>
          </a:p>
          <a:p xmlns:a="http://schemas.openxmlformats.org/drawingml/2006/main">
            <a:r>
              <a:t/>
            </a:r>
          </a:p>
          <a:p xmlns:a="http://schemas.openxmlformats.org/drawingml/2006/main">
            <a:r>
              <a:t>packages/coding-agent/test/mcp-manager-view.test.ts</a:t>
            </a:r>
          </a:p>
          <a:p xmlns:a="http://schemas.openxmlformats.org/drawingml/2006/main">
            <a:r>
              <a:t/>
            </a:r>
          </a:p>
          <a:p xmlns:a="http://schemas.openxmlformats.org/drawingml/2006/main">
            <a:r>
              <a:t>packages/coding-agent/test/model-selector.test.ts</a:t>
            </a:r>
          </a:p>
          <a:p xmlns:a="http://schemas.openxmlformats.org/drawingml/2006/main">
            <a:r>
              <a:t/>
            </a:r>
          </a:p>
          <a:p xmlns:a="http://schemas.openxmlformats.org/drawingml/2006/main">
            <a:r>
              <a:t>packages/coding-agent/test/oauth-selector.test.ts</a:t>
            </a:r>
          </a:p>
          <a:p xmlns:a="http://schemas.openxmlformats.org/drawingml/2006/main">
            <a:r>
              <a:t/>
            </a:r>
          </a:p>
          <a:p xmlns:a="http://schemas.openxmlformats.org/drawingml/2006/main">
            <a:r>
              <a:t>packages/coding-agent/test/scoped-models-selector.test.ts</a:t>
            </a:r>
          </a:p>
          <a:p xmlns:a="http://schemas.openxmlformats.org/drawingml/2006/main">
            <a:r>
              <a:t/>
            </a:r>
          </a:p>
          <a:p xmlns:a="http://schemas.openxmlformats.org/drawingml/2006/main">
            <a:r>
              <a:t>packages/coding-agent/test/session-selector-path-delete.test.ts</a:t>
            </a:r>
          </a:p>
          <a:p xmlns:a="http://schemas.openxmlformats.org/drawingml/2006/main">
            <a:r>
              <a:t/>
            </a:r>
          </a:p>
          <a:p xmlns:a="http://schemas.openxmlformats.org/drawingml/2006/main">
            <a:r>
              <a:t>packages/coding-agent/test/session-selector-rename.test.ts</a:t>
            </a:r>
          </a:p>
          <a:p xmlns:a="http://schemas.openxmlformats.org/drawingml/2006/main">
            <a:r>
              <a:t/>
            </a:r>
          </a:p>
          <a:p xmlns:a="http://schemas.openxmlformats.org/drawingml/2006/main">
            <a:r>
              <a:t>packages/coding-agent/test/settings-selector.test.ts</a:t>
            </a:r>
          </a:p>
          <a:p xmlns:a="http://schemas.openxmlformats.org/drawingml/2006/main">
            <a:r>
              <a:t/>
            </a:r>
          </a:p>
          <a:p xmlns:a="http://schemas.openxmlformats.org/drawingml/2006/main">
            <a:r>
              <a:t>packages/coding-agent/test/status-indicator.test.ts</a:t>
            </a:r>
          </a:p>
          <a:p xmlns:a="http://schemas.openxmlformats.org/drawingml/2006/main">
            <a:r>
              <a:t/>
            </a:r>
          </a:p>
          <a:p xmlns:a="http://schemas.openxmlformats.org/drawingml/2006/main">
            <a:r>
              <a:t>packages/coding-agent/test/suite/regressions/3217-scoped-model-order.test.ts</a:t>
            </a:r>
          </a:p>
          <a:p xmlns:a="http://schemas.openxmlformats.org/drawingml/2006/main">
            <a:r>
              <a:t/>
            </a:r>
          </a:p>
          <a:p xmlns:a="http://schemas.openxmlformats.org/drawingml/2006/main">
            <a:r>
              <a:t>packages/coding-agent/test/suite/regressions/5433-extension-oauth-prompt-input.test.ts</a:t>
            </a:r>
          </a:p>
          <a:p xmlns:a="http://schemas.openxmlformats.org/drawingml/2006/main">
            <a:r>
              <a:t/>
            </a:r>
          </a:p>
          <a:p xmlns:a="http://schemas.openxmlformats.org/drawingml/2006/main">
            <a:r>
              <a:t>packages/coding-agent/test/suite/regressions/6949-unavailable-scoped-model.test.ts</a:t>
            </a:r>
          </a:p>
          <a:p xmlns:a="http://schemas.openxmlformats.org/drawingml/2006/main">
            <a:r>
              <a:t/>
            </a:r>
          </a:p>
          <a:p xmlns:a="http://schemas.openxmlformats.org/drawingml/2006/main">
            <a:r>
              <a:t>packages/coding-agent/test/suite/regressions/6999-models-json-hot-reload.test.ts</a:t>
            </a:r>
          </a:p>
          <a:p xmlns:a="http://schemas.openxmlformats.org/drawingml/2006/main">
            <a:r>
              <a:t/>
            </a:r>
          </a:p>
          <a:p xmlns:a="http://schemas.openxmlformats.org/drawingml/2006/main">
            <a:r>
              <a:t>packages/coding-agent/test/suite/regressions/7153-scoped-models-refresh.test.ts</a:t>
            </a:r>
          </a:p>
          <a:p xmlns:a="http://schemas.openxmlformats.org/drawingml/2006/main">
            <a:r>
              <a:t/>
            </a:r>
          </a:p>
          <a:p xmlns:a="http://schemas.openxmlformats.org/drawingml/2006/main">
            <a:r>
              <a:t>packages/coding-agent/test/suite/regressions/7209-model-selector-filter-resets-selection.test.ts</a:t>
            </a:r>
          </a:p>
          <a:p xmlns:a="http://schemas.openxmlformats.org/drawingml/2006/main">
            <a:r>
              <a:t/>
            </a:r>
          </a:p>
          <a:p xmlns:a="http://schemas.openxmlformats.org/drawingml/2006/main">
            <a:r>
              <a:t>packages/coding-agent/test/thinking-selector.test.ts</a:t>
            </a:r>
          </a:p>
          <a:p xmlns:a="http://schemas.openxmlformats.org/drawingml/2006/main">
            <a:r>
              <a:t/>
            </a:r>
          </a:p>
          <a:p xmlns:a="http://schemas.openxmlformats.org/drawingml/2006/main">
            <a:r>
              <a:t>packages/coding-agent/test/tree-selector.test.ts</a:t>
            </a:r>
          </a:p>
          <a:p xmlns:a="http://schemas.openxmlformats.org/drawingml/2006/main">
            <a:r>
              <a:t/>
            </a:r>
          </a:p>
          <a:p xmlns:a="http://schemas.openxmlformats.org/drawingml/2006/main">
            <a:r>
              <a:t>packages/coding-agent/test/trust-selector.test.ts</a:t>
            </a:r>
          </a:p>
          <a:p xmlns:a="http://schemas.openxmlformats.org/drawingml/2006/main">
            <a:r>
              <a:t/>
            </a:r>
          </a:p>
          <a:p xmlns:a="http://schemas.openxmlformats.org/drawingml/2006/main">
            <a:r>
              <a:t>packages/coding-agent/test/branch-summarization.test.ts</a:t>
            </a:r>
          </a:p>
          <a:p xmlns:a="http://schemas.openxmlformats.org/drawingml/2006/main">
            <a:r>
              <a:t/>
            </a:r>
          </a:p>
          <a:p xmlns:a="http://schemas.openxmlformats.org/drawingml/2006/main">
            <a:r>
              <a:t>packages/coding-agent/test/compaction-summary-reasoning.test.ts</a:t>
            </a:r>
          </a:p>
          <a:p xmlns:a="http://schemas.openxmlformats.org/drawingml/2006/main">
            <a:r>
              <a:t/>
            </a:r>
          </a:p>
          <a:p xmlns:a="http://schemas.openxmlformats.org/drawingml/2006/main">
            <a:r>
              <a:t>packages/coding-agent/test/compaction.test.ts</a:t>
            </a:r>
          </a:p>
          <a:p xmlns:a="http://schemas.openxmlformats.org/drawingml/2006/main">
            <a:r>
              <a:t/>
            </a:r>
          </a:p>
          <a:p xmlns:a="http://schemas.openxmlformats.org/drawingml/2006/main">
            <a:r>
              <a:t>packages/coding-agent/test/session-context-edit.test.ts</a:t>
            </a:r>
          </a:p>
          <a:p xmlns:a="http://schemas.openxmlformats.org/drawingml/2006/main">
            <a:r>
              <a:t/>
            </a:r>
          </a:p>
          <a:p xmlns:a="http://schemas.openxmlformats.org/drawingml/2006/main">
            <a:r>
              <a:t>packages/coding-agent/test/suite/agent-session-compaction.test.ts</a:t>
            </a:r>
          </a:p>
          <a:p xmlns:a="http://schemas.openxmlformats.org/drawingml/2006/main">
            <a:r>
              <a:t/>
            </a:r>
          </a:p>
          <a:p xmlns:a="http://schemas.openxmlformats.org/drawingml/2006/main">
            <a:r>
              <a:t>packages/coding-agent/test/compaction-nested-calls.test.ts</a:t>
            </a:r>
          </a:p>
          <a:p xmlns:a="http://schemas.openxmlformats.org/drawingml/2006/main">
            <a:r>
              <a:t/>
            </a:r>
          </a:p>
          <a:p xmlns:a="http://schemas.openxmlformats.org/drawingml/2006/main">
            <a:r>
              <a:t>packages/coding-agent/test/compaction-serialization.test.ts</a:t>
            </a:r>
          </a:p>
          <a:p xmlns:a="http://schemas.openxmlformats.org/drawingml/2006/main">
            <a:r>
              <a:t/>
            </a:r>
          </a:p>
          <a:p xmlns:a="http://schemas.openxmlformats.org/drawingml/2006/main">
            <a:r>
              <a:t>功能编号：</a:t>
            </a:r>
          </a:p>
          <a:p xmlns:a="http://schemas.openxmlformats.org/drawingml/2006/main">
            <a:r>
              <a:t/>
            </a:r>
          </a:p>
          <a:p xmlns:a="http://schemas.openxmlformats.org/drawingml/2006/main">
            <a:r>
              <a:t>UI-24 · 启动信息与诊断 [内置] 查看已加载资源、版本、活动快捷键和更新日志；`/debug` 导出终端渲染与会话数据便于排错。</a:t>
            </a:r>
          </a:p>
          <a:p xmlns:a="http://schemas.openxmlformats.org/drawingml/2006/main">
            <a:r>
              <a:t/>
            </a:r>
          </a:p>
          <a:p xmlns:a="http://schemas.openxmlformats.org/drawingml/2006/main">
            <a:r>
              <a:t>SES-24 · 私有问题报告 [内置] 收集环境、错误与可选会话／摘要，支持上传或导出 ZIP，失败时可退回本地导出。</a:t>
            </a:r>
          </a:p>
          <a:p xmlns:a="http://schemas.openxmlformats.org/drawingml/2006/main">
            <a:r>
              <a:t/>
            </a:r>
          </a:p>
          <a:p xmlns:a="http://schemas.openxmlformats.org/drawingml/2006/main">
            <a:r>
              <a:t>SES-25 · 摘要序列化排除推理块 [内置] 压缩、分支摘要及 bug 报告序列化不再包含 thinking，避免不在实时上下文中的重放推理使摘要请求反而大于原上下文。</a:t>
            </a:r>
          </a:p>
          <a:p xmlns:a="http://schemas.openxmlformats.org/drawingml/2006/main">
            <a:r>
              <a:t/>
            </a:r>
          </a:p>
          <a:p xmlns:a="http://schemas.openxmlformats.org/drawingml/2006/main">
            <a:r>
              <a:t>TEL-01 · 显式调用跟踪 [库] 通过上下文创建父子 span，记录一次操作及子操作关系，不依赖全局 current-span 状态。</a:t>
            </a:r>
          </a:p>
          <a:p xmlns:a="http://schemas.openxmlformats.org/drawingml/2006/main">
            <a:r>
              <a:t/>
            </a:r>
          </a:p>
          <a:p xmlns:a="http://schemas.openxmlformats.org/drawingml/2006/main">
            <a:r>
              <a:t>TEL-02 · 回调管理生命周期 [库] span 在回调返回／拒绝时结算，自动记录成功或错误，避免调用者忘记 end。</a:t>
            </a:r>
          </a:p>
          <a:p xmlns:a="http://schemas.openxmlformats.org/drawingml/2006/main">
            <a:r>
              <a:t/>
            </a:r>
          </a:p>
          <a:p xmlns:a="http://schemas.openxmlformats.org/drawingml/2006/main">
            <a:r>
              <a:t>TEL-03 · 属性、事件与状态 [库] 附加操作参数、过程中事件和最终结果；属性合并、状态后写覆盖，并在结算后保持惰性。</a:t>
            </a:r>
          </a:p>
          <a:p xmlns:a="http://schemas.openxmlformats.org/drawingml/2006/main">
            <a:r>
              <a:t/>
            </a:r>
          </a:p>
          <a:p xmlns:a="http://schemas.openxmlformats.org/drawingml/2006/main">
            <a:r>
              <a:t>TEL-04 · 无操作遥测 [库] 关闭记录时仍以同样接口执行原业务回调，不收集名称或数据。</a:t>
            </a:r>
          </a:p>
          <a:p xmlns:a="http://schemas.openxmlformats.org/drawingml/2006/main">
            <a:r>
              <a:t/>
            </a:r>
          </a:p>
          <a:p xmlns:a="http://schemas.openxmlformats.org/drawingml/2006/main">
            <a:r>
              <a:t>TEL-05 · 内存参考适配器 [库] 在进程内记录确定性的 span ID、父子关系、事件及结束顺序，适合测试和本地诊断；不记录时间戳。</a:t>
            </a:r>
          </a:p>
          <a:p xmlns:a="http://schemas.openxmlformats.org/drawingml/2006/main">
            <a:r>
              <a:t/>
            </a:r>
          </a:p>
          <a:p xmlns:a="http://schemas.openxmlformats.org/drawingml/2006/main">
            <a:r>
              <a:t>TEL-06 · 自定义后端适配 [库] 将通用接口连接 OpenTelemetry、Sentry 或日志系统，采样、导出和 flush 由适配器负责，包内不自带 exporter。</a:t>
            </a:r>
          </a:p>
          <a:p xmlns:a="http://schemas.openxmlformats.org/drawingml/2006/main">
            <a:r>
              <a:t/>
            </a:r>
          </a:p>
          <a:p xmlns:a="http://schemas.openxmlformats.org/drawingml/2006/main">
            <a:r>
              <a:t>TEL-07 · 类型化诊断 schema [库] 声明 span、属性、事件及允许值，在编译期发现未知字段和缺失必填字段。</a:t>
            </a:r>
          </a:p>
          <a:p xmlns:a="http://schemas.openxmlformats.org/drawingml/2006/main">
            <a:r>
              <a:t/>
            </a:r>
          </a:p>
          <a:p xmlns:a="http://schemas.openxmlformats.org/drawingml/2006/main">
            <a:r>
              <a:t>TEL-08 · 起始与完成属性 [库] 区分开始时必需信息和完成时可选补充，允许正常失败或取消情况下部分结果不可用。</a:t>
            </a:r>
          </a:p>
          <a:p xmlns:a="http://schemas.openxmlformats.org/drawingml/2006/main">
            <a:r>
              <a:t/>
            </a:r>
          </a:p>
          <a:p xmlns:a="http://schemas.openxmlformats.org/drawingml/2006/main">
            <a:r>
              <a:t>TEL-09 · schema 元数据 [库] 标注描述、示例、敏感性、基数和父子规则，为文档、测试与适配器治理提供依据；不执行运行时权限检查。</a:t>
            </a:r>
          </a:p>
          <a:p xmlns:a="http://schemas.openxmlformats.org/drawingml/2006/main">
            <a:r>
              <a:t/>
            </a:r>
          </a:p>
          <a:p xmlns:a="http://schemas.openxmlformats.org/drawingml/2006/main">
            <a:r>
              <a:t>TEL-10 · 适配器一致性测试 [库／测试] 验证单次调用、返回值保持、异步生命周期、父子关系及后端失败不影响业务等契约。</a:t>
            </a:r>
          </a:p>
          <a:p xmlns:a="http://schemas.openxmlformats.org/drawingml/2006/main">
            <a:r>
              <a:t/>
            </a:r>
          </a:p>
          <a:p xmlns:a="http://schemas.openxmlformats.org/drawingml/2006/main">
            <a:r>
              <a:t>TEL-11 · Pi 领域诊断词汇 [库] Pi 领域 schema 按所属运行层维护：AI 的请求/轮询与 Durable 的任务/提交分别记录，宿主显式传播 span；未知用量不推算，正常遥测不携带完整提示正文。详见 AI-40、DUR-72。</a:t>
            </a:r>
          </a:p>
          <a:p xmlns:a="http://schemas.openxmlformats.org/drawingml/2006/main">
            <a:r>
              <a:t/>
            </a:r>
          </a:p>
          <a:p xmlns:a="http://schemas.openxmlformats.org/drawingml/2006/main">
            <a:r>
              <a:t>OTH-50 · 提供商流调试查看器 [示例] 按需记录原始解析事件，并按助手消息聚合为 TUI 诊断条目。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源码基线：136b87e8a7f5a3e5186de0289523ba327dc592fc</a:t>
            </a:r>
          </a:p>
          <a:p xmlns:a="http://schemas.openxmlformats.org/drawingml/2006/main">
            <a:r>
              <a:t/>
            </a:r>
          </a:p>
          <a:p xmlns:a="http://schemas.openxmlformats.org/drawingml/2006/main">
            <a:r>
              <a:t>课程：07 测试与排错 / telemetry-diagnostics / 日志、Span、事件与性能定位</a:t>
            </a:r>
          </a:p>
          <a:p xmlns:a="http://schemas.openxmlformats.org/drawingml/2006/main">
            <a:r>
              <a:t/>
            </a:r>
          </a:p>
          <a:p xmlns:a="http://schemas.openxmlformats.org/drawingml/2006/main">
            <a:r>
              <a:t>场景：请求变慢或失败，但需要知道耗时发生在哪一层。</a:t>
            </a:r>
          </a:p>
          <a:p xmlns:a="http://schemas.openxmlformats.org/drawingml/2006/main">
            <a:r>
              <a:t/>
            </a:r>
          </a:p>
          <a:p xmlns:a="http://schemas.openxmlformats.org/drawingml/2006/main">
            <a:r>
              <a:t>以下是教学追踪顺序，具体运行分支以源码为准。</a:t>
            </a:r>
          </a:p>
          <a:p xmlns:a="http://schemas.openxmlformats.org/drawingml/2006/main">
            <a:r>
              <a:t/>
            </a:r>
          </a:p>
          <a:p xmlns:a="http://schemas.openxmlformats.org/drawingml/2006/main">
            <a:r>
              <a:t>1. 明确观测数据</a:t>
            </a:r>
          </a:p>
          <a:p xmlns:a="http://schemas.openxmlformats.org/drawingml/2006/main">
            <a:r>
              <a:t>区分 crash log、timings、请求诊断和 bug report，检查本地收集与上传分开的入口。</a:t>
            </a:r>
          </a:p>
          <a:p xmlns:a="http://schemas.openxmlformats.org/drawingml/2006/main">
            <a:r>
              <a:t>输入：错误或耗时现象</a:t>
            </a:r>
          </a:p>
          <a:p xmlns:a="http://schemas.openxmlformats.org/drawingml/2006/main">
            <a:r>
              <a:t>输出：可定位的诊断记录</a:t>
            </a:r>
          </a:p>
          <a:p xmlns:a="http://schemas.openxmlformats.org/drawingml/2006/main">
            <a:r>
              <a:t>入口：/bug；诊断事件</a:t>
            </a:r>
          </a:p>
          <a:p xmlns:a="http://schemas.openxmlformats.org/drawingml/2006/main">
            <a:r>
              <a:t>行为与边界：诊断数据可能含运行上下文；报告上传与本地记录分别处理。</a:t>
            </a:r>
          </a:p>
          <a:p xmlns:a="http://schemas.openxmlformats.org/drawingml/2006/main">
            <a:r>
              <a:t>源码：packages/coding-agent/src/core/bug-report-upload.ts:1</a:t>
            </a:r>
          </a:p>
          <a:p xmlns:a="http://schemas.openxmlformats.org/drawingml/2006/main">
            <a:r>
              <a:t>源码：packages/coding-agent/src/core/bug-report.ts:1</a:t>
            </a:r>
          </a:p>
          <a:p xmlns:a="http://schemas.openxmlformats.org/drawingml/2006/main">
            <a:r>
              <a:t>源码：packages/coding-agent/src/core/crash-log.ts:1</a:t>
            </a:r>
          </a:p>
          <a:p xmlns:a="http://schemas.openxmlformats.org/drawingml/2006/main">
            <a:r>
              <a:t>源码：packages/coding-agent/src/core/diagnostics.ts:1</a:t>
            </a:r>
          </a:p>
          <a:p xmlns:a="http://schemas.openxmlformats.org/drawingml/2006/main">
            <a:r>
              <a:t>源码：packages/coding-agent/src/core/telemetry.ts:1</a:t>
            </a:r>
          </a:p>
          <a:p xmlns:a="http://schemas.openxmlformats.org/drawingml/2006/main">
            <a:r>
              <a:t>源码：packages/coding-agent/src/core/timings.ts:1</a:t>
            </a:r>
          </a:p>
          <a:p xmlns:a="http://schemas.openxmlformats.org/drawingml/2006/main">
            <a:r>
              <a:t>源码：packages/coding-agent/src/modes/interactive/bug-report.ts:1</a:t>
            </a:r>
          </a:p>
          <a:p xmlns:a="http://schemas.openxmlformats.org/drawingml/2006/main">
            <a:r>
              <a:t/>
            </a:r>
          </a:p>
          <a:p xmlns:a="http://schemas.openxmlformats.org/drawingml/2006/main">
            <a:r>
              <a:t>2. 定义类型化 Span</a:t>
            </a:r>
          </a:p>
          <a:p xmlns:a="http://schemas.openxmlformats.org/drawingml/2006/main">
            <a:r>
              <a:t>阅读 schema、属性、事件和 createTypedSpanStarter，把上下文显式传入操作。</a:t>
            </a:r>
          </a:p>
          <a:p xmlns:a="http://schemas.openxmlformats.org/drawingml/2006/main">
            <a:r>
              <a:t>输入：操作边界与字段</a:t>
            </a:r>
          </a:p>
          <a:p xmlns:a="http://schemas.openxmlformats.org/drawingml/2006/main">
            <a:r>
              <a:t>输出：类型约束的观测事件</a:t>
            </a:r>
          </a:p>
          <a:p xmlns:a="http://schemas.openxmlformats.org/drawingml/2006/main">
            <a:r>
              <a:t>入口：defineTelemetrySchema / createTypedSpanStarter</a:t>
            </a:r>
          </a:p>
          <a:p xmlns:a="http://schemas.openxmlformats.org/drawingml/2006/main">
            <a:r>
              <a:t>行为与边界：上下文显式传入，没有全局当前 span 或内置 exporter。</a:t>
            </a:r>
          </a:p>
          <a:p xmlns:a="http://schemas.openxmlformats.org/drawingml/2006/main">
            <a:r>
              <a:t>源码：packages/telemetry/src/index.ts:1</a:t>
            </a:r>
          </a:p>
          <a:p xmlns:a="http://schemas.openxmlformats.org/drawingml/2006/main">
            <a:r>
              <a:t/>
            </a:r>
          </a:p>
          <a:p xmlns:a="http://schemas.openxmlformats.org/drawingml/2006/main">
            <a:r>
              <a:t>3. 选择记录适配器</a:t>
            </a:r>
          </a:p>
          <a:p xmlns:a="http://schemas.openxmlformats.org/drawingml/2006/main">
            <a:r>
              <a:t>比较 NOOP 与内存 recorder，检查包没有内置全局 current span 或生产 exporter。</a:t>
            </a:r>
          </a:p>
          <a:p xmlns:a="http://schemas.openxmlformats.org/drawingml/2006/main">
            <a:r>
              <a:t>输入：TelemetryContext</a:t>
            </a:r>
          </a:p>
          <a:p xmlns:a="http://schemas.openxmlformats.org/drawingml/2006/main">
            <a:r>
              <a:t>输出：记录或无操作行为</a:t>
            </a:r>
          </a:p>
          <a:p xmlns:a="http://schemas.openxmlformats.org/drawingml/2006/main">
            <a:r>
              <a:t>入口：NOOP_TELEMETRY_CONTEXT / InMemoryTelemetryContext</a:t>
            </a:r>
          </a:p>
          <a:p xmlns:a="http://schemas.openxmlformats.org/drawingml/2006/main">
            <a:r>
              <a:t>行为与边界：生产导出后端由应用提供适配。</a:t>
            </a:r>
          </a:p>
          <a:p xmlns:a="http://schemas.openxmlformats.org/drawingml/2006/main">
            <a:r>
              <a:t>源码：packages/telemetry/src/memory.ts:1</a:t>
            </a:r>
          </a:p>
          <a:p xmlns:a="http://schemas.openxmlformats.org/drawingml/2006/main">
            <a:r>
              <a:t>源码：packages/telemetry/src/noop.ts:1</a:t>
            </a:r>
          </a:p>
          <a:p xmlns:a="http://schemas.openxmlformats.org/drawingml/2006/main">
            <a:r>
              <a:t/>
            </a:r>
          </a:p>
          <a:p xmlns:a="http://schemas.openxmlformats.org/drawingml/2006/main">
            <a:r>
              <a:t>4. 验证并分析</a:t>
            </a:r>
          </a:p>
          <a:p xmlns:a="http://schemas.openxmlformats.org/drawingml/2006/main">
            <a:r>
              <a:t>运行适配器一致性用例，再结合工程分析脚本定位热路径，避免从一次测量推出稳定性能结论。</a:t>
            </a:r>
          </a:p>
          <a:p xmlns:a="http://schemas.openxmlformats.org/drawingml/2006/main">
            <a:r>
              <a:t>输入：观测记录与测试</a:t>
            </a:r>
          </a:p>
          <a:p xmlns:a="http://schemas.openxmlformats.org/drawingml/2006/main">
            <a:r>
              <a:t>输出：可解释的耗时和错误位置</a:t>
            </a:r>
          </a:p>
          <a:p xmlns:a="http://schemas.openxmlformats.org/drawingml/2006/main">
            <a:r>
              <a:t>入口：testing 子路径</a:t>
            </a:r>
          </a:p>
          <a:p xmlns:a="http://schemas.openxmlformats.org/drawingml/2006/main">
            <a:r>
              <a:t>行为与边界：测试入口不是自动启用的生产监控。</a:t>
            </a:r>
          </a:p>
          <a:p xmlns:a="http://schemas.openxmlformats.org/drawingml/2006/main">
            <a:r>
              <a:t>源码：packages/telemetry/src/testing/conformance.ts:1</a:t>
            </a:r>
          </a:p>
          <a:p xmlns:a="http://schemas.openxmlformats.org/drawingml/2006/main">
            <a:r>
              <a:t>源码：packages/telemetry/src/testing/index.ts:1</a:t>
            </a:r>
          </a:p>
          <a:p xmlns:a="http://schemas.openxmlformats.org/drawingml/2006/main">
            <a:r>
              <a:t>源码：packages/telemetry/src/testing/types.ts:1</a:t>
            </a:r>
          </a:p>
          <a:p xmlns:a="http://schemas.openxmlformats.org/drawingml/2006/main">
            <a:r>
              <a:t/>
            </a:r>
          </a:p>
          <a:p xmlns:a="http://schemas.openxmlformats.org/drawingml/2006/main">
            <a:r>
              <a:t>失败与恢复：诊断记录不是业务状态；异步操作跨越时遗漏上下文会断开关联，日志存在不代表 span 正确结束。</a:t>
            </a:r>
          </a:p>
          <a:p xmlns:a="http://schemas.openxmlformats.org/drawingml/2006/main">
            <a:r>
              <a:t/>
            </a:r>
          </a:p>
          <a:p xmlns:a="http://schemas.openxmlformats.org/drawingml/2006/main">
            <a:r>
              <a:t>练习：构造父子操作和一次异常，用内存 recorder 断言事件、结束状态和上下文关联。</a:t>
            </a:r>
          </a:p>
          <a:p xmlns:a="http://schemas.openxmlformats.org/drawingml/2006/main">
            <a:r>
              <a:t>参考判断：适配器应满足一致性契约；生产导出需要应用自行接入。</a:t>
            </a:r>
          </a:p>
          <a:p xmlns:a="http://schemas.openxmlformats.org/drawingml/2006/main">
            <a:r>
              <a:t/>
            </a:r>
          </a:p>
          <a:p xmlns:a="http://schemas.openxmlformats.org/drawingml/2006/main">
            <a:r>
              <a:t>关联专题与当前接口：</a:t>
            </a:r>
          </a:p>
          <a:p xmlns:a="http://schemas.openxmlformats.org/drawingml/2006/main">
            <a:r>
              <a:t/>
            </a:r>
          </a:p>
          <a:p xmlns:a="http://schemas.openxmlformats.org/drawingml/2006/main">
            <a:r>
              <a:t>诊断、错误记录与问题报告</a:t>
            </a:r>
          </a:p>
          <a:p xmlns:a="http://schemas.openxmlformats.org/drawingml/2006/main">
            <a:r>
              <a:t>收集诊断信息、启动耗时与问题报告内容。</a:t>
            </a:r>
          </a:p>
          <a:p xmlns:a="http://schemas.openxmlformats.org/drawingml/2006/main">
            <a:r>
              <a:t>入口：/bug；诊断事件</a:t>
            </a:r>
          </a:p>
          <a:p xmlns:a="http://schemas.openxmlformats.org/drawingml/2006/main">
            <a:r>
              <a:t>边界：诊断数据可能含运行上下文；报告上传与本地记录分别处理。</a:t>
            </a:r>
          </a:p>
          <a:p xmlns:a="http://schemas.openxmlformats.org/drawingml/2006/main">
            <a:r>
              <a:t/>
            </a:r>
          </a:p>
          <a:p xmlns:a="http://schemas.openxmlformats.org/drawingml/2006/main">
            <a:r>
              <a:t>Span、事件与类型化 schema</a:t>
            </a:r>
          </a:p>
          <a:p xmlns:a="http://schemas.openxmlformats.org/drawingml/2006/main">
            <a:r>
              <a:t>定义操作跨度、属性与事件，并从 schema 推导调用类型。</a:t>
            </a:r>
          </a:p>
          <a:p xmlns:a="http://schemas.openxmlformats.org/drawingml/2006/main">
            <a:r>
              <a:t>入口：defineTelemetrySchema / createTypedSpanStarter</a:t>
            </a:r>
          </a:p>
          <a:p xmlns:a="http://schemas.openxmlformats.org/drawingml/2006/main">
            <a:r>
              <a:t>边界：上下文显式传入，没有全局当前 span 或内置 exporter。</a:t>
            </a:r>
          </a:p>
          <a:p xmlns:a="http://schemas.openxmlformats.org/drawingml/2006/main">
            <a:r>
              <a:t/>
            </a:r>
          </a:p>
          <a:p xmlns:a="http://schemas.openxmlformats.org/drawingml/2006/main">
            <a:r>
              <a:t>空操作与内存参考实现</a:t>
            </a:r>
          </a:p>
          <a:p xmlns:a="http://schemas.openxmlformats.org/drawingml/2006/main">
            <a:r>
              <a:t>提供零记录开销路径和可检查的内存记录器。</a:t>
            </a:r>
          </a:p>
          <a:p xmlns:a="http://schemas.openxmlformats.org/drawingml/2006/main">
            <a:r>
              <a:t>入口：NOOP_TELEMETRY_CONTEXT / InMemoryTelemetryContext</a:t>
            </a:r>
          </a:p>
          <a:p xmlns:a="http://schemas.openxmlformats.org/drawingml/2006/main">
            <a:r>
              <a:t>边界：生产导出后端由应用提供适配。</a:t>
            </a:r>
          </a:p>
          <a:p xmlns:a="http://schemas.openxmlformats.org/drawingml/2006/main">
            <a:r>
              <a:t/>
            </a:r>
          </a:p>
          <a:p xmlns:a="http://schemas.openxmlformats.org/drawingml/2006/main">
            <a:r>
              <a:t>遥测适配器一致性验证</a:t>
            </a:r>
          </a:p>
          <a:p xmlns:a="http://schemas.openxmlformats.org/drawingml/2006/main">
            <a:r>
              <a:t>检查第三方遥测适配器是否满足接口契约。</a:t>
            </a:r>
          </a:p>
          <a:p xmlns:a="http://schemas.openxmlformats.org/drawingml/2006/main">
            <a:r>
              <a:t>入口：testing 子路径</a:t>
            </a:r>
          </a:p>
          <a:p xmlns:a="http://schemas.openxmlformats.org/drawingml/2006/main">
            <a:r>
              <a:t>边界：测试入口不是自动启用的生产监控。</a:t>
            </a:r>
          </a:p>
          <a:p xmlns:a="http://schemas.openxmlformats.org/drawingml/2006/main">
            <a:r>
              <a:t/>
            </a:r>
          </a:p>
          <a:p xmlns:a="http://schemas.openxmlformats.org/drawingml/2006/main">
            <a:r>
              <a:t>会话统计与性能分析</a:t>
            </a:r>
          </a:p>
          <a:p xmlns:a="http://schemas.openxmlformats.org/drawingml/2006/main">
            <a:r>
              <a:t>分析会话、工具使用、上下文和性能。</a:t>
            </a:r>
          </a:p>
          <a:p xmlns:a="http://schemas.openxmlformats.org/drawingml/2006/main">
            <a:r>
              <a:t>入口：本地统计脚本</a:t>
            </a:r>
          </a:p>
          <a:p xmlns:a="http://schemas.openxmlformats.org/drawingml/2006/main">
            <a:r>
              <a:t>边界：这些脚本不是默认对话功能。</a:t>
            </a:r>
          </a:p>
          <a:p xmlns:a="http://schemas.openxmlformats.org/drawingml/2006/main">
            <a:r>
              <a:t/>
            </a:r>
          </a:p>
          <a:p xmlns:a="http://schemas.openxmlformats.org/drawingml/2006/main">
            <a:r>
              <a:t>快捷键与斜杠命令</a:t>
            </a:r>
          </a:p>
          <a:p xmlns:a="http://schemas.openxmlformats.org/drawingml/2006/main">
            <a:r>
              <a:t>集中定义可配置动作与内置命令清单。</a:t>
            </a:r>
          </a:p>
          <a:p xmlns:a="http://schemas.openxmlformats.org/drawingml/2006/main">
            <a:r>
              <a:t>入口：/hotkeys；keybindings.json；输入 /</a:t>
            </a:r>
          </a:p>
          <a:p xmlns:a="http://schemas.openxmlformats.org/drawingml/2006/main">
            <a:r>
              <a:t>边界：快捷键应复用命名配置；完整命令表在参考文档内。</a:t>
            </a:r>
          </a:p>
          <a:p xmlns:a="http://schemas.openxmlformats.org/drawingml/2006/main">
            <a:r>
              <a:t/>
            </a:r>
          </a:p>
          <a:p xmlns:a="http://schemas.openxmlformats.org/drawingml/2006/main">
            <a:r>
              <a:t>上下文压缩与分支摘要</a:t>
            </a:r>
          </a:p>
          <a:p xmlns:a="http://schemas.openxmlformats.org/drawingml/2006/main">
            <a:r>
              <a:t>把长历史压缩为摘要，控制下一次请求的上下文规模。</a:t>
            </a:r>
          </a:p>
          <a:p xmlns:a="http://schemas.openxmlformats.org/drawingml/2006/main">
            <a:r>
              <a:t>入口：/compact；自动压缩</a:t>
            </a:r>
          </a:p>
          <a:p xmlns:a="http://schemas.openxmlformats.org/drawingml/2006/main">
            <a:r>
              <a:t>边界：摘要影响上下文投影，不直接等价于删除原始会话历史。</a:t>
            </a:r>
          </a:p>
          <a:p xmlns:a="http://schemas.openxmlformats.org/drawingml/2006/main">
            <a:r>
              <a:t/>
            </a:r>
          </a:p>
          <a:p xmlns:a="http://schemas.openxmlformats.org/drawingml/2006/main">
            <a:r>
              <a:t>extensions/debug-provider · 示例</a:t>
            </a:r>
          </a:p>
          <a:p xmlns:a="http://schemas.openxmlformats.org/drawingml/2006/main">
            <a:r>
              <a:t>展示 extensions/debug-provider.ts 对应的扩展或 SDK 用法。具体场景以入口文件的原始说明、注册代码和配套 README 为依据。</a:t>
            </a:r>
          </a:p>
          <a:p xmlns:a="http://schemas.openxmlformats.org/drawingml/2006/main">
            <a:r>
              <a:t>入口：packages/coding-agent/examples/extensions/debug-provider.ts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文档：</a:t>
            </a:r>
          </a:p>
          <a:p xmlns:a="http://schemas.openxmlformats.org/drawingml/2006/main">
            <a:r>
              <a:t/>
            </a:r>
          </a:p>
          <a:p xmlns:a="http://schemas.openxmlformats.org/drawingml/2006/main">
            <a:r>
              <a:t>packages/coding-agent/docs/cli.md</a:t>
            </a:r>
          </a:p>
          <a:p xmlns:a="http://schemas.openxmlformats.org/drawingml/2006/main">
            <a:r>
              <a:t/>
            </a:r>
          </a:p>
          <a:p xmlns:a="http://schemas.openxmlformats.org/drawingml/2006/main">
            <a:r>
              <a:t>packages/telemetry/README.md</a:t>
            </a:r>
          </a:p>
          <a:p xmlns:a="http://schemas.openxmlformats.org/drawingml/2006/main">
            <a:r>
              <a:t/>
            </a:r>
          </a:p>
          <a:p xmlns:a="http://schemas.openxmlformats.org/drawingml/2006/main">
            <a:r>
              <a:t>AGENTS.md</a:t>
            </a:r>
          </a:p>
          <a:p xmlns:a="http://schemas.openxmlformats.org/drawingml/2006/main">
            <a:r>
              <a:t/>
            </a:r>
          </a:p>
          <a:p xmlns:a="http://schemas.openxmlformats.org/drawingml/2006/main">
            <a:r>
              <a:t>packages/coding-agent/examples/extensions/README.md</a:t>
            </a:r>
          </a:p>
          <a:p xmlns:a="http://schemas.openxmlformats.org/drawingml/2006/main">
            <a:r>
              <a:t/>
            </a:r>
          </a:p>
          <a:p xmlns:a="http://schemas.openxmlformats.org/drawingml/2006/main">
            <a:r>
              <a:t>packages/coding-agent/docs/usage.md</a:t>
            </a:r>
          </a:p>
          <a:p xmlns:a="http://schemas.openxmlformats.org/drawingml/2006/main">
            <a:r>
              <a:t/>
            </a:r>
          </a:p>
          <a:p xmlns:a="http://schemas.openxmlformats.org/drawingml/2006/main">
            <a:r>
              <a:t>packages/coding-agent/docs/slash-commands.md</a:t>
            </a:r>
          </a:p>
          <a:p xmlns:a="http://schemas.openxmlformats.org/drawingml/2006/main">
            <a:r>
              <a:t/>
            </a:r>
          </a:p>
          <a:p xmlns:a="http://schemas.openxmlformats.org/drawingml/2006/main">
            <a:r>
              <a:t>packages/coding-agent/docs/sessions.md</a:t>
            </a:r>
          </a:p>
          <a:p xmlns:a="http://schemas.openxmlformats.org/drawingml/2006/main">
            <a:r>
              <a:t/>
            </a:r>
          </a:p>
          <a:p xmlns:a="http://schemas.openxmlformats.org/drawingml/2006/main">
            <a:r>
              <a:t>packages/coding-agent/CHANGELOG.md</a:t>
            </a:r>
          </a:p>
          <a:p xmlns:a="http://schemas.openxmlformats.org/drawingml/2006/main">
            <a:r>
              <a:t/>
            </a:r>
          </a:p>
          <a:p xmlns:a="http://schemas.openxmlformats.org/drawingml/2006/main">
            <a:r>
              <a:t>packages/ai/CHANGELOG.md</a:t>
            </a:r>
          </a:p>
          <a:p xmlns:a="http://schemas.openxmlformats.org/drawingml/2006/main">
            <a:r>
              <a:t/>
            </a:r>
          </a:p>
          <a:p xmlns:a="http://schemas.openxmlformats.org/drawingml/2006/main">
            <a:r>
              <a:t>packages/durable/CHANGELOG.md</a:t>
            </a:r>
          </a:p>
          <a:p xmlns:a="http://schemas.openxmlformats.org/drawingml/2006/main">
            <a:r>
              <a:t/>
            </a:r>
          </a:p>
          <a:p xmlns:a="http://schemas.openxmlformats.org/drawingml/2006/main">
            <a:r>
              <a:t>相关测试（列出路径不代表已运行）：</a:t>
            </a:r>
          </a:p>
          <a:p xmlns:a="http://schemas.openxmlformats.org/drawingml/2006/main">
            <a:r>
              <a:t/>
            </a:r>
          </a:p>
          <a:p xmlns:a="http://schemas.openxmlformats.org/drawingml/2006/main">
            <a:r>
              <a:t>packages/coding-agent/test/bug-report.test.ts</a:t>
            </a:r>
          </a:p>
          <a:p xmlns:a="http://schemas.openxmlformats.org/drawingml/2006/main">
            <a:r>
              <a:t/>
            </a:r>
          </a:p>
          <a:p xmlns:a="http://schemas.openxmlformats.org/drawingml/2006/main">
            <a:r>
              <a:t>packages/coding-agent/test/crash-log.test.ts</a:t>
            </a:r>
          </a:p>
          <a:p xmlns:a="http://schemas.openxmlformats.org/drawingml/2006/main">
            <a:r>
              <a:t/>
            </a:r>
          </a:p>
          <a:p xmlns:a="http://schemas.openxmlformats.org/drawingml/2006/main">
            <a:r>
              <a:t>packages/coding-agent/test/skills.test.ts</a:t>
            </a:r>
          </a:p>
          <a:p xmlns:a="http://schemas.openxmlformats.org/drawingml/2006/main">
            <a:r>
              <a:t/>
            </a:r>
          </a:p>
          <a:p xmlns:a="http://schemas.openxmlformats.org/drawingml/2006/main">
            <a:r>
              <a:t>packages/ai/test/telemetry-options.test.ts</a:t>
            </a:r>
          </a:p>
          <a:p xmlns:a="http://schemas.openxmlformats.org/drawingml/2006/main">
            <a:r>
              <a:t/>
            </a:r>
          </a:p>
          <a:p xmlns:a="http://schemas.openxmlformats.org/drawingml/2006/main">
            <a:r>
              <a:t>packages/ai/test/telemetry.test.ts</a:t>
            </a:r>
          </a:p>
          <a:p xmlns:a="http://schemas.openxmlformats.org/drawingml/2006/main">
            <a:r>
              <a:t/>
            </a:r>
          </a:p>
          <a:p xmlns:a="http://schemas.openxmlformats.org/drawingml/2006/main">
            <a:r>
              <a:t>packages/chord/test/context.test.ts</a:t>
            </a:r>
          </a:p>
          <a:p xmlns:a="http://schemas.openxmlformats.org/drawingml/2006/main">
            <a:r>
              <a:t/>
            </a:r>
          </a:p>
          <a:p xmlns:a="http://schemas.openxmlformats.org/drawingml/2006/main">
            <a:r>
              <a:t>packages/chord/test/telemetry-sqlite.test.ts</a:t>
            </a:r>
          </a:p>
          <a:p xmlns:a="http://schemas.openxmlformats.org/drawingml/2006/main">
            <a:r>
              <a:t/>
            </a:r>
          </a:p>
          <a:p xmlns:a="http://schemas.openxmlformats.org/drawingml/2006/main">
            <a:r>
              <a:t>packages/durable/test/harness-telemetry-options.test.ts</a:t>
            </a:r>
          </a:p>
          <a:p xmlns:a="http://schemas.openxmlformats.org/drawingml/2006/main">
            <a:r>
              <a:t/>
            </a:r>
          </a:p>
          <a:p xmlns:a="http://schemas.openxmlformats.org/drawingml/2006/main">
            <a:r>
              <a:t>packages/durable/test/harness-telemetry.test.ts</a:t>
            </a:r>
          </a:p>
          <a:p xmlns:a="http://schemas.openxmlformats.org/drawingml/2006/main">
            <a:r>
              <a:t/>
            </a:r>
          </a:p>
          <a:p xmlns:a="http://schemas.openxmlformats.org/drawingml/2006/main">
            <a:r>
              <a:t>packages/telemetry/test/conformance.test.ts</a:t>
            </a:r>
          </a:p>
          <a:p xmlns:a="http://schemas.openxmlformats.org/drawingml/2006/main">
            <a:r>
              <a:t/>
            </a:r>
          </a:p>
          <a:p xmlns:a="http://schemas.openxmlformats.org/drawingml/2006/main">
            <a:r>
              <a:t>packages/telemetry/test/metrics.test.ts</a:t>
            </a:r>
          </a:p>
          <a:p xmlns:a="http://schemas.openxmlformats.org/drawingml/2006/main">
            <a:r>
              <a:t/>
            </a:r>
          </a:p>
          <a:p xmlns:a="http://schemas.openxmlformats.org/drawingml/2006/main">
            <a:r>
              <a:t>packages/telemetry/test/propagation-worker.ts</a:t>
            </a:r>
          </a:p>
          <a:p xmlns:a="http://schemas.openxmlformats.org/drawingml/2006/main">
            <a:r>
              <a:t/>
            </a:r>
          </a:p>
          <a:p xmlns:a="http://schemas.openxmlformats.org/drawingml/2006/main">
            <a:r>
              <a:t>packages/telemetry/test/propagation.test.ts</a:t>
            </a:r>
          </a:p>
          <a:p xmlns:a="http://schemas.openxmlformats.org/drawingml/2006/main">
            <a:r>
              <a:t/>
            </a:r>
          </a:p>
          <a:p xmlns:a="http://schemas.openxmlformats.org/drawingml/2006/main">
            <a:r>
              <a:t>packages/telemetry/test/render.test.ts</a:t>
            </a:r>
          </a:p>
          <a:p xmlns:a="http://schemas.openxmlformats.org/drawingml/2006/main">
            <a:r>
              <a:t/>
            </a:r>
          </a:p>
          <a:p xmlns:a="http://schemas.openxmlformats.org/drawingml/2006/main">
            <a:r>
              <a:t>packages/telemetry/test/store-conformance.ts</a:t>
            </a:r>
          </a:p>
          <a:p xmlns:a="http://schemas.openxmlformats.org/drawingml/2006/main">
            <a:r>
              <a:t/>
            </a:r>
          </a:p>
          <a:p xmlns:a="http://schemas.openxmlformats.org/drawingml/2006/main">
            <a:r>
              <a:t>packages/telemetry/test/store.test.ts</a:t>
            </a:r>
          </a:p>
          <a:p xmlns:a="http://schemas.openxmlformats.org/drawingml/2006/main">
            <a:r>
              <a:t/>
            </a:r>
          </a:p>
          <a:p xmlns:a="http://schemas.openxmlformats.org/drawingml/2006/main">
            <a:r>
              <a:t>packages/telemetry/test/telemetry.test.ts</a:t>
            </a:r>
          </a:p>
          <a:p xmlns:a="http://schemas.openxmlformats.org/drawingml/2006/main">
            <a:r>
              <a:t/>
            </a:r>
          </a:p>
          <a:p xmlns:a="http://schemas.openxmlformats.org/drawingml/2006/main">
            <a:r>
              <a:t>packages/coding-agent/test/auth-url-copy.test.ts</a:t>
            </a:r>
          </a:p>
          <a:p xmlns:a="http://schemas.openxmlformats.org/drawingml/2006/main">
            <a:r>
              <a:t/>
            </a:r>
          </a:p>
          <a:p xmlns:a="http://schemas.openxmlformats.org/drawingml/2006/main">
            <a:r>
              <a:t>packages/coding-agent/test/config-schemas.test.ts</a:t>
            </a:r>
          </a:p>
          <a:p xmlns:a="http://schemas.openxmlformats.org/drawingml/2006/main">
            <a:r>
              <a:t/>
            </a:r>
          </a:p>
          <a:p xmlns:a="http://schemas.openxmlformats.org/drawingml/2006/main">
            <a:r>
              <a:t>packages/coding-agent/test/custom-editor-history-keybindings.test.ts</a:t>
            </a:r>
          </a:p>
          <a:p xmlns:a="http://schemas.openxmlformats.org/drawingml/2006/main">
            <a:r>
              <a:t/>
            </a:r>
          </a:p>
          <a:p xmlns:a="http://schemas.openxmlformats.org/drawingml/2006/main">
            <a:r>
              <a:t>packages/coding-agent/test/extensions-runner.test.ts</a:t>
            </a:r>
          </a:p>
          <a:p xmlns:a="http://schemas.openxmlformats.org/drawingml/2006/main">
            <a:r>
              <a:t/>
            </a:r>
          </a:p>
          <a:p xmlns:a="http://schemas.openxmlformats.org/drawingml/2006/main">
            <a:r>
              <a:t>packages/coding-agent/test/interactive-tui.test.ts</a:t>
            </a:r>
          </a:p>
          <a:p xmlns:a="http://schemas.openxmlformats.org/drawingml/2006/main">
            <a:r>
              <a:t/>
            </a:r>
          </a:p>
          <a:p xmlns:a="http://schemas.openxmlformats.org/drawingml/2006/main">
            <a:r>
              <a:t>packages/coding-agent/test/keybindings-migration.test.ts</a:t>
            </a:r>
          </a:p>
          <a:p xmlns:a="http://schemas.openxmlformats.org/drawingml/2006/main">
            <a:r>
              <a:t/>
            </a:r>
          </a:p>
          <a:p xmlns:a="http://schemas.openxmlformats.org/drawingml/2006/main">
            <a:r>
              <a:t>packages/coding-agent/test/keybindings.test.ts</a:t>
            </a:r>
          </a:p>
          <a:p xmlns:a="http://schemas.openxmlformats.org/drawingml/2006/main">
            <a:r>
              <a:t/>
            </a:r>
          </a:p>
          <a:p xmlns:a="http://schemas.openxmlformats.org/drawingml/2006/main">
            <a:r>
              <a:t>packages/coding-agent/test/login-dialog-device-code.test.ts</a:t>
            </a:r>
          </a:p>
          <a:p xmlns:a="http://schemas.openxmlformats.org/drawingml/2006/main">
            <a:r>
              <a:t/>
            </a:r>
          </a:p>
          <a:p xmlns:a="http://schemas.openxmlformats.org/drawingml/2006/main">
            <a:r>
              <a:t>packages/coding-agent/test/mcp-manager-view.test.ts</a:t>
            </a:r>
          </a:p>
          <a:p xmlns:a="http://schemas.openxmlformats.org/drawingml/2006/main">
            <a:r>
              <a:t/>
            </a:r>
          </a:p>
          <a:p xmlns:a="http://schemas.openxmlformats.org/drawingml/2006/main">
            <a:r>
              <a:t>packages/coding-agent/test/model-selector.test.ts</a:t>
            </a:r>
          </a:p>
          <a:p xmlns:a="http://schemas.openxmlformats.org/drawingml/2006/main">
            <a:r>
              <a:t/>
            </a:r>
          </a:p>
          <a:p xmlns:a="http://schemas.openxmlformats.org/drawingml/2006/main">
            <a:r>
              <a:t>packages/coding-agent/test/oauth-selector.test.ts</a:t>
            </a:r>
          </a:p>
          <a:p xmlns:a="http://schemas.openxmlformats.org/drawingml/2006/main">
            <a:r>
              <a:t/>
            </a:r>
          </a:p>
          <a:p xmlns:a="http://schemas.openxmlformats.org/drawingml/2006/main">
            <a:r>
              <a:t>packages/coding-agent/test/scoped-models-selector.test.ts</a:t>
            </a:r>
          </a:p>
          <a:p xmlns:a="http://schemas.openxmlformats.org/drawingml/2006/main">
            <a:r>
              <a:t/>
            </a:r>
          </a:p>
          <a:p xmlns:a="http://schemas.openxmlformats.org/drawingml/2006/main">
            <a:r>
              <a:t>packages/coding-agent/test/session-selector-path-delete.test.ts</a:t>
            </a:r>
          </a:p>
          <a:p xmlns:a="http://schemas.openxmlformats.org/drawingml/2006/main">
            <a:r>
              <a:t/>
            </a:r>
          </a:p>
          <a:p xmlns:a="http://schemas.openxmlformats.org/drawingml/2006/main">
            <a:r>
              <a:t>packages/coding-agent/test/session-selector-rename.test.ts</a:t>
            </a:r>
          </a:p>
          <a:p xmlns:a="http://schemas.openxmlformats.org/drawingml/2006/main">
            <a:r>
              <a:t/>
            </a:r>
          </a:p>
          <a:p xmlns:a="http://schemas.openxmlformats.org/drawingml/2006/main">
            <a:r>
              <a:t>packages/coding-agent/test/settings-selector.test.ts</a:t>
            </a:r>
          </a:p>
          <a:p xmlns:a="http://schemas.openxmlformats.org/drawingml/2006/main">
            <a:r>
              <a:t/>
            </a:r>
          </a:p>
          <a:p xmlns:a="http://schemas.openxmlformats.org/drawingml/2006/main">
            <a:r>
              <a:t>packages/coding-agent/test/status-indicator.test.ts</a:t>
            </a:r>
          </a:p>
          <a:p xmlns:a="http://schemas.openxmlformats.org/drawingml/2006/main">
            <a:r>
              <a:t/>
            </a:r>
          </a:p>
          <a:p xmlns:a="http://schemas.openxmlformats.org/drawingml/2006/main">
            <a:r>
              <a:t>packages/coding-agent/test/suite/regressions/3217-scoped-model-order.test.ts</a:t>
            </a:r>
          </a:p>
          <a:p xmlns:a="http://schemas.openxmlformats.org/drawingml/2006/main">
            <a:r>
              <a:t/>
            </a:r>
          </a:p>
          <a:p xmlns:a="http://schemas.openxmlformats.org/drawingml/2006/main">
            <a:r>
              <a:t>packages/coding-agent/test/suite/regressions/5433-extension-oauth-prompt-input.test.ts</a:t>
            </a:r>
          </a:p>
          <a:p xmlns:a="http://schemas.openxmlformats.org/drawingml/2006/main">
            <a:r>
              <a:t/>
            </a:r>
          </a:p>
          <a:p xmlns:a="http://schemas.openxmlformats.org/drawingml/2006/main">
            <a:r>
              <a:t>packages/coding-agent/test/suite/regressions/6949-unavailable-scoped-model.test.ts</a:t>
            </a:r>
          </a:p>
          <a:p xmlns:a="http://schemas.openxmlformats.org/drawingml/2006/main">
            <a:r>
              <a:t/>
            </a:r>
          </a:p>
          <a:p xmlns:a="http://schemas.openxmlformats.org/drawingml/2006/main">
            <a:r>
              <a:t>packages/coding-agent/test/suite/regressions/6999-models-json-hot-reload.test.ts</a:t>
            </a:r>
          </a:p>
          <a:p xmlns:a="http://schemas.openxmlformats.org/drawingml/2006/main">
            <a:r>
              <a:t/>
            </a:r>
          </a:p>
          <a:p xmlns:a="http://schemas.openxmlformats.org/drawingml/2006/main">
            <a:r>
              <a:t>packages/coding-agent/test/suite/regressions/7153-scoped-models-refresh.test.ts</a:t>
            </a:r>
          </a:p>
          <a:p xmlns:a="http://schemas.openxmlformats.org/drawingml/2006/main">
            <a:r>
              <a:t/>
            </a:r>
          </a:p>
          <a:p xmlns:a="http://schemas.openxmlformats.org/drawingml/2006/main">
            <a:r>
              <a:t>packages/coding-agent/test/suite/regressions/7209-model-selector-filter-resets-selection.test.ts</a:t>
            </a:r>
          </a:p>
          <a:p xmlns:a="http://schemas.openxmlformats.org/drawingml/2006/main">
            <a:r>
              <a:t/>
            </a:r>
          </a:p>
          <a:p xmlns:a="http://schemas.openxmlformats.org/drawingml/2006/main">
            <a:r>
              <a:t>packages/coding-agent/test/thinking-selector.test.ts</a:t>
            </a:r>
          </a:p>
          <a:p xmlns:a="http://schemas.openxmlformats.org/drawingml/2006/main">
            <a:r>
              <a:t/>
            </a:r>
          </a:p>
          <a:p xmlns:a="http://schemas.openxmlformats.org/drawingml/2006/main">
            <a:r>
              <a:t>packages/coding-agent/test/tree-selector.test.ts</a:t>
            </a:r>
          </a:p>
          <a:p xmlns:a="http://schemas.openxmlformats.org/drawingml/2006/main">
            <a:r>
              <a:t/>
            </a:r>
          </a:p>
          <a:p xmlns:a="http://schemas.openxmlformats.org/drawingml/2006/main">
            <a:r>
              <a:t>packages/coding-agent/test/trust-selector.test.ts</a:t>
            </a:r>
          </a:p>
          <a:p xmlns:a="http://schemas.openxmlformats.org/drawingml/2006/main">
            <a:r>
              <a:t/>
            </a:r>
          </a:p>
          <a:p xmlns:a="http://schemas.openxmlformats.org/drawingml/2006/main">
            <a:r>
              <a:t>packages/coding-agent/test/branch-summarization.test.ts</a:t>
            </a:r>
          </a:p>
          <a:p xmlns:a="http://schemas.openxmlformats.org/drawingml/2006/main">
            <a:r>
              <a:t/>
            </a:r>
          </a:p>
          <a:p xmlns:a="http://schemas.openxmlformats.org/drawingml/2006/main">
            <a:r>
              <a:t>packages/coding-agent/test/compaction-summary-reasoning.test.ts</a:t>
            </a:r>
          </a:p>
          <a:p xmlns:a="http://schemas.openxmlformats.org/drawingml/2006/main">
            <a:r>
              <a:t/>
            </a:r>
          </a:p>
          <a:p xmlns:a="http://schemas.openxmlformats.org/drawingml/2006/main">
            <a:r>
              <a:t>packages/coding-agent/test/compaction.test.ts</a:t>
            </a:r>
          </a:p>
          <a:p xmlns:a="http://schemas.openxmlformats.org/drawingml/2006/main">
            <a:r>
              <a:t/>
            </a:r>
          </a:p>
          <a:p xmlns:a="http://schemas.openxmlformats.org/drawingml/2006/main">
            <a:r>
              <a:t>packages/coding-agent/test/session-context-edit.test.ts</a:t>
            </a:r>
          </a:p>
          <a:p xmlns:a="http://schemas.openxmlformats.org/drawingml/2006/main">
            <a:r>
              <a:t/>
            </a:r>
          </a:p>
          <a:p xmlns:a="http://schemas.openxmlformats.org/drawingml/2006/main">
            <a:r>
              <a:t>packages/coding-agent/test/suite/agent-session-compaction.test.ts</a:t>
            </a:r>
          </a:p>
          <a:p xmlns:a="http://schemas.openxmlformats.org/drawingml/2006/main">
            <a:r>
              <a:t/>
            </a:r>
          </a:p>
          <a:p xmlns:a="http://schemas.openxmlformats.org/drawingml/2006/main">
            <a:r>
              <a:t>packages/coding-agent/test/compaction-nested-calls.test.ts</a:t>
            </a:r>
          </a:p>
          <a:p xmlns:a="http://schemas.openxmlformats.org/drawingml/2006/main">
            <a:r>
              <a:t/>
            </a:r>
          </a:p>
          <a:p xmlns:a="http://schemas.openxmlformats.org/drawingml/2006/main">
            <a:r>
              <a:t>packages/coding-agent/test/compaction-serialization.test.ts</a:t>
            </a:r>
          </a:p>
          <a:p xmlns:a="http://schemas.openxmlformats.org/drawingml/2006/main">
            <a:r>
              <a:t/>
            </a:r>
          </a:p>
          <a:p xmlns:a="http://schemas.openxmlformats.org/drawingml/2006/main">
            <a:r>
              <a:t>功能编号：</a:t>
            </a:r>
          </a:p>
          <a:p xmlns:a="http://schemas.openxmlformats.org/drawingml/2006/main">
            <a:r>
              <a:t/>
            </a:r>
          </a:p>
          <a:p xmlns:a="http://schemas.openxmlformats.org/drawingml/2006/main">
            <a:r>
              <a:t>UI-24 · 启动信息与诊断 [内置] 查看已加载资源、版本、活动快捷键和更新日志；`/debug` 导出终端渲染与会话数据便于排错。</a:t>
            </a:r>
          </a:p>
          <a:p xmlns:a="http://schemas.openxmlformats.org/drawingml/2006/main">
            <a:r>
              <a:t/>
            </a:r>
          </a:p>
          <a:p xmlns:a="http://schemas.openxmlformats.org/drawingml/2006/main">
            <a:r>
              <a:t>SES-24 · 私有问题报告 [内置] 收集环境、错误与可选会话／摘要，支持上传或导出 ZIP，失败时可退回本地导出。</a:t>
            </a:r>
          </a:p>
          <a:p xmlns:a="http://schemas.openxmlformats.org/drawingml/2006/main">
            <a:r>
              <a:t/>
            </a:r>
          </a:p>
          <a:p xmlns:a="http://schemas.openxmlformats.org/drawingml/2006/main">
            <a:r>
              <a:t>SES-25 · 摘要序列化排除推理块 [内置] 压缩、分支摘要及 bug 报告序列化不再包含 thinking，避免不在实时上下文中的重放推理使摘要请求反而大于原上下文。</a:t>
            </a:r>
          </a:p>
          <a:p xmlns:a="http://schemas.openxmlformats.org/drawingml/2006/main">
            <a:r>
              <a:t/>
            </a:r>
          </a:p>
          <a:p xmlns:a="http://schemas.openxmlformats.org/drawingml/2006/main">
            <a:r>
              <a:t>TEL-01 · 显式调用跟踪 [库] 通过上下文创建父子 span，记录一次操作及子操作关系，不依赖全局 current-span 状态。</a:t>
            </a:r>
          </a:p>
          <a:p xmlns:a="http://schemas.openxmlformats.org/drawingml/2006/main">
            <a:r>
              <a:t/>
            </a:r>
          </a:p>
          <a:p xmlns:a="http://schemas.openxmlformats.org/drawingml/2006/main">
            <a:r>
              <a:t>TEL-02 · 回调管理生命周期 [库] span 在回调返回／拒绝时结算，自动记录成功或错误，避免调用者忘记 end。</a:t>
            </a:r>
          </a:p>
          <a:p xmlns:a="http://schemas.openxmlformats.org/drawingml/2006/main">
            <a:r>
              <a:t/>
            </a:r>
          </a:p>
          <a:p xmlns:a="http://schemas.openxmlformats.org/drawingml/2006/main">
            <a:r>
              <a:t>TEL-03 · 属性、事件与状态 [库] 附加操作参数、过程中事件和最终结果；属性合并、状态后写覆盖，并在结算后保持惰性。</a:t>
            </a:r>
          </a:p>
          <a:p xmlns:a="http://schemas.openxmlformats.org/drawingml/2006/main">
            <a:r>
              <a:t/>
            </a:r>
          </a:p>
          <a:p xmlns:a="http://schemas.openxmlformats.org/drawingml/2006/main">
            <a:r>
              <a:t>TEL-04 · 无操作遥测 [库] 关闭记录时仍以同样接口执行原业务回调，不收集名称或数据。</a:t>
            </a:r>
          </a:p>
          <a:p xmlns:a="http://schemas.openxmlformats.org/drawingml/2006/main">
            <a:r>
              <a:t/>
            </a:r>
          </a:p>
          <a:p xmlns:a="http://schemas.openxmlformats.org/drawingml/2006/main">
            <a:r>
              <a:t>TEL-05 · 内存参考适配器 [库] 在进程内记录确定性的 span ID、父子关系、事件及结束顺序，适合测试和本地诊断；不记录时间戳。</a:t>
            </a:r>
          </a:p>
          <a:p xmlns:a="http://schemas.openxmlformats.org/drawingml/2006/main">
            <a:r>
              <a:t/>
            </a:r>
          </a:p>
          <a:p xmlns:a="http://schemas.openxmlformats.org/drawingml/2006/main">
            <a:r>
              <a:t>TEL-06 · 自定义后端适配 [库] 将通用接口连接 OpenTelemetry、Sentry 或日志系统，采样、导出和 flush 由适配器负责，包内不自带 exporter。</a:t>
            </a:r>
          </a:p>
          <a:p xmlns:a="http://schemas.openxmlformats.org/drawingml/2006/main">
            <a:r>
              <a:t/>
            </a:r>
          </a:p>
          <a:p xmlns:a="http://schemas.openxmlformats.org/drawingml/2006/main">
            <a:r>
              <a:t>TEL-07 · 类型化诊断 schema [库] 声明 span、属性、事件及允许值，在编译期发现未知字段和缺失必填字段。</a:t>
            </a:r>
          </a:p>
          <a:p xmlns:a="http://schemas.openxmlformats.org/drawingml/2006/main">
            <a:r>
              <a:t/>
            </a:r>
          </a:p>
          <a:p xmlns:a="http://schemas.openxmlformats.org/drawingml/2006/main">
            <a:r>
              <a:t>TEL-08 · 起始与完成属性 [库] 区分开始时必需信息和完成时可选补充，允许正常失败或取消情况下部分结果不可用。</a:t>
            </a:r>
          </a:p>
          <a:p xmlns:a="http://schemas.openxmlformats.org/drawingml/2006/main">
            <a:r>
              <a:t/>
            </a:r>
          </a:p>
          <a:p xmlns:a="http://schemas.openxmlformats.org/drawingml/2006/main">
            <a:r>
              <a:t>TEL-09 · schema 元数据 [库] 标注描述、示例、敏感性、基数和父子规则，为文档、测试与适配器治理提供依据；不执行运行时权限检查。</a:t>
            </a:r>
          </a:p>
          <a:p xmlns:a="http://schemas.openxmlformats.org/drawingml/2006/main">
            <a:r>
              <a:t/>
            </a:r>
          </a:p>
          <a:p xmlns:a="http://schemas.openxmlformats.org/drawingml/2006/main">
            <a:r>
              <a:t>TEL-10 · 适配器一致性测试 [库／测试] 验证单次调用、返回值保持、异步生命周期、父子关系及后端失败不影响业务等契约。</a:t>
            </a:r>
          </a:p>
          <a:p xmlns:a="http://schemas.openxmlformats.org/drawingml/2006/main">
            <a:r>
              <a:t/>
            </a:r>
          </a:p>
          <a:p xmlns:a="http://schemas.openxmlformats.org/drawingml/2006/main">
            <a:r>
              <a:t>TEL-11 · Pi 领域诊断词汇 [库] Pi 领域 schema 按所属运行层维护：AI 的请求/轮询与 Durable 的任务/提交分别记录，宿主显式传播 span；未知用量不推算，正常遥测不携带完整提示正文。详见 AI-40、DUR-72。</a:t>
            </a:r>
          </a:p>
          <a:p xmlns:a="http://schemas.openxmlformats.org/drawingml/2006/main">
            <a:r>
              <a:t/>
            </a:r>
          </a:p>
          <a:p xmlns:a="http://schemas.openxmlformats.org/drawingml/2006/main">
            <a:r>
              <a:t>OTH-50 · 提供商流调试查看器 [示例] 按需记录原始解析事件，并按助手消息聚合为 TUI 诊断条目。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源码基线：136b87e8a7f5a3e5186de0289523ba327dc592fc</a:t>
            </a:r>
          </a:p>
          <a:p xmlns:a="http://schemas.openxmlformats.org/drawingml/2006/main">
            <a:r>
              <a:t/>
            </a:r>
          </a:p>
          <a:p xmlns:a="http://schemas.openxmlformats.org/drawingml/2006/main">
            <a:r>
              <a:t>课程：07 测试与排错 / eval-quality / 评测计划、隔离运行与结果比较</a:t>
            </a:r>
          </a:p>
          <a:p xmlns:a="http://schemas.openxmlformats.org/drawingml/2006/main">
            <a:r>
              <a:t/>
            </a:r>
          </a:p>
          <a:p xmlns:a="http://schemas.openxmlformats.org/drawingml/2006/main">
            <a:r>
              <a:t>场景：你想知道文档或实现变化是否改善模型行为。</a:t>
            </a:r>
          </a:p>
          <a:p xmlns:a="http://schemas.openxmlformats.org/drawingml/2006/main">
            <a:r>
              <a:t/>
            </a:r>
          </a:p>
          <a:p xmlns:a="http://schemas.openxmlformats.org/drawingml/2006/main">
            <a:r>
              <a:t>以下是教学追踪顺序，具体运行分支以源码为准。</a:t>
            </a:r>
          </a:p>
          <a:p xmlns:a="http://schemas.openxmlformats.org/drawingml/2006/main">
            <a:r>
              <a:t/>
            </a:r>
          </a:p>
          <a:p xmlns:a="http://schemas.openxmlformats.org/drawingml/2006/main">
            <a:r>
              <a:t>1. 制定比较计划</a:t>
            </a:r>
          </a:p>
          <a:p xmlns:a="http://schemas.openxmlformats.org/drawingml/2006/main">
            <a:r>
              <a:t>从 plan 读取模型、文档条件、任务和重复次数，确认哪些条件应配对。</a:t>
            </a:r>
          </a:p>
          <a:p xmlns:a="http://schemas.openxmlformats.org/drawingml/2006/main">
            <a:r>
              <a:t>输入：评测问题</a:t>
            </a:r>
          </a:p>
          <a:p xmlns:a="http://schemas.openxmlformats.org/drawingml/2006/main">
            <a:r>
              <a:t>输出：可对照实验计划</a:t>
            </a:r>
          </a:p>
          <a:p xmlns:a="http://schemas.openxmlformats.org/drawingml/2006/main">
            <a:r>
              <a:t>入口：eval:docs / eval:host</a:t>
            </a:r>
          </a:p>
          <a:p xmlns:a="http://schemas.openxmlformats.org/drawingml/2006/main">
            <a:r>
              <a:t>行为与边界：真实评测可能运行 Docker 与模型；cli.ts 顶层会解析参数并执行评测，不能当作无副作用的库入口导入。当前包没有 /workbench 子路径。</a:t>
            </a:r>
          </a:p>
          <a:p xmlns:a="http://schemas.openxmlformats.org/drawingml/2006/main">
            <a:r>
              <a:t>源码：packages/evals/src/cli.ts:1</a:t>
            </a:r>
          </a:p>
          <a:p xmlns:a="http://schemas.openxmlformats.org/drawingml/2006/main">
            <a:r>
              <a:t>源码：packages/evals/src/docker.ts:1</a:t>
            </a:r>
          </a:p>
          <a:p xmlns:a="http://schemas.openxmlformats.org/drawingml/2006/main">
            <a:r>
              <a:t>源码：packages/evals/src/plan.ts:1</a:t>
            </a:r>
          </a:p>
          <a:p xmlns:a="http://schemas.openxmlformats.org/drawingml/2006/main">
            <a:r>
              <a:t/>
            </a:r>
          </a:p>
          <a:p xmlns:a="http://schemas.openxmlformats.org/drawingml/2006/main">
            <a:r>
              <a:t>2. 核对运行前置</a:t>
            </a:r>
          </a:p>
          <a:p xmlns:a="http://schemas.openxmlformats.org/drawingml/2006/main">
            <a:r>
              <a:t>阅读 Docker/host runner 的环境、凭据与工作目录要求；源码学习阶段先检查计划而不发起付费运行。</a:t>
            </a:r>
          </a:p>
          <a:p xmlns:a="http://schemas.openxmlformats.org/drawingml/2006/main">
            <a:r>
              <a:t>输入：计划与运行环境</a:t>
            </a:r>
          </a:p>
          <a:p xmlns:a="http://schemas.openxmlformats.org/drawingml/2006/main">
            <a:r>
              <a:t>输出：可执行实验配置</a:t>
            </a:r>
          </a:p>
          <a:p xmlns:a="http://schemas.openxmlformats.org/drawingml/2006/main">
            <a:r>
              <a:t>入口：eval:docs / eval:host</a:t>
            </a:r>
          </a:p>
          <a:p xmlns:a="http://schemas.openxmlformats.org/drawingml/2006/main">
            <a:r>
              <a:t>行为与边界：真实评测可能运行 Docker 与模型；cli.ts 顶层会解析参数并执行评测，不能当作无副作用的库入口导入。当前包没有 /workbench 子路径。</a:t>
            </a:r>
          </a:p>
          <a:p xmlns:a="http://schemas.openxmlformats.org/drawingml/2006/main">
            <a:r>
              <a:t>源码：packages/evals/src/cli.ts:1</a:t>
            </a:r>
          </a:p>
          <a:p xmlns:a="http://schemas.openxmlformats.org/drawingml/2006/main">
            <a:r>
              <a:t>源码：packages/evals/src/docker.ts:1</a:t>
            </a:r>
          </a:p>
          <a:p xmlns:a="http://schemas.openxmlformats.org/drawingml/2006/main">
            <a:r>
              <a:t>源码：packages/evals/src/plan.ts:1</a:t>
            </a:r>
          </a:p>
          <a:p xmlns:a="http://schemas.openxmlformats.org/drawingml/2006/main">
            <a:r>
              <a:t/>
            </a:r>
          </a:p>
          <a:p xmlns:a="http://schemas.openxmlformats.org/drawingml/2006/main">
            <a:r>
              <a:t>3. 读取单次观测</a:t>
            </a:r>
          </a:p>
          <a:p xmlns:a="http://schemas.openxmlformats.org/drawingml/2006/main">
            <a:r>
              <a:t>区分任务成功、评分、缺失和重复记录，记录每个实验的有效性。</a:t>
            </a:r>
          </a:p>
          <a:p xmlns:a="http://schemas.openxmlformats.org/drawingml/2006/main">
            <a:r>
              <a:t>输入：评测产物</a:t>
            </a:r>
          </a:p>
          <a:p xmlns:a="http://schemas.openxmlformats.org/drawingml/2006/main">
            <a:r>
              <a:t>输出：可信的配对数据</a:t>
            </a:r>
          </a:p>
          <a:p xmlns:a="http://schemas.openxmlformats.org/drawingml/2006/main">
            <a:r>
              <a:t>入口：report / harness</a:t>
            </a:r>
          </a:p>
          <a:p xmlns:a="http://schemas.openxmlformats.org/drawingml/2006/main">
            <a:r>
              <a:t>行为与边界：缺失、重复或未计分的实验会阻止总体效果结论。</a:t>
            </a:r>
          </a:p>
          <a:p xmlns:a="http://schemas.openxmlformats.org/drawingml/2006/main">
            <a:r>
              <a:t>源码：packages/evals/src/harness.ts:1</a:t>
            </a:r>
          </a:p>
          <a:p xmlns:a="http://schemas.openxmlformats.org/drawingml/2006/main">
            <a:r>
              <a:t>源码：packages/evals/src/report.ts:1</a:t>
            </a:r>
          </a:p>
          <a:p xmlns:a="http://schemas.openxmlformats.org/drawingml/2006/main">
            <a:r>
              <a:t/>
            </a:r>
          </a:p>
          <a:p xmlns:a="http://schemas.openxmlformats.org/drawingml/2006/main">
            <a:r>
              <a:t>4. 比较并解释限制</a:t>
            </a:r>
          </a:p>
          <a:p xmlns:a="http://schemas.openxmlformats.org/drawingml/2006/main">
            <a:r>
              <a:t>检查报告如何处理未计分和缺失样本，不能把不完整运行合成整体改善结论。</a:t>
            </a:r>
          </a:p>
          <a:p xmlns:a="http://schemas.openxmlformats.org/drawingml/2006/main">
            <a:r>
              <a:t>输入：有效配对观测</a:t>
            </a:r>
          </a:p>
          <a:p xmlns:a="http://schemas.openxmlformats.org/drawingml/2006/main">
            <a:r>
              <a:t>输出：有适用范围的报告</a:t>
            </a:r>
          </a:p>
          <a:p xmlns:a="http://schemas.openxmlformats.org/drawingml/2006/main">
            <a:r>
              <a:t>入口：report / harness</a:t>
            </a:r>
          </a:p>
          <a:p xmlns:a="http://schemas.openxmlformats.org/drawingml/2006/main">
            <a:r>
              <a:t>行为与边界：缺失、重复或未计分的实验会阻止总体效果结论。</a:t>
            </a:r>
          </a:p>
          <a:p xmlns:a="http://schemas.openxmlformats.org/drawingml/2006/main">
            <a:r>
              <a:t>源码：packages/evals/src/harness.ts:1</a:t>
            </a:r>
          </a:p>
          <a:p xmlns:a="http://schemas.openxmlformats.org/drawingml/2006/main">
            <a:r>
              <a:t>源码：packages/evals/src/report.ts:1</a:t>
            </a:r>
          </a:p>
          <a:p xmlns:a="http://schemas.openxmlformats.org/drawingml/2006/main">
            <a:r>
              <a:t/>
            </a:r>
          </a:p>
          <a:p xmlns:a="http://schemas.openxmlformats.org/drawingml/2006/main">
            <a:r>
              <a:t>失败与恢复：真实评测需要网络、容器或模型成本；静态验证计划不能宣称模型效果已经改善。</a:t>
            </a:r>
          </a:p>
          <a:p xmlns:a="http://schemas.openxmlformats.org/drawingml/2006/main">
            <a:r>
              <a:t/>
            </a:r>
          </a:p>
          <a:p xmlns:a="http://schemas.openxmlformats.org/drawingml/2006/main">
            <a:r>
              <a:t>练习：阅读一份报告逻辑，构造一个缺失配对的输入，说明为何不能给总体效果结论。</a:t>
            </a:r>
          </a:p>
          <a:p xmlns:a="http://schemas.openxmlformats.org/drawingml/2006/main">
            <a:r>
              <a:t>参考判断：先满足数据有效性和可比性，再计算效果；缺失或重复必须显式报告。</a:t>
            </a:r>
          </a:p>
          <a:p xmlns:a="http://schemas.openxmlformats.org/drawingml/2006/main">
            <a:r>
              <a:t/>
            </a:r>
          </a:p>
          <a:p xmlns:a="http://schemas.openxmlformats.org/drawingml/2006/main">
            <a:r>
              <a:t>关联专题与当前接口：</a:t>
            </a:r>
          </a:p>
          <a:p xmlns:a="http://schemas.openxmlformats.org/drawingml/2006/main">
            <a:r>
              <a:t/>
            </a:r>
          </a:p>
          <a:p xmlns:a="http://schemas.openxmlformats.org/drawingml/2006/main">
            <a:r>
              <a:t>评测计划与容器运行</a:t>
            </a:r>
          </a:p>
          <a:p xmlns:a="http://schemas.openxmlformats.org/drawingml/2006/main">
            <a:r>
              <a:t>为不同文档条件、模型和重复次数安排隔离评测。</a:t>
            </a:r>
          </a:p>
          <a:p xmlns:a="http://schemas.openxmlformats.org/drawingml/2006/main">
            <a:r>
              <a:t>入口：eval:docs / eval:host</a:t>
            </a:r>
          </a:p>
          <a:p xmlns:a="http://schemas.openxmlformats.org/drawingml/2006/main">
            <a:r>
              <a:t>边界：真实评测可能运行 Docker 与模型；cli.ts 顶层会解析参数并执行评测，不能当作无副作用的库入口导入。当前包没有 /workbench 子路径。</a:t>
            </a:r>
          </a:p>
          <a:p xmlns:a="http://schemas.openxmlformats.org/drawingml/2006/main">
            <a:r>
              <a:t/>
            </a:r>
          </a:p>
          <a:p xmlns:a="http://schemas.openxmlformats.org/drawingml/2006/main">
            <a:r>
              <a:t>结果配对与效果报告</a:t>
            </a:r>
          </a:p>
          <a:p xmlns:a="http://schemas.openxmlformats.org/drawingml/2006/main">
            <a:r>
              <a:t>读取评测观测并比较有/无文档的行为结果。</a:t>
            </a:r>
          </a:p>
          <a:p xmlns:a="http://schemas.openxmlformats.org/drawingml/2006/main">
            <a:r>
              <a:t>入口：report / harness</a:t>
            </a:r>
          </a:p>
          <a:p xmlns:a="http://schemas.openxmlformats.org/drawingml/2006/main">
            <a:r>
              <a:t>边界：缺失、重复或未计分的实验会阻止总体效果结论。</a:t>
            </a:r>
          </a:p>
          <a:p xmlns:a="http://schemas.openxmlformats.org/drawingml/2006/main">
            <a:r>
              <a:t/>
            </a:r>
          </a:p>
          <a:p xmlns:a="http://schemas.openxmlformats.org/drawingml/2006/main">
            <a:r>
              <a:t>文档：</a:t>
            </a:r>
          </a:p>
          <a:p xmlns:a="http://schemas.openxmlformats.org/drawingml/2006/main">
            <a:r>
              <a:t/>
            </a:r>
          </a:p>
          <a:p xmlns:a="http://schemas.openxmlformats.org/drawingml/2006/main">
            <a:r>
              <a:t>packages/evals/README.md</a:t>
            </a:r>
          </a:p>
          <a:p xmlns:a="http://schemas.openxmlformats.org/drawingml/2006/main">
            <a:r>
              <a:t/>
            </a:r>
          </a:p>
          <a:p xmlns:a="http://schemas.openxmlformats.org/drawingml/2006/main">
            <a:r>
              <a:t>packages/evals/src/plan.ts</a:t>
            </a:r>
          </a:p>
          <a:p xmlns:a="http://schemas.openxmlformats.org/drawingml/2006/main">
            <a:r>
              <a:t/>
            </a:r>
          </a:p>
          <a:p xmlns:a="http://schemas.openxmlformats.org/drawingml/2006/main">
            <a:r>
              <a:t>packages/evals/docker/Dockerfile</a:t>
            </a:r>
          </a:p>
          <a:p xmlns:a="http://schemas.openxmlformats.org/drawingml/2006/main">
            <a:r>
              <a:t/>
            </a:r>
          </a:p>
          <a:p xmlns:a="http://schemas.openxmlformats.org/drawingml/2006/main">
            <a:r>
              <a:t>相关测试（列出路径不代表已运行）：</a:t>
            </a:r>
          </a:p>
          <a:p xmlns:a="http://schemas.openxmlformats.org/drawingml/2006/main">
            <a:r>
              <a:t/>
            </a:r>
          </a:p>
          <a:p xmlns:a="http://schemas.openxmlformats.org/drawingml/2006/main">
            <a:r>
              <a:t>packages/evals/test/plan.test.ts</a:t>
            </a:r>
          </a:p>
          <a:p xmlns:a="http://schemas.openxmlformats.org/drawingml/2006/main">
            <a:r>
              <a:t/>
            </a:r>
          </a:p>
          <a:p xmlns:a="http://schemas.openxmlformats.org/drawingml/2006/main">
            <a:r>
              <a:t>packages/evals/test/report.test.ts</a:t>
            </a:r>
          </a:p>
          <a:p xmlns:a="http://schemas.openxmlformats.org/drawingml/2006/main">
            <a:r>
              <a:t/>
            </a:r>
          </a:p>
          <a:p xmlns:a="http://schemas.openxmlformats.org/drawingml/2006/main">
            <a:r>
              <a:t>packages/evals/test/harness.test.ts</a:t>
            </a:r>
          </a:p>
          <a:p xmlns:a="http://schemas.openxmlformats.org/drawingml/2006/main">
            <a:r>
              <a:t/>
            </a:r>
          </a:p>
          <a:p xmlns:a="http://schemas.openxmlformats.org/drawingml/2006/main">
            <a:r>
              <a:t>packages/evals/test/comparison.test.ts</a:t>
            </a:r>
          </a:p>
          <a:p xmlns:a="http://schemas.openxmlformats.org/drawingml/2006/main">
            <a:r>
              <a:t/>
            </a:r>
          </a:p>
          <a:p xmlns:a="http://schemas.openxmlformats.org/drawingml/2006/main">
            <a:r>
              <a:t>功能编号：</a:t>
            </a:r>
          </a:p>
          <a:p xmlns:a="http://schemas.openxmlformats.org/drawingml/2006/main">
            <a:r>
              <a:t/>
            </a:r>
          </a:p>
          <a:p xmlns:a="http://schemas.openxmlformats.org/drawingml/2006/main">
            <a:r>
              <a:t>EV-01 · 宿主行为评测 [开发工具] 在当前机器运行 vitest-evals 场景，衡量模型执行工作流的实际结果，与普通单元测试用途不同。</a:t>
            </a:r>
          </a:p>
          <a:p xmlns:a="http://schemas.openxmlformats.org/drawingml/2006/main">
            <a:r>
              <a:t/>
            </a:r>
          </a:p>
          <a:p xmlns:a="http://schemas.openxmlformats.org/drawingml/2006/main">
            <a:r>
              <a:t>EV-02 · 文档效果对照 [开发工具] 对同一任务比较 with_docs 和 without_docs，量化随包文档对任务完成率的影响。</a:t>
            </a:r>
          </a:p>
          <a:p xmlns:a="http://schemas.openxmlformats.org/drawingml/2006/main">
            <a:r>
              <a:t/>
            </a:r>
          </a:p>
          <a:p xmlns:a="http://schemas.openxmlformats.org/drawingml/2006/main">
            <a:r>
              <a:t>EV-03 · 当前工作区包评测 [开发工具] 打包当前仓库内部包并构建实验镜像，避免无意测到 npm 上其他版本。</a:t>
            </a:r>
          </a:p>
          <a:p xmlns:a="http://schemas.openxmlformats.org/drawingml/2006/main">
            <a:r>
              <a:t/>
            </a:r>
          </a:p>
          <a:p xmlns:a="http://schemas.openxmlformats.org/drawingml/2006/main">
            <a:r>
              <a:t>EV-04 · 场景发现与计划 [开发工具] 发现两种镜像中的 case，展开变体、模型和重复次数形成运行计划。通过 CLI 选择评测并构建运行计划；当前 cli.ts 顶层解析参数并执行评测，不应当作无副作用库入口导入。当前包没有 /workbench 子路径导出。</a:t>
            </a:r>
          </a:p>
          <a:p xmlns:a="http://schemas.openxmlformats.org/drawingml/2006/main">
            <a:r>
              <a:t/>
            </a:r>
          </a:p>
          <a:p xmlns:a="http://schemas.openxmlformats.org/drawingml/2006/main">
            <a:r>
              <a:t>EV-05 · 每次运行隔离 [开发工具] 每个实验臂使用新容器、home、agent 目录、工作区和会话目录，并隔离评测定义与答案材料。</a:t>
            </a:r>
          </a:p>
          <a:p xmlns:a="http://schemas.openxmlformats.org/drawingml/2006/main">
            <a:r>
              <a:t/>
            </a:r>
          </a:p>
          <a:p xmlns:a="http://schemas.openxmlformats.org/drawingml/2006/main">
            <a:r>
              <a:t>EV-06 · 工具暴露限制 [开发工具] 文档实验默认限定 read、write、edit、grep、find、ls，减少 Shell 等混杂因素；网络仍用于访问模型。本分支 Docker 镜像固定 Bookworm、fd 10.3.0 与 ripgrep，并允许读取指定覆盖数据；grep 随机 token 评测检查是否真正读到目标文件。</a:t>
            </a:r>
          </a:p>
          <a:p xmlns:a="http://schemas.openxmlformats.org/drawingml/2006/main">
            <a:r>
              <a:t/>
            </a:r>
          </a:p>
          <a:p xmlns:a="http://schemas.openxmlformats.org/drawingml/2006/main">
            <a:r>
              <a:t>EV-07 · 重复运行与交替顺序 [开发工具] 支持指定重复次数，并交替对照运行顺序，帮助观察不稳定性和顺序偏差。</a:t>
            </a:r>
          </a:p>
          <a:p xmlns:a="http://schemas.openxmlformats.org/drawingml/2006/main">
            <a:r>
              <a:t/>
            </a:r>
          </a:p>
          <a:p xmlns:a="http://schemas.openxmlformats.org/drawingml/2006/main">
            <a:r>
              <a:t>EV-08 · 精确配对与异常屏蔽 [开发工具] 只有两臂都有唯一有效分数才纳入比较；缺失或异常配对会阻止输出误导性的总体提升率。 报告处理见 report.ts；旧版 /workbench 导出不在当前 checkout。TUI 评测的上下文 oracle 先写持久会话再断言投影，避免使用失效的内存状态。</a:t>
            </a:r>
          </a:p>
          <a:p xmlns:a="http://schemas.openxmlformats.org/drawingml/2006/main">
            <a:r>
              <a:t/>
            </a:r>
          </a:p>
          <a:p xmlns:a="http://schemas.openxmlformats.org/drawingml/2006/main">
            <a:r>
              <a:t>EV-09 · 结果与会话归档 [开发工具] 保存协议、预期队列、观测 JSONL、Vitest JSON、原始 Pi 会话及文本／JSON 比较报告，支持复查。</a:t>
            </a:r>
          </a:p>
          <a:p xmlns:a="http://schemas.openxmlformats.org/drawingml/2006/main">
            <a:r>
              <a:t/>
            </a:r>
          </a:p>
          <a:p xmlns:a="http://schemas.openxmlformats.org/drawingml/2006/main">
            <a:r>
              <a:t>EV-10 · 自定义场景和确定性评分 [开发工具] 通过 describeEval、run 和 judge 定义任务与评分；低分作为实验数据，基础设施错误另行报告。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源码基线：136b87e8a7f5a3e5186de0289523ba327dc592fc</a:t>
            </a:r>
          </a:p>
          <a:p xmlns:a="http://schemas.openxmlformats.org/drawingml/2006/main">
            <a:r>
              <a:t/>
            </a:r>
          </a:p>
          <a:p xmlns:a="http://schemas.openxmlformats.org/drawingml/2006/main">
            <a:r>
              <a:t>课程：07 测试与排错 / eval-quality / 评测计划、隔离运行与结果比较</a:t>
            </a:r>
          </a:p>
          <a:p xmlns:a="http://schemas.openxmlformats.org/drawingml/2006/main">
            <a:r>
              <a:t/>
            </a:r>
          </a:p>
          <a:p xmlns:a="http://schemas.openxmlformats.org/drawingml/2006/main">
            <a:r>
              <a:t>场景：你想知道文档或实现变化是否改善模型行为。</a:t>
            </a:r>
          </a:p>
          <a:p xmlns:a="http://schemas.openxmlformats.org/drawingml/2006/main">
            <a:r>
              <a:t/>
            </a:r>
          </a:p>
          <a:p xmlns:a="http://schemas.openxmlformats.org/drawingml/2006/main">
            <a:r>
              <a:t>以下是教学追踪顺序，具体运行分支以源码为准。</a:t>
            </a:r>
          </a:p>
          <a:p xmlns:a="http://schemas.openxmlformats.org/drawingml/2006/main">
            <a:r>
              <a:t/>
            </a:r>
          </a:p>
          <a:p xmlns:a="http://schemas.openxmlformats.org/drawingml/2006/main">
            <a:r>
              <a:t>1. 制定比较计划</a:t>
            </a:r>
          </a:p>
          <a:p xmlns:a="http://schemas.openxmlformats.org/drawingml/2006/main">
            <a:r>
              <a:t>从 plan 读取模型、文档条件、任务和重复次数，确认哪些条件应配对。</a:t>
            </a:r>
          </a:p>
          <a:p xmlns:a="http://schemas.openxmlformats.org/drawingml/2006/main">
            <a:r>
              <a:t>输入：评测问题</a:t>
            </a:r>
          </a:p>
          <a:p xmlns:a="http://schemas.openxmlformats.org/drawingml/2006/main">
            <a:r>
              <a:t>输出：可对照实验计划</a:t>
            </a:r>
          </a:p>
          <a:p xmlns:a="http://schemas.openxmlformats.org/drawingml/2006/main">
            <a:r>
              <a:t>入口：eval:docs / eval:host</a:t>
            </a:r>
          </a:p>
          <a:p xmlns:a="http://schemas.openxmlformats.org/drawingml/2006/main">
            <a:r>
              <a:t>行为与边界：真实评测可能运行 Docker 与模型；cli.ts 顶层会解析参数并执行评测，不能当作无副作用的库入口导入。当前包没有 /workbench 子路径。</a:t>
            </a:r>
          </a:p>
          <a:p xmlns:a="http://schemas.openxmlformats.org/drawingml/2006/main">
            <a:r>
              <a:t>源码：packages/evals/src/cli.ts:1</a:t>
            </a:r>
          </a:p>
          <a:p xmlns:a="http://schemas.openxmlformats.org/drawingml/2006/main">
            <a:r>
              <a:t>源码：packages/evals/src/docker.ts:1</a:t>
            </a:r>
          </a:p>
          <a:p xmlns:a="http://schemas.openxmlformats.org/drawingml/2006/main">
            <a:r>
              <a:t>源码：packages/evals/src/plan.ts:1</a:t>
            </a:r>
          </a:p>
          <a:p xmlns:a="http://schemas.openxmlformats.org/drawingml/2006/main">
            <a:r>
              <a:t/>
            </a:r>
          </a:p>
          <a:p xmlns:a="http://schemas.openxmlformats.org/drawingml/2006/main">
            <a:r>
              <a:t>2. 核对运行前置</a:t>
            </a:r>
          </a:p>
          <a:p xmlns:a="http://schemas.openxmlformats.org/drawingml/2006/main">
            <a:r>
              <a:t>阅读 Docker/host runner 的环境、凭据与工作目录要求；源码学习阶段先检查计划而不发起付费运行。</a:t>
            </a:r>
          </a:p>
          <a:p xmlns:a="http://schemas.openxmlformats.org/drawingml/2006/main">
            <a:r>
              <a:t>输入：计划与运行环境</a:t>
            </a:r>
          </a:p>
          <a:p xmlns:a="http://schemas.openxmlformats.org/drawingml/2006/main">
            <a:r>
              <a:t>输出：可执行实验配置</a:t>
            </a:r>
          </a:p>
          <a:p xmlns:a="http://schemas.openxmlformats.org/drawingml/2006/main">
            <a:r>
              <a:t>入口：eval:docs / eval:host</a:t>
            </a:r>
          </a:p>
          <a:p xmlns:a="http://schemas.openxmlformats.org/drawingml/2006/main">
            <a:r>
              <a:t>行为与边界：真实评测可能运行 Docker 与模型；cli.ts 顶层会解析参数并执行评测，不能当作无副作用的库入口导入。当前包没有 /workbench 子路径。</a:t>
            </a:r>
          </a:p>
          <a:p xmlns:a="http://schemas.openxmlformats.org/drawingml/2006/main">
            <a:r>
              <a:t>源码：packages/evals/src/cli.ts:1</a:t>
            </a:r>
          </a:p>
          <a:p xmlns:a="http://schemas.openxmlformats.org/drawingml/2006/main">
            <a:r>
              <a:t>源码：packages/evals/src/docker.ts:1</a:t>
            </a:r>
          </a:p>
          <a:p xmlns:a="http://schemas.openxmlformats.org/drawingml/2006/main">
            <a:r>
              <a:t>源码：packages/evals/src/plan.ts:1</a:t>
            </a:r>
          </a:p>
          <a:p xmlns:a="http://schemas.openxmlformats.org/drawingml/2006/main">
            <a:r>
              <a:t/>
            </a:r>
          </a:p>
          <a:p xmlns:a="http://schemas.openxmlformats.org/drawingml/2006/main">
            <a:r>
              <a:t>3. 读取单次观测</a:t>
            </a:r>
          </a:p>
          <a:p xmlns:a="http://schemas.openxmlformats.org/drawingml/2006/main">
            <a:r>
              <a:t>区分任务成功、评分、缺失和重复记录，记录每个实验的有效性。</a:t>
            </a:r>
          </a:p>
          <a:p xmlns:a="http://schemas.openxmlformats.org/drawingml/2006/main">
            <a:r>
              <a:t>输入：评测产物</a:t>
            </a:r>
          </a:p>
          <a:p xmlns:a="http://schemas.openxmlformats.org/drawingml/2006/main">
            <a:r>
              <a:t>输出：可信的配对数据</a:t>
            </a:r>
          </a:p>
          <a:p xmlns:a="http://schemas.openxmlformats.org/drawingml/2006/main">
            <a:r>
              <a:t>入口：report / harness</a:t>
            </a:r>
          </a:p>
          <a:p xmlns:a="http://schemas.openxmlformats.org/drawingml/2006/main">
            <a:r>
              <a:t>行为与边界：缺失、重复或未计分的实验会阻止总体效果结论。</a:t>
            </a:r>
          </a:p>
          <a:p xmlns:a="http://schemas.openxmlformats.org/drawingml/2006/main">
            <a:r>
              <a:t>源码：packages/evals/src/harness.ts:1</a:t>
            </a:r>
          </a:p>
          <a:p xmlns:a="http://schemas.openxmlformats.org/drawingml/2006/main">
            <a:r>
              <a:t>源码：packages/evals/src/report.ts:1</a:t>
            </a:r>
          </a:p>
          <a:p xmlns:a="http://schemas.openxmlformats.org/drawingml/2006/main">
            <a:r>
              <a:t/>
            </a:r>
          </a:p>
          <a:p xmlns:a="http://schemas.openxmlformats.org/drawingml/2006/main">
            <a:r>
              <a:t>4. 比较并解释限制</a:t>
            </a:r>
          </a:p>
          <a:p xmlns:a="http://schemas.openxmlformats.org/drawingml/2006/main">
            <a:r>
              <a:t>检查报告如何处理未计分和缺失样本，不能把不完整运行合成整体改善结论。</a:t>
            </a:r>
          </a:p>
          <a:p xmlns:a="http://schemas.openxmlformats.org/drawingml/2006/main">
            <a:r>
              <a:t>输入：有效配对观测</a:t>
            </a:r>
          </a:p>
          <a:p xmlns:a="http://schemas.openxmlformats.org/drawingml/2006/main">
            <a:r>
              <a:t>输出：有适用范围的报告</a:t>
            </a:r>
          </a:p>
          <a:p xmlns:a="http://schemas.openxmlformats.org/drawingml/2006/main">
            <a:r>
              <a:t>入口：report / harness</a:t>
            </a:r>
          </a:p>
          <a:p xmlns:a="http://schemas.openxmlformats.org/drawingml/2006/main">
            <a:r>
              <a:t>行为与边界：缺失、重复或未计分的实验会阻止总体效果结论。</a:t>
            </a:r>
          </a:p>
          <a:p xmlns:a="http://schemas.openxmlformats.org/drawingml/2006/main">
            <a:r>
              <a:t>源码：packages/evals/src/harness.ts:1</a:t>
            </a:r>
          </a:p>
          <a:p xmlns:a="http://schemas.openxmlformats.org/drawingml/2006/main">
            <a:r>
              <a:t>源码：packages/evals/src/report.ts:1</a:t>
            </a:r>
          </a:p>
          <a:p xmlns:a="http://schemas.openxmlformats.org/drawingml/2006/main">
            <a:r>
              <a:t/>
            </a:r>
          </a:p>
          <a:p xmlns:a="http://schemas.openxmlformats.org/drawingml/2006/main">
            <a:r>
              <a:t>失败与恢复：真实评测需要网络、容器或模型成本；静态验证计划不能宣称模型效果已经改善。</a:t>
            </a:r>
          </a:p>
          <a:p xmlns:a="http://schemas.openxmlformats.org/drawingml/2006/main">
            <a:r>
              <a:t/>
            </a:r>
          </a:p>
          <a:p xmlns:a="http://schemas.openxmlformats.org/drawingml/2006/main">
            <a:r>
              <a:t>练习：阅读一份报告逻辑，构造一个缺失配对的输入，说明为何不能给总体效果结论。</a:t>
            </a:r>
          </a:p>
          <a:p xmlns:a="http://schemas.openxmlformats.org/drawingml/2006/main">
            <a:r>
              <a:t>参考判断：先满足数据有效性和可比性，再计算效果；缺失或重复必须显式报告。</a:t>
            </a:r>
          </a:p>
          <a:p xmlns:a="http://schemas.openxmlformats.org/drawingml/2006/main">
            <a:r>
              <a:t/>
            </a:r>
          </a:p>
          <a:p xmlns:a="http://schemas.openxmlformats.org/drawingml/2006/main">
            <a:r>
              <a:t>关联专题与当前接口：</a:t>
            </a:r>
          </a:p>
          <a:p xmlns:a="http://schemas.openxmlformats.org/drawingml/2006/main">
            <a:r>
              <a:t/>
            </a:r>
          </a:p>
          <a:p xmlns:a="http://schemas.openxmlformats.org/drawingml/2006/main">
            <a:r>
              <a:t>评测计划与容器运行</a:t>
            </a:r>
          </a:p>
          <a:p xmlns:a="http://schemas.openxmlformats.org/drawingml/2006/main">
            <a:r>
              <a:t>为不同文档条件、模型和重复次数安排隔离评测。</a:t>
            </a:r>
          </a:p>
          <a:p xmlns:a="http://schemas.openxmlformats.org/drawingml/2006/main">
            <a:r>
              <a:t>入口：eval:docs / eval:host</a:t>
            </a:r>
          </a:p>
          <a:p xmlns:a="http://schemas.openxmlformats.org/drawingml/2006/main">
            <a:r>
              <a:t>边界：真实评测可能运行 Docker 与模型；cli.ts 顶层会解析参数并执行评测，不能当作无副作用的库入口导入。当前包没有 /workbench 子路径。</a:t>
            </a:r>
          </a:p>
          <a:p xmlns:a="http://schemas.openxmlformats.org/drawingml/2006/main">
            <a:r>
              <a:t/>
            </a:r>
          </a:p>
          <a:p xmlns:a="http://schemas.openxmlformats.org/drawingml/2006/main">
            <a:r>
              <a:t>结果配对与效果报告</a:t>
            </a:r>
          </a:p>
          <a:p xmlns:a="http://schemas.openxmlformats.org/drawingml/2006/main">
            <a:r>
              <a:t>读取评测观测并比较有/无文档的行为结果。</a:t>
            </a:r>
          </a:p>
          <a:p xmlns:a="http://schemas.openxmlformats.org/drawingml/2006/main">
            <a:r>
              <a:t>入口：report / harness</a:t>
            </a:r>
          </a:p>
          <a:p xmlns:a="http://schemas.openxmlformats.org/drawingml/2006/main">
            <a:r>
              <a:t>边界：缺失、重复或未计分的实验会阻止总体效果结论。</a:t>
            </a:r>
          </a:p>
          <a:p xmlns:a="http://schemas.openxmlformats.org/drawingml/2006/main">
            <a:r>
              <a:t/>
            </a:r>
          </a:p>
          <a:p xmlns:a="http://schemas.openxmlformats.org/drawingml/2006/main">
            <a:r>
              <a:t>文档：</a:t>
            </a:r>
          </a:p>
          <a:p xmlns:a="http://schemas.openxmlformats.org/drawingml/2006/main">
            <a:r>
              <a:t/>
            </a:r>
          </a:p>
          <a:p xmlns:a="http://schemas.openxmlformats.org/drawingml/2006/main">
            <a:r>
              <a:t>packages/evals/README.md</a:t>
            </a:r>
          </a:p>
          <a:p xmlns:a="http://schemas.openxmlformats.org/drawingml/2006/main">
            <a:r>
              <a:t/>
            </a:r>
          </a:p>
          <a:p xmlns:a="http://schemas.openxmlformats.org/drawingml/2006/main">
            <a:r>
              <a:t>packages/evals/src/plan.ts</a:t>
            </a:r>
          </a:p>
          <a:p xmlns:a="http://schemas.openxmlformats.org/drawingml/2006/main">
            <a:r>
              <a:t/>
            </a:r>
          </a:p>
          <a:p xmlns:a="http://schemas.openxmlformats.org/drawingml/2006/main">
            <a:r>
              <a:t>packages/evals/docker/Dockerfile</a:t>
            </a:r>
          </a:p>
          <a:p xmlns:a="http://schemas.openxmlformats.org/drawingml/2006/main">
            <a:r>
              <a:t/>
            </a:r>
          </a:p>
          <a:p xmlns:a="http://schemas.openxmlformats.org/drawingml/2006/main">
            <a:r>
              <a:t>相关测试（列出路径不代表已运行）：</a:t>
            </a:r>
          </a:p>
          <a:p xmlns:a="http://schemas.openxmlformats.org/drawingml/2006/main">
            <a:r>
              <a:t/>
            </a:r>
          </a:p>
          <a:p xmlns:a="http://schemas.openxmlformats.org/drawingml/2006/main">
            <a:r>
              <a:t>packages/evals/test/plan.test.ts</a:t>
            </a:r>
          </a:p>
          <a:p xmlns:a="http://schemas.openxmlformats.org/drawingml/2006/main">
            <a:r>
              <a:t/>
            </a:r>
          </a:p>
          <a:p xmlns:a="http://schemas.openxmlformats.org/drawingml/2006/main">
            <a:r>
              <a:t>packages/evals/test/report.test.ts</a:t>
            </a:r>
          </a:p>
          <a:p xmlns:a="http://schemas.openxmlformats.org/drawingml/2006/main">
            <a:r>
              <a:t/>
            </a:r>
          </a:p>
          <a:p xmlns:a="http://schemas.openxmlformats.org/drawingml/2006/main">
            <a:r>
              <a:t>packages/evals/test/harness.test.ts</a:t>
            </a:r>
          </a:p>
          <a:p xmlns:a="http://schemas.openxmlformats.org/drawingml/2006/main">
            <a:r>
              <a:t/>
            </a:r>
          </a:p>
          <a:p xmlns:a="http://schemas.openxmlformats.org/drawingml/2006/main">
            <a:r>
              <a:t>packages/evals/test/comparison.test.ts</a:t>
            </a:r>
          </a:p>
          <a:p xmlns:a="http://schemas.openxmlformats.org/drawingml/2006/main">
            <a:r>
              <a:t/>
            </a:r>
          </a:p>
          <a:p xmlns:a="http://schemas.openxmlformats.org/drawingml/2006/main">
            <a:r>
              <a:t>功能编号：</a:t>
            </a:r>
          </a:p>
          <a:p xmlns:a="http://schemas.openxmlformats.org/drawingml/2006/main">
            <a:r>
              <a:t/>
            </a:r>
          </a:p>
          <a:p xmlns:a="http://schemas.openxmlformats.org/drawingml/2006/main">
            <a:r>
              <a:t>EV-01 · 宿主行为评测 [开发工具] 在当前机器运行 vitest-evals 场景，衡量模型执行工作流的实际结果，与普通单元测试用途不同。</a:t>
            </a:r>
          </a:p>
          <a:p xmlns:a="http://schemas.openxmlformats.org/drawingml/2006/main">
            <a:r>
              <a:t/>
            </a:r>
          </a:p>
          <a:p xmlns:a="http://schemas.openxmlformats.org/drawingml/2006/main">
            <a:r>
              <a:t>EV-02 · 文档效果对照 [开发工具] 对同一任务比较 with_docs 和 without_docs，量化随包文档对任务完成率的影响。</a:t>
            </a:r>
          </a:p>
          <a:p xmlns:a="http://schemas.openxmlformats.org/drawingml/2006/main">
            <a:r>
              <a:t/>
            </a:r>
          </a:p>
          <a:p xmlns:a="http://schemas.openxmlformats.org/drawingml/2006/main">
            <a:r>
              <a:t>EV-03 · 当前工作区包评测 [开发工具] 打包当前仓库内部包并构建实验镜像，避免无意测到 npm 上其他版本。</a:t>
            </a:r>
          </a:p>
          <a:p xmlns:a="http://schemas.openxmlformats.org/drawingml/2006/main">
            <a:r>
              <a:t/>
            </a:r>
          </a:p>
          <a:p xmlns:a="http://schemas.openxmlformats.org/drawingml/2006/main">
            <a:r>
              <a:t>EV-04 · 场景发现与计划 [开发工具] 发现两种镜像中的 case，展开变体、模型和重复次数形成运行计划。通过 CLI 选择评测并构建运行计划；当前 cli.ts 顶层解析参数并执行评测，不应当作无副作用库入口导入。当前包没有 /workbench 子路径导出。</a:t>
            </a:r>
          </a:p>
          <a:p xmlns:a="http://schemas.openxmlformats.org/drawingml/2006/main">
            <a:r>
              <a:t/>
            </a:r>
          </a:p>
          <a:p xmlns:a="http://schemas.openxmlformats.org/drawingml/2006/main">
            <a:r>
              <a:t>EV-05 · 每次运行隔离 [开发工具] 每个实验臂使用新容器、home、agent 目录、工作区和会话目录，并隔离评测定义与答案材料。</a:t>
            </a:r>
          </a:p>
          <a:p xmlns:a="http://schemas.openxmlformats.org/drawingml/2006/main">
            <a:r>
              <a:t/>
            </a:r>
          </a:p>
          <a:p xmlns:a="http://schemas.openxmlformats.org/drawingml/2006/main">
            <a:r>
              <a:t>EV-06 · 工具暴露限制 [开发工具] 文档实验默认限定 read、write、edit、grep、find、ls，减少 Shell 等混杂因素；网络仍用于访问模型。本分支 Docker 镜像固定 Bookworm、fd 10.3.0 与 ripgrep，并允许读取指定覆盖数据；grep 随机 token 评测检查是否真正读到目标文件。</a:t>
            </a:r>
          </a:p>
          <a:p xmlns:a="http://schemas.openxmlformats.org/drawingml/2006/main">
            <a:r>
              <a:t/>
            </a:r>
          </a:p>
          <a:p xmlns:a="http://schemas.openxmlformats.org/drawingml/2006/main">
            <a:r>
              <a:t>EV-07 · 重复运行与交替顺序 [开发工具] 支持指定重复次数，并交替对照运行顺序，帮助观察不稳定性和顺序偏差。</a:t>
            </a:r>
          </a:p>
          <a:p xmlns:a="http://schemas.openxmlformats.org/drawingml/2006/main">
            <a:r>
              <a:t/>
            </a:r>
          </a:p>
          <a:p xmlns:a="http://schemas.openxmlformats.org/drawingml/2006/main">
            <a:r>
              <a:t>EV-08 · 精确配对与异常屏蔽 [开发工具] 只有两臂都有唯一有效分数才纳入比较；缺失或异常配对会阻止输出误导性的总体提升率。 报告处理见 report.ts；旧版 /workbench 导出不在当前 checkout。TUI 评测的上下文 oracle 先写持久会话再断言投影，避免使用失效的内存状态。</a:t>
            </a:r>
          </a:p>
          <a:p xmlns:a="http://schemas.openxmlformats.org/drawingml/2006/main">
            <a:r>
              <a:t/>
            </a:r>
          </a:p>
          <a:p xmlns:a="http://schemas.openxmlformats.org/drawingml/2006/main">
            <a:r>
              <a:t>EV-09 · 结果与会话归档 [开发工具] 保存协议、预期队列、观测 JSONL、Vitest JSON、原始 Pi 会话及文本／JSON 比较报告，支持复查。</a:t>
            </a:r>
          </a:p>
          <a:p xmlns:a="http://schemas.openxmlformats.org/drawingml/2006/main">
            <a:r>
              <a:t/>
            </a:r>
          </a:p>
          <a:p xmlns:a="http://schemas.openxmlformats.org/drawingml/2006/main">
            <a:r>
              <a:t>EV-10 · 自定义场景和确定性评分 [开发工具] 通过 describeEval、run 和 judge 定义任务与评分；低分作为实验数据，基础设施错误另行报告。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源码基线：136b87e8a7f5a3e5186de0289523ba327dc592fc</a:t>
            </a:r>
          </a:p>
          <a:p xmlns:a="http://schemas.openxmlformats.org/drawingml/2006/main">
            <a:r>
              <a:t/>
            </a:r>
          </a:p>
          <a:p xmlns:a="http://schemas.openxmlformats.org/drawingml/2006/main">
            <a:r>
              <a:t>课程：07 测试与排错 / eval-quality / 评测计划、隔离运行与结果比较</a:t>
            </a:r>
          </a:p>
          <a:p xmlns:a="http://schemas.openxmlformats.org/drawingml/2006/main">
            <a:r>
              <a:t/>
            </a:r>
          </a:p>
          <a:p xmlns:a="http://schemas.openxmlformats.org/drawingml/2006/main">
            <a:r>
              <a:t>场景：你想知道文档或实现变化是否改善模型行为。</a:t>
            </a:r>
          </a:p>
          <a:p xmlns:a="http://schemas.openxmlformats.org/drawingml/2006/main">
            <a:r>
              <a:t/>
            </a:r>
          </a:p>
          <a:p xmlns:a="http://schemas.openxmlformats.org/drawingml/2006/main">
            <a:r>
              <a:t>以下是教学追踪顺序，具体运行分支以源码为准。</a:t>
            </a:r>
          </a:p>
          <a:p xmlns:a="http://schemas.openxmlformats.org/drawingml/2006/main">
            <a:r>
              <a:t/>
            </a:r>
          </a:p>
          <a:p xmlns:a="http://schemas.openxmlformats.org/drawingml/2006/main">
            <a:r>
              <a:t>1. 制定比较计划</a:t>
            </a:r>
          </a:p>
          <a:p xmlns:a="http://schemas.openxmlformats.org/drawingml/2006/main">
            <a:r>
              <a:t>从 plan 读取模型、文档条件、任务和重复次数，确认哪些条件应配对。</a:t>
            </a:r>
          </a:p>
          <a:p xmlns:a="http://schemas.openxmlformats.org/drawingml/2006/main">
            <a:r>
              <a:t>输入：评测问题</a:t>
            </a:r>
          </a:p>
          <a:p xmlns:a="http://schemas.openxmlformats.org/drawingml/2006/main">
            <a:r>
              <a:t>输出：可对照实验计划</a:t>
            </a:r>
          </a:p>
          <a:p xmlns:a="http://schemas.openxmlformats.org/drawingml/2006/main">
            <a:r>
              <a:t>入口：eval:docs / eval:host</a:t>
            </a:r>
          </a:p>
          <a:p xmlns:a="http://schemas.openxmlformats.org/drawingml/2006/main">
            <a:r>
              <a:t>行为与边界：真实评测可能运行 Docker 与模型；cli.ts 顶层会解析参数并执行评测，不能当作无副作用的库入口导入。当前包没有 /workbench 子路径。</a:t>
            </a:r>
          </a:p>
          <a:p xmlns:a="http://schemas.openxmlformats.org/drawingml/2006/main">
            <a:r>
              <a:t>源码：packages/evals/src/cli.ts:1</a:t>
            </a:r>
          </a:p>
          <a:p xmlns:a="http://schemas.openxmlformats.org/drawingml/2006/main">
            <a:r>
              <a:t>源码：packages/evals/src/docker.ts:1</a:t>
            </a:r>
          </a:p>
          <a:p xmlns:a="http://schemas.openxmlformats.org/drawingml/2006/main">
            <a:r>
              <a:t>源码：packages/evals/src/plan.ts:1</a:t>
            </a:r>
          </a:p>
          <a:p xmlns:a="http://schemas.openxmlformats.org/drawingml/2006/main">
            <a:r>
              <a:t/>
            </a:r>
          </a:p>
          <a:p xmlns:a="http://schemas.openxmlformats.org/drawingml/2006/main">
            <a:r>
              <a:t>2. 核对运行前置</a:t>
            </a:r>
          </a:p>
          <a:p xmlns:a="http://schemas.openxmlformats.org/drawingml/2006/main">
            <a:r>
              <a:t>阅读 Docker/host runner 的环境、凭据与工作目录要求；源码学习阶段先检查计划而不发起付费运行。</a:t>
            </a:r>
          </a:p>
          <a:p xmlns:a="http://schemas.openxmlformats.org/drawingml/2006/main">
            <a:r>
              <a:t>输入：计划与运行环境</a:t>
            </a:r>
          </a:p>
          <a:p xmlns:a="http://schemas.openxmlformats.org/drawingml/2006/main">
            <a:r>
              <a:t>输出：可执行实验配置</a:t>
            </a:r>
          </a:p>
          <a:p xmlns:a="http://schemas.openxmlformats.org/drawingml/2006/main">
            <a:r>
              <a:t>入口：eval:docs / eval:host</a:t>
            </a:r>
          </a:p>
          <a:p xmlns:a="http://schemas.openxmlformats.org/drawingml/2006/main">
            <a:r>
              <a:t>行为与边界：真实评测可能运行 Docker 与模型；cli.ts 顶层会解析参数并执行评测，不能当作无副作用的库入口导入。当前包没有 /workbench 子路径。</a:t>
            </a:r>
          </a:p>
          <a:p xmlns:a="http://schemas.openxmlformats.org/drawingml/2006/main">
            <a:r>
              <a:t>源码：packages/evals/src/cli.ts:1</a:t>
            </a:r>
          </a:p>
          <a:p xmlns:a="http://schemas.openxmlformats.org/drawingml/2006/main">
            <a:r>
              <a:t>源码：packages/evals/src/docker.ts:1</a:t>
            </a:r>
          </a:p>
          <a:p xmlns:a="http://schemas.openxmlformats.org/drawingml/2006/main">
            <a:r>
              <a:t>源码：packages/evals/src/plan.ts:1</a:t>
            </a:r>
          </a:p>
          <a:p xmlns:a="http://schemas.openxmlformats.org/drawingml/2006/main">
            <a:r>
              <a:t/>
            </a:r>
          </a:p>
          <a:p xmlns:a="http://schemas.openxmlformats.org/drawingml/2006/main">
            <a:r>
              <a:t>3. 读取单次观测</a:t>
            </a:r>
          </a:p>
          <a:p xmlns:a="http://schemas.openxmlformats.org/drawingml/2006/main">
            <a:r>
              <a:t>区分任务成功、评分、缺失和重复记录，记录每个实验的有效性。</a:t>
            </a:r>
          </a:p>
          <a:p xmlns:a="http://schemas.openxmlformats.org/drawingml/2006/main">
            <a:r>
              <a:t>输入：评测产物</a:t>
            </a:r>
          </a:p>
          <a:p xmlns:a="http://schemas.openxmlformats.org/drawingml/2006/main">
            <a:r>
              <a:t>输出：可信的配对数据</a:t>
            </a:r>
          </a:p>
          <a:p xmlns:a="http://schemas.openxmlformats.org/drawingml/2006/main">
            <a:r>
              <a:t>入口：report / harness</a:t>
            </a:r>
          </a:p>
          <a:p xmlns:a="http://schemas.openxmlformats.org/drawingml/2006/main">
            <a:r>
              <a:t>行为与边界：缺失、重复或未计分的实验会阻止总体效果结论。</a:t>
            </a:r>
          </a:p>
          <a:p xmlns:a="http://schemas.openxmlformats.org/drawingml/2006/main">
            <a:r>
              <a:t>源码：packages/evals/src/harness.ts:1</a:t>
            </a:r>
          </a:p>
          <a:p xmlns:a="http://schemas.openxmlformats.org/drawingml/2006/main">
            <a:r>
              <a:t>源码：packages/evals/src/report.ts:1</a:t>
            </a:r>
          </a:p>
          <a:p xmlns:a="http://schemas.openxmlformats.org/drawingml/2006/main">
            <a:r>
              <a:t/>
            </a:r>
          </a:p>
          <a:p xmlns:a="http://schemas.openxmlformats.org/drawingml/2006/main">
            <a:r>
              <a:t>4. 比较并解释限制</a:t>
            </a:r>
          </a:p>
          <a:p xmlns:a="http://schemas.openxmlformats.org/drawingml/2006/main">
            <a:r>
              <a:t>检查报告如何处理未计分和缺失样本，不能把不完整运行合成整体改善结论。</a:t>
            </a:r>
          </a:p>
          <a:p xmlns:a="http://schemas.openxmlformats.org/drawingml/2006/main">
            <a:r>
              <a:t>输入：有效配对观测</a:t>
            </a:r>
          </a:p>
          <a:p xmlns:a="http://schemas.openxmlformats.org/drawingml/2006/main">
            <a:r>
              <a:t>输出：有适用范围的报告</a:t>
            </a:r>
          </a:p>
          <a:p xmlns:a="http://schemas.openxmlformats.org/drawingml/2006/main">
            <a:r>
              <a:t>入口：report / harness</a:t>
            </a:r>
          </a:p>
          <a:p xmlns:a="http://schemas.openxmlformats.org/drawingml/2006/main">
            <a:r>
              <a:t>行为与边界：缺失、重复或未计分的实验会阻止总体效果结论。</a:t>
            </a:r>
          </a:p>
          <a:p xmlns:a="http://schemas.openxmlformats.org/drawingml/2006/main">
            <a:r>
              <a:t>源码：packages/evals/src/harness.ts:1</a:t>
            </a:r>
          </a:p>
          <a:p xmlns:a="http://schemas.openxmlformats.org/drawingml/2006/main">
            <a:r>
              <a:t>源码：packages/evals/src/report.ts:1</a:t>
            </a:r>
          </a:p>
          <a:p xmlns:a="http://schemas.openxmlformats.org/drawingml/2006/main">
            <a:r>
              <a:t/>
            </a:r>
          </a:p>
          <a:p xmlns:a="http://schemas.openxmlformats.org/drawingml/2006/main">
            <a:r>
              <a:t>失败与恢复：真实评测需要网络、容器或模型成本；静态验证计划不能宣称模型效果已经改善。</a:t>
            </a:r>
          </a:p>
          <a:p xmlns:a="http://schemas.openxmlformats.org/drawingml/2006/main">
            <a:r>
              <a:t/>
            </a:r>
          </a:p>
          <a:p xmlns:a="http://schemas.openxmlformats.org/drawingml/2006/main">
            <a:r>
              <a:t>练习：阅读一份报告逻辑，构造一个缺失配对的输入，说明为何不能给总体效果结论。</a:t>
            </a:r>
          </a:p>
          <a:p xmlns:a="http://schemas.openxmlformats.org/drawingml/2006/main">
            <a:r>
              <a:t>参考判断：先满足数据有效性和可比性，再计算效果；缺失或重复必须显式报告。</a:t>
            </a:r>
          </a:p>
          <a:p xmlns:a="http://schemas.openxmlformats.org/drawingml/2006/main">
            <a:r>
              <a:t/>
            </a:r>
          </a:p>
          <a:p xmlns:a="http://schemas.openxmlformats.org/drawingml/2006/main">
            <a:r>
              <a:t>关联专题与当前接口：</a:t>
            </a:r>
          </a:p>
          <a:p xmlns:a="http://schemas.openxmlformats.org/drawingml/2006/main">
            <a:r>
              <a:t/>
            </a:r>
          </a:p>
          <a:p xmlns:a="http://schemas.openxmlformats.org/drawingml/2006/main">
            <a:r>
              <a:t>评测计划与容器运行</a:t>
            </a:r>
          </a:p>
          <a:p xmlns:a="http://schemas.openxmlformats.org/drawingml/2006/main">
            <a:r>
              <a:t>为不同文档条件、模型和重复次数安排隔离评测。</a:t>
            </a:r>
          </a:p>
          <a:p xmlns:a="http://schemas.openxmlformats.org/drawingml/2006/main">
            <a:r>
              <a:t>入口：eval:docs / eval:host</a:t>
            </a:r>
          </a:p>
          <a:p xmlns:a="http://schemas.openxmlformats.org/drawingml/2006/main">
            <a:r>
              <a:t>边界：真实评测可能运行 Docker 与模型；cli.ts 顶层会解析参数并执行评测，不能当作无副作用的库入口导入。当前包没有 /workbench 子路径。</a:t>
            </a:r>
          </a:p>
          <a:p xmlns:a="http://schemas.openxmlformats.org/drawingml/2006/main">
            <a:r>
              <a:t/>
            </a:r>
          </a:p>
          <a:p xmlns:a="http://schemas.openxmlformats.org/drawingml/2006/main">
            <a:r>
              <a:t>结果配对与效果报告</a:t>
            </a:r>
          </a:p>
          <a:p xmlns:a="http://schemas.openxmlformats.org/drawingml/2006/main">
            <a:r>
              <a:t>读取评测观测并比较有/无文档的行为结果。</a:t>
            </a:r>
          </a:p>
          <a:p xmlns:a="http://schemas.openxmlformats.org/drawingml/2006/main">
            <a:r>
              <a:t>入口：report / harness</a:t>
            </a:r>
          </a:p>
          <a:p xmlns:a="http://schemas.openxmlformats.org/drawingml/2006/main">
            <a:r>
              <a:t>边界：缺失、重复或未计分的实验会阻止总体效果结论。</a:t>
            </a:r>
          </a:p>
          <a:p xmlns:a="http://schemas.openxmlformats.org/drawingml/2006/main">
            <a:r>
              <a:t/>
            </a:r>
          </a:p>
          <a:p xmlns:a="http://schemas.openxmlformats.org/drawingml/2006/main">
            <a:r>
              <a:t>文档：</a:t>
            </a:r>
          </a:p>
          <a:p xmlns:a="http://schemas.openxmlformats.org/drawingml/2006/main">
            <a:r>
              <a:t/>
            </a:r>
          </a:p>
          <a:p xmlns:a="http://schemas.openxmlformats.org/drawingml/2006/main">
            <a:r>
              <a:t>packages/evals/README.md</a:t>
            </a:r>
          </a:p>
          <a:p xmlns:a="http://schemas.openxmlformats.org/drawingml/2006/main">
            <a:r>
              <a:t/>
            </a:r>
          </a:p>
          <a:p xmlns:a="http://schemas.openxmlformats.org/drawingml/2006/main">
            <a:r>
              <a:t>packages/evals/src/plan.ts</a:t>
            </a:r>
          </a:p>
          <a:p xmlns:a="http://schemas.openxmlformats.org/drawingml/2006/main">
            <a:r>
              <a:t/>
            </a:r>
          </a:p>
          <a:p xmlns:a="http://schemas.openxmlformats.org/drawingml/2006/main">
            <a:r>
              <a:t>packages/evals/docker/Dockerfile</a:t>
            </a:r>
          </a:p>
          <a:p xmlns:a="http://schemas.openxmlformats.org/drawingml/2006/main">
            <a:r>
              <a:t/>
            </a:r>
          </a:p>
          <a:p xmlns:a="http://schemas.openxmlformats.org/drawingml/2006/main">
            <a:r>
              <a:t>相关测试（列出路径不代表已运行）：</a:t>
            </a:r>
          </a:p>
          <a:p xmlns:a="http://schemas.openxmlformats.org/drawingml/2006/main">
            <a:r>
              <a:t/>
            </a:r>
          </a:p>
          <a:p xmlns:a="http://schemas.openxmlformats.org/drawingml/2006/main">
            <a:r>
              <a:t>packages/evals/test/plan.test.ts</a:t>
            </a:r>
          </a:p>
          <a:p xmlns:a="http://schemas.openxmlformats.org/drawingml/2006/main">
            <a:r>
              <a:t/>
            </a:r>
          </a:p>
          <a:p xmlns:a="http://schemas.openxmlformats.org/drawingml/2006/main">
            <a:r>
              <a:t>packages/evals/test/report.test.ts</a:t>
            </a:r>
          </a:p>
          <a:p xmlns:a="http://schemas.openxmlformats.org/drawingml/2006/main">
            <a:r>
              <a:t/>
            </a:r>
          </a:p>
          <a:p xmlns:a="http://schemas.openxmlformats.org/drawingml/2006/main">
            <a:r>
              <a:t>packages/evals/test/harness.test.ts</a:t>
            </a:r>
          </a:p>
          <a:p xmlns:a="http://schemas.openxmlformats.org/drawingml/2006/main">
            <a:r>
              <a:t/>
            </a:r>
          </a:p>
          <a:p xmlns:a="http://schemas.openxmlformats.org/drawingml/2006/main">
            <a:r>
              <a:t>packages/evals/test/comparison.test.ts</a:t>
            </a:r>
          </a:p>
          <a:p xmlns:a="http://schemas.openxmlformats.org/drawingml/2006/main">
            <a:r>
              <a:t/>
            </a:r>
          </a:p>
          <a:p xmlns:a="http://schemas.openxmlformats.org/drawingml/2006/main">
            <a:r>
              <a:t>功能编号：</a:t>
            </a:r>
          </a:p>
          <a:p xmlns:a="http://schemas.openxmlformats.org/drawingml/2006/main">
            <a:r>
              <a:t/>
            </a:r>
          </a:p>
          <a:p xmlns:a="http://schemas.openxmlformats.org/drawingml/2006/main">
            <a:r>
              <a:t>EV-01 · 宿主行为评测 [开发工具] 在当前机器运行 vitest-evals 场景，衡量模型执行工作流的实际结果，与普通单元测试用途不同。</a:t>
            </a:r>
          </a:p>
          <a:p xmlns:a="http://schemas.openxmlformats.org/drawingml/2006/main">
            <a:r>
              <a:t/>
            </a:r>
          </a:p>
          <a:p xmlns:a="http://schemas.openxmlformats.org/drawingml/2006/main">
            <a:r>
              <a:t>EV-02 · 文档效果对照 [开发工具] 对同一任务比较 with_docs 和 without_docs，量化随包文档对任务完成率的影响。</a:t>
            </a:r>
          </a:p>
          <a:p xmlns:a="http://schemas.openxmlformats.org/drawingml/2006/main">
            <a:r>
              <a:t/>
            </a:r>
          </a:p>
          <a:p xmlns:a="http://schemas.openxmlformats.org/drawingml/2006/main">
            <a:r>
              <a:t>EV-03 · 当前工作区包评测 [开发工具] 打包当前仓库内部包并构建实验镜像，避免无意测到 npm 上其他版本。</a:t>
            </a:r>
          </a:p>
          <a:p xmlns:a="http://schemas.openxmlformats.org/drawingml/2006/main">
            <a:r>
              <a:t/>
            </a:r>
          </a:p>
          <a:p xmlns:a="http://schemas.openxmlformats.org/drawingml/2006/main">
            <a:r>
              <a:t>EV-04 · 场景发现与计划 [开发工具] 发现两种镜像中的 case，展开变体、模型和重复次数形成运行计划。通过 CLI 选择评测并构建运行计划；当前 cli.ts 顶层解析参数并执行评测，不应当作无副作用库入口导入。当前包没有 /workbench 子路径导出。</a:t>
            </a:r>
          </a:p>
          <a:p xmlns:a="http://schemas.openxmlformats.org/drawingml/2006/main">
            <a:r>
              <a:t/>
            </a:r>
          </a:p>
          <a:p xmlns:a="http://schemas.openxmlformats.org/drawingml/2006/main">
            <a:r>
              <a:t>EV-05 · 每次运行隔离 [开发工具] 每个实验臂使用新容器、home、agent 目录、工作区和会话目录，并隔离评测定义与答案材料。</a:t>
            </a:r>
          </a:p>
          <a:p xmlns:a="http://schemas.openxmlformats.org/drawingml/2006/main">
            <a:r>
              <a:t/>
            </a:r>
          </a:p>
          <a:p xmlns:a="http://schemas.openxmlformats.org/drawingml/2006/main">
            <a:r>
              <a:t>EV-06 · 工具暴露限制 [开发工具] 文档实验默认限定 read、write、edit、grep、find、ls，减少 Shell 等混杂因素；网络仍用于访问模型。本分支 Docker 镜像固定 Bookworm、fd 10.3.0 与 ripgrep，并允许读取指定覆盖数据；grep 随机 token 评测检查是否真正读到目标文件。</a:t>
            </a:r>
          </a:p>
          <a:p xmlns:a="http://schemas.openxmlformats.org/drawingml/2006/main">
            <a:r>
              <a:t/>
            </a:r>
          </a:p>
          <a:p xmlns:a="http://schemas.openxmlformats.org/drawingml/2006/main">
            <a:r>
              <a:t>EV-07 · 重复运行与交替顺序 [开发工具] 支持指定重复次数，并交替对照运行顺序，帮助观察不稳定性和顺序偏差。</a:t>
            </a:r>
          </a:p>
          <a:p xmlns:a="http://schemas.openxmlformats.org/drawingml/2006/main">
            <a:r>
              <a:t/>
            </a:r>
          </a:p>
          <a:p xmlns:a="http://schemas.openxmlformats.org/drawingml/2006/main">
            <a:r>
              <a:t>EV-08 · 精确配对与异常屏蔽 [开发工具] 只有两臂都有唯一有效分数才纳入比较；缺失或异常配对会阻止输出误导性的总体提升率。 报告处理见 report.ts；旧版 /workbench 导出不在当前 checkout。TUI 评测的上下文 oracle 先写持久会话再断言投影，避免使用失效的内存状态。</a:t>
            </a:r>
          </a:p>
          <a:p xmlns:a="http://schemas.openxmlformats.org/drawingml/2006/main">
            <a:r>
              <a:t/>
            </a:r>
          </a:p>
          <a:p xmlns:a="http://schemas.openxmlformats.org/drawingml/2006/main">
            <a:r>
              <a:t>EV-09 · 结果与会话归档 [开发工具] 保存协议、预期队列、观测 JSONL、Vitest JSON、原始 Pi 会话及文本／JSON 比较报告，支持复查。</a:t>
            </a:r>
          </a:p>
          <a:p xmlns:a="http://schemas.openxmlformats.org/drawingml/2006/main">
            <a:r>
              <a:t/>
            </a:r>
          </a:p>
          <a:p xmlns:a="http://schemas.openxmlformats.org/drawingml/2006/main">
            <a:r>
              <a:t>EV-10 · 自定义场景和确定性评分 [开发工具] 通过 describeEval、run 和 judge 定义任务与评分；低分作为实验数据，基础设施错误另行报告。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a7723da92a4d1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12810f73d45451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db895cfccbf406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c703f9fef9840b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e610026332048a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15edcdd087840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69570E-3A7C-472C-BB4D-6DFFC64B452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CFE3CF2-641E-4B02-8DF0-7A4EE306B4B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1D7B069-0D99-4162-A8AB-63CCB7AFDEF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5D3FC4-279B-4B66-AC45-C975C5A2C1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8C8E65E-8165-4A38-A64F-1DAB3E53674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4531C88-2BB2-48DB-9A20-2E91D7FB3BD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B75DBB9-3D0F-497A-9928-D3946F5C408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8FF7664-2950-4A5A-8280-21706771669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B16E129-343C-41C9-B431-530F0FCAA4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381572A-A6B1-42B7-854C-20F00344A77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5d3502e6d64945" /><Relationship Type="http://schemas.openxmlformats.org/officeDocument/2006/relationships/slideLayout" Target="/ppt/slideLayouts/slideLayout1.xml" Id="Rdb57c663ab2743ea" /><Relationship Type="http://schemas.openxmlformats.org/officeDocument/2006/relationships/slideLayout" Target="/ppt/slideLayouts/slideLayout2.xml" Id="R5217651a52cf465d" /><Relationship Type="http://schemas.openxmlformats.org/officeDocument/2006/relationships/slideLayout" Target="/ppt/slideLayouts/slideLayout3.xml" Id="R94ab20057afd4391" /><Relationship Type="http://schemas.openxmlformats.org/officeDocument/2006/relationships/slideLayout" Target="/ppt/slideLayouts/slideLayout4.xml" Id="R7158d790f9ff4206" /><Relationship Type="http://schemas.openxmlformats.org/officeDocument/2006/relationships/slideLayout" Target="/ppt/slideLayouts/slideLayout5.xml" Id="R04f4b14f7d7e405d" /><Relationship Type="http://schemas.openxmlformats.org/officeDocument/2006/relationships/slideLayout" Target="/ppt/slideLayouts/slideLayout6.xml" Id="R3dd42cbfd819495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57c663ab2743ea"/>
    <p:sldLayoutId xmlns:r="http://schemas.openxmlformats.org/officeDocument/2006/relationships" id="2147483650" r:id="R5217651a52cf465d"/>
    <p:sldLayoutId xmlns:r="http://schemas.openxmlformats.org/officeDocument/2006/relationships" id="2147483651" r:id="R94ab20057afd4391"/>
    <p:sldLayoutId xmlns:r="http://schemas.openxmlformats.org/officeDocument/2006/relationships" id="2147483652" r:id="R7158d790f9ff4206"/>
    <p:sldLayoutId xmlns:r="http://schemas.openxmlformats.org/officeDocument/2006/relationships" id="2147483653" r:id="R04f4b14f7d7e405d"/>
    <p:sldLayoutId xmlns:r="http://schemas.openxmlformats.org/officeDocument/2006/relationships" id="2147483654" r:id="R3dd42cbfd81949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aa2636e07be49d0" /><Relationship Type="http://schemas.openxmlformats.org/officeDocument/2006/relationships/notesSlide" Target="/ppt/notesSlides/notesSlide1.xml" Id="R2613c91f3bfc45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e972c03d7204650" /><Relationship Type="http://schemas.openxmlformats.org/officeDocument/2006/relationships/notesSlide" Target="/ppt/notesSlides/notesSlide2.xml" Id="R4fb6f1f0d30a4a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1836b67eb8247f3" /><Relationship Type="http://schemas.openxmlformats.org/officeDocument/2006/relationships/notesSlide" Target="/ppt/notesSlides/notesSlide3.xml" Id="R17743d9c206b41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5b9c10531a242db" /><Relationship Type="http://schemas.openxmlformats.org/officeDocument/2006/relationships/notesSlide" Target="/ppt/notesSlides/notesSlide4.xml" Id="R54687344a62541f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28c71e7fd4a4cd1" /><Relationship Type="http://schemas.openxmlformats.org/officeDocument/2006/relationships/notesSlide" Target="/ppt/notesSlides/notesSlide5.xml" Id="Raa7deab9d2db4b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0291ee790074a8b" /><Relationship Type="http://schemas.openxmlformats.org/officeDocument/2006/relationships/notesSlide" Target="/ppt/notesSlides/notesSlide6.xml" Id="R023a1fc3ff3749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2b26e844d65434d" /><Relationship Type="http://schemas.openxmlformats.org/officeDocument/2006/relationships/notesSlide" Target="/ppt/notesSlides/notesSlide7.xml" Id="R57691cf4173547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2faee87cd96473c" /><Relationship Type="http://schemas.openxmlformats.org/officeDocument/2006/relationships/notesSlide" Target="/ppt/notesSlides/notesSlide8.xml" Id="R7270ed9a7805405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ac5ebfdaabf49e2" /><Relationship Type="http://schemas.openxmlformats.org/officeDocument/2006/relationships/notesSlide" Target="/ppt/notesSlides/notesSlide9.xml" Id="R7b03d970fd4b4757" /></Relationships>
</file>

<file path=ppt/slides/slide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0" name="eyebrow">
            <a:extLst xmlns:a="http://schemas.openxmlformats.org/drawingml/2006/main">
              <a:ext uri="{FF2B5EF4-FFF2-40B4-BE49-F238E27FC236}">
                <a16:creationId xmlns:a16="http://schemas.microsoft.com/office/drawing/2014/main" id="{F653EC02-CAB7-4DEE-8C81-DB40E84BF5C8}"/>
              </a:ext>
            </a:extLst>
          </p:cNvPr>
          <p:cNvSpPr>
            <a:spLocks xmlns:a="http://schemas.openxmlformats.org/drawingml/2006/main" noGrp="1"/>
          </p:cNvSpPr>
          <p:nvPr/>
        </p:nvSpPr>
        <p:spPr>
          <a:xfrm xmlns:a="http://schemas.openxmlformats.org/drawingml/2006/main">
            <a:off x="609600" y="3048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B6A64"/>
                </a:solidFill>
                <a:latin typeface="Microsoft YaHei"/>
                <a:ea typeface="Microsoft YaHei"/>
                <a:cs typeface="Microsoft YaHei"/>
              </a:defRPr>
            </a:defPPr>
            <a:lvl1pPr>
              <a:defRPr sz="1500" b="1">
                <a:solidFill>
                  <a:srgbClr val="0B6A64"/>
                </a:solidFill>
                <a:latin typeface="Microsoft YaHei"/>
                <a:ea typeface="Microsoft YaHei"/>
                <a:cs typeface="Microsoft YaHei"/>
              </a:defRPr>
            </a:lvl1pPr>
            <a:lvl2pPr>
              <a:defRPr sz="1500" b="1">
                <a:solidFill>
                  <a:srgbClr val="0B6A64"/>
                </a:solidFill>
                <a:latin typeface="Microsoft YaHei"/>
                <a:ea typeface="Microsoft YaHei"/>
                <a:cs typeface="Microsoft YaHei"/>
              </a:defRPr>
            </a:lvl2pPr>
            <a:lvl3pPr>
              <a:defRPr sz="1500" b="1">
                <a:solidFill>
                  <a:srgbClr val="0B6A64"/>
                </a:solidFill>
                <a:latin typeface="Microsoft YaHei"/>
                <a:ea typeface="Microsoft YaHei"/>
                <a:cs typeface="Microsoft YaHei"/>
              </a:defRPr>
            </a:lvl3pPr>
            <a:lvl4pPr>
              <a:defRPr sz="1500" b="1">
                <a:solidFill>
                  <a:srgbClr val="0B6A64"/>
                </a:solidFill>
                <a:latin typeface="Microsoft YaHei"/>
                <a:ea typeface="Microsoft YaHei"/>
                <a:cs typeface="Microsoft YaHei"/>
              </a:defRPr>
            </a:lvl4pPr>
            <a:lvl5pPr>
              <a:defRPr sz="1500" b="1">
                <a:solidFill>
                  <a:srgbClr val="0B6A64"/>
                </a:solidFill>
                <a:latin typeface="Microsoft YaHei"/>
                <a:ea typeface="Microsoft YaHei"/>
                <a:cs typeface="Microsoft YaHei"/>
              </a:defRPr>
            </a:lvl5pPr>
            <a:lvl6pPr>
              <a:defRPr sz="1500" b="1">
                <a:solidFill>
                  <a:srgbClr val="0B6A64"/>
                </a:solidFill>
                <a:latin typeface="Microsoft YaHei"/>
                <a:ea typeface="Microsoft YaHei"/>
                <a:cs typeface="Microsoft YaHei"/>
              </a:defRPr>
            </a:lvl6pPr>
            <a:lvl7pPr>
              <a:defRPr sz="1500" b="1">
                <a:solidFill>
                  <a:srgbClr val="0B6A64"/>
                </a:solidFill>
                <a:latin typeface="Microsoft YaHei"/>
                <a:ea typeface="Microsoft YaHei"/>
                <a:cs typeface="Microsoft YaHei"/>
              </a:defRPr>
            </a:lvl7pPr>
            <a:lvl8pPr>
              <a:defRPr sz="1500" b="1">
                <a:solidFill>
                  <a:srgbClr val="0B6A64"/>
                </a:solidFill>
                <a:latin typeface="Microsoft YaHei"/>
                <a:ea typeface="Microsoft YaHei"/>
                <a:cs typeface="Microsoft YaHei"/>
              </a:defRPr>
            </a:lvl8pPr>
            <a:lvl9pPr>
              <a:defRPr sz="1500" b="1">
                <a:solidFill>
                  <a:srgbClr val="0B6A64"/>
                </a:solidFill>
                <a:latin typeface="Microsoft YaHei"/>
                <a:ea typeface="Microsoft YaHei"/>
                <a:cs typeface="Microsoft YaHei"/>
              </a:defRPr>
            </a:lvl9pPr>
          </a:lstStyle>
          <a:p xmlns:a="http://schemas.openxmlformats.org/drawingml/2006/main">
            <a:pPr>
              <a:buNone/>
              <a:defRPr sz="1500" b="1">
                <a:solidFill>
                  <a:srgbClr val="0B6A64"/>
                </a:solidFill>
                <a:latin typeface="Microsoft YaHei"/>
                <a:ea typeface="Microsoft YaHei"/>
                <a:cs typeface="Microsoft YaHei"/>
              </a:defRPr>
            </a:pPr>
            <a:r>
              <a:rPr sz="1500" b="1">
                <a:solidFill>
                  <a:srgbClr val="0B6A64"/>
                </a:solidFill>
                <a:latin typeface="Microsoft YaHei"/>
                <a:ea typeface="Microsoft YaHei"/>
                <a:cs typeface="Microsoft YaHei"/>
              </a:rPr>
              <a:t>07 测试与排错   /   场景与职责</a:t>
            </a:r>
          </a:p>
        </p:txBody>
      </p:sp>
      <p:sp>
        <p:nvSpPr>
          <p:cNvPr id="2" name="title">
            <a:extLst xmlns:a="http://schemas.openxmlformats.org/drawingml/2006/main">
              <a:ext uri="{FF2B5EF4-FFF2-40B4-BE49-F238E27FC236}">
                <a16:creationId xmlns:a16="http://schemas.microsoft.com/office/drawing/2014/main" id="{CE3FB70F-4DEE-4DF5-9C45-6C7DFA21ED5C}"/>
              </a:ext>
            </a:extLst>
          </p:cNvPr>
          <p:cNvSpPr>
            <a:spLocks xmlns:a="http://schemas.openxmlformats.org/drawingml/2006/main" noGrp="1"/>
          </p:cNvSpPr>
          <p:nvPr/>
        </p:nvSpPr>
        <p:spPr>
          <a:xfrm xmlns:a="http://schemas.openxmlformats.org/drawingml/2006/main">
            <a:off x="609600" y="86677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333"/>
                </a:solidFill>
                <a:latin typeface="Microsoft YaHei"/>
                <a:ea typeface="Microsoft YaHei"/>
                <a:cs typeface="Microsoft YaHei"/>
              </a:defRPr>
            </a:defPPr>
            <a:lvl1pPr>
              <a:defRPr sz="3300" b="1">
                <a:solidFill>
                  <a:srgbClr val="162333"/>
                </a:solidFill>
                <a:latin typeface="Microsoft YaHei"/>
                <a:ea typeface="Microsoft YaHei"/>
                <a:cs typeface="Microsoft YaHei"/>
              </a:defRPr>
            </a:lvl1pPr>
            <a:lvl2pPr>
              <a:defRPr sz="3300" b="1">
                <a:solidFill>
                  <a:srgbClr val="162333"/>
                </a:solidFill>
                <a:latin typeface="Microsoft YaHei"/>
                <a:ea typeface="Microsoft YaHei"/>
                <a:cs typeface="Microsoft YaHei"/>
              </a:defRPr>
            </a:lvl2pPr>
            <a:lvl3pPr>
              <a:defRPr sz="3300" b="1">
                <a:solidFill>
                  <a:srgbClr val="162333"/>
                </a:solidFill>
                <a:latin typeface="Microsoft YaHei"/>
                <a:ea typeface="Microsoft YaHei"/>
                <a:cs typeface="Microsoft YaHei"/>
              </a:defRPr>
            </a:lvl3pPr>
            <a:lvl4pPr>
              <a:defRPr sz="3300" b="1">
                <a:solidFill>
                  <a:srgbClr val="162333"/>
                </a:solidFill>
                <a:latin typeface="Microsoft YaHei"/>
                <a:ea typeface="Microsoft YaHei"/>
                <a:cs typeface="Microsoft YaHei"/>
              </a:defRPr>
            </a:lvl4pPr>
            <a:lvl5pPr>
              <a:defRPr sz="3300" b="1">
                <a:solidFill>
                  <a:srgbClr val="162333"/>
                </a:solidFill>
                <a:latin typeface="Microsoft YaHei"/>
                <a:ea typeface="Microsoft YaHei"/>
                <a:cs typeface="Microsoft YaHei"/>
              </a:defRPr>
            </a:lvl5pPr>
            <a:lvl6pPr>
              <a:defRPr sz="3300" b="1">
                <a:solidFill>
                  <a:srgbClr val="162333"/>
                </a:solidFill>
                <a:latin typeface="Microsoft YaHei"/>
                <a:ea typeface="Microsoft YaHei"/>
                <a:cs typeface="Microsoft YaHei"/>
              </a:defRPr>
            </a:lvl6pPr>
            <a:lvl7pPr>
              <a:defRPr sz="3300" b="1">
                <a:solidFill>
                  <a:srgbClr val="162333"/>
                </a:solidFill>
                <a:latin typeface="Microsoft YaHei"/>
                <a:ea typeface="Microsoft YaHei"/>
                <a:cs typeface="Microsoft YaHei"/>
              </a:defRPr>
            </a:lvl7pPr>
            <a:lvl8pPr>
              <a:defRPr sz="3300" b="1">
                <a:solidFill>
                  <a:srgbClr val="162333"/>
                </a:solidFill>
                <a:latin typeface="Microsoft YaHei"/>
                <a:ea typeface="Microsoft YaHei"/>
                <a:cs typeface="Microsoft YaHei"/>
              </a:defRPr>
            </a:lvl8pPr>
            <a:lvl9pPr>
              <a:defRPr sz="3300" b="1">
                <a:solidFill>
                  <a:srgbClr val="162333"/>
                </a:solidFill>
                <a:latin typeface="Microsoft YaHei"/>
                <a:ea typeface="Microsoft YaHei"/>
                <a:cs typeface="Microsoft YaHei"/>
              </a:defRPr>
            </a:lvl9pPr>
          </a:lstStyle>
          <a:p xmlns:a="http://schemas.openxmlformats.org/drawingml/2006/main">
            <a:pPr>
              <a:buNone/>
              <a:defRPr sz="3300" b="1">
                <a:solidFill>
                  <a:srgbClr val="162333"/>
                </a:solidFill>
                <a:latin typeface="Microsoft YaHei"/>
                <a:ea typeface="Microsoft YaHei"/>
                <a:cs typeface="Microsoft YaHei"/>
              </a:defRPr>
            </a:pPr>
            <a:r>
              <a:rPr sz="3300" b="1">
                <a:solidFill>
                  <a:srgbClr val="162333"/>
                </a:solidFill>
                <a:latin typeface="Microsoft YaHei"/>
                <a:ea typeface="Microsoft YaHei"/>
                <a:cs typeface="Microsoft YaHei"/>
              </a:rPr>
              <a:t>从复现到 faux 定向回归测试</a:t>
            </a:r>
          </a:p>
        </p:txBody>
      </p:sp>
      <p:sp>
        <p:nvSpPr>
          <p:cNvPr id="3" name="scenario">
            <a:extLst xmlns:a="http://schemas.openxmlformats.org/drawingml/2006/main">
              <a:ext uri="{FF2B5EF4-FFF2-40B4-BE49-F238E27FC236}">
                <a16:creationId xmlns:a16="http://schemas.microsoft.com/office/drawing/2014/main" id="{46FFC23B-336A-4A71-B5F3-2570E3F8D7A2}"/>
              </a:ext>
            </a:extLst>
          </p:cNvPr>
          <p:cNvSpPr>
            <a:spLocks xmlns:a="http://schemas.openxmlformats.org/drawingml/2006/main" noGrp="1"/>
          </p:cNvSpPr>
          <p:nvPr/>
        </p:nvSpPr>
        <p:spPr>
          <a:xfrm xmlns:a="http://schemas.openxmlformats.org/drawingml/2006/main">
            <a:off x="609600" y="1943100"/>
            <a:ext cx="10934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44B60"/>
                </a:solidFill>
                <a:latin typeface="Microsoft YaHei"/>
                <a:ea typeface="Microsoft YaHei"/>
                <a:cs typeface="Microsoft YaHei"/>
              </a:defRPr>
            </a:defPPr>
            <a:lvl1pPr>
              <a:defRPr sz="2100" b="0">
                <a:solidFill>
                  <a:srgbClr val="344B60"/>
                </a:solidFill>
                <a:latin typeface="Microsoft YaHei"/>
                <a:ea typeface="Microsoft YaHei"/>
                <a:cs typeface="Microsoft YaHei"/>
              </a:defRPr>
            </a:lvl1pPr>
            <a:lvl2pPr>
              <a:defRPr sz="2100" b="0">
                <a:solidFill>
                  <a:srgbClr val="344B60"/>
                </a:solidFill>
                <a:latin typeface="Microsoft YaHei"/>
                <a:ea typeface="Microsoft YaHei"/>
                <a:cs typeface="Microsoft YaHei"/>
              </a:defRPr>
            </a:lvl2pPr>
            <a:lvl3pPr>
              <a:defRPr sz="2100" b="0">
                <a:solidFill>
                  <a:srgbClr val="344B60"/>
                </a:solidFill>
                <a:latin typeface="Microsoft YaHei"/>
                <a:ea typeface="Microsoft YaHei"/>
                <a:cs typeface="Microsoft YaHei"/>
              </a:defRPr>
            </a:lvl3pPr>
            <a:lvl4pPr>
              <a:defRPr sz="2100" b="0">
                <a:solidFill>
                  <a:srgbClr val="344B60"/>
                </a:solidFill>
                <a:latin typeface="Microsoft YaHei"/>
                <a:ea typeface="Microsoft YaHei"/>
                <a:cs typeface="Microsoft YaHei"/>
              </a:defRPr>
            </a:lvl4pPr>
            <a:lvl5pPr>
              <a:defRPr sz="2100" b="0">
                <a:solidFill>
                  <a:srgbClr val="344B60"/>
                </a:solidFill>
                <a:latin typeface="Microsoft YaHei"/>
                <a:ea typeface="Microsoft YaHei"/>
                <a:cs typeface="Microsoft YaHei"/>
              </a:defRPr>
            </a:lvl5pPr>
            <a:lvl6pPr>
              <a:defRPr sz="2100" b="0">
                <a:solidFill>
                  <a:srgbClr val="344B60"/>
                </a:solidFill>
                <a:latin typeface="Microsoft YaHei"/>
                <a:ea typeface="Microsoft YaHei"/>
                <a:cs typeface="Microsoft YaHei"/>
              </a:defRPr>
            </a:lvl6pPr>
            <a:lvl7pPr>
              <a:defRPr sz="2100" b="0">
                <a:solidFill>
                  <a:srgbClr val="344B60"/>
                </a:solidFill>
                <a:latin typeface="Microsoft YaHei"/>
                <a:ea typeface="Microsoft YaHei"/>
                <a:cs typeface="Microsoft YaHei"/>
              </a:defRPr>
            </a:lvl7pPr>
            <a:lvl8pPr>
              <a:defRPr sz="2100" b="0">
                <a:solidFill>
                  <a:srgbClr val="344B60"/>
                </a:solidFill>
                <a:latin typeface="Microsoft YaHei"/>
                <a:ea typeface="Microsoft YaHei"/>
                <a:cs typeface="Microsoft YaHei"/>
              </a:defRPr>
            </a:lvl8pPr>
            <a:lvl9pPr>
              <a:defRPr sz="2100" b="0">
                <a:solidFill>
                  <a:srgbClr val="344B60"/>
                </a:solidFill>
                <a:latin typeface="Microsoft YaHei"/>
                <a:ea typeface="Microsoft YaHei"/>
                <a:cs typeface="Microsoft YaHei"/>
              </a:defRPr>
            </a:lvl9pPr>
          </a:lstStyle>
          <a:p xmlns:a="http://schemas.openxmlformats.org/drawingml/2006/main">
            <a:pPr>
              <a:buNone/>
              <a:defRPr sz="2100" b="0">
                <a:solidFill>
                  <a:srgbClr val="344B60"/>
                </a:solidFill>
                <a:latin typeface="Microsoft YaHei"/>
                <a:ea typeface="Microsoft YaHei"/>
                <a:cs typeface="Microsoft YaHei"/>
              </a:defRPr>
            </a:pPr>
            <a:r>
              <a:rPr sz="2100" b="0">
                <a:solidFill>
                  <a:srgbClr val="344B60"/>
                </a:solidFill>
                <a:latin typeface="Microsoft YaHei"/>
                <a:ea typeface="Microsoft YaHei"/>
                <a:cs typeface="Microsoft YaHei"/>
              </a:rPr>
              <a:t>某个对话边界偶发出错，需要可重复的测试，不依赖模型随机输出。</a:t>
            </a:r>
          </a:p>
        </p:txBody>
      </p:sp>
      <p:sp>
        <p:nvSpPr>
          <p:cNvPr id="4" name="section">
            <a:extLst xmlns:a="http://schemas.openxmlformats.org/drawingml/2006/main">
              <a:ext uri="{FF2B5EF4-FFF2-40B4-BE49-F238E27FC236}">
                <a16:creationId xmlns:a16="http://schemas.microsoft.com/office/drawing/2014/main" id="{C00EAAE1-A2C8-45EF-BCD8-C4283D70315A}"/>
              </a:ext>
            </a:extLst>
          </p:cNvPr>
          <p:cNvSpPr>
            <a:spLocks xmlns:a="http://schemas.openxmlformats.org/drawingml/2006/main" noGrp="1"/>
          </p:cNvSpPr>
          <p:nvPr/>
        </p:nvSpPr>
        <p:spPr>
          <a:xfrm xmlns:a="http://schemas.openxmlformats.org/drawingml/2006/main">
            <a:off x="609600" y="2914650"/>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各层负责什么</a:t>
            </a:r>
          </a:p>
        </p:txBody>
      </p:sp>
      <p:sp>
        <p:nvSpPr>
          <p:cNvPr id="5" name="responsibility-0">
            <a:extLst xmlns:a="http://schemas.openxmlformats.org/drawingml/2006/main">
              <a:ext uri="{FF2B5EF4-FFF2-40B4-BE49-F238E27FC236}">
                <a16:creationId xmlns:a16="http://schemas.microsoft.com/office/drawing/2014/main" id="{10098A00-21D4-4D8C-B536-F3E87C61D82F}"/>
              </a:ext>
            </a:extLst>
          </p:cNvPr>
          <p:cNvSpPr>
            <a:spLocks xmlns:a="http://schemas.openxmlformats.org/drawingml/2006/main" noGrp="1"/>
          </p:cNvSpPr>
          <p:nvPr/>
        </p:nvSpPr>
        <p:spPr>
          <a:xfrm xmlns:a="http://schemas.openxmlformats.org/drawingml/2006/main">
            <a:off x="609600" y="34385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1. 诊断、错误记录与问题报告</a:t>
            </a:r>
          </a:p>
        </p:txBody>
      </p:sp>
      <p:sp>
        <p:nvSpPr>
          <p:cNvPr id="6" name="responsibility-1">
            <a:extLst xmlns:a="http://schemas.openxmlformats.org/drawingml/2006/main">
              <a:ext uri="{FF2B5EF4-FFF2-40B4-BE49-F238E27FC236}">
                <a16:creationId xmlns:a16="http://schemas.microsoft.com/office/drawing/2014/main" id="{0822E0CD-E047-4BF6-A9FB-D74E1F67FCD9}"/>
              </a:ext>
            </a:extLst>
          </p:cNvPr>
          <p:cNvSpPr>
            <a:spLocks xmlns:a="http://schemas.openxmlformats.org/drawingml/2006/main" noGrp="1"/>
          </p:cNvSpPr>
          <p:nvPr/>
        </p:nvSpPr>
        <p:spPr>
          <a:xfrm xmlns:a="http://schemas.openxmlformats.org/drawingml/2006/main">
            <a:off x="609600" y="38957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2. 消息、工具与多轮循环</a:t>
            </a:r>
          </a:p>
        </p:txBody>
      </p:sp>
      <p:sp>
        <p:nvSpPr>
          <p:cNvPr id="7" name="responsibility-2">
            <a:extLst xmlns:a="http://schemas.openxmlformats.org/drawingml/2006/main">
              <a:ext uri="{FF2B5EF4-FFF2-40B4-BE49-F238E27FC236}">
                <a16:creationId xmlns:a16="http://schemas.microsoft.com/office/drawing/2014/main" id="{EBBC9FB9-CEFE-48B1-9D9E-366CECF6D77C}"/>
              </a:ext>
            </a:extLst>
          </p:cNvPr>
          <p:cNvSpPr>
            <a:spLocks xmlns:a="http://schemas.openxmlformats.org/drawingml/2006/main" noGrp="1"/>
          </p:cNvSpPr>
          <p:nvPr/>
        </p:nvSpPr>
        <p:spPr>
          <a:xfrm xmlns:a="http://schemas.openxmlformats.org/drawingml/2006/main">
            <a:off x="609600" y="43529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3. SDK 创建与替换运行时</a:t>
            </a:r>
          </a:p>
        </p:txBody>
      </p:sp>
      <p:sp>
        <p:nvSpPr>
          <p:cNvPr id="8" name="responsibility-3">
            <a:extLst xmlns:a="http://schemas.openxmlformats.org/drawingml/2006/main">
              <a:ext uri="{FF2B5EF4-FFF2-40B4-BE49-F238E27FC236}">
                <a16:creationId xmlns:a16="http://schemas.microsoft.com/office/drawing/2014/main" id="{8BCBDD75-43D7-4474-BD3A-62157CF47A87}"/>
              </a:ext>
            </a:extLst>
          </p:cNvPr>
          <p:cNvSpPr>
            <a:spLocks xmlns:a="http://schemas.openxmlformats.org/drawingml/2006/main" noGrp="1"/>
          </p:cNvSpPr>
          <p:nvPr/>
        </p:nvSpPr>
        <p:spPr>
          <a:xfrm xmlns:a="http://schemas.openxmlformats.org/drawingml/2006/main">
            <a:off x="609600" y="48101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4. 依赖、导入与构建边界校验</a:t>
            </a:r>
          </a:p>
        </p:txBody>
      </p:sp>
      <p:sp>
        <p:nvSpPr>
          <p:cNvPr id="9" name="footer">
            <a:extLst xmlns:a="http://schemas.openxmlformats.org/drawingml/2006/main">
              <a:ext uri="{FF2B5EF4-FFF2-40B4-BE49-F238E27FC236}">
                <a16:creationId xmlns:a16="http://schemas.microsoft.com/office/drawing/2014/main" id="{D327A6FF-1751-4510-BAC4-64A8F360CD57}"/>
              </a:ext>
            </a:extLst>
          </p:cNvPr>
          <p:cNvSpPr>
            <a:spLocks xmlns:a="http://schemas.openxmlformats.org/drawingml/2006/main" noGrp="1"/>
          </p:cNvSpPr>
          <p:nvPr/>
        </p:nvSpPr>
        <p:spPr>
          <a:xfrm xmlns:a="http://schemas.openxmlformats.org/drawingml/2006/main">
            <a:off x="609600" y="6372225"/>
            <a:ext cx="1093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677B"/>
                </a:solidFill>
                <a:latin typeface="Microsoft YaHei"/>
                <a:ea typeface="Microsoft YaHei"/>
                <a:cs typeface="Microsoft YaHei"/>
              </a:defRPr>
            </a:defPPr>
            <a:lvl1pPr>
              <a:defRPr sz="1200" b="0">
                <a:solidFill>
                  <a:srgbClr val="56677B"/>
                </a:solidFill>
                <a:latin typeface="Microsoft YaHei"/>
                <a:ea typeface="Microsoft YaHei"/>
                <a:cs typeface="Microsoft YaHei"/>
              </a:defRPr>
            </a:lvl1pPr>
            <a:lvl2pPr>
              <a:defRPr sz="1200" b="0">
                <a:solidFill>
                  <a:srgbClr val="56677B"/>
                </a:solidFill>
                <a:latin typeface="Microsoft YaHei"/>
                <a:ea typeface="Microsoft YaHei"/>
                <a:cs typeface="Microsoft YaHei"/>
              </a:defRPr>
            </a:lvl2pPr>
            <a:lvl3pPr>
              <a:defRPr sz="1200" b="0">
                <a:solidFill>
                  <a:srgbClr val="56677B"/>
                </a:solidFill>
                <a:latin typeface="Microsoft YaHei"/>
                <a:ea typeface="Microsoft YaHei"/>
                <a:cs typeface="Microsoft YaHei"/>
              </a:defRPr>
            </a:lvl3pPr>
            <a:lvl4pPr>
              <a:defRPr sz="1200" b="0">
                <a:solidFill>
                  <a:srgbClr val="56677B"/>
                </a:solidFill>
                <a:latin typeface="Microsoft YaHei"/>
                <a:ea typeface="Microsoft YaHei"/>
                <a:cs typeface="Microsoft YaHei"/>
              </a:defRPr>
            </a:lvl4pPr>
            <a:lvl5pPr>
              <a:defRPr sz="1200" b="0">
                <a:solidFill>
                  <a:srgbClr val="56677B"/>
                </a:solidFill>
                <a:latin typeface="Microsoft YaHei"/>
                <a:ea typeface="Microsoft YaHei"/>
                <a:cs typeface="Microsoft YaHei"/>
              </a:defRPr>
            </a:lvl5pPr>
            <a:lvl6pPr>
              <a:defRPr sz="1200" b="0">
                <a:solidFill>
                  <a:srgbClr val="56677B"/>
                </a:solidFill>
                <a:latin typeface="Microsoft YaHei"/>
                <a:ea typeface="Microsoft YaHei"/>
                <a:cs typeface="Microsoft YaHei"/>
              </a:defRPr>
            </a:lvl6pPr>
            <a:lvl7pPr>
              <a:defRPr sz="1200" b="0">
                <a:solidFill>
                  <a:srgbClr val="56677B"/>
                </a:solidFill>
                <a:latin typeface="Microsoft YaHei"/>
                <a:ea typeface="Microsoft YaHei"/>
                <a:cs typeface="Microsoft YaHei"/>
              </a:defRPr>
            </a:lvl7pPr>
            <a:lvl8pPr>
              <a:defRPr sz="1200" b="0">
                <a:solidFill>
                  <a:srgbClr val="56677B"/>
                </a:solidFill>
                <a:latin typeface="Microsoft YaHei"/>
                <a:ea typeface="Microsoft YaHei"/>
                <a:cs typeface="Microsoft YaHei"/>
              </a:defRPr>
            </a:lvl8pPr>
            <a:lvl9pPr>
              <a:defRPr sz="1200" b="0">
                <a:solidFill>
                  <a:srgbClr val="56677B"/>
                </a:solidFill>
                <a:latin typeface="Microsoft YaHei"/>
                <a:ea typeface="Microsoft YaHei"/>
                <a:cs typeface="Microsoft YaHei"/>
              </a:defRPr>
            </a:lvl9pPr>
          </a:lstStyle>
          <a:p xmlns:a="http://schemas.openxmlformats.org/drawingml/2006/main">
            <a:pPr>
              <a:buNone/>
              <a:defRPr sz="1200" b="0">
                <a:solidFill>
                  <a:srgbClr val="56677B"/>
                </a:solidFill>
                <a:latin typeface="Microsoft YaHei"/>
                <a:ea typeface="Microsoft YaHei"/>
                <a:cs typeface="Microsoft YaHei"/>
              </a:defRPr>
            </a:pPr>
            <a:r>
              <a:rPr sz="1200" b="0">
                <a:solidFill>
                  <a:srgbClr val="56677B"/>
                </a:solidFill>
                <a:latin typeface="Microsoft YaHei"/>
                <a:ea typeface="Microsoft YaHei"/>
                <a:cs typeface="Microsoft YaHei"/>
              </a:rPr>
              <a:t>Pi 源码精通路线   /   test-faux   /   1     基线 136b87e8a · 源码与参考答案见讲者备注</a:t>
            </a:r>
          </a:p>
        </p:txBody>
      </p:sp>
    </p:spTree>
    <p:extLst>
      <p:ext uri="{BB962C8B-B14F-4D97-AF65-F5344CB8AC3E}">
        <p14:creationId xmlns:p14="http://schemas.microsoft.com/office/powerpoint/2010/main" val="99575048"/>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eyebrow">
            <a:extLst xmlns:a="http://schemas.openxmlformats.org/drawingml/2006/main">
              <a:ext uri="{FF2B5EF4-FFF2-40B4-BE49-F238E27FC236}">
                <a16:creationId xmlns:a16="http://schemas.microsoft.com/office/drawing/2014/main" id="{9E18F261-1D9E-4C28-ABF7-266D891F0737}"/>
              </a:ext>
            </a:extLst>
          </p:cNvPr>
          <p:cNvSpPr>
            <a:spLocks xmlns:a="http://schemas.openxmlformats.org/drawingml/2006/main" noGrp="1"/>
          </p:cNvSpPr>
          <p:nvPr/>
        </p:nvSpPr>
        <p:spPr>
          <a:xfrm xmlns:a="http://schemas.openxmlformats.org/drawingml/2006/main">
            <a:off x="609600" y="3048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B6A64"/>
                </a:solidFill>
                <a:latin typeface="Microsoft YaHei"/>
                <a:ea typeface="Microsoft YaHei"/>
                <a:cs typeface="Microsoft YaHei"/>
              </a:defRPr>
            </a:defPPr>
            <a:lvl1pPr>
              <a:defRPr sz="1500" b="1">
                <a:solidFill>
                  <a:srgbClr val="0B6A64"/>
                </a:solidFill>
                <a:latin typeface="Microsoft YaHei"/>
                <a:ea typeface="Microsoft YaHei"/>
                <a:cs typeface="Microsoft YaHei"/>
              </a:defRPr>
            </a:lvl1pPr>
            <a:lvl2pPr>
              <a:defRPr sz="1500" b="1">
                <a:solidFill>
                  <a:srgbClr val="0B6A64"/>
                </a:solidFill>
                <a:latin typeface="Microsoft YaHei"/>
                <a:ea typeface="Microsoft YaHei"/>
                <a:cs typeface="Microsoft YaHei"/>
              </a:defRPr>
            </a:lvl2pPr>
            <a:lvl3pPr>
              <a:defRPr sz="1500" b="1">
                <a:solidFill>
                  <a:srgbClr val="0B6A64"/>
                </a:solidFill>
                <a:latin typeface="Microsoft YaHei"/>
                <a:ea typeface="Microsoft YaHei"/>
                <a:cs typeface="Microsoft YaHei"/>
              </a:defRPr>
            </a:lvl3pPr>
            <a:lvl4pPr>
              <a:defRPr sz="1500" b="1">
                <a:solidFill>
                  <a:srgbClr val="0B6A64"/>
                </a:solidFill>
                <a:latin typeface="Microsoft YaHei"/>
                <a:ea typeface="Microsoft YaHei"/>
                <a:cs typeface="Microsoft YaHei"/>
              </a:defRPr>
            </a:lvl4pPr>
            <a:lvl5pPr>
              <a:defRPr sz="1500" b="1">
                <a:solidFill>
                  <a:srgbClr val="0B6A64"/>
                </a:solidFill>
                <a:latin typeface="Microsoft YaHei"/>
                <a:ea typeface="Microsoft YaHei"/>
                <a:cs typeface="Microsoft YaHei"/>
              </a:defRPr>
            </a:lvl5pPr>
            <a:lvl6pPr>
              <a:defRPr sz="1500" b="1">
                <a:solidFill>
                  <a:srgbClr val="0B6A64"/>
                </a:solidFill>
                <a:latin typeface="Microsoft YaHei"/>
                <a:ea typeface="Microsoft YaHei"/>
                <a:cs typeface="Microsoft YaHei"/>
              </a:defRPr>
            </a:lvl6pPr>
            <a:lvl7pPr>
              <a:defRPr sz="1500" b="1">
                <a:solidFill>
                  <a:srgbClr val="0B6A64"/>
                </a:solidFill>
                <a:latin typeface="Microsoft YaHei"/>
                <a:ea typeface="Microsoft YaHei"/>
                <a:cs typeface="Microsoft YaHei"/>
              </a:defRPr>
            </a:lvl7pPr>
            <a:lvl8pPr>
              <a:defRPr sz="1500" b="1">
                <a:solidFill>
                  <a:srgbClr val="0B6A64"/>
                </a:solidFill>
                <a:latin typeface="Microsoft YaHei"/>
                <a:ea typeface="Microsoft YaHei"/>
                <a:cs typeface="Microsoft YaHei"/>
              </a:defRPr>
            </a:lvl8pPr>
            <a:lvl9pPr>
              <a:defRPr sz="1500" b="1">
                <a:solidFill>
                  <a:srgbClr val="0B6A64"/>
                </a:solidFill>
                <a:latin typeface="Microsoft YaHei"/>
                <a:ea typeface="Microsoft YaHei"/>
                <a:cs typeface="Microsoft YaHei"/>
              </a:defRPr>
            </a:lvl9pPr>
          </a:lstStyle>
          <a:p xmlns:a="http://schemas.openxmlformats.org/drawingml/2006/main">
            <a:pPr>
              <a:buNone/>
              <a:defRPr sz="1500" b="1">
                <a:solidFill>
                  <a:srgbClr val="0B6A64"/>
                </a:solidFill>
                <a:latin typeface="Microsoft YaHei"/>
                <a:ea typeface="Microsoft YaHei"/>
                <a:cs typeface="Microsoft YaHei"/>
              </a:defRPr>
            </a:pPr>
            <a:r>
              <a:rPr sz="1500" b="1">
                <a:solidFill>
                  <a:srgbClr val="0B6A64"/>
                </a:solidFill>
                <a:latin typeface="Microsoft YaHei"/>
                <a:ea typeface="Microsoft YaHei"/>
                <a:cs typeface="Microsoft YaHei"/>
              </a:rPr>
              <a:t>07 测试与排错   /   步骤与数据</a:t>
            </a:r>
          </a:p>
        </p:txBody>
      </p:sp>
      <p:sp>
        <p:nvSpPr>
          <p:cNvPr id="2" name="title">
            <a:extLst xmlns:a="http://schemas.openxmlformats.org/drawingml/2006/main">
              <a:ext uri="{FF2B5EF4-FFF2-40B4-BE49-F238E27FC236}">
                <a16:creationId xmlns:a16="http://schemas.microsoft.com/office/drawing/2014/main" id="{BEF23EEA-CFC3-43FA-AECB-0A558189542D}"/>
              </a:ext>
            </a:extLst>
          </p:cNvPr>
          <p:cNvSpPr>
            <a:spLocks xmlns:a="http://schemas.openxmlformats.org/drawingml/2006/main" noGrp="1"/>
          </p:cNvSpPr>
          <p:nvPr/>
        </p:nvSpPr>
        <p:spPr>
          <a:xfrm xmlns:a="http://schemas.openxmlformats.org/drawingml/2006/main">
            <a:off x="609600" y="86677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333"/>
                </a:solidFill>
                <a:latin typeface="Microsoft YaHei"/>
                <a:ea typeface="Microsoft YaHei"/>
                <a:cs typeface="Microsoft YaHei"/>
              </a:defRPr>
            </a:defPPr>
            <a:lvl1pPr>
              <a:defRPr sz="3300" b="1">
                <a:solidFill>
                  <a:srgbClr val="162333"/>
                </a:solidFill>
                <a:latin typeface="Microsoft YaHei"/>
                <a:ea typeface="Microsoft YaHei"/>
                <a:cs typeface="Microsoft YaHei"/>
              </a:defRPr>
            </a:lvl1pPr>
            <a:lvl2pPr>
              <a:defRPr sz="3300" b="1">
                <a:solidFill>
                  <a:srgbClr val="162333"/>
                </a:solidFill>
                <a:latin typeface="Microsoft YaHei"/>
                <a:ea typeface="Microsoft YaHei"/>
                <a:cs typeface="Microsoft YaHei"/>
              </a:defRPr>
            </a:lvl2pPr>
            <a:lvl3pPr>
              <a:defRPr sz="3300" b="1">
                <a:solidFill>
                  <a:srgbClr val="162333"/>
                </a:solidFill>
                <a:latin typeface="Microsoft YaHei"/>
                <a:ea typeface="Microsoft YaHei"/>
                <a:cs typeface="Microsoft YaHei"/>
              </a:defRPr>
            </a:lvl3pPr>
            <a:lvl4pPr>
              <a:defRPr sz="3300" b="1">
                <a:solidFill>
                  <a:srgbClr val="162333"/>
                </a:solidFill>
                <a:latin typeface="Microsoft YaHei"/>
                <a:ea typeface="Microsoft YaHei"/>
                <a:cs typeface="Microsoft YaHei"/>
              </a:defRPr>
            </a:lvl4pPr>
            <a:lvl5pPr>
              <a:defRPr sz="3300" b="1">
                <a:solidFill>
                  <a:srgbClr val="162333"/>
                </a:solidFill>
                <a:latin typeface="Microsoft YaHei"/>
                <a:ea typeface="Microsoft YaHei"/>
                <a:cs typeface="Microsoft YaHei"/>
              </a:defRPr>
            </a:lvl5pPr>
            <a:lvl6pPr>
              <a:defRPr sz="3300" b="1">
                <a:solidFill>
                  <a:srgbClr val="162333"/>
                </a:solidFill>
                <a:latin typeface="Microsoft YaHei"/>
                <a:ea typeface="Microsoft YaHei"/>
                <a:cs typeface="Microsoft YaHei"/>
              </a:defRPr>
            </a:lvl6pPr>
            <a:lvl7pPr>
              <a:defRPr sz="3300" b="1">
                <a:solidFill>
                  <a:srgbClr val="162333"/>
                </a:solidFill>
                <a:latin typeface="Microsoft YaHei"/>
                <a:ea typeface="Microsoft YaHei"/>
                <a:cs typeface="Microsoft YaHei"/>
              </a:defRPr>
            </a:lvl7pPr>
            <a:lvl8pPr>
              <a:defRPr sz="3300" b="1">
                <a:solidFill>
                  <a:srgbClr val="162333"/>
                </a:solidFill>
                <a:latin typeface="Microsoft YaHei"/>
                <a:ea typeface="Microsoft YaHei"/>
                <a:cs typeface="Microsoft YaHei"/>
              </a:defRPr>
            </a:lvl8pPr>
            <a:lvl9pPr>
              <a:defRPr sz="3300" b="1">
                <a:solidFill>
                  <a:srgbClr val="162333"/>
                </a:solidFill>
                <a:latin typeface="Microsoft YaHei"/>
                <a:ea typeface="Microsoft YaHei"/>
                <a:cs typeface="Microsoft YaHei"/>
              </a:defRPr>
            </a:lvl9pPr>
          </a:lstStyle>
          <a:p xmlns:a="http://schemas.openxmlformats.org/drawingml/2006/main">
            <a:pPr>
              <a:buNone/>
              <a:defRPr sz="3300" b="1">
                <a:solidFill>
                  <a:srgbClr val="162333"/>
                </a:solidFill>
                <a:latin typeface="Microsoft YaHei"/>
                <a:ea typeface="Microsoft YaHei"/>
                <a:cs typeface="Microsoft YaHei"/>
              </a:defRPr>
            </a:pPr>
            <a:r>
              <a:rPr sz="3300" b="1">
                <a:solidFill>
                  <a:srgbClr val="162333"/>
                </a:solidFill>
                <a:latin typeface="Microsoft YaHei"/>
                <a:ea typeface="Microsoft YaHei"/>
                <a:cs typeface="Microsoft YaHei"/>
              </a:rPr>
              <a:t>从复现到 faux 定向回归测试</a:t>
            </a:r>
          </a:p>
        </p:txBody>
      </p:sp>
      <p:sp>
        <p:nvSpPr>
          <p:cNvPr id="3" name="step-0">
            <a:extLst xmlns:a="http://schemas.openxmlformats.org/drawingml/2006/main">
              <a:ext uri="{FF2B5EF4-FFF2-40B4-BE49-F238E27FC236}">
                <a16:creationId xmlns:a16="http://schemas.microsoft.com/office/drawing/2014/main" id="{FD711C5D-5E04-4DD3-9D6C-974E0B9AABAB}"/>
              </a:ext>
            </a:extLst>
          </p:cNvPr>
          <p:cNvSpPr>
            <a:spLocks xmlns:a="http://schemas.openxmlformats.org/drawingml/2006/main" noGrp="1"/>
          </p:cNvSpPr>
          <p:nvPr/>
        </p:nvSpPr>
        <p:spPr>
          <a:xfrm xmlns:a="http://schemas.openxmlformats.org/drawingml/2006/main">
            <a:off x="609600" y="204787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1. 收缩复现条件</a:t>
            </a:r>
          </a:p>
        </p:txBody>
      </p:sp>
      <p:sp>
        <p:nvSpPr>
          <p:cNvPr id="4" name="data-0">
            <a:extLst xmlns:a="http://schemas.openxmlformats.org/drawingml/2006/main">
              <a:ext uri="{FF2B5EF4-FFF2-40B4-BE49-F238E27FC236}">
                <a16:creationId xmlns:a16="http://schemas.microsoft.com/office/drawing/2014/main" id="{9B9C6742-0224-476E-8CD6-37480BE85785}"/>
              </a:ext>
            </a:extLst>
          </p:cNvPr>
          <p:cNvSpPr>
            <a:spLocks xmlns:a="http://schemas.openxmlformats.org/drawingml/2006/main" noGrp="1"/>
          </p:cNvSpPr>
          <p:nvPr/>
        </p:nvSpPr>
        <p:spPr>
          <a:xfrm xmlns:a="http://schemas.openxmlformats.org/drawingml/2006/main">
            <a:off x="838200" y="2409825"/>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输入：问题现象    输出：最小复现描述</a:t>
            </a:r>
          </a:p>
        </p:txBody>
      </p:sp>
      <p:sp>
        <p:nvSpPr>
          <p:cNvPr id="5" name="step-1">
            <a:extLst xmlns:a="http://schemas.openxmlformats.org/drawingml/2006/main">
              <a:ext uri="{FF2B5EF4-FFF2-40B4-BE49-F238E27FC236}">
                <a16:creationId xmlns:a16="http://schemas.microsoft.com/office/drawing/2014/main" id="{60577B72-97B0-416E-AA3C-E902D1BF991D}"/>
              </a:ext>
            </a:extLst>
          </p:cNvPr>
          <p:cNvSpPr>
            <a:spLocks xmlns:a="http://schemas.openxmlformats.org/drawingml/2006/main" noGrp="1"/>
          </p:cNvSpPr>
          <p:nvPr/>
        </p:nvSpPr>
        <p:spPr>
          <a:xfrm xmlns:a="http://schemas.openxmlformats.org/drawingml/2006/main">
            <a:off x="609600" y="28194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2. 构造确定响应</a:t>
            </a:r>
          </a:p>
        </p:txBody>
      </p:sp>
      <p:sp>
        <p:nvSpPr>
          <p:cNvPr id="6" name="data-1">
            <a:extLst xmlns:a="http://schemas.openxmlformats.org/drawingml/2006/main">
              <a:ext uri="{FF2B5EF4-FFF2-40B4-BE49-F238E27FC236}">
                <a16:creationId xmlns:a16="http://schemas.microsoft.com/office/drawing/2014/main" id="{126E21D6-B558-4835-8875-DE5AA527FB61}"/>
              </a:ext>
            </a:extLst>
          </p:cNvPr>
          <p:cNvSpPr>
            <a:spLocks xmlns:a="http://schemas.openxmlformats.org/drawingml/2006/main" noGrp="1"/>
          </p:cNvSpPr>
          <p:nvPr/>
        </p:nvSpPr>
        <p:spPr>
          <a:xfrm xmlns:a="http://schemas.openxmlformats.org/drawingml/2006/main">
            <a:off x="838200" y="3181350"/>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输入：确定的模型脚本    输出：可重复事件序列</a:t>
            </a:r>
          </a:p>
        </p:txBody>
      </p:sp>
      <p:sp>
        <p:nvSpPr>
          <p:cNvPr id="7" name="step-2">
            <a:extLst xmlns:a="http://schemas.openxmlformats.org/drawingml/2006/main">
              <a:ext uri="{FF2B5EF4-FFF2-40B4-BE49-F238E27FC236}">
                <a16:creationId xmlns:a16="http://schemas.microsoft.com/office/drawing/2014/main" id="{6460E0DA-DB73-4C33-8350-081DEB601F45}"/>
              </a:ext>
            </a:extLst>
          </p:cNvPr>
          <p:cNvSpPr>
            <a:spLocks xmlns:a="http://schemas.openxmlformats.org/drawingml/2006/main" noGrp="1"/>
          </p:cNvSpPr>
          <p:nvPr/>
        </p:nvSpPr>
        <p:spPr>
          <a:xfrm xmlns:a="http://schemas.openxmlformats.org/drawingml/2006/main">
            <a:off x="609600" y="359092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3. 在产品 harness 验证</a:t>
            </a:r>
          </a:p>
        </p:txBody>
      </p:sp>
      <p:sp>
        <p:nvSpPr>
          <p:cNvPr id="8" name="data-2">
            <a:extLst xmlns:a="http://schemas.openxmlformats.org/drawingml/2006/main">
              <a:ext uri="{FF2B5EF4-FFF2-40B4-BE49-F238E27FC236}">
                <a16:creationId xmlns:a16="http://schemas.microsoft.com/office/drawing/2014/main" id="{AC503236-05DE-405F-BE7D-0CD936EA86D3}"/>
              </a:ext>
            </a:extLst>
          </p:cNvPr>
          <p:cNvSpPr>
            <a:spLocks xmlns:a="http://schemas.openxmlformats.org/drawingml/2006/main" noGrp="1"/>
          </p:cNvSpPr>
          <p:nvPr/>
        </p:nvSpPr>
        <p:spPr>
          <a:xfrm xmlns:a="http://schemas.openxmlformats.org/drawingml/2006/main">
            <a:off x="838200" y="3952875"/>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输入：最小会话与工具    输出：稳定的断言目标</a:t>
            </a:r>
          </a:p>
        </p:txBody>
      </p:sp>
      <p:sp>
        <p:nvSpPr>
          <p:cNvPr id="9" name="step-3">
            <a:extLst xmlns:a="http://schemas.openxmlformats.org/drawingml/2006/main">
              <a:ext uri="{FF2B5EF4-FFF2-40B4-BE49-F238E27FC236}">
                <a16:creationId xmlns:a16="http://schemas.microsoft.com/office/drawing/2014/main" id="{C1C76C62-6BB6-4943-B4F7-5710F29D1F36}"/>
              </a:ext>
            </a:extLst>
          </p:cNvPr>
          <p:cNvSpPr>
            <a:spLocks xmlns:a="http://schemas.openxmlformats.org/drawingml/2006/main" noGrp="1"/>
          </p:cNvSpPr>
          <p:nvPr/>
        </p:nvSpPr>
        <p:spPr>
          <a:xfrm xmlns:a="http://schemas.openxmlformats.org/drawingml/2006/main">
            <a:off x="609600" y="43624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4. 定向运行与复审</a:t>
            </a:r>
          </a:p>
        </p:txBody>
      </p:sp>
      <p:sp>
        <p:nvSpPr>
          <p:cNvPr id="10" name="data-3">
            <a:extLst xmlns:a="http://schemas.openxmlformats.org/drawingml/2006/main">
              <a:ext uri="{FF2B5EF4-FFF2-40B4-BE49-F238E27FC236}">
                <a16:creationId xmlns:a16="http://schemas.microsoft.com/office/drawing/2014/main" id="{001BA0A0-7110-4F19-A86A-1BA9EFDE720F}"/>
              </a:ext>
            </a:extLst>
          </p:cNvPr>
          <p:cNvSpPr>
            <a:spLocks xmlns:a="http://schemas.openxmlformats.org/drawingml/2006/main" noGrp="1"/>
          </p:cNvSpPr>
          <p:nvPr/>
        </p:nvSpPr>
        <p:spPr>
          <a:xfrm xmlns:a="http://schemas.openxmlformats.org/drawingml/2006/main">
            <a:off x="838200" y="4724400"/>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输入：修改与测试文件    输出：可复核验证结果</a:t>
            </a:r>
          </a:p>
        </p:txBody>
      </p:sp>
      <p:sp>
        <p:nvSpPr>
          <p:cNvPr id="11" name="footer">
            <a:extLst xmlns:a="http://schemas.openxmlformats.org/drawingml/2006/main">
              <a:ext uri="{FF2B5EF4-FFF2-40B4-BE49-F238E27FC236}">
                <a16:creationId xmlns:a16="http://schemas.microsoft.com/office/drawing/2014/main" id="{82B4A28F-5B20-43E1-BEE5-D26CA0B3C29D}"/>
              </a:ext>
            </a:extLst>
          </p:cNvPr>
          <p:cNvSpPr>
            <a:spLocks xmlns:a="http://schemas.openxmlformats.org/drawingml/2006/main" noGrp="1"/>
          </p:cNvSpPr>
          <p:nvPr/>
        </p:nvSpPr>
        <p:spPr>
          <a:xfrm xmlns:a="http://schemas.openxmlformats.org/drawingml/2006/main">
            <a:off x="609600" y="6372225"/>
            <a:ext cx="1093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677B"/>
                </a:solidFill>
                <a:latin typeface="Microsoft YaHei"/>
                <a:ea typeface="Microsoft YaHei"/>
                <a:cs typeface="Microsoft YaHei"/>
              </a:defRPr>
            </a:defPPr>
            <a:lvl1pPr>
              <a:defRPr sz="1200" b="0">
                <a:solidFill>
                  <a:srgbClr val="56677B"/>
                </a:solidFill>
                <a:latin typeface="Microsoft YaHei"/>
                <a:ea typeface="Microsoft YaHei"/>
                <a:cs typeface="Microsoft YaHei"/>
              </a:defRPr>
            </a:lvl1pPr>
            <a:lvl2pPr>
              <a:defRPr sz="1200" b="0">
                <a:solidFill>
                  <a:srgbClr val="56677B"/>
                </a:solidFill>
                <a:latin typeface="Microsoft YaHei"/>
                <a:ea typeface="Microsoft YaHei"/>
                <a:cs typeface="Microsoft YaHei"/>
              </a:defRPr>
            </a:lvl2pPr>
            <a:lvl3pPr>
              <a:defRPr sz="1200" b="0">
                <a:solidFill>
                  <a:srgbClr val="56677B"/>
                </a:solidFill>
                <a:latin typeface="Microsoft YaHei"/>
                <a:ea typeface="Microsoft YaHei"/>
                <a:cs typeface="Microsoft YaHei"/>
              </a:defRPr>
            </a:lvl3pPr>
            <a:lvl4pPr>
              <a:defRPr sz="1200" b="0">
                <a:solidFill>
                  <a:srgbClr val="56677B"/>
                </a:solidFill>
                <a:latin typeface="Microsoft YaHei"/>
                <a:ea typeface="Microsoft YaHei"/>
                <a:cs typeface="Microsoft YaHei"/>
              </a:defRPr>
            </a:lvl4pPr>
            <a:lvl5pPr>
              <a:defRPr sz="1200" b="0">
                <a:solidFill>
                  <a:srgbClr val="56677B"/>
                </a:solidFill>
                <a:latin typeface="Microsoft YaHei"/>
                <a:ea typeface="Microsoft YaHei"/>
                <a:cs typeface="Microsoft YaHei"/>
              </a:defRPr>
            </a:lvl5pPr>
            <a:lvl6pPr>
              <a:defRPr sz="1200" b="0">
                <a:solidFill>
                  <a:srgbClr val="56677B"/>
                </a:solidFill>
                <a:latin typeface="Microsoft YaHei"/>
                <a:ea typeface="Microsoft YaHei"/>
                <a:cs typeface="Microsoft YaHei"/>
              </a:defRPr>
            </a:lvl6pPr>
            <a:lvl7pPr>
              <a:defRPr sz="1200" b="0">
                <a:solidFill>
                  <a:srgbClr val="56677B"/>
                </a:solidFill>
                <a:latin typeface="Microsoft YaHei"/>
                <a:ea typeface="Microsoft YaHei"/>
                <a:cs typeface="Microsoft YaHei"/>
              </a:defRPr>
            </a:lvl7pPr>
            <a:lvl8pPr>
              <a:defRPr sz="1200" b="0">
                <a:solidFill>
                  <a:srgbClr val="56677B"/>
                </a:solidFill>
                <a:latin typeface="Microsoft YaHei"/>
                <a:ea typeface="Microsoft YaHei"/>
                <a:cs typeface="Microsoft YaHei"/>
              </a:defRPr>
            </a:lvl8pPr>
            <a:lvl9pPr>
              <a:defRPr sz="1200" b="0">
                <a:solidFill>
                  <a:srgbClr val="56677B"/>
                </a:solidFill>
                <a:latin typeface="Microsoft YaHei"/>
                <a:ea typeface="Microsoft YaHei"/>
                <a:cs typeface="Microsoft YaHei"/>
              </a:defRPr>
            </a:lvl9pPr>
          </a:lstStyle>
          <a:p xmlns:a="http://schemas.openxmlformats.org/drawingml/2006/main">
            <a:pPr>
              <a:buNone/>
              <a:defRPr sz="1200" b="0">
                <a:solidFill>
                  <a:srgbClr val="56677B"/>
                </a:solidFill>
                <a:latin typeface="Microsoft YaHei"/>
                <a:ea typeface="Microsoft YaHei"/>
                <a:cs typeface="Microsoft YaHei"/>
              </a:defRPr>
            </a:pPr>
            <a:r>
              <a:rPr sz="1200" b="0">
                <a:solidFill>
                  <a:srgbClr val="56677B"/>
                </a:solidFill>
                <a:latin typeface="Microsoft YaHei"/>
                <a:ea typeface="Microsoft YaHei"/>
                <a:cs typeface="Microsoft YaHei"/>
              </a:rPr>
              <a:t>Pi 源码精通路线   /   test-faux   /   2     基线 136b87e8a · 源码与参考答案见讲者备注</a:t>
            </a:r>
          </a:p>
        </p:txBody>
      </p:sp>
    </p:spTree>
    <p:extLst>
      <p:ext uri="{BB962C8B-B14F-4D97-AF65-F5344CB8AC3E}">
        <p14:creationId xmlns:p14="http://schemas.microsoft.com/office/powerpoint/2010/main" val="1114124358"/>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B8C5D48B-983E-490E-827A-CE4E10B37EAB}"/>
              </a:ext>
            </a:extLst>
          </p:cNvPr>
          <p:cNvSpPr>
            <a:spLocks xmlns:a="http://schemas.openxmlformats.org/drawingml/2006/main" noGrp="1"/>
          </p:cNvSpPr>
          <p:nvPr/>
        </p:nvSpPr>
        <p:spPr>
          <a:xfrm xmlns:a="http://schemas.openxmlformats.org/drawingml/2006/main">
            <a:off x="609600" y="3048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B6A64"/>
                </a:solidFill>
                <a:latin typeface="Microsoft YaHei"/>
                <a:ea typeface="Microsoft YaHei"/>
                <a:cs typeface="Microsoft YaHei"/>
              </a:defRPr>
            </a:defPPr>
            <a:lvl1pPr>
              <a:defRPr sz="1500" b="1">
                <a:solidFill>
                  <a:srgbClr val="0B6A64"/>
                </a:solidFill>
                <a:latin typeface="Microsoft YaHei"/>
                <a:ea typeface="Microsoft YaHei"/>
                <a:cs typeface="Microsoft YaHei"/>
              </a:defRPr>
            </a:lvl1pPr>
            <a:lvl2pPr>
              <a:defRPr sz="1500" b="1">
                <a:solidFill>
                  <a:srgbClr val="0B6A64"/>
                </a:solidFill>
                <a:latin typeface="Microsoft YaHei"/>
                <a:ea typeface="Microsoft YaHei"/>
                <a:cs typeface="Microsoft YaHei"/>
              </a:defRPr>
            </a:lvl2pPr>
            <a:lvl3pPr>
              <a:defRPr sz="1500" b="1">
                <a:solidFill>
                  <a:srgbClr val="0B6A64"/>
                </a:solidFill>
                <a:latin typeface="Microsoft YaHei"/>
                <a:ea typeface="Microsoft YaHei"/>
                <a:cs typeface="Microsoft YaHei"/>
              </a:defRPr>
            </a:lvl3pPr>
            <a:lvl4pPr>
              <a:defRPr sz="1500" b="1">
                <a:solidFill>
                  <a:srgbClr val="0B6A64"/>
                </a:solidFill>
                <a:latin typeface="Microsoft YaHei"/>
                <a:ea typeface="Microsoft YaHei"/>
                <a:cs typeface="Microsoft YaHei"/>
              </a:defRPr>
            </a:lvl4pPr>
            <a:lvl5pPr>
              <a:defRPr sz="1500" b="1">
                <a:solidFill>
                  <a:srgbClr val="0B6A64"/>
                </a:solidFill>
                <a:latin typeface="Microsoft YaHei"/>
                <a:ea typeface="Microsoft YaHei"/>
                <a:cs typeface="Microsoft YaHei"/>
              </a:defRPr>
            </a:lvl5pPr>
            <a:lvl6pPr>
              <a:defRPr sz="1500" b="1">
                <a:solidFill>
                  <a:srgbClr val="0B6A64"/>
                </a:solidFill>
                <a:latin typeface="Microsoft YaHei"/>
                <a:ea typeface="Microsoft YaHei"/>
                <a:cs typeface="Microsoft YaHei"/>
              </a:defRPr>
            </a:lvl6pPr>
            <a:lvl7pPr>
              <a:defRPr sz="1500" b="1">
                <a:solidFill>
                  <a:srgbClr val="0B6A64"/>
                </a:solidFill>
                <a:latin typeface="Microsoft YaHei"/>
                <a:ea typeface="Microsoft YaHei"/>
                <a:cs typeface="Microsoft YaHei"/>
              </a:defRPr>
            </a:lvl7pPr>
            <a:lvl8pPr>
              <a:defRPr sz="1500" b="1">
                <a:solidFill>
                  <a:srgbClr val="0B6A64"/>
                </a:solidFill>
                <a:latin typeface="Microsoft YaHei"/>
                <a:ea typeface="Microsoft YaHei"/>
                <a:cs typeface="Microsoft YaHei"/>
              </a:defRPr>
            </a:lvl8pPr>
            <a:lvl9pPr>
              <a:defRPr sz="1500" b="1">
                <a:solidFill>
                  <a:srgbClr val="0B6A64"/>
                </a:solidFill>
                <a:latin typeface="Microsoft YaHei"/>
                <a:ea typeface="Microsoft YaHei"/>
                <a:cs typeface="Microsoft YaHei"/>
              </a:defRPr>
            </a:lvl9pPr>
          </a:lstStyle>
          <a:p xmlns:a="http://schemas.openxmlformats.org/drawingml/2006/main">
            <a:pPr>
              <a:buNone/>
              <a:defRPr sz="1500" b="1">
                <a:solidFill>
                  <a:srgbClr val="0B6A64"/>
                </a:solidFill>
                <a:latin typeface="Microsoft YaHei"/>
                <a:ea typeface="Microsoft YaHei"/>
                <a:cs typeface="Microsoft YaHei"/>
              </a:defRPr>
            </a:pPr>
            <a:r>
              <a:rPr sz="1500" b="1">
                <a:solidFill>
                  <a:srgbClr val="0B6A64"/>
                </a:solidFill>
                <a:latin typeface="Microsoft YaHei"/>
                <a:ea typeface="Microsoft YaHei"/>
                <a:cs typeface="Microsoft YaHei"/>
              </a:rPr>
              <a:t>07 测试与排错   /   失败与验证</a:t>
            </a:r>
          </a:p>
        </p:txBody>
      </p:sp>
      <p:sp>
        <p:nvSpPr>
          <p:cNvPr id="2" name="title">
            <a:extLst xmlns:a="http://schemas.openxmlformats.org/drawingml/2006/main">
              <a:ext uri="{FF2B5EF4-FFF2-40B4-BE49-F238E27FC236}">
                <a16:creationId xmlns:a16="http://schemas.microsoft.com/office/drawing/2014/main" id="{513E62C0-4E65-4F0C-A428-6FA153CDDC85}"/>
              </a:ext>
            </a:extLst>
          </p:cNvPr>
          <p:cNvSpPr>
            <a:spLocks xmlns:a="http://schemas.openxmlformats.org/drawingml/2006/main" noGrp="1"/>
          </p:cNvSpPr>
          <p:nvPr/>
        </p:nvSpPr>
        <p:spPr>
          <a:xfrm xmlns:a="http://schemas.openxmlformats.org/drawingml/2006/main">
            <a:off x="609600" y="86677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333"/>
                </a:solidFill>
                <a:latin typeface="Microsoft YaHei"/>
                <a:ea typeface="Microsoft YaHei"/>
                <a:cs typeface="Microsoft YaHei"/>
              </a:defRPr>
            </a:defPPr>
            <a:lvl1pPr>
              <a:defRPr sz="3300" b="1">
                <a:solidFill>
                  <a:srgbClr val="162333"/>
                </a:solidFill>
                <a:latin typeface="Microsoft YaHei"/>
                <a:ea typeface="Microsoft YaHei"/>
                <a:cs typeface="Microsoft YaHei"/>
              </a:defRPr>
            </a:lvl1pPr>
            <a:lvl2pPr>
              <a:defRPr sz="3300" b="1">
                <a:solidFill>
                  <a:srgbClr val="162333"/>
                </a:solidFill>
                <a:latin typeface="Microsoft YaHei"/>
                <a:ea typeface="Microsoft YaHei"/>
                <a:cs typeface="Microsoft YaHei"/>
              </a:defRPr>
            </a:lvl2pPr>
            <a:lvl3pPr>
              <a:defRPr sz="3300" b="1">
                <a:solidFill>
                  <a:srgbClr val="162333"/>
                </a:solidFill>
                <a:latin typeface="Microsoft YaHei"/>
                <a:ea typeface="Microsoft YaHei"/>
                <a:cs typeface="Microsoft YaHei"/>
              </a:defRPr>
            </a:lvl3pPr>
            <a:lvl4pPr>
              <a:defRPr sz="3300" b="1">
                <a:solidFill>
                  <a:srgbClr val="162333"/>
                </a:solidFill>
                <a:latin typeface="Microsoft YaHei"/>
                <a:ea typeface="Microsoft YaHei"/>
                <a:cs typeface="Microsoft YaHei"/>
              </a:defRPr>
            </a:lvl4pPr>
            <a:lvl5pPr>
              <a:defRPr sz="3300" b="1">
                <a:solidFill>
                  <a:srgbClr val="162333"/>
                </a:solidFill>
                <a:latin typeface="Microsoft YaHei"/>
                <a:ea typeface="Microsoft YaHei"/>
                <a:cs typeface="Microsoft YaHei"/>
              </a:defRPr>
            </a:lvl5pPr>
            <a:lvl6pPr>
              <a:defRPr sz="3300" b="1">
                <a:solidFill>
                  <a:srgbClr val="162333"/>
                </a:solidFill>
                <a:latin typeface="Microsoft YaHei"/>
                <a:ea typeface="Microsoft YaHei"/>
                <a:cs typeface="Microsoft YaHei"/>
              </a:defRPr>
            </a:lvl6pPr>
            <a:lvl7pPr>
              <a:defRPr sz="3300" b="1">
                <a:solidFill>
                  <a:srgbClr val="162333"/>
                </a:solidFill>
                <a:latin typeface="Microsoft YaHei"/>
                <a:ea typeface="Microsoft YaHei"/>
                <a:cs typeface="Microsoft YaHei"/>
              </a:defRPr>
            </a:lvl7pPr>
            <a:lvl8pPr>
              <a:defRPr sz="3300" b="1">
                <a:solidFill>
                  <a:srgbClr val="162333"/>
                </a:solidFill>
                <a:latin typeface="Microsoft YaHei"/>
                <a:ea typeface="Microsoft YaHei"/>
                <a:cs typeface="Microsoft YaHei"/>
              </a:defRPr>
            </a:lvl8pPr>
            <a:lvl9pPr>
              <a:defRPr sz="3300" b="1">
                <a:solidFill>
                  <a:srgbClr val="162333"/>
                </a:solidFill>
                <a:latin typeface="Microsoft YaHei"/>
                <a:ea typeface="Microsoft YaHei"/>
                <a:cs typeface="Microsoft YaHei"/>
              </a:defRPr>
            </a:lvl9pPr>
          </a:lstStyle>
          <a:p xmlns:a="http://schemas.openxmlformats.org/drawingml/2006/main">
            <a:pPr>
              <a:buNone/>
              <a:defRPr sz="3300" b="1">
                <a:solidFill>
                  <a:srgbClr val="162333"/>
                </a:solidFill>
                <a:latin typeface="Microsoft YaHei"/>
                <a:ea typeface="Microsoft YaHei"/>
                <a:cs typeface="Microsoft YaHei"/>
              </a:defRPr>
            </a:pPr>
            <a:r>
              <a:rPr sz="3300" b="1">
                <a:solidFill>
                  <a:srgbClr val="162333"/>
                </a:solidFill>
                <a:latin typeface="Microsoft YaHei"/>
                <a:ea typeface="Microsoft YaHei"/>
                <a:cs typeface="Microsoft YaHei"/>
              </a:rPr>
              <a:t>从复现到 faux 定向回归测试</a:t>
            </a:r>
          </a:p>
        </p:txBody>
      </p:sp>
      <p:sp>
        <p:nvSpPr>
          <p:cNvPr id="3" name="failure-label">
            <a:extLst xmlns:a="http://schemas.openxmlformats.org/drawingml/2006/main">
              <a:ext uri="{FF2B5EF4-FFF2-40B4-BE49-F238E27FC236}">
                <a16:creationId xmlns:a16="http://schemas.microsoft.com/office/drawing/2014/main" id="{DE1CC88E-2377-43D2-B761-4BD24A16771B}"/>
              </a:ext>
            </a:extLst>
          </p:cNvPr>
          <p:cNvSpPr>
            <a:spLocks xmlns:a="http://schemas.openxmlformats.org/drawingml/2006/main" noGrp="1"/>
          </p:cNvSpPr>
          <p:nvPr/>
        </p:nvSpPr>
        <p:spPr>
          <a:xfrm xmlns:a="http://schemas.openxmlformats.org/drawingml/2006/main">
            <a:off x="609600" y="2009775"/>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B6A64"/>
                </a:solidFill>
                <a:latin typeface="Microsoft YaHei"/>
                <a:ea typeface="Microsoft YaHei"/>
                <a:cs typeface="Microsoft YaHei"/>
              </a:defRPr>
            </a:defPPr>
            <a:lvl1pPr>
              <a:defRPr sz="2100" b="1">
                <a:solidFill>
                  <a:srgbClr val="0B6A64"/>
                </a:solidFill>
                <a:latin typeface="Microsoft YaHei"/>
                <a:ea typeface="Microsoft YaHei"/>
                <a:cs typeface="Microsoft YaHei"/>
              </a:defRPr>
            </a:lvl1pPr>
            <a:lvl2pPr>
              <a:defRPr sz="2100" b="1">
                <a:solidFill>
                  <a:srgbClr val="0B6A64"/>
                </a:solidFill>
                <a:latin typeface="Microsoft YaHei"/>
                <a:ea typeface="Microsoft YaHei"/>
                <a:cs typeface="Microsoft YaHei"/>
              </a:defRPr>
            </a:lvl2pPr>
            <a:lvl3pPr>
              <a:defRPr sz="2100" b="1">
                <a:solidFill>
                  <a:srgbClr val="0B6A64"/>
                </a:solidFill>
                <a:latin typeface="Microsoft YaHei"/>
                <a:ea typeface="Microsoft YaHei"/>
                <a:cs typeface="Microsoft YaHei"/>
              </a:defRPr>
            </a:lvl3pPr>
            <a:lvl4pPr>
              <a:defRPr sz="2100" b="1">
                <a:solidFill>
                  <a:srgbClr val="0B6A64"/>
                </a:solidFill>
                <a:latin typeface="Microsoft YaHei"/>
                <a:ea typeface="Microsoft YaHei"/>
                <a:cs typeface="Microsoft YaHei"/>
              </a:defRPr>
            </a:lvl4pPr>
            <a:lvl5pPr>
              <a:defRPr sz="2100" b="1">
                <a:solidFill>
                  <a:srgbClr val="0B6A64"/>
                </a:solidFill>
                <a:latin typeface="Microsoft YaHei"/>
                <a:ea typeface="Microsoft YaHei"/>
                <a:cs typeface="Microsoft YaHei"/>
              </a:defRPr>
            </a:lvl5pPr>
            <a:lvl6pPr>
              <a:defRPr sz="2100" b="1">
                <a:solidFill>
                  <a:srgbClr val="0B6A64"/>
                </a:solidFill>
                <a:latin typeface="Microsoft YaHei"/>
                <a:ea typeface="Microsoft YaHei"/>
                <a:cs typeface="Microsoft YaHei"/>
              </a:defRPr>
            </a:lvl6pPr>
            <a:lvl7pPr>
              <a:defRPr sz="2100" b="1">
                <a:solidFill>
                  <a:srgbClr val="0B6A64"/>
                </a:solidFill>
                <a:latin typeface="Microsoft YaHei"/>
                <a:ea typeface="Microsoft YaHei"/>
                <a:cs typeface="Microsoft YaHei"/>
              </a:defRPr>
            </a:lvl7pPr>
            <a:lvl8pPr>
              <a:defRPr sz="2100" b="1">
                <a:solidFill>
                  <a:srgbClr val="0B6A64"/>
                </a:solidFill>
                <a:latin typeface="Microsoft YaHei"/>
                <a:ea typeface="Microsoft YaHei"/>
                <a:cs typeface="Microsoft YaHei"/>
              </a:defRPr>
            </a:lvl8pPr>
            <a:lvl9pPr>
              <a:defRPr sz="2100" b="1">
                <a:solidFill>
                  <a:srgbClr val="0B6A64"/>
                </a:solidFill>
                <a:latin typeface="Microsoft YaHei"/>
                <a:ea typeface="Microsoft YaHei"/>
                <a:cs typeface="Microsoft YaHei"/>
              </a:defRPr>
            </a:lvl9pPr>
          </a:lstStyle>
          <a:p xmlns:a="http://schemas.openxmlformats.org/drawingml/2006/main">
            <a:pPr>
              <a:buNone/>
              <a:defRPr sz="2100" b="1">
                <a:solidFill>
                  <a:srgbClr val="0B6A64"/>
                </a:solidFill>
                <a:latin typeface="Microsoft YaHei"/>
                <a:ea typeface="Microsoft YaHei"/>
                <a:cs typeface="Microsoft YaHei"/>
              </a:defRPr>
            </a:pPr>
            <a:r>
              <a:rPr sz="2100" b="1">
                <a:solidFill>
                  <a:srgbClr val="0B6A64"/>
                </a:solidFill>
                <a:latin typeface="Microsoft YaHei"/>
                <a:ea typeface="Microsoft YaHei"/>
                <a:cs typeface="Microsoft YaHei"/>
              </a:rPr>
              <a:t>失败与恢复</a:t>
            </a:r>
          </a:p>
        </p:txBody>
      </p:sp>
      <p:sp>
        <p:nvSpPr>
          <p:cNvPr id="4" name="failure">
            <a:extLst xmlns:a="http://schemas.openxmlformats.org/drawingml/2006/main">
              <a:ext uri="{FF2B5EF4-FFF2-40B4-BE49-F238E27FC236}">
                <a16:creationId xmlns:a16="http://schemas.microsoft.com/office/drawing/2014/main" id="{7503E1B3-80B3-4060-A423-9AC4D2BE35C8}"/>
              </a:ext>
            </a:extLst>
          </p:cNvPr>
          <p:cNvSpPr>
            <a:spLocks xmlns:a="http://schemas.openxmlformats.org/drawingml/2006/main" noGrp="1"/>
          </p:cNvSpPr>
          <p:nvPr/>
        </p:nvSpPr>
        <p:spPr>
          <a:xfrm xmlns:a="http://schemas.openxmlformats.org/drawingml/2006/main">
            <a:off x="609600" y="2543175"/>
            <a:ext cx="10934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333"/>
                </a:solidFill>
                <a:latin typeface="Microsoft YaHei"/>
                <a:ea typeface="Microsoft YaHei"/>
                <a:cs typeface="Microsoft YaHei"/>
              </a:defRPr>
            </a:defPPr>
            <a:lvl1pPr>
              <a:defRPr sz="2025" b="0">
                <a:solidFill>
                  <a:srgbClr val="162333"/>
                </a:solidFill>
                <a:latin typeface="Microsoft YaHei"/>
                <a:ea typeface="Microsoft YaHei"/>
                <a:cs typeface="Microsoft YaHei"/>
              </a:defRPr>
            </a:lvl1pPr>
            <a:lvl2pPr>
              <a:defRPr sz="2025" b="0">
                <a:solidFill>
                  <a:srgbClr val="162333"/>
                </a:solidFill>
                <a:latin typeface="Microsoft YaHei"/>
                <a:ea typeface="Microsoft YaHei"/>
                <a:cs typeface="Microsoft YaHei"/>
              </a:defRPr>
            </a:lvl2pPr>
            <a:lvl3pPr>
              <a:defRPr sz="2025" b="0">
                <a:solidFill>
                  <a:srgbClr val="162333"/>
                </a:solidFill>
                <a:latin typeface="Microsoft YaHei"/>
                <a:ea typeface="Microsoft YaHei"/>
                <a:cs typeface="Microsoft YaHei"/>
              </a:defRPr>
            </a:lvl3pPr>
            <a:lvl4pPr>
              <a:defRPr sz="2025" b="0">
                <a:solidFill>
                  <a:srgbClr val="162333"/>
                </a:solidFill>
                <a:latin typeface="Microsoft YaHei"/>
                <a:ea typeface="Microsoft YaHei"/>
                <a:cs typeface="Microsoft YaHei"/>
              </a:defRPr>
            </a:lvl4pPr>
            <a:lvl5pPr>
              <a:defRPr sz="2025" b="0">
                <a:solidFill>
                  <a:srgbClr val="162333"/>
                </a:solidFill>
                <a:latin typeface="Microsoft YaHei"/>
                <a:ea typeface="Microsoft YaHei"/>
                <a:cs typeface="Microsoft YaHei"/>
              </a:defRPr>
            </a:lvl5pPr>
            <a:lvl6pPr>
              <a:defRPr sz="2025" b="0">
                <a:solidFill>
                  <a:srgbClr val="162333"/>
                </a:solidFill>
                <a:latin typeface="Microsoft YaHei"/>
                <a:ea typeface="Microsoft YaHei"/>
                <a:cs typeface="Microsoft YaHei"/>
              </a:defRPr>
            </a:lvl6pPr>
            <a:lvl7pPr>
              <a:defRPr sz="2025" b="0">
                <a:solidFill>
                  <a:srgbClr val="162333"/>
                </a:solidFill>
                <a:latin typeface="Microsoft YaHei"/>
                <a:ea typeface="Microsoft YaHei"/>
                <a:cs typeface="Microsoft YaHei"/>
              </a:defRPr>
            </a:lvl7pPr>
            <a:lvl8pPr>
              <a:defRPr sz="2025" b="0">
                <a:solidFill>
                  <a:srgbClr val="162333"/>
                </a:solidFill>
                <a:latin typeface="Microsoft YaHei"/>
                <a:ea typeface="Microsoft YaHei"/>
                <a:cs typeface="Microsoft YaHei"/>
              </a:defRPr>
            </a:lvl8pPr>
            <a:lvl9pPr>
              <a:defRPr sz="2025" b="0">
                <a:solidFill>
                  <a:srgbClr val="162333"/>
                </a:solidFill>
                <a:latin typeface="Microsoft YaHei"/>
                <a:ea typeface="Microsoft YaHei"/>
                <a:cs typeface="Microsoft YaHei"/>
              </a:defRPr>
            </a:lvl9pPr>
          </a:lstStyle>
          <a:p xmlns:a="http://schemas.openxmlformats.org/drawingml/2006/main">
            <a:pPr>
              <a:buNone/>
              <a:defRPr sz="2025" b="0">
                <a:solidFill>
                  <a:srgbClr val="162333"/>
                </a:solidFill>
                <a:latin typeface="Microsoft YaHei"/>
                <a:ea typeface="Microsoft YaHei"/>
                <a:cs typeface="Microsoft YaHei"/>
              </a:defRPr>
            </a:pPr>
            <a:r>
              <a:rPr sz="2025" b="0">
                <a:solidFill>
                  <a:srgbClr val="162333"/>
                </a:solidFill>
                <a:latin typeface="Microsoft YaHei"/>
                <a:ea typeface="Microsoft YaHei"/>
                <a:cs typeface="Microsoft YaHei"/>
              </a:rPr>
              <a:t>只断言内部函数被调用会漏掉实际行为错误；依赖真实模型的测试也难以证明时序边界。</a:t>
            </a:r>
          </a:p>
        </p:txBody>
      </p:sp>
      <p:sp>
        <p:nvSpPr>
          <p:cNvPr id="5" name="exercise-label">
            <a:extLst xmlns:a="http://schemas.openxmlformats.org/drawingml/2006/main">
              <a:ext uri="{FF2B5EF4-FFF2-40B4-BE49-F238E27FC236}">
                <a16:creationId xmlns:a16="http://schemas.microsoft.com/office/drawing/2014/main" id="{5086AFA4-DE8A-42B8-AEDC-FD5D2359D9CF}"/>
              </a:ext>
            </a:extLst>
          </p:cNvPr>
          <p:cNvSpPr>
            <a:spLocks xmlns:a="http://schemas.openxmlformats.org/drawingml/2006/main" noGrp="1"/>
          </p:cNvSpPr>
          <p:nvPr/>
        </p:nvSpPr>
        <p:spPr>
          <a:xfrm xmlns:a="http://schemas.openxmlformats.org/drawingml/2006/main">
            <a:off x="609600" y="4086225"/>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B6A64"/>
                </a:solidFill>
                <a:latin typeface="Microsoft YaHei"/>
                <a:ea typeface="Microsoft YaHei"/>
                <a:cs typeface="Microsoft YaHei"/>
              </a:defRPr>
            </a:defPPr>
            <a:lvl1pPr>
              <a:defRPr sz="2100" b="1">
                <a:solidFill>
                  <a:srgbClr val="0B6A64"/>
                </a:solidFill>
                <a:latin typeface="Microsoft YaHei"/>
                <a:ea typeface="Microsoft YaHei"/>
                <a:cs typeface="Microsoft YaHei"/>
              </a:defRPr>
            </a:lvl1pPr>
            <a:lvl2pPr>
              <a:defRPr sz="2100" b="1">
                <a:solidFill>
                  <a:srgbClr val="0B6A64"/>
                </a:solidFill>
                <a:latin typeface="Microsoft YaHei"/>
                <a:ea typeface="Microsoft YaHei"/>
                <a:cs typeface="Microsoft YaHei"/>
              </a:defRPr>
            </a:lvl2pPr>
            <a:lvl3pPr>
              <a:defRPr sz="2100" b="1">
                <a:solidFill>
                  <a:srgbClr val="0B6A64"/>
                </a:solidFill>
                <a:latin typeface="Microsoft YaHei"/>
                <a:ea typeface="Microsoft YaHei"/>
                <a:cs typeface="Microsoft YaHei"/>
              </a:defRPr>
            </a:lvl3pPr>
            <a:lvl4pPr>
              <a:defRPr sz="2100" b="1">
                <a:solidFill>
                  <a:srgbClr val="0B6A64"/>
                </a:solidFill>
                <a:latin typeface="Microsoft YaHei"/>
                <a:ea typeface="Microsoft YaHei"/>
                <a:cs typeface="Microsoft YaHei"/>
              </a:defRPr>
            </a:lvl4pPr>
            <a:lvl5pPr>
              <a:defRPr sz="2100" b="1">
                <a:solidFill>
                  <a:srgbClr val="0B6A64"/>
                </a:solidFill>
                <a:latin typeface="Microsoft YaHei"/>
                <a:ea typeface="Microsoft YaHei"/>
                <a:cs typeface="Microsoft YaHei"/>
              </a:defRPr>
            </a:lvl5pPr>
            <a:lvl6pPr>
              <a:defRPr sz="2100" b="1">
                <a:solidFill>
                  <a:srgbClr val="0B6A64"/>
                </a:solidFill>
                <a:latin typeface="Microsoft YaHei"/>
                <a:ea typeface="Microsoft YaHei"/>
                <a:cs typeface="Microsoft YaHei"/>
              </a:defRPr>
            </a:lvl6pPr>
            <a:lvl7pPr>
              <a:defRPr sz="2100" b="1">
                <a:solidFill>
                  <a:srgbClr val="0B6A64"/>
                </a:solidFill>
                <a:latin typeface="Microsoft YaHei"/>
                <a:ea typeface="Microsoft YaHei"/>
                <a:cs typeface="Microsoft YaHei"/>
              </a:defRPr>
            </a:lvl7pPr>
            <a:lvl8pPr>
              <a:defRPr sz="2100" b="1">
                <a:solidFill>
                  <a:srgbClr val="0B6A64"/>
                </a:solidFill>
                <a:latin typeface="Microsoft YaHei"/>
                <a:ea typeface="Microsoft YaHei"/>
                <a:cs typeface="Microsoft YaHei"/>
              </a:defRPr>
            </a:lvl8pPr>
            <a:lvl9pPr>
              <a:defRPr sz="2100" b="1">
                <a:solidFill>
                  <a:srgbClr val="0B6A64"/>
                </a:solidFill>
                <a:latin typeface="Microsoft YaHei"/>
                <a:ea typeface="Microsoft YaHei"/>
                <a:cs typeface="Microsoft YaHei"/>
              </a:defRPr>
            </a:lvl9pPr>
          </a:lstStyle>
          <a:p xmlns:a="http://schemas.openxmlformats.org/drawingml/2006/main">
            <a:pPr>
              <a:buNone/>
              <a:defRPr sz="2100" b="1">
                <a:solidFill>
                  <a:srgbClr val="0B6A64"/>
                </a:solidFill>
                <a:latin typeface="Microsoft YaHei"/>
                <a:ea typeface="Microsoft YaHei"/>
                <a:cs typeface="Microsoft YaHei"/>
              </a:defRPr>
            </a:pPr>
            <a:r>
              <a:rPr sz="2100" b="1">
                <a:solidFill>
                  <a:srgbClr val="0B6A64"/>
                </a:solidFill>
                <a:latin typeface="Microsoft YaHei"/>
                <a:ea typeface="Microsoft YaHei"/>
                <a:cs typeface="Microsoft YaHei"/>
              </a:rPr>
              <a:t>动手练习</a:t>
            </a:r>
          </a:p>
        </p:txBody>
      </p:sp>
      <p:sp>
        <p:nvSpPr>
          <p:cNvPr id="6" name="exercise">
            <a:extLst xmlns:a="http://schemas.openxmlformats.org/drawingml/2006/main">
              <a:ext uri="{FF2B5EF4-FFF2-40B4-BE49-F238E27FC236}">
                <a16:creationId xmlns:a16="http://schemas.microsoft.com/office/drawing/2014/main" id="{296B42C1-EA4C-499D-AF8C-1EBD97B205CF}"/>
              </a:ext>
            </a:extLst>
          </p:cNvPr>
          <p:cNvSpPr>
            <a:spLocks xmlns:a="http://schemas.openxmlformats.org/drawingml/2006/main" noGrp="1"/>
          </p:cNvSpPr>
          <p:nvPr/>
        </p:nvSpPr>
        <p:spPr>
          <a:xfrm xmlns:a="http://schemas.openxmlformats.org/drawingml/2006/main">
            <a:off x="609600" y="4619625"/>
            <a:ext cx="10934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333"/>
                </a:solidFill>
                <a:latin typeface="Microsoft YaHei"/>
                <a:ea typeface="Microsoft YaHei"/>
                <a:cs typeface="Microsoft YaHei"/>
              </a:defRPr>
            </a:defPPr>
            <a:lvl1pPr>
              <a:defRPr sz="2025" b="0">
                <a:solidFill>
                  <a:srgbClr val="162333"/>
                </a:solidFill>
                <a:latin typeface="Microsoft YaHei"/>
                <a:ea typeface="Microsoft YaHei"/>
                <a:cs typeface="Microsoft YaHei"/>
              </a:defRPr>
            </a:lvl1pPr>
            <a:lvl2pPr>
              <a:defRPr sz="2025" b="0">
                <a:solidFill>
                  <a:srgbClr val="162333"/>
                </a:solidFill>
                <a:latin typeface="Microsoft YaHei"/>
                <a:ea typeface="Microsoft YaHei"/>
                <a:cs typeface="Microsoft YaHei"/>
              </a:defRPr>
            </a:lvl2pPr>
            <a:lvl3pPr>
              <a:defRPr sz="2025" b="0">
                <a:solidFill>
                  <a:srgbClr val="162333"/>
                </a:solidFill>
                <a:latin typeface="Microsoft YaHei"/>
                <a:ea typeface="Microsoft YaHei"/>
                <a:cs typeface="Microsoft YaHei"/>
              </a:defRPr>
            </a:lvl3pPr>
            <a:lvl4pPr>
              <a:defRPr sz="2025" b="0">
                <a:solidFill>
                  <a:srgbClr val="162333"/>
                </a:solidFill>
                <a:latin typeface="Microsoft YaHei"/>
                <a:ea typeface="Microsoft YaHei"/>
                <a:cs typeface="Microsoft YaHei"/>
              </a:defRPr>
            </a:lvl4pPr>
            <a:lvl5pPr>
              <a:defRPr sz="2025" b="0">
                <a:solidFill>
                  <a:srgbClr val="162333"/>
                </a:solidFill>
                <a:latin typeface="Microsoft YaHei"/>
                <a:ea typeface="Microsoft YaHei"/>
                <a:cs typeface="Microsoft YaHei"/>
              </a:defRPr>
            </a:lvl5pPr>
            <a:lvl6pPr>
              <a:defRPr sz="2025" b="0">
                <a:solidFill>
                  <a:srgbClr val="162333"/>
                </a:solidFill>
                <a:latin typeface="Microsoft YaHei"/>
                <a:ea typeface="Microsoft YaHei"/>
                <a:cs typeface="Microsoft YaHei"/>
              </a:defRPr>
            </a:lvl6pPr>
            <a:lvl7pPr>
              <a:defRPr sz="2025" b="0">
                <a:solidFill>
                  <a:srgbClr val="162333"/>
                </a:solidFill>
                <a:latin typeface="Microsoft YaHei"/>
                <a:ea typeface="Microsoft YaHei"/>
                <a:cs typeface="Microsoft YaHei"/>
              </a:defRPr>
            </a:lvl7pPr>
            <a:lvl8pPr>
              <a:defRPr sz="2025" b="0">
                <a:solidFill>
                  <a:srgbClr val="162333"/>
                </a:solidFill>
                <a:latin typeface="Microsoft YaHei"/>
                <a:ea typeface="Microsoft YaHei"/>
                <a:cs typeface="Microsoft YaHei"/>
              </a:defRPr>
            </a:lvl8pPr>
            <a:lvl9pPr>
              <a:defRPr sz="2025" b="0">
                <a:solidFill>
                  <a:srgbClr val="162333"/>
                </a:solidFill>
                <a:latin typeface="Microsoft YaHei"/>
                <a:ea typeface="Microsoft YaHei"/>
                <a:cs typeface="Microsoft YaHei"/>
              </a:defRPr>
            </a:lvl9pPr>
          </a:lstStyle>
          <a:p xmlns:a="http://schemas.openxmlformats.org/drawingml/2006/main">
            <a:pPr>
              <a:buNone/>
              <a:defRPr sz="2025" b="0">
                <a:solidFill>
                  <a:srgbClr val="162333"/>
                </a:solidFill>
                <a:latin typeface="Microsoft YaHei"/>
                <a:ea typeface="Microsoft YaHei"/>
                <a:cs typeface="Microsoft YaHei"/>
              </a:defRPr>
            </a:pPr>
            <a:r>
              <a:rPr sz="2025" b="0">
                <a:solidFill>
                  <a:srgbClr val="162333"/>
                </a:solidFill>
                <a:latin typeface="Microsoft YaHei"/>
                <a:ea typeface="Microsoft YaHei"/>
                <a:cs typeface="Microsoft YaHei"/>
              </a:rPr>
              <a:t>设计“工具被 hook 阻止时不产生副作用”的回归用例，写出输入、预期事件和最终状态。</a:t>
            </a:r>
          </a:p>
        </p:txBody>
      </p:sp>
      <p:sp>
        <p:nvSpPr>
          <p:cNvPr id="7" name="footer">
            <a:extLst xmlns:a="http://schemas.openxmlformats.org/drawingml/2006/main">
              <a:ext uri="{FF2B5EF4-FFF2-40B4-BE49-F238E27FC236}">
                <a16:creationId xmlns:a16="http://schemas.microsoft.com/office/drawing/2014/main" id="{90FF9339-7251-4F5F-A17B-6E1F6A622D54}"/>
              </a:ext>
            </a:extLst>
          </p:cNvPr>
          <p:cNvSpPr>
            <a:spLocks xmlns:a="http://schemas.openxmlformats.org/drawingml/2006/main" noGrp="1"/>
          </p:cNvSpPr>
          <p:nvPr/>
        </p:nvSpPr>
        <p:spPr>
          <a:xfrm xmlns:a="http://schemas.openxmlformats.org/drawingml/2006/main">
            <a:off x="609600" y="6372225"/>
            <a:ext cx="1093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677B"/>
                </a:solidFill>
                <a:latin typeface="Microsoft YaHei"/>
                <a:ea typeface="Microsoft YaHei"/>
                <a:cs typeface="Microsoft YaHei"/>
              </a:defRPr>
            </a:defPPr>
            <a:lvl1pPr>
              <a:defRPr sz="1200" b="0">
                <a:solidFill>
                  <a:srgbClr val="56677B"/>
                </a:solidFill>
                <a:latin typeface="Microsoft YaHei"/>
                <a:ea typeface="Microsoft YaHei"/>
                <a:cs typeface="Microsoft YaHei"/>
              </a:defRPr>
            </a:lvl1pPr>
            <a:lvl2pPr>
              <a:defRPr sz="1200" b="0">
                <a:solidFill>
                  <a:srgbClr val="56677B"/>
                </a:solidFill>
                <a:latin typeface="Microsoft YaHei"/>
                <a:ea typeface="Microsoft YaHei"/>
                <a:cs typeface="Microsoft YaHei"/>
              </a:defRPr>
            </a:lvl2pPr>
            <a:lvl3pPr>
              <a:defRPr sz="1200" b="0">
                <a:solidFill>
                  <a:srgbClr val="56677B"/>
                </a:solidFill>
                <a:latin typeface="Microsoft YaHei"/>
                <a:ea typeface="Microsoft YaHei"/>
                <a:cs typeface="Microsoft YaHei"/>
              </a:defRPr>
            </a:lvl3pPr>
            <a:lvl4pPr>
              <a:defRPr sz="1200" b="0">
                <a:solidFill>
                  <a:srgbClr val="56677B"/>
                </a:solidFill>
                <a:latin typeface="Microsoft YaHei"/>
                <a:ea typeface="Microsoft YaHei"/>
                <a:cs typeface="Microsoft YaHei"/>
              </a:defRPr>
            </a:lvl4pPr>
            <a:lvl5pPr>
              <a:defRPr sz="1200" b="0">
                <a:solidFill>
                  <a:srgbClr val="56677B"/>
                </a:solidFill>
                <a:latin typeface="Microsoft YaHei"/>
                <a:ea typeface="Microsoft YaHei"/>
                <a:cs typeface="Microsoft YaHei"/>
              </a:defRPr>
            </a:lvl5pPr>
            <a:lvl6pPr>
              <a:defRPr sz="1200" b="0">
                <a:solidFill>
                  <a:srgbClr val="56677B"/>
                </a:solidFill>
                <a:latin typeface="Microsoft YaHei"/>
                <a:ea typeface="Microsoft YaHei"/>
                <a:cs typeface="Microsoft YaHei"/>
              </a:defRPr>
            </a:lvl6pPr>
            <a:lvl7pPr>
              <a:defRPr sz="1200" b="0">
                <a:solidFill>
                  <a:srgbClr val="56677B"/>
                </a:solidFill>
                <a:latin typeface="Microsoft YaHei"/>
                <a:ea typeface="Microsoft YaHei"/>
                <a:cs typeface="Microsoft YaHei"/>
              </a:defRPr>
            </a:lvl7pPr>
            <a:lvl8pPr>
              <a:defRPr sz="1200" b="0">
                <a:solidFill>
                  <a:srgbClr val="56677B"/>
                </a:solidFill>
                <a:latin typeface="Microsoft YaHei"/>
                <a:ea typeface="Microsoft YaHei"/>
                <a:cs typeface="Microsoft YaHei"/>
              </a:defRPr>
            </a:lvl8pPr>
            <a:lvl9pPr>
              <a:defRPr sz="1200" b="0">
                <a:solidFill>
                  <a:srgbClr val="56677B"/>
                </a:solidFill>
                <a:latin typeface="Microsoft YaHei"/>
                <a:ea typeface="Microsoft YaHei"/>
                <a:cs typeface="Microsoft YaHei"/>
              </a:defRPr>
            </a:lvl9pPr>
          </a:lstStyle>
          <a:p xmlns:a="http://schemas.openxmlformats.org/drawingml/2006/main">
            <a:pPr>
              <a:buNone/>
              <a:defRPr sz="1200" b="0">
                <a:solidFill>
                  <a:srgbClr val="56677B"/>
                </a:solidFill>
                <a:latin typeface="Microsoft YaHei"/>
                <a:ea typeface="Microsoft YaHei"/>
                <a:cs typeface="Microsoft YaHei"/>
              </a:defRPr>
            </a:pPr>
            <a:r>
              <a:rPr sz="1200" b="0">
                <a:solidFill>
                  <a:srgbClr val="56677B"/>
                </a:solidFill>
                <a:latin typeface="Microsoft YaHei"/>
                <a:ea typeface="Microsoft YaHei"/>
                <a:cs typeface="Microsoft YaHei"/>
              </a:rPr>
              <a:t>Pi 源码精通路线   /   test-faux   /   3     基线 136b87e8a · 源码与参考答案见讲者备注</a:t>
            </a:r>
          </a:p>
        </p:txBody>
      </p:sp>
    </p:spTree>
    <p:extLst>
      <p:ext uri="{BB962C8B-B14F-4D97-AF65-F5344CB8AC3E}">
        <p14:creationId xmlns:p14="http://schemas.microsoft.com/office/powerpoint/2010/main" val="299572652"/>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0" name="eyebrow">
            <a:extLst xmlns:a="http://schemas.openxmlformats.org/drawingml/2006/main">
              <a:ext uri="{FF2B5EF4-FFF2-40B4-BE49-F238E27FC236}">
                <a16:creationId xmlns:a16="http://schemas.microsoft.com/office/drawing/2014/main" id="{D1185A8D-498A-461D-A454-1E35BBC12242}"/>
              </a:ext>
            </a:extLst>
          </p:cNvPr>
          <p:cNvSpPr>
            <a:spLocks xmlns:a="http://schemas.openxmlformats.org/drawingml/2006/main" noGrp="1"/>
          </p:cNvSpPr>
          <p:nvPr/>
        </p:nvSpPr>
        <p:spPr>
          <a:xfrm xmlns:a="http://schemas.openxmlformats.org/drawingml/2006/main">
            <a:off x="609600" y="3048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B6A64"/>
                </a:solidFill>
                <a:latin typeface="Microsoft YaHei"/>
                <a:ea typeface="Microsoft YaHei"/>
                <a:cs typeface="Microsoft YaHei"/>
              </a:defRPr>
            </a:defPPr>
            <a:lvl1pPr>
              <a:defRPr sz="1500" b="1">
                <a:solidFill>
                  <a:srgbClr val="0B6A64"/>
                </a:solidFill>
                <a:latin typeface="Microsoft YaHei"/>
                <a:ea typeface="Microsoft YaHei"/>
                <a:cs typeface="Microsoft YaHei"/>
              </a:defRPr>
            </a:lvl1pPr>
            <a:lvl2pPr>
              <a:defRPr sz="1500" b="1">
                <a:solidFill>
                  <a:srgbClr val="0B6A64"/>
                </a:solidFill>
                <a:latin typeface="Microsoft YaHei"/>
                <a:ea typeface="Microsoft YaHei"/>
                <a:cs typeface="Microsoft YaHei"/>
              </a:defRPr>
            </a:lvl2pPr>
            <a:lvl3pPr>
              <a:defRPr sz="1500" b="1">
                <a:solidFill>
                  <a:srgbClr val="0B6A64"/>
                </a:solidFill>
                <a:latin typeface="Microsoft YaHei"/>
                <a:ea typeface="Microsoft YaHei"/>
                <a:cs typeface="Microsoft YaHei"/>
              </a:defRPr>
            </a:lvl3pPr>
            <a:lvl4pPr>
              <a:defRPr sz="1500" b="1">
                <a:solidFill>
                  <a:srgbClr val="0B6A64"/>
                </a:solidFill>
                <a:latin typeface="Microsoft YaHei"/>
                <a:ea typeface="Microsoft YaHei"/>
                <a:cs typeface="Microsoft YaHei"/>
              </a:defRPr>
            </a:lvl4pPr>
            <a:lvl5pPr>
              <a:defRPr sz="1500" b="1">
                <a:solidFill>
                  <a:srgbClr val="0B6A64"/>
                </a:solidFill>
                <a:latin typeface="Microsoft YaHei"/>
                <a:ea typeface="Microsoft YaHei"/>
                <a:cs typeface="Microsoft YaHei"/>
              </a:defRPr>
            </a:lvl5pPr>
            <a:lvl6pPr>
              <a:defRPr sz="1500" b="1">
                <a:solidFill>
                  <a:srgbClr val="0B6A64"/>
                </a:solidFill>
                <a:latin typeface="Microsoft YaHei"/>
                <a:ea typeface="Microsoft YaHei"/>
                <a:cs typeface="Microsoft YaHei"/>
              </a:defRPr>
            </a:lvl6pPr>
            <a:lvl7pPr>
              <a:defRPr sz="1500" b="1">
                <a:solidFill>
                  <a:srgbClr val="0B6A64"/>
                </a:solidFill>
                <a:latin typeface="Microsoft YaHei"/>
                <a:ea typeface="Microsoft YaHei"/>
                <a:cs typeface="Microsoft YaHei"/>
              </a:defRPr>
            </a:lvl7pPr>
            <a:lvl8pPr>
              <a:defRPr sz="1500" b="1">
                <a:solidFill>
                  <a:srgbClr val="0B6A64"/>
                </a:solidFill>
                <a:latin typeface="Microsoft YaHei"/>
                <a:ea typeface="Microsoft YaHei"/>
                <a:cs typeface="Microsoft YaHei"/>
              </a:defRPr>
            </a:lvl8pPr>
            <a:lvl9pPr>
              <a:defRPr sz="1500" b="1">
                <a:solidFill>
                  <a:srgbClr val="0B6A64"/>
                </a:solidFill>
                <a:latin typeface="Microsoft YaHei"/>
                <a:ea typeface="Microsoft YaHei"/>
                <a:cs typeface="Microsoft YaHei"/>
              </a:defRPr>
            </a:lvl9pPr>
          </a:lstStyle>
          <a:p xmlns:a="http://schemas.openxmlformats.org/drawingml/2006/main">
            <a:pPr>
              <a:buNone/>
              <a:defRPr sz="1500" b="1">
                <a:solidFill>
                  <a:srgbClr val="0B6A64"/>
                </a:solidFill>
                <a:latin typeface="Microsoft YaHei"/>
                <a:ea typeface="Microsoft YaHei"/>
                <a:cs typeface="Microsoft YaHei"/>
              </a:defRPr>
            </a:pPr>
            <a:r>
              <a:rPr sz="1500" b="1">
                <a:solidFill>
                  <a:srgbClr val="0B6A64"/>
                </a:solidFill>
                <a:latin typeface="Microsoft YaHei"/>
                <a:ea typeface="Microsoft YaHei"/>
                <a:cs typeface="Microsoft YaHei"/>
              </a:rPr>
              <a:t>07 测试与排错   /   场景与职责</a:t>
            </a:r>
          </a:p>
        </p:txBody>
      </p:sp>
      <p:sp>
        <p:nvSpPr>
          <p:cNvPr id="2" name="title">
            <a:extLst xmlns:a="http://schemas.openxmlformats.org/drawingml/2006/main">
              <a:ext uri="{FF2B5EF4-FFF2-40B4-BE49-F238E27FC236}">
                <a16:creationId xmlns:a16="http://schemas.microsoft.com/office/drawing/2014/main" id="{F4FB554A-BC8A-4BB8-B729-8C8C9D401FF0}"/>
              </a:ext>
            </a:extLst>
          </p:cNvPr>
          <p:cNvSpPr>
            <a:spLocks xmlns:a="http://schemas.openxmlformats.org/drawingml/2006/main" noGrp="1"/>
          </p:cNvSpPr>
          <p:nvPr/>
        </p:nvSpPr>
        <p:spPr>
          <a:xfrm xmlns:a="http://schemas.openxmlformats.org/drawingml/2006/main">
            <a:off x="609600" y="86677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333"/>
                </a:solidFill>
                <a:latin typeface="Microsoft YaHei"/>
                <a:ea typeface="Microsoft YaHei"/>
                <a:cs typeface="Microsoft YaHei"/>
              </a:defRPr>
            </a:defPPr>
            <a:lvl1pPr>
              <a:defRPr sz="3300" b="1">
                <a:solidFill>
                  <a:srgbClr val="162333"/>
                </a:solidFill>
                <a:latin typeface="Microsoft YaHei"/>
                <a:ea typeface="Microsoft YaHei"/>
                <a:cs typeface="Microsoft YaHei"/>
              </a:defRPr>
            </a:lvl1pPr>
            <a:lvl2pPr>
              <a:defRPr sz="3300" b="1">
                <a:solidFill>
                  <a:srgbClr val="162333"/>
                </a:solidFill>
                <a:latin typeface="Microsoft YaHei"/>
                <a:ea typeface="Microsoft YaHei"/>
                <a:cs typeface="Microsoft YaHei"/>
              </a:defRPr>
            </a:lvl2pPr>
            <a:lvl3pPr>
              <a:defRPr sz="3300" b="1">
                <a:solidFill>
                  <a:srgbClr val="162333"/>
                </a:solidFill>
                <a:latin typeface="Microsoft YaHei"/>
                <a:ea typeface="Microsoft YaHei"/>
                <a:cs typeface="Microsoft YaHei"/>
              </a:defRPr>
            </a:lvl3pPr>
            <a:lvl4pPr>
              <a:defRPr sz="3300" b="1">
                <a:solidFill>
                  <a:srgbClr val="162333"/>
                </a:solidFill>
                <a:latin typeface="Microsoft YaHei"/>
                <a:ea typeface="Microsoft YaHei"/>
                <a:cs typeface="Microsoft YaHei"/>
              </a:defRPr>
            </a:lvl4pPr>
            <a:lvl5pPr>
              <a:defRPr sz="3300" b="1">
                <a:solidFill>
                  <a:srgbClr val="162333"/>
                </a:solidFill>
                <a:latin typeface="Microsoft YaHei"/>
                <a:ea typeface="Microsoft YaHei"/>
                <a:cs typeface="Microsoft YaHei"/>
              </a:defRPr>
            </a:lvl5pPr>
            <a:lvl6pPr>
              <a:defRPr sz="3300" b="1">
                <a:solidFill>
                  <a:srgbClr val="162333"/>
                </a:solidFill>
                <a:latin typeface="Microsoft YaHei"/>
                <a:ea typeface="Microsoft YaHei"/>
                <a:cs typeface="Microsoft YaHei"/>
              </a:defRPr>
            </a:lvl6pPr>
            <a:lvl7pPr>
              <a:defRPr sz="3300" b="1">
                <a:solidFill>
                  <a:srgbClr val="162333"/>
                </a:solidFill>
                <a:latin typeface="Microsoft YaHei"/>
                <a:ea typeface="Microsoft YaHei"/>
                <a:cs typeface="Microsoft YaHei"/>
              </a:defRPr>
            </a:lvl7pPr>
            <a:lvl8pPr>
              <a:defRPr sz="3300" b="1">
                <a:solidFill>
                  <a:srgbClr val="162333"/>
                </a:solidFill>
                <a:latin typeface="Microsoft YaHei"/>
                <a:ea typeface="Microsoft YaHei"/>
                <a:cs typeface="Microsoft YaHei"/>
              </a:defRPr>
            </a:lvl8pPr>
            <a:lvl9pPr>
              <a:defRPr sz="3300" b="1">
                <a:solidFill>
                  <a:srgbClr val="162333"/>
                </a:solidFill>
                <a:latin typeface="Microsoft YaHei"/>
                <a:ea typeface="Microsoft YaHei"/>
                <a:cs typeface="Microsoft YaHei"/>
              </a:defRPr>
            </a:lvl9pPr>
          </a:lstStyle>
          <a:p xmlns:a="http://schemas.openxmlformats.org/drawingml/2006/main">
            <a:pPr>
              <a:buNone/>
              <a:defRPr sz="3300" b="1">
                <a:solidFill>
                  <a:srgbClr val="162333"/>
                </a:solidFill>
                <a:latin typeface="Microsoft YaHei"/>
                <a:ea typeface="Microsoft YaHei"/>
                <a:cs typeface="Microsoft YaHei"/>
              </a:defRPr>
            </a:pPr>
            <a:r>
              <a:rPr sz="3300" b="1">
                <a:solidFill>
                  <a:srgbClr val="162333"/>
                </a:solidFill>
                <a:latin typeface="Microsoft YaHei"/>
                <a:ea typeface="Microsoft YaHei"/>
                <a:cs typeface="Microsoft YaHei"/>
              </a:rPr>
              <a:t>日志、Span、事件与性能定位</a:t>
            </a:r>
          </a:p>
        </p:txBody>
      </p:sp>
      <p:sp>
        <p:nvSpPr>
          <p:cNvPr id="3" name="scenario">
            <a:extLst xmlns:a="http://schemas.openxmlformats.org/drawingml/2006/main">
              <a:ext uri="{FF2B5EF4-FFF2-40B4-BE49-F238E27FC236}">
                <a16:creationId xmlns:a16="http://schemas.microsoft.com/office/drawing/2014/main" id="{F1CA2E43-3765-4A90-928C-5EDA02AC11D3}"/>
              </a:ext>
            </a:extLst>
          </p:cNvPr>
          <p:cNvSpPr>
            <a:spLocks xmlns:a="http://schemas.openxmlformats.org/drawingml/2006/main" noGrp="1"/>
          </p:cNvSpPr>
          <p:nvPr/>
        </p:nvSpPr>
        <p:spPr>
          <a:xfrm xmlns:a="http://schemas.openxmlformats.org/drawingml/2006/main">
            <a:off x="609600" y="1943100"/>
            <a:ext cx="10934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44B60"/>
                </a:solidFill>
                <a:latin typeface="Microsoft YaHei"/>
                <a:ea typeface="Microsoft YaHei"/>
                <a:cs typeface="Microsoft YaHei"/>
              </a:defRPr>
            </a:defPPr>
            <a:lvl1pPr>
              <a:defRPr sz="2100" b="0">
                <a:solidFill>
                  <a:srgbClr val="344B60"/>
                </a:solidFill>
                <a:latin typeface="Microsoft YaHei"/>
                <a:ea typeface="Microsoft YaHei"/>
                <a:cs typeface="Microsoft YaHei"/>
              </a:defRPr>
            </a:lvl1pPr>
            <a:lvl2pPr>
              <a:defRPr sz="2100" b="0">
                <a:solidFill>
                  <a:srgbClr val="344B60"/>
                </a:solidFill>
                <a:latin typeface="Microsoft YaHei"/>
                <a:ea typeface="Microsoft YaHei"/>
                <a:cs typeface="Microsoft YaHei"/>
              </a:defRPr>
            </a:lvl2pPr>
            <a:lvl3pPr>
              <a:defRPr sz="2100" b="0">
                <a:solidFill>
                  <a:srgbClr val="344B60"/>
                </a:solidFill>
                <a:latin typeface="Microsoft YaHei"/>
                <a:ea typeface="Microsoft YaHei"/>
                <a:cs typeface="Microsoft YaHei"/>
              </a:defRPr>
            </a:lvl3pPr>
            <a:lvl4pPr>
              <a:defRPr sz="2100" b="0">
                <a:solidFill>
                  <a:srgbClr val="344B60"/>
                </a:solidFill>
                <a:latin typeface="Microsoft YaHei"/>
                <a:ea typeface="Microsoft YaHei"/>
                <a:cs typeface="Microsoft YaHei"/>
              </a:defRPr>
            </a:lvl4pPr>
            <a:lvl5pPr>
              <a:defRPr sz="2100" b="0">
                <a:solidFill>
                  <a:srgbClr val="344B60"/>
                </a:solidFill>
                <a:latin typeface="Microsoft YaHei"/>
                <a:ea typeface="Microsoft YaHei"/>
                <a:cs typeface="Microsoft YaHei"/>
              </a:defRPr>
            </a:lvl5pPr>
            <a:lvl6pPr>
              <a:defRPr sz="2100" b="0">
                <a:solidFill>
                  <a:srgbClr val="344B60"/>
                </a:solidFill>
                <a:latin typeface="Microsoft YaHei"/>
                <a:ea typeface="Microsoft YaHei"/>
                <a:cs typeface="Microsoft YaHei"/>
              </a:defRPr>
            </a:lvl6pPr>
            <a:lvl7pPr>
              <a:defRPr sz="2100" b="0">
                <a:solidFill>
                  <a:srgbClr val="344B60"/>
                </a:solidFill>
                <a:latin typeface="Microsoft YaHei"/>
                <a:ea typeface="Microsoft YaHei"/>
                <a:cs typeface="Microsoft YaHei"/>
              </a:defRPr>
            </a:lvl7pPr>
            <a:lvl8pPr>
              <a:defRPr sz="2100" b="0">
                <a:solidFill>
                  <a:srgbClr val="344B60"/>
                </a:solidFill>
                <a:latin typeface="Microsoft YaHei"/>
                <a:ea typeface="Microsoft YaHei"/>
                <a:cs typeface="Microsoft YaHei"/>
              </a:defRPr>
            </a:lvl8pPr>
            <a:lvl9pPr>
              <a:defRPr sz="2100" b="0">
                <a:solidFill>
                  <a:srgbClr val="344B60"/>
                </a:solidFill>
                <a:latin typeface="Microsoft YaHei"/>
                <a:ea typeface="Microsoft YaHei"/>
                <a:cs typeface="Microsoft YaHei"/>
              </a:defRPr>
            </a:lvl9pPr>
          </a:lstStyle>
          <a:p xmlns:a="http://schemas.openxmlformats.org/drawingml/2006/main">
            <a:pPr>
              <a:buNone/>
              <a:defRPr sz="2100" b="0">
                <a:solidFill>
                  <a:srgbClr val="344B60"/>
                </a:solidFill>
                <a:latin typeface="Microsoft YaHei"/>
                <a:ea typeface="Microsoft YaHei"/>
                <a:cs typeface="Microsoft YaHei"/>
              </a:defRPr>
            </a:pPr>
            <a:r>
              <a:rPr sz="2100" b="0">
                <a:solidFill>
                  <a:srgbClr val="344B60"/>
                </a:solidFill>
                <a:latin typeface="Microsoft YaHei"/>
                <a:ea typeface="Microsoft YaHei"/>
                <a:cs typeface="Microsoft YaHei"/>
              </a:rPr>
              <a:t>请求变慢或失败，但需要知道耗时发生在哪一层。</a:t>
            </a:r>
          </a:p>
        </p:txBody>
      </p:sp>
      <p:sp>
        <p:nvSpPr>
          <p:cNvPr id="4" name="section">
            <a:extLst xmlns:a="http://schemas.openxmlformats.org/drawingml/2006/main">
              <a:ext uri="{FF2B5EF4-FFF2-40B4-BE49-F238E27FC236}">
                <a16:creationId xmlns:a16="http://schemas.microsoft.com/office/drawing/2014/main" id="{0A6F420E-EF19-4F11-8F28-6F4F83DE4761}"/>
              </a:ext>
            </a:extLst>
          </p:cNvPr>
          <p:cNvSpPr>
            <a:spLocks xmlns:a="http://schemas.openxmlformats.org/drawingml/2006/main" noGrp="1"/>
          </p:cNvSpPr>
          <p:nvPr/>
        </p:nvSpPr>
        <p:spPr>
          <a:xfrm xmlns:a="http://schemas.openxmlformats.org/drawingml/2006/main">
            <a:off x="609600" y="2914650"/>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各层负责什么</a:t>
            </a:r>
          </a:p>
        </p:txBody>
      </p:sp>
      <p:sp>
        <p:nvSpPr>
          <p:cNvPr id="5" name="responsibility-0">
            <a:extLst xmlns:a="http://schemas.openxmlformats.org/drawingml/2006/main">
              <a:ext uri="{FF2B5EF4-FFF2-40B4-BE49-F238E27FC236}">
                <a16:creationId xmlns:a16="http://schemas.microsoft.com/office/drawing/2014/main" id="{7B638363-A71F-4515-8366-54B4EB7632A2}"/>
              </a:ext>
            </a:extLst>
          </p:cNvPr>
          <p:cNvSpPr>
            <a:spLocks xmlns:a="http://schemas.openxmlformats.org/drawingml/2006/main" noGrp="1"/>
          </p:cNvSpPr>
          <p:nvPr/>
        </p:nvSpPr>
        <p:spPr>
          <a:xfrm xmlns:a="http://schemas.openxmlformats.org/drawingml/2006/main">
            <a:off x="609600" y="34385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1. 诊断、错误记录与问题报告</a:t>
            </a:r>
          </a:p>
        </p:txBody>
      </p:sp>
      <p:sp>
        <p:nvSpPr>
          <p:cNvPr id="6" name="responsibility-1">
            <a:extLst xmlns:a="http://schemas.openxmlformats.org/drawingml/2006/main">
              <a:ext uri="{FF2B5EF4-FFF2-40B4-BE49-F238E27FC236}">
                <a16:creationId xmlns:a16="http://schemas.microsoft.com/office/drawing/2014/main" id="{A0132A13-2410-48EC-B134-65C29B58F285}"/>
              </a:ext>
            </a:extLst>
          </p:cNvPr>
          <p:cNvSpPr>
            <a:spLocks xmlns:a="http://schemas.openxmlformats.org/drawingml/2006/main" noGrp="1"/>
          </p:cNvSpPr>
          <p:nvPr/>
        </p:nvSpPr>
        <p:spPr>
          <a:xfrm xmlns:a="http://schemas.openxmlformats.org/drawingml/2006/main">
            <a:off x="609600" y="38957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2. Span、事件与类型化 schema</a:t>
            </a:r>
          </a:p>
        </p:txBody>
      </p:sp>
      <p:sp>
        <p:nvSpPr>
          <p:cNvPr id="7" name="responsibility-2">
            <a:extLst xmlns:a="http://schemas.openxmlformats.org/drawingml/2006/main">
              <a:ext uri="{FF2B5EF4-FFF2-40B4-BE49-F238E27FC236}">
                <a16:creationId xmlns:a16="http://schemas.microsoft.com/office/drawing/2014/main" id="{CA167C7D-BA11-4FCE-897F-4A3729FD9405}"/>
              </a:ext>
            </a:extLst>
          </p:cNvPr>
          <p:cNvSpPr>
            <a:spLocks xmlns:a="http://schemas.openxmlformats.org/drawingml/2006/main" noGrp="1"/>
          </p:cNvSpPr>
          <p:nvPr/>
        </p:nvSpPr>
        <p:spPr>
          <a:xfrm xmlns:a="http://schemas.openxmlformats.org/drawingml/2006/main">
            <a:off x="609600" y="43529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3. 空操作与内存参考实现</a:t>
            </a:r>
          </a:p>
        </p:txBody>
      </p:sp>
      <p:sp>
        <p:nvSpPr>
          <p:cNvPr id="8" name="responsibility-3">
            <a:extLst xmlns:a="http://schemas.openxmlformats.org/drawingml/2006/main">
              <a:ext uri="{FF2B5EF4-FFF2-40B4-BE49-F238E27FC236}">
                <a16:creationId xmlns:a16="http://schemas.microsoft.com/office/drawing/2014/main" id="{F1391024-11CB-45ED-B528-6DFD8B845F8D}"/>
              </a:ext>
            </a:extLst>
          </p:cNvPr>
          <p:cNvSpPr>
            <a:spLocks xmlns:a="http://schemas.openxmlformats.org/drawingml/2006/main" noGrp="1"/>
          </p:cNvSpPr>
          <p:nvPr/>
        </p:nvSpPr>
        <p:spPr>
          <a:xfrm xmlns:a="http://schemas.openxmlformats.org/drawingml/2006/main">
            <a:off x="609600" y="48101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4. 遥测适配器一致性验证</a:t>
            </a:r>
          </a:p>
        </p:txBody>
      </p:sp>
      <p:sp>
        <p:nvSpPr>
          <p:cNvPr id="9" name="footer">
            <a:extLst xmlns:a="http://schemas.openxmlformats.org/drawingml/2006/main">
              <a:ext uri="{FF2B5EF4-FFF2-40B4-BE49-F238E27FC236}">
                <a16:creationId xmlns:a16="http://schemas.microsoft.com/office/drawing/2014/main" id="{9330559E-017A-4CE5-B05F-61ECF23D344C}"/>
              </a:ext>
            </a:extLst>
          </p:cNvPr>
          <p:cNvSpPr>
            <a:spLocks xmlns:a="http://schemas.openxmlformats.org/drawingml/2006/main" noGrp="1"/>
          </p:cNvSpPr>
          <p:nvPr/>
        </p:nvSpPr>
        <p:spPr>
          <a:xfrm xmlns:a="http://schemas.openxmlformats.org/drawingml/2006/main">
            <a:off x="609600" y="6372225"/>
            <a:ext cx="1093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677B"/>
                </a:solidFill>
                <a:latin typeface="Microsoft YaHei"/>
                <a:ea typeface="Microsoft YaHei"/>
                <a:cs typeface="Microsoft YaHei"/>
              </a:defRPr>
            </a:defPPr>
            <a:lvl1pPr>
              <a:defRPr sz="1200" b="0">
                <a:solidFill>
                  <a:srgbClr val="56677B"/>
                </a:solidFill>
                <a:latin typeface="Microsoft YaHei"/>
                <a:ea typeface="Microsoft YaHei"/>
                <a:cs typeface="Microsoft YaHei"/>
              </a:defRPr>
            </a:lvl1pPr>
            <a:lvl2pPr>
              <a:defRPr sz="1200" b="0">
                <a:solidFill>
                  <a:srgbClr val="56677B"/>
                </a:solidFill>
                <a:latin typeface="Microsoft YaHei"/>
                <a:ea typeface="Microsoft YaHei"/>
                <a:cs typeface="Microsoft YaHei"/>
              </a:defRPr>
            </a:lvl2pPr>
            <a:lvl3pPr>
              <a:defRPr sz="1200" b="0">
                <a:solidFill>
                  <a:srgbClr val="56677B"/>
                </a:solidFill>
                <a:latin typeface="Microsoft YaHei"/>
                <a:ea typeface="Microsoft YaHei"/>
                <a:cs typeface="Microsoft YaHei"/>
              </a:defRPr>
            </a:lvl3pPr>
            <a:lvl4pPr>
              <a:defRPr sz="1200" b="0">
                <a:solidFill>
                  <a:srgbClr val="56677B"/>
                </a:solidFill>
                <a:latin typeface="Microsoft YaHei"/>
                <a:ea typeface="Microsoft YaHei"/>
                <a:cs typeface="Microsoft YaHei"/>
              </a:defRPr>
            </a:lvl4pPr>
            <a:lvl5pPr>
              <a:defRPr sz="1200" b="0">
                <a:solidFill>
                  <a:srgbClr val="56677B"/>
                </a:solidFill>
                <a:latin typeface="Microsoft YaHei"/>
                <a:ea typeface="Microsoft YaHei"/>
                <a:cs typeface="Microsoft YaHei"/>
              </a:defRPr>
            </a:lvl5pPr>
            <a:lvl6pPr>
              <a:defRPr sz="1200" b="0">
                <a:solidFill>
                  <a:srgbClr val="56677B"/>
                </a:solidFill>
                <a:latin typeface="Microsoft YaHei"/>
                <a:ea typeface="Microsoft YaHei"/>
                <a:cs typeface="Microsoft YaHei"/>
              </a:defRPr>
            </a:lvl6pPr>
            <a:lvl7pPr>
              <a:defRPr sz="1200" b="0">
                <a:solidFill>
                  <a:srgbClr val="56677B"/>
                </a:solidFill>
                <a:latin typeface="Microsoft YaHei"/>
                <a:ea typeface="Microsoft YaHei"/>
                <a:cs typeface="Microsoft YaHei"/>
              </a:defRPr>
            </a:lvl7pPr>
            <a:lvl8pPr>
              <a:defRPr sz="1200" b="0">
                <a:solidFill>
                  <a:srgbClr val="56677B"/>
                </a:solidFill>
                <a:latin typeface="Microsoft YaHei"/>
                <a:ea typeface="Microsoft YaHei"/>
                <a:cs typeface="Microsoft YaHei"/>
              </a:defRPr>
            </a:lvl8pPr>
            <a:lvl9pPr>
              <a:defRPr sz="1200" b="0">
                <a:solidFill>
                  <a:srgbClr val="56677B"/>
                </a:solidFill>
                <a:latin typeface="Microsoft YaHei"/>
                <a:ea typeface="Microsoft YaHei"/>
                <a:cs typeface="Microsoft YaHei"/>
              </a:defRPr>
            </a:lvl9pPr>
          </a:lstStyle>
          <a:p xmlns:a="http://schemas.openxmlformats.org/drawingml/2006/main">
            <a:pPr>
              <a:buNone/>
              <a:defRPr sz="1200" b="0">
                <a:solidFill>
                  <a:srgbClr val="56677B"/>
                </a:solidFill>
                <a:latin typeface="Microsoft YaHei"/>
                <a:ea typeface="Microsoft YaHei"/>
                <a:cs typeface="Microsoft YaHei"/>
              </a:defRPr>
            </a:pPr>
            <a:r>
              <a:rPr sz="1200" b="0">
                <a:solidFill>
                  <a:srgbClr val="56677B"/>
                </a:solidFill>
                <a:latin typeface="Microsoft YaHei"/>
                <a:ea typeface="Microsoft YaHei"/>
                <a:cs typeface="Microsoft YaHei"/>
              </a:rPr>
              <a:t>Pi 源码精通路线   /   telemetry-diagnostics   /   1     基线 136b87e8a · 源码与参考答案见讲者备注</a:t>
            </a:r>
          </a:p>
        </p:txBody>
      </p:sp>
    </p:spTree>
    <p:extLst>
      <p:ext uri="{BB962C8B-B14F-4D97-AF65-F5344CB8AC3E}">
        <p14:creationId xmlns:p14="http://schemas.microsoft.com/office/powerpoint/2010/main" val="1991217225"/>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eyebrow">
            <a:extLst xmlns:a="http://schemas.openxmlformats.org/drawingml/2006/main">
              <a:ext uri="{FF2B5EF4-FFF2-40B4-BE49-F238E27FC236}">
                <a16:creationId xmlns:a16="http://schemas.microsoft.com/office/drawing/2014/main" id="{D77EA4E2-C83E-4D05-A9AA-2F07235DC06A}"/>
              </a:ext>
            </a:extLst>
          </p:cNvPr>
          <p:cNvSpPr>
            <a:spLocks xmlns:a="http://schemas.openxmlformats.org/drawingml/2006/main" noGrp="1"/>
          </p:cNvSpPr>
          <p:nvPr/>
        </p:nvSpPr>
        <p:spPr>
          <a:xfrm xmlns:a="http://schemas.openxmlformats.org/drawingml/2006/main">
            <a:off x="609600" y="3048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B6A64"/>
                </a:solidFill>
                <a:latin typeface="Microsoft YaHei"/>
                <a:ea typeface="Microsoft YaHei"/>
                <a:cs typeface="Microsoft YaHei"/>
              </a:defRPr>
            </a:defPPr>
            <a:lvl1pPr>
              <a:defRPr sz="1500" b="1">
                <a:solidFill>
                  <a:srgbClr val="0B6A64"/>
                </a:solidFill>
                <a:latin typeface="Microsoft YaHei"/>
                <a:ea typeface="Microsoft YaHei"/>
                <a:cs typeface="Microsoft YaHei"/>
              </a:defRPr>
            </a:lvl1pPr>
            <a:lvl2pPr>
              <a:defRPr sz="1500" b="1">
                <a:solidFill>
                  <a:srgbClr val="0B6A64"/>
                </a:solidFill>
                <a:latin typeface="Microsoft YaHei"/>
                <a:ea typeface="Microsoft YaHei"/>
                <a:cs typeface="Microsoft YaHei"/>
              </a:defRPr>
            </a:lvl2pPr>
            <a:lvl3pPr>
              <a:defRPr sz="1500" b="1">
                <a:solidFill>
                  <a:srgbClr val="0B6A64"/>
                </a:solidFill>
                <a:latin typeface="Microsoft YaHei"/>
                <a:ea typeface="Microsoft YaHei"/>
                <a:cs typeface="Microsoft YaHei"/>
              </a:defRPr>
            </a:lvl3pPr>
            <a:lvl4pPr>
              <a:defRPr sz="1500" b="1">
                <a:solidFill>
                  <a:srgbClr val="0B6A64"/>
                </a:solidFill>
                <a:latin typeface="Microsoft YaHei"/>
                <a:ea typeface="Microsoft YaHei"/>
                <a:cs typeface="Microsoft YaHei"/>
              </a:defRPr>
            </a:lvl4pPr>
            <a:lvl5pPr>
              <a:defRPr sz="1500" b="1">
                <a:solidFill>
                  <a:srgbClr val="0B6A64"/>
                </a:solidFill>
                <a:latin typeface="Microsoft YaHei"/>
                <a:ea typeface="Microsoft YaHei"/>
                <a:cs typeface="Microsoft YaHei"/>
              </a:defRPr>
            </a:lvl5pPr>
            <a:lvl6pPr>
              <a:defRPr sz="1500" b="1">
                <a:solidFill>
                  <a:srgbClr val="0B6A64"/>
                </a:solidFill>
                <a:latin typeface="Microsoft YaHei"/>
                <a:ea typeface="Microsoft YaHei"/>
                <a:cs typeface="Microsoft YaHei"/>
              </a:defRPr>
            </a:lvl6pPr>
            <a:lvl7pPr>
              <a:defRPr sz="1500" b="1">
                <a:solidFill>
                  <a:srgbClr val="0B6A64"/>
                </a:solidFill>
                <a:latin typeface="Microsoft YaHei"/>
                <a:ea typeface="Microsoft YaHei"/>
                <a:cs typeface="Microsoft YaHei"/>
              </a:defRPr>
            </a:lvl7pPr>
            <a:lvl8pPr>
              <a:defRPr sz="1500" b="1">
                <a:solidFill>
                  <a:srgbClr val="0B6A64"/>
                </a:solidFill>
                <a:latin typeface="Microsoft YaHei"/>
                <a:ea typeface="Microsoft YaHei"/>
                <a:cs typeface="Microsoft YaHei"/>
              </a:defRPr>
            </a:lvl8pPr>
            <a:lvl9pPr>
              <a:defRPr sz="1500" b="1">
                <a:solidFill>
                  <a:srgbClr val="0B6A64"/>
                </a:solidFill>
                <a:latin typeface="Microsoft YaHei"/>
                <a:ea typeface="Microsoft YaHei"/>
                <a:cs typeface="Microsoft YaHei"/>
              </a:defRPr>
            </a:lvl9pPr>
          </a:lstStyle>
          <a:p xmlns:a="http://schemas.openxmlformats.org/drawingml/2006/main">
            <a:pPr>
              <a:buNone/>
              <a:defRPr sz="1500" b="1">
                <a:solidFill>
                  <a:srgbClr val="0B6A64"/>
                </a:solidFill>
                <a:latin typeface="Microsoft YaHei"/>
                <a:ea typeface="Microsoft YaHei"/>
                <a:cs typeface="Microsoft YaHei"/>
              </a:defRPr>
            </a:pPr>
            <a:r>
              <a:rPr sz="1500" b="1">
                <a:solidFill>
                  <a:srgbClr val="0B6A64"/>
                </a:solidFill>
                <a:latin typeface="Microsoft YaHei"/>
                <a:ea typeface="Microsoft YaHei"/>
                <a:cs typeface="Microsoft YaHei"/>
              </a:rPr>
              <a:t>07 测试与排错   /   步骤与数据</a:t>
            </a:r>
          </a:p>
        </p:txBody>
      </p:sp>
      <p:sp>
        <p:nvSpPr>
          <p:cNvPr id="2" name="title">
            <a:extLst xmlns:a="http://schemas.openxmlformats.org/drawingml/2006/main">
              <a:ext uri="{FF2B5EF4-FFF2-40B4-BE49-F238E27FC236}">
                <a16:creationId xmlns:a16="http://schemas.microsoft.com/office/drawing/2014/main" id="{6BBADCAB-B2F0-4685-BA40-991478D7E13C}"/>
              </a:ext>
            </a:extLst>
          </p:cNvPr>
          <p:cNvSpPr>
            <a:spLocks xmlns:a="http://schemas.openxmlformats.org/drawingml/2006/main" noGrp="1"/>
          </p:cNvSpPr>
          <p:nvPr/>
        </p:nvSpPr>
        <p:spPr>
          <a:xfrm xmlns:a="http://schemas.openxmlformats.org/drawingml/2006/main">
            <a:off x="609600" y="86677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333"/>
                </a:solidFill>
                <a:latin typeface="Microsoft YaHei"/>
                <a:ea typeface="Microsoft YaHei"/>
                <a:cs typeface="Microsoft YaHei"/>
              </a:defRPr>
            </a:defPPr>
            <a:lvl1pPr>
              <a:defRPr sz="3300" b="1">
                <a:solidFill>
                  <a:srgbClr val="162333"/>
                </a:solidFill>
                <a:latin typeface="Microsoft YaHei"/>
                <a:ea typeface="Microsoft YaHei"/>
                <a:cs typeface="Microsoft YaHei"/>
              </a:defRPr>
            </a:lvl1pPr>
            <a:lvl2pPr>
              <a:defRPr sz="3300" b="1">
                <a:solidFill>
                  <a:srgbClr val="162333"/>
                </a:solidFill>
                <a:latin typeface="Microsoft YaHei"/>
                <a:ea typeface="Microsoft YaHei"/>
                <a:cs typeface="Microsoft YaHei"/>
              </a:defRPr>
            </a:lvl2pPr>
            <a:lvl3pPr>
              <a:defRPr sz="3300" b="1">
                <a:solidFill>
                  <a:srgbClr val="162333"/>
                </a:solidFill>
                <a:latin typeface="Microsoft YaHei"/>
                <a:ea typeface="Microsoft YaHei"/>
                <a:cs typeface="Microsoft YaHei"/>
              </a:defRPr>
            </a:lvl3pPr>
            <a:lvl4pPr>
              <a:defRPr sz="3300" b="1">
                <a:solidFill>
                  <a:srgbClr val="162333"/>
                </a:solidFill>
                <a:latin typeface="Microsoft YaHei"/>
                <a:ea typeface="Microsoft YaHei"/>
                <a:cs typeface="Microsoft YaHei"/>
              </a:defRPr>
            </a:lvl4pPr>
            <a:lvl5pPr>
              <a:defRPr sz="3300" b="1">
                <a:solidFill>
                  <a:srgbClr val="162333"/>
                </a:solidFill>
                <a:latin typeface="Microsoft YaHei"/>
                <a:ea typeface="Microsoft YaHei"/>
                <a:cs typeface="Microsoft YaHei"/>
              </a:defRPr>
            </a:lvl5pPr>
            <a:lvl6pPr>
              <a:defRPr sz="3300" b="1">
                <a:solidFill>
                  <a:srgbClr val="162333"/>
                </a:solidFill>
                <a:latin typeface="Microsoft YaHei"/>
                <a:ea typeface="Microsoft YaHei"/>
                <a:cs typeface="Microsoft YaHei"/>
              </a:defRPr>
            </a:lvl6pPr>
            <a:lvl7pPr>
              <a:defRPr sz="3300" b="1">
                <a:solidFill>
                  <a:srgbClr val="162333"/>
                </a:solidFill>
                <a:latin typeface="Microsoft YaHei"/>
                <a:ea typeface="Microsoft YaHei"/>
                <a:cs typeface="Microsoft YaHei"/>
              </a:defRPr>
            </a:lvl7pPr>
            <a:lvl8pPr>
              <a:defRPr sz="3300" b="1">
                <a:solidFill>
                  <a:srgbClr val="162333"/>
                </a:solidFill>
                <a:latin typeface="Microsoft YaHei"/>
                <a:ea typeface="Microsoft YaHei"/>
                <a:cs typeface="Microsoft YaHei"/>
              </a:defRPr>
            </a:lvl8pPr>
            <a:lvl9pPr>
              <a:defRPr sz="3300" b="1">
                <a:solidFill>
                  <a:srgbClr val="162333"/>
                </a:solidFill>
                <a:latin typeface="Microsoft YaHei"/>
                <a:ea typeface="Microsoft YaHei"/>
                <a:cs typeface="Microsoft YaHei"/>
              </a:defRPr>
            </a:lvl9pPr>
          </a:lstStyle>
          <a:p xmlns:a="http://schemas.openxmlformats.org/drawingml/2006/main">
            <a:pPr>
              <a:buNone/>
              <a:defRPr sz="3300" b="1">
                <a:solidFill>
                  <a:srgbClr val="162333"/>
                </a:solidFill>
                <a:latin typeface="Microsoft YaHei"/>
                <a:ea typeface="Microsoft YaHei"/>
                <a:cs typeface="Microsoft YaHei"/>
              </a:defRPr>
            </a:pPr>
            <a:r>
              <a:rPr sz="3300" b="1">
                <a:solidFill>
                  <a:srgbClr val="162333"/>
                </a:solidFill>
                <a:latin typeface="Microsoft YaHei"/>
                <a:ea typeface="Microsoft YaHei"/>
                <a:cs typeface="Microsoft YaHei"/>
              </a:rPr>
              <a:t>日志、Span、事件与性能定位</a:t>
            </a:r>
          </a:p>
        </p:txBody>
      </p:sp>
      <p:sp>
        <p:nvSpPr>
          <p:cNvPr id="3" name="step-0">
            <a:extLst xmlns:a="http://schemas.openxmlformats.org/drawingml/2006/main">
              <a:ext uri="{FF2B5EF4-FFF2-40B4-BE49-F238E27FC236}">
                <a16:creationId xmlns:a16="http://schemas.microsoft.com/office/drawing/2014/main" id="{ED54CD51-0753-4B31-8A5B-36F1D74AA4A2}"/>
              </a:ext>
            </a:extLst>
          </p:cNvPr>
          <p:cNvSpPr>
            <a:spLocks xmlns:a="http://schemas.openxmlformats.org/drawingml/2006/main" noGrp="1"/>
          </p:cNvSpPr>
          <p:nvPr/>
        </p:nvSpPr>
        <p:spPr>
          <a:xfrm xmlns:a="http://schemas.openxmlformats.org/drawingml/2006/main">
            <a:off x="609600" y="204787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1. 明确观测数据</a:t>
            </a:r>
          </a:p>
        </p:txBody>
      </p:sp>
      <p:sp>
        <p:nvSpPr>
          <p:cNvPr id="4" name="data-0">
            <a:extLst xmlns:a="http://schemas.openxmlformats.org/drawingml/2006/main">
              <a:ext uri="{FF2B5EF4-FFF2-40B4-BE49-F238E27FC236}">
                <a16:creationId xmlns:a16="http://schemas.microsoft.com/office/drawing/2014/main" id="{BA8690D3-8036-41AE-8DC4-26377E7A5A2E}"/>
              </a:ext>
            </a:extLst>
          </p:cNvPr>
          <p:cNvSpPr>
            <a:spLocks xmlns:a="http://schemas.openxmlformats.org/drawingml/2006/main" noGrp="1"/>
          </p:cNvSpPr>
          <p:nvPr/>
        </p:nvSpPr>
        <p:spPr>
          <a:xfrm xmlns:a="http://schemas.openxmlformats.org/drawingml/2006/main">
            <a:off x="838200" y="2409825"/>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输入：错误或耗时现象    输出：可定位的诊断记录</a:t>
            </a:r>
          </a:p>
        </p:txBody>
      </p:sp>
      <p:sp>
        <p:nvSpPr>
          <p:cNvPr id="5" name="step-1">
            <a:extLst xmlns:a="http://schemas.openxmlformats.org/drawingml/2006/main">
              <a:ext uri="{FF2B5EF4-FFF2-40B4-BE49-F238E27FC236}">
                <a16:creationId xmlns:a16="http://schemas.microsoft.com/office/drawing/2014/main" id="{6C105404-E867-4856-8513-2B54078A05B8}"/>
              </a:ext>
            </a:extLst>
          </p:cNvPr>
          <p:cNvSpPr>
            <a:spLocks xmlns:a="http://schemas.openxmlformats.org/drawingml/2006/main" noGrp="1"/>
          </p:cNvSpPr>
          <p:nvPr/>
        </p:nvSpPr>
        <p:spPr>
          <a:xfrm xmlns:a="http://schemas.openxmlformats.org/drawingml/2006/main">
            <a:off x="609600" y="28194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2. 定义类型化 Span</a:t>
            </a:r>
          </a:p>
        </p:txBody>
      </p:sp>
      <p:sp>
        <p:nvSpPr>
          <p:cNvPr id="6" name="data-1">
            <a:extLst xmlns:a="http://schemas.openxmlformats.org/drawingml/2006/main">
              <a:ext uri="{FF2B5EF4-FFF2-40B4-BE49-F238E27FC236}">
                <a16:creationId xmlns:a16="http://schemas.microsoft.com/office/drawing/2014/main" id="{CE3A9D60-7C2B-43AD-88BE-EEDEF34FCDEA}"/>
              </a:ext>
            </a:extLst>
          </p:cNvPr>
          <p:cNvSpPr>
            <a:spLocks xmlns:a="http://schemas.openxmlformats.org/drawingml/2006/main" noGrp="1"/>
          </p:cNvSpPr>
          <p:nvPr/>
        </p:nvSpPr>
        <p:spPr>
          <a:xfrm xmlns:a="http://schemas.openxmlformats.org/drawingml/2006/main">
            <a:off x="838200" y="3181350"/>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输入：操作边界与字段    输出：类型约束的观测事件</a:t>
            </a:r>
          </a:p>
        </p:txBody>
      </p:sp>
      <p:sp>
        <p:nvSpPr>
          <p:cNvPr id="7" name="step-2">
            <a:extLst xmlns:a="http://schemas.openxmlformats.org/drawingml/2006/main">
              <a:ext uri="{FF2B5EF4-FFF2-40B4-BE49-F238E27FC236}">
                <a16:creationId xmlns:a16="http://schemas.microsoft.com/office/drawing/2014/main" id="{425E835F-F5E4-4C3B-8AE8-9C30DA022103}"/>
              </a:ext>
            </a:extLst>
          </p:cNvPr>
          <p:cNvSpPr>
            <a:spLocks xmlns:a="http://schemas.openxmlformats.org/drawingml/2006/main" noGrp="1"/>
          </p:cNvSpPr>
          <p:nvPr/>
        </p:nvSpPr>
        <p:spPr>
          <a:xfrm xmlns:a="http://schemas.openxmlformats.org/drawingml/2006/main">
            <a:off x="609600" y="359092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3. 选择记录适配器</a:t>
            </a:r>
          </a:p>
        </p:txBody>
      </p:sp>
      <p:sp>
        <p:nvSpPr>
          <p:cNvPr id="8" name="data-2">
            <a:extLst xmlns:a="http://schemas.openxmlformats.org/drawingml/2006/main">
              <a:ext uri="{FF2B5EF4-FFF2-40B4-BE49-F238E27FC236}">
                <a16:creationId xmlns:a16="http://schemas.microsoft.com/office/drawing/2014/main" id="{12611631-1EC4-43BC-8E47-7000A5A0C55C}"/>
              </a:ext>
            </a:extLst>
          </p:cNvPr>
          <p:cNvSpPr>
            <a:spLocks xmlns:a="http://schemas.openxmlformats.org/drawingml/2006/main" noGrp="1"/>
          </p:cNvSpPr>
          <p:nvPr/>
        </p:nvSpPr>
        <p:spPr>
          <a:xfrm xmlns:a="http://schemas.openxmlformats.org/drawingml/2006/main">
            <a:off x="838200" y="3952875"/>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输入：TelemetryContext    输出：记录或无操作行为</a:t>
            </a:r>
          </a:p>
        </p:txBody>
      </p:sp>
      <p:sp>
        <p:nvSpPr>
          <p:cNvPr id="9" name="step-3">
            <a:extLst xmlns:a="http://schemas.openxmlformats.org/drawingml/2006/main">
              <a:ext uri="{FF2B5EF4-FFF2-40B4-BE49-F238E27FC236}">
                <a16:creationId xmlns:a16="http://schemas.microsoft.com/office/drawing/2014/main" id="{E71E3DE3-62F4-48DC-BCAC-EB50D9F71499}"/>
              </a:ext>
            </a:extLst>
          </p:cNvPr>
          <p:cNvSpPr>
            <a:spLocks xmlns:a="http://schemas.openxmlformats.org/drawingml/2006/main" noGrp="1"/>
          </p:cNvSpPr>
          <p:nvPr/>
        </p:nvSpPr>
        <p:spPr>
          <a:xfrm xmlns:a="http://schemas.openxmlformats.org/drawingml/2006/main">
            <a:off x="609600" y="43624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4. 验证并分析</a:t>
            </a:r>
          </a:p>
        </p:txBody>
      </p:sp>
      <p:sp>
        <p:nvSpPr>
          <p:cNvPr id="10" name="data-3">
            <a:extLst xmlns:a="http://schemas.openxmlformats.org/drawingml/2006/main">
              <a:ext uri="{FF2B5EF4-FFF2-40B4-BE49-F238E27FC236}">
                <a16:creationId xmlns:a16="http://schemas.microsoft.com/office/drawing/2014/main" id="{2AC3AD1F-95A1-4CEC-ADC1-5FCD8213A211}"/>
              </a:ext>
            </a:extLst>
          </p:cNvPr>
          <p:cNvSpPr>
            <a:spLocks xmlns:a="http://schemas.openxmlformats.org/drawingml/2006/main" noGrp="1"/>
          </p:cNvSpPr>
          <p:nvPr/>
        </p:nvSpPr>
        <p:spPr>
          <a:xfrm xmlns:a="http://schemas.openxmlformats.org/drawingml/2006/main">
            <a:off x="838200" y="4724400"/>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输入：观测记录与测试    输出：可解释的耗时和错误位置</a:t>
            </a:r>
          </a:p>
        </p:txBody>
      </p:sp>
      <p:sp>
        <p:nvSpPr>
          <p:cNvPr id="11" name="footer">
            <a:extLst xmlns:a="http://schemas.openxmlformats.org/drawingml/2006/main">
              <a:ext uri="{FF2B5EF4-FFF2-40B4-BE49-F238E27FC236}">
                <a16:creationId xmlns:a16="http://schemas.microsoft.com/office/drawing/2014/main" id="{12E10E98-F58B-41F7-A6A3-4A0F8E9E8773}"/>
              </a:ext>
            </a:extLst>
          </p:cNvPr>
          <p:cNvSpPr>
            <a:spLocks xmlns:a="http://schemas.openxmlformats.org/drawingml/2006/main" noGrp="1"/>
          </p:cNvSpPr>
          <p:nvPr/>
        </p:nvSpPr>
        <p:spPr>
          <a:xfrm xmlns:a="http://schemas.openxmlformats.org/drawingml/2006/main">
            <a:off x="609600" y="6372225"/>
            <a:ext cx="1093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677B"/>
                </a:solidFill>
                <a:latin typeface="Microsoft YaHei"/>
                <a:ea typeface="Microsoft YaHei"/>
                <a:cs typeface="Microsoft YaHei"/>
              </a:defRPr>
            </a:defPPr>
            <a:lvl1pPr>
              <a:defRPr sz="1200" b="0">
                <a:solidFill>
                  <a:srgbClr val="56677B"/>
                </a:solidFill>
                <a:latin typeface="Microsoft YaHei"/>
                <a:ea typeface="Microsoft YaHei"/>
                <a:cs typeface="Microsoft YaHei"/>
              </a:defRPr>
            </a:lvl1pPr>
            <a:lvl2pPr>
              <a:defRPr sz="1200" b="0">
                <a:solidFill>
                  <a:srgbClr val="56677B"/>
                </a:solidFill>
                <a:latin typeface="Microsoft YaHei"/>
                <a:ea typeface="Microsoft YaHei"/>
                <a:cs typeface="Microsoft YaHei"/>
              </a:defRPr>
            </a:lvl2pPr>
            <a:lvl3pPr>
              <a:defRPr sz="1200" b="0">
                <a:solidFill>
                  <a:srgbClr val="56677B"/>
                </a:solidFill>
                <a:latin typeface="Microsoft YaHei"/>
                <a:ea typeface="Microsoft YaHei"/>
                <a:cs typeface="Microsoft YaHei"/>
              </a:defRPr>
            </a:lvl3pPr>
            <a:lvl4pPr>
              <a:defRPr sz="1200" b="0">
                <a:solidFill>
                  <a:srgbClr val="56677B"/>
                </a:solidFill>
                <a:latin typeface="Microsoft YaHei"/>
                <a:ea typeface="Microsoft YaHei"/>
                <a:cs typeface="Microsoft YaHei"/>
              </a:defRPr>
            </a:lvl4pPr>
            <a:lvl5pPr>
              <a:defRPr sz="1200" b="0">
                <a:solidFill>
                  <a:srgbClr val="56677B"/>
                </a:solidFill>
                <a:latin typeface="Microsoft YaHei"/>
                <a:ea typeface="Microsoft YaHei"/>
                <a:cs typeface="Microsoft YaHei"/>
              </a:defRPr>
            </a:lvl5pPr>
            <a:lvl6pPr>
              <a:defRPr sz="1200" b="0">
                <a:solidFill>
                  <a:srgbClr val="56677B"/>
                </a:solidFill>
                <a:latin typeface="Microsoft YaHei"/>
                <a:ea typeface="Microsoft YaHei"/>
                <a:cs typeface="Microsoft YaHei"/>
              </a:defRPr>
            </a:lvl6pPr>
            <a:lvl7pPr>
              <a:defRPr sz="1200" b="0">
                <a:solidFill>
                  <a:srgbClr val="56677B"/>
                </a:solidFill>
                <a:latin typeface="Microsoft YaHei"/>
                <a:ea typeface="Microsoft YaHei"/>
                <a:cs typeface="Microsoft YaHei"/>
              </a:defRPr>
            </a:lvl7pPr>
            <a:lvl8pPr>
              <a:defRPr sz="1200" b="0">
                <a:solidFill>
                  <a:srgbClr val="56677B"/>
                </a:solidFill>
                <a:latin typeface="Microsoft YaHei"/>
                <a:ea typeface="Microsoft YaHei"/>
                <a:cs typeface="Microsoft YaHei"/>
              </a:defRPr>
            </a:lvl8pPr>
            <a:lvl9pPr>
              <a:defRPr sz="1200" b="0">
                <a:solidFill>
                  <a:srgbClr val="56677B"/>
                </a:solidFill>
                <a:latin typeface="Microsoft YaHei"/>
                <a:ea typeface="Microsoft YaHei"/>
                <a:cs typeface="Microsoft YaHei"/>
              </a:defRPr>
            </a:lvl9pPr>
          </a:lstStyle>
          <a:p xmlns:a="http://schemas.openxmlformats.org/drawingml/2006/main">
            <a:pPr>
              <a:buNone/>
              <a:defRPr sz="1200" b="0">
                <a:solidFill>
                  <a:srgbClr val="56677B"/>
                </a:solidFill>
                <a:latin typeface="Microsoft YaHei"/>
                <a:ea typeface="Microsoft YaHei"/>
                <a:cs typeface="Microsoft YaHei"/>
              </a:defRPr>
            </a:pPr>
            <a:r>
              <a:rPr sz="1200" b="0">
                <a:solidFill>
                  <a:srgbClr val="56677B"/>
                </a:solidFill>
                <a:latin typeface="Microsoft YaHei"/>
                <a:ea typeface="Microsoft YaHei"/>
                <a:cs typeface="Microsoft YaHei"/>
              </a:rPr>
              <a:t>Pi 源码精通路线   /   telemetry-diagnostics   /   2     基线 136b87e8a · 源码与参考答案见讲者备注</a:t>
            </a:r>
          </a:p>
        </p:txBody>
      </p:sp>
    </p:spTree>
    <p:extLst>
      <p:ext uri="{BB962C8B-B14F-4D97-AF65-F5344CB8AC3E}">
        <p14:creationId xmlns:p14="http://schemas.microsoft.com/office/powerpoint/2010/main" val="1262396247"/>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E52214A8-12EF-4028-A2F3-657979644184}"/>
              </a:ext>
            </a:extLst>
          </p:cNvPr>
          <p:cNvSpPr>
            <a:spLocks xmlns:a="http://schemas.openxmlformats.org/drawingml/2006/main" noGrp="1"/>
          </p:cNvSpPr>
          <p:nvPr/>
        </p:nvSpPr>
        <p:spPr>
          <a:xfrm xmlns:a="http://schemas.openxmlformats.org/drawingml/2006/main">
            <a:off x="609600" y="3048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B6A64"/>
                </a:solidFill>
                <a:latin typeface="Microsoft YaHei"/>
                <a:ea typeface="Microsoft YaHei"/>
                <a:cs typeface="Microsoft YaHei"/>
              </a:defRPr>
            </a:defPPr>
            <a:lvl1pPr>
              <a:defRPr sz="1500" b="1">
                <a:solidFill>
                  <a:srgbClr val="0B6A64"/>
                </a:solidFill>
                <a:latin typeface="Microsoft YaHei"/>
                <a:ea typeface="Microsoft YaHei"/>
                <a:cs typeface="Microsoft YaHei"/>
              </a:defRPr>
            </a:lvl1pPr>
            <a:lvl2pPr>
              <a:defRPr sz="1500" b="1">
                <a:solidFill>
                  <a:srgbClr val="0B6A64"/>
                </a:solidFill>
                <a:latin typeface="Microsoft YaHei"/>
                <a:ea typeface="Microsoft YaHei"/>
                <a:cs typeface="Microsoft YaHei"/>
              </a:defRPr>
            </a:lvl2pPr>
            <a:lvl3pPr>
              <a:defRPr sz="1500" b="1">
                <a:solidFill>
                  <a:srgbClr val="0B6A64"/>
                </a:solidFill>
                <a:latin typeface="Microsoft YaHei"/>
                <a:ea typeface="Microsoft YaHei"/>
                <a:cs typeface="Microsoft YaHei"/>
              </a:defRPr>
            </a:lvl3pPr>
            <a:lvl4pPr>
              <a:defRPr sz="1500" b="1">
                <a:solidFill>
                  <a:srgbClr val="0B6A64"/>
                </a:solidFill>
                <a:latin typeface="Microsoft YaHei"/>
                <a:ea typeface="Microsoft YaHei"/>
                <a:cs typeface="Microsoft YaHei"/>
              </a:defRPr>
            </a:lvl4pPr>
            <a:lvl5pPr>
              <a:defRPr sz="1500" b="1">
                <a:solidFill>
                  <a:srgbClr val="0B6A64"/>
                </a:solidFill>
                <a:latin typeface="Microsoft YaHei"/>
                <a:ea typeface="Microsoft YaHei"/>
                <a:cs typeface="Microsoft YaHei"/>
              </a:defRPr>
            </a:lvl5pPr>
            <a:lvl6pPr>
              <a:defRPr sz="1500" b="1">
                <a:solidFill>
                  <a:srgbClr val="0B6A64"/>
                </a:solidFill>
                <a:latin typeface="Microsoft YaHei"/>
                <a:ea typeface="Microsoft YaHei"/>
                <a:cs typeface="Microsoft YaHei"/>
              </a:defRPr>
            </a:lvl6pPr>
            <a:lvl7pPr>
              <a:defRPr sz="1500" b="1">
                <a:solidFill>
                  <a:srgbClr val="0B6A64"/>
                </a:solidFill>
                <a:latin typeface="Microsoft YaHei"/>
                <a:ea typeface="Microsoft YaHei"/>
                <a:cs typeface="Microsoft YaHei"/>
              </a:defRPr>
            </a:lvl7pPr>
            <a:lvl8pPr>
              <a:defRPr sz="1500" b="1">
                <a:solidFill>
                  <a:srgbClr val="0B6A64"/>
                </a:solidFill>
                <a:latin typeface="Microsoft YaHei"/>
                <a:ea typeface="Microsoft YaHei"/>
                <a:cs typeface="Microsoft YaHei"/>
              </a:defRPr>
            </a:lvl8pPr>
            <a:lvl9pPr>
              <a:defRPr sz="1500" b="1">
                <a:solidFill>
                  <a:srgbClr val="0B6A64"/>
                </a:solidFill>
                <a:latin typeface="Microsoft YaHei"/>
                <a:ea typeface="Microsoft YaHei"/>
                <a:cs typeface="Microsoft YaHei"/>
              </a:defRPr>
            </a:lvl9pPr>
          </a:lstStyle>
          <a:p xmlns:a="http://schemas.openxmlformats.org/drawingml/2006/main">
            <a:pPr>
              <a:buNone/>
              <a:defRPr sz="1500" b="1">
                <a:solidFill>
                  <a:srgbClr val="0B6A64"/>
                </a:solidFill>
                <a:latin typeface="Microsoft YaHei"/>
                <a:ea typeface="Microsoft YaHei"/>
                <a:cs typeface="Microsoft YaHei"/>
              </a:defRPr>
            </a:pPr>
            <a:r>
              <a:rPr sz="1500" b="1">
                <a:solidFill>
                  <a:srgbClr val="0B6A64"/>
                </a:solidFill>
                <a:latin typeface="Microsoft YaHei"/>
                <a:ea typeface="Microsoft YaHei"/>
                <a:cs typeface="Microsoft YaHei"/>
              </a:rPr>
              <a:t>07 测试与排错   /   失败与验证</a:t>
            </a:r>
          </a:p>
        </p:txBody>
      </p:sp>
      <p:sp>
        <p:nvSpPr>
          <p:cNvPr id="2" name="title">
            <a:extLst xmlns:a="http://schemas.openxmlformats.org/drawingml/2006/main">
              <a:ext uri="{FF2B5EF4-FFF2-40B4-BE49-F238E27FC236}">
                <a16:creationId xmlns:a16="http://schemas.microsoft.com/office/drawing/2014/main" id="{ADCE775D-B506-4E71-B4B1-FB2600BA8AA7}"/>
              </a:ext>
            </a:extLst>
          </p:cNvPr>
          <p:cNvSpPr>
            <a:spLocks xmlns:a="http://schemas.openxmlformats.org/drawingml/2006/main" noGrp="1"/>
          </p:cNvSpPr>
          <p:nvPr/>
        </p:nvSpPr>
        <p:spPr>
          <a:xfrm xmlns:a="http://schemas.openxmlformats.org/drawingml/2006/main">
            <a:off x="609600" y="86677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333"/>
                </a:solidFill>
                <a:latin typeface="Microsoft YaHei"/>
                <a:ea typeface="Microsoft YaHei"/>
                <a:cs typeface="Microsoft YaHei"/>
              </a:defRPr>
            </a:defPPr>
            <a:lvl1pPr>
              <a:defRPr sz="3300" b="1">
                <a:solidFill>
                  <a:srgbClr val="162333"/>
                </a:solidFill>
                <a:latin typeface="Microsoft YaHei"/>
                <a:ea typeface="Microsoft YaHei"/>
                <a:cs typeface="Microsoft YaHei"/>
              </a:defRPr>
            </a:lvl1pPr>
            <a:lvl2pPr>
              <a:defRPr sz="3300" b="1">
                <a:solidFill>
                  <a:srgbClr val="162333"/>
                </a:solidFill>
                <a:latin typeface="Microsoft YaHei"/>
                <a:ea typeface="Microsoft YaHei"/>
                <a:cs typeface="Microsoft YaHei"/>
              </a:defRPr>
            </a:lvl2pPr>
            <a:lvl3pPr>
              <a:defRPr sz="3300" b="1">
                <a:solidFill>
                  <a:srgbClr val="162333"/>
                </a:solidFill>
                <a:latin typeface="Microsoft YaHei"/>
                <a:ea typeface="Microsoft YaHei"/>
                <a:cs typeface="Microsoft YaHei"/>
              </a:defRPr>
            </a:lvl3pPr>
            <a:lvl4pPr>
              <a:defRPr sz="3300" b="1">
                <a:solidFill>
                  <a:srgbClr val="162333"/>
                </a:solidFill>
                <a:latin typeface="Microsoft YaHei"/>
                <a:ea typeface="Microsoft YaHei"/>
                <a:cs typeface="Microsoft YaHei"/>
              </a:defRPr>
            </a:lvl4pPr>
            <a:lvl5pPr>
              <a:defRPr sz="3300" b="1">
                <a:solidFill>
                  <a:srgbClr val="162333"/>
                </a:solidFill>
                <a:latin typeface="Microsoft YaHei"/>
                <a:ea typeface="Microsoft YaHei"/>
                <a:cs typeface="Microsoft YaHei"/>
              </a:defRPr>
            </a:lvl5pPr>
            <a:lvl6pPr>
              <a:defRPr sz="3300" b="1">
                <a:solidFill>
                  <a:srgbClr val="162333"/>
                </a:solidFill>
                <a:latin typeface="Microsoft YaHei"/>
                <a:ea typeface="Microsoft YaHei"/>
                <a:cs typeface="Microsoft YaHei"/>
              </a:defRPr>
            </a:lvl6pPr>
            <a:lvl7pPr>
              <a:defRPr sz="3300" b="1">
                <a:solidFill>
                  <a:srgbClr val="162333"/>
                </a:solidFill>
                <a:latin typeface="Microsoft YaHei"/>
                <a:ea typeface="Microsoft YaHei"/>
                <a:cs typeface="Microsoft YaHei"/>
              </a:defRPr>
            </a:lvl7pPr>
            <a:lvl8pPr>
              <a:defRPr sz="3300" b="1">
                <a:solidFill>
                  <a:srgbClr val="162333"/>
                </a:solidFill>
                <a:latin typeface="Microsoft YaHei"/>
                <a:ea typeface="Microsoft YaHei"/>
                <a:cs typeface="Microsoft YaHei"/>
              </a:defRPr>
            </a:lvl8pPr>
            <a:lvl9pPr>
              <a:defRPr sz="3300" b="1">
                <a:solidFill>
                  <a:srgbClr val="162333"/>
                </a:solidFill>
                <a:latin typeface="Microsoft YaHei"/>
                <a:ea typeface="Microsoft YaHei"/>
                <a:cs typeface="Microsoft YaHei"/>
              </a:defRPr>
            </a:lvl9pPr>
          </a:lstStyle>
          <a:p xmlns:a="http://schemas.openxmlformats.org/drawingml/2006/main">
            <a:pPr>
              <a:buNone/>
              <a:defRPr sz="3300" b="1">
                <a:solidFill>
                  <a:srgbClr val="162333"/>
                </a:solidFill>
                <a:latin typeface="Microsoft YaHei"/>
                <a:ea typeface="Microsoft YaHei"/>
                <a:cs typeface="Microsoft YaHei"/>
              </a:defRPr>
            </a:pPr>
            <a:r>
              <a:rPr sz="3300" b="1">
                <a:solidFill>
                  <a:srgbClr val="162333"/>
                </a:solidFill>
                <a:latin typeface="Microsoft YaHei"/>
                <a:ea typeface="Microsoft YaHei"/>
                <a:cs typeface="Microsoft YaHei"/>
              </a:rPr>
              <a:t>日志、Span、事件与性能定位</a:t>
            </a:r>
          </a:p>
        </p:txBody>
      </p:sp>
      <p:sp>
        <p:nvSpPr>
          <p:cNvPr id="3" name="failure-label">
            <a:extLst xmlns:a="http://schemas.openxmlformats.org/drawingml/2006/main">
              <a:ext uri="{FF2B5EF4-FFF2-40B4-BE49-F238E27FC236}">
                <a16:creationId xmlns:a16="http://schemas.microsoft.com/office/drawing/2014/main" id="{D8B89D4E-06F9-4885-8299-046E7B57ABD7}"/>
              </a:ext>
            </a:extLst>
          </p:cNvPr>
          <p:cNvSpPr>
            <a:spLocks xmlns:a="http://schemas.openxmlformats.org/drawingml/2006/main" noGrp="1"/>
          </p:cNvSpPr>
          <p:nvPr/>
        </p:nvSpPr>
        <p:spPr>
          <a:xfrm xmlns:a="http://schemas.openxmlformats.org/drawingml/2006/main">
            <a:off x="609600" y="2009775"/>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B6A64"/>
                </a:solidFill>
                <a:latin typeface="Microsoft YaHei"/>
                <a:ea typeface="Microsoft YaHei"/>
                <a:cs typeface="Microsoft YaHei"/>
              </a:defRPr>
            </a:defPPr>
            <a:lvl1pPr>
              <a:defRPr sz="2100" b="1">
                <a:solidFill>
                  <a:srgbClr val="0B6A64"/>
                </a:solidFill>
                <a:latin typeface="Microsoft YaHei"/>
                <a:ea typeface="Microsoft YaHei"/>
                <a:cs typeface="Microsoft YaHei"/>
              </a:defRPr>
            </a:lvl1pPr>
            <a:lvl2pPr>
              <a:defRPr sz="2100" b="1">
                <a:solidFill>
                  <a:srgbClr val="0B6A64"/>
                </a:solidFill>
                <a:latin typeface="Microsoft YaHei"/>
                <a:ea typeface="Microsoft YaHei"/>
                <a:cs typeface="Microsoft YaHei"/>
              </a:defRPr>
            </a:lvl2pPr>
            <a:lvl3pPr>
              <a:defRPr sz="2100" b="1">
                <a:solidFill>
                  <a:srgbClr val="0B6A64"/>
                </a:solidFill>
                <a:latin typeface="Microsoft YaHei"/>
                <a:ea typeface="Microsoft YaHei"/>
                <a:cs typeface="Microsoft YaHei"/>
              </a:defRPr>
            </a:lvl3pPr>
            <a:lvl4pPr>
              <a:defRPr sz="2100" b="1">
                <a:solidFill>
                  <a:srgbClr val="0B6A64"/>
                </a:solidFill>
                <a:latin typeface="Microsoft YaHei"/>
                <a:ea typeface="Microsoft YaHei"/>
                <a:cs typeface="Microsoft YaHei"/>
              </a:defRPr>
            </a:lvl4pPr>
            <a:lvl5pPr>
              <a:defRPr sz="2100" b="1">
                <a:solidFill>
                  <a:srgbClr val="0B6A64"/>
                </a:solidFill>
                <a:latin typeface="Microsoft YaHei"/>
                <a:ea typeface="Microsoft YaHei"/>
                <a:cs typeface="Microsoft YaHei"/>
              </a:defRPr>
            </a:lvl5pPr>
            <a:lvl6pPr>
              <a:defRPr sz="2100" b="1">
                <a:solidFill>
                  <a:srgbClr val="0B6A64"/>
                </a:solidFill>
                <a:latin typeface="Microsoft YaHei"/>
                <a:ea typeface="Microsoft YaHei"/>
                <a:cs typeface="Microsoft YaHei"/>
              </a:defRPr>
            </a:lvl6pPr>
            <a:lvl7pPr>
              <a:defRPr sz="2100" b="1">
                <a:solidFill>
                  <a:srgbClr val="0B6A64"/>
                </a:solidFill>
                <a:latin typeface="Microsoft YaHei"/>
                <a:ea typeface="Microsoft YaHei"/>
                <a:cs typeface="Microsoft YaHei"/>
              </a:defRPr>
            </a:lvl7pPr>
            <a:lvl8pPr>
              <a:defRPr sz="2100" b="1">
                <a:solidFill>
                  <a:srgbClr val="0B6A64"/>
                </a:solidFill>
                <a:latin typeface="Microsoft YaHei"/>
                <a:ea typeface="Microsoft YaHei"/>
                <a:cs typeface="Microsoft YaHei"/>
              </a:defRPr>
            </a:lvl8pPr>
            <a:lvl9pPr>
              <a:defRPr sz="2100" b="1">
                <a:solidFill>
                  <a:srgbClr val="0B6A64"/>
                </a:solidFill>
                <a:latin typeface="Microsoft YaHei"/>
                <a:ea typeface="Microsoft YaHei"/>
                <a:cs typeface="Microsoft YaHei"/>
              </a:defRPr>
            </a:lvl9pPr>
          </a:lstStyle>
          <a:p xmlns:a="http://schemas.openxmlformats.org/drawingml/2006/main">
            <a:pPr>
              <a:buNone/>
              <a:defRPr sz="2100" b="1">
                <a:solidFill>
                  <a:srgbClr val="0B6A64"/>
                </a:solidFill>
                <a:latin typeface="Microsoft YaHei"/>
                <a:ea typeface="Microsoft YaHei"/>
                <a:cs typeface="Microsoft YaHei"/>
              </a:defRPr>
            </a:pPr>
            <a:r>
              <a:rPr sz="2100" b="1">
                <a:solidFill>
                  <a:srgbClr val="0B6A64"/>
                </a:solidFill>
                <a:latin typeface="Microsoft YaHei"/>
                <a:ea typeface="Microsoft YaHei"/>
                <a:cs typeface="Microsoft YaHei"/>
              </a:rPr>
              <a:t>失败与恢复</a:t>
            </a:r>
          </a:p>
        </p:txBody>
      </p:sp>
      <p:sp>
        <p:nvSpPr>
          <p:cNvPr id="4" name="failure">
            <a:extLst xmlns:a="http://schemas.openxmlformats.org/drawingml/2006/main">
              <a:ext uri="{FF2B5EF4-FFF2-40B4-BE49-F238E27FC236}">
                <a16:creationId xmlns:a16="http://schemas.microsoft.com/office/drawing/2014/main" id="{2A65E659-F0EA-45DC-ACDD-10C717635253}"/>
              </a:ext>
            </a:extLst>
          </p:cNvPr>
          <p:cNvSpPr>
            <a:spLocks xmlns:a="http://schemas.openxmlformats.org/drawingml/2006/main" noGrp="1"/>
          </p:cNvSpPr>
          <p:nvPr/>
        </p:nvSpPr>
        <p:spPr>
          <a:xfrm xmlns:a="http://schemas.openxmlformats.org/drawingml/2006/main">
            <a:off x="609600" y="2543175"/>
            <a:ext cx="10934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333"/>
                </a:solidFill>
                <a:latin typeface="Microsoft YaHei"/>
                <a:ea typeface="Microsoft YaHei"/>
                <a:cs typeface="Microsoft YaHei"/>
              </a:defRPr>
            </a:defPPr>
            <a:lvl1pPr>
              <a:defRPr sz="2025" b="0">
                <a:solidFill>
                  <a:srgbClr val="162333"/>
                </a:solidFill>
                <a:latin typeface="Microsoft YaHei"/>
                <a:ea typeface="Microsoft YaHei"/>
                <a:cs typeface="Microsoft YaHei"/>
              </a:defRPr>
            </a:lvl1pPr>
            <a:lvl2pPr>
              <a:defRPr sz="2025" b="0">
                <a:solidFill>
                  <a:srgbClr val="162333"/>
                </a:solidFill>
                <a:latin typeface="Microsoft YaHei"/>
                <a:ea typeface="Microsoft YaHei"/>
                <a:cs typeface="Microsoft YaHei"/>
              </a:defRPr>
            </a:lvl2pPr>
            <a:lvl3pPr>
              <a:defRPr sz="2025" b="0">
                <a:solidFill>
                  <a:srgbClr val="162333"/>
                </a:solidFill>
                <a:latin typeface="Microsoft YaHei"/>
                <a:ea typeface="Microsoft YaHei"/>
                <a:cs typeface="Microsoft YaHei"/>
              </a:defRPr>
            </a:lvl3pPr>
            <a:lvl4pPr>
              <a:defRPr sz="2025" b="0">
                <a:solidFill>
                  <a:srgbClr val="162333"/>
                </a:solidFill>
                <a:latin typeface="Microsoft YaHei"/>
                <a:ea typeface="Microsoft YaHei"/>
                <a:cs typeface="Microsoft YaHei"/>
              </a:defRPr>
            </a:lvl4pPr>
            <a:lvl5pPr>
              <a:defRPr sz="2025" b="0">
                <a:solidFill>
                  <a:srgbClr val="162333"/>
                </a:solidFill>
                <a:latin typeface="Microsoft YaHei"/>
                <a:ea typeface="Microsoft YaHei"/>
                <a:cs typeface="Microsoft YaHei"/>
              </a:defRPr>
            </a:lvl5pPr>
            <a:lvl6pPr>
              <a:defRPr sz="2025" b="0">
                <a:solidFill>
                  <a:srgbClr val="162333"/>
                </a:solidFill>
                <a:latin typeface="Microsoft YaHei"/>
                <a:ea typeface="Microsoft YaHei"/>
                <a:cs typeface="Microsoft YaHei"/>
              </a:defRPr>
            </a:lvl6pPr>
            <a:lvl7pPr>
              <a:defRPr sz="2025" b="0">
                <a:solidFill>
                  <a:srgbClr val="162333"/>
                </a:solidFill>
                <a:latin typeface="Microsoft YaHei"/>
                <a:ea typeface="Microsoft YaHei"/>
                <a:cs typeface="Microsoft YaHei"/>
              </a:defRPr>
            </a:lvl7pPr>
            <a:lvl8pPr>
              <a:defRPr sz="2025" b="0">
                <a:solidFill>
                  <a:srgbClr val="162333"/>
                </a:solidFill>
                <a:latin typeface="Microsoft YaHei"/>
                <a:ea typeface="Microsoft YaHei"/>
                <a:cs typeface="Microsoft YaHei"/>
              </a:defRPr>
            </a:lvl8pPr>
            <a:lvl9pPr>
              <a:defRPr sz="2025" b="0">
                <a:solidFill>
                  <a:srgbClr val="162333"/>
                </a:solidFill>
                <a:latin typeface="Microsoft YaHei"/>
                <a:ea typeface="Microsoft YaHei"/>
                <a:cs typeface="Microsoft YaHei"/>
              </a:defRPr>
            </a:lvl9pPr>
          </a:lstStyle>
          <a:p xmlns:a="http://schemas.openxmlformats.org/drawingml/2006/main">
            <a:pPr>
              <a:buNone/>
              <a:defRPr sz="2025" b="0">
                <a:solidFill>
                  <a:srgbClr val="162333"/>
                </a:solidFill>
                <a:latin typeface="Microsoft YaHei"/>
                <a:ea typeface="Microsoft YaHei"/>
                <a:cs typeface="Microsoft YaHei"/>
              </a:defRPr>
            </a:pPr>
            <a:r>
              <a:rPr sz="2025" b="0">
                <a:solidFill>
                  <a:srgbClr val="162333"/>
                </a:solidFill>
                <a:latin typeface="Microsoft YaHei"/>
                <a:ea typeface="Microsoft YaHei"/>
                <a:cs typeface="Microsoft YaHei"/>
              </a:rPr>
              <a:t>诊断记录不是业务状态；异步操作跨越时遗漏上下文会断开关联，日志存在不代表 span 正确结束。</a:t>
            </a:r>
          </a:p>
        </p:txBody>
      </p:sp>
      <p:sp>
        <p:nvSpPr>
          <p:cNvPr id="5" name="exercise-label">
            <a:extLst xmlns:a="http://schemas.openxmlformats.org/drawingml/2006/main">
              <a:ext uri="{FF2B5EF4-FFF2-40B4-BE49-F238E27FC236}">
                <a16:creationId xmlns:a16="http://schemas.microsoft.com/office/drawing/2014/main" id="{359EA71D-9820-47A4-B29A-60AFDC805DB2}"/>
              </a:ext>
            </a:extLst>
          </p:cNvPr>
          <p:cNvSpPr>
            <a:spLocks xmlns:a="http://schemas.openxmlformats.org/drawingml/2006/main" noGrp="1"/>
          </p:cNvSpPr>
          <p:nvPr/>
        </p:nvSpPr>
        <p:spPr>
          <a:xfrm xmlns:a="http://schemas.openxmlformats.org/drawingml/2006/main">
            <a:off x="609600" y="4086225"/>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B6A64"/>
                </a:solidFill>
                <a:latin typeface="Microsoft YaHei"/>
                <a:ea typeface="Microsoft YaHei"/>
                <a:cs typeface="Microsoft YaHei"/>
              </a:defRPr>
            </a:defPPr>
            <a:lvl1pPr>
              <a:defRPr sz="2100" b="1">
                <a:solidFill>
                  <a:srgbClr val="0B6A64"/>
                </a:solidFill>
                <a:latin typeface="Microsoft YaHei"/>
                <a:ea typeface="Microsoft YaHei"/>
                <a:cs typeface="Microsoft YaHei"/>
              </a:defRPr>
            </a:lvl1pPr>
            <a:lvl2pPr>
              <a:defRPr sz="2100" b="1">
                <a:solidFill>
                  <a:srgbClr val="0B6A64"/>
                </a:solidFill>
                <a:latin typeface="Microsoft YaHei"/>
                <a:ea typeface="Microsoft YaHei"/>
                <a:cs typeface="Microsoft YaHei"/>
              </a:defRPr>
            </a:lvl2pPr>
            <a:lvl3pPr>
              <a:defRPr sz="2100" b="1">
                <a:solidFill>
                  <a:srgbClr val="0B6A64"/>
                </a:solidFill>
                <a:latin typeface="Microsoft YaHei"/>
                <a:ea typeface="Microsoft YaHei"/>
                <a:cs typeface="Microsoft YaHei"/>
              </a:defRPr>
            </a:lvl3pPr>
            <a:lvl4pPr>
              <a:defRPr sz="2100" b="1">
                <a:solidFill>
                  <a:srgbClr val="0B6A64"/>
                </a:solidFill>
                <a:latin typeface="Microsoft YaHei"/>
                <a:ea typeface="Microsoft YaHei"/>
                <a:cs typeface="Microsoft YaHei"/>
              </a:defRPr>
            </a:lvl4pPr>
            <a:lvl5pPr>
              <a:defRPr sz="2100" b="1">
                <a:solidFill>
                  <a:srgbClr val="0B6A64"/>
                </a:solidFill>
                <a:latin typeface="Microsoft YaHei"/>
                <a:ea typeface="Microsoft YaHei"/>
                <a:cs typeface="Microsoft YaHei"/>
              </a:defRPr>
            </a:lvl5pPr>
            <a:lvl6pPr>
              <a:defRPr sz="2100" b="1">
                <a:solidFill>
                  <a:srgbClr val="0B6A64"/>
                </a:solidFill>
                <a:latin typeface="Microsoft YaHei"/>
                <a:ea typeface="Microsoft YaHei"/>
                <a:cs typeface="Microsoft YaHei"/>
              </a:defRPr>
            </a:lvl6pPr>
            <a:lvl7pPr>
              <a:defRPr sz="2100" b="1">
                <a:solidFill>
                  <a:srgbClr val="0B6A64"/>
                </a:solidFill>
                <a:latin typeface="Microsoft YaHei"/>
                <a:ea typeface="Microsoft YaHei"/>
                <a:cs typeface="Microsoft YaHei"/>
              </a:defRPr>
            </a:lvl7pPr>
            <a:lvl8pPr>
              <a:defRPr sz="2100" b="1">
                <a:solidFill>
                  <a:srgbClr val="0B6A64"/>
                </a:solidFill>
                <a:latin typeface="Microsoft YaHei"/>
                <a:ea typeface="Microsoft YaHei"/>
                <a:cs typeface="Microsoft YaHei"/>
              </a:defRPr>
            </a:lvl8pPr>
            <a:lvl9pPr>
              <a:defRPr sz="2100" b="1">
                <a:solidFill>
                  <a:srgbClr val="0B6A64"/>
                </a:solidFill>
                <a:latin typeface="Microsoft YaHei"/>
                <a:ea typeface="Microsoft YaHei"/>
                <a:cs typeface="Microsoft YaHei"/>
              </a:defRPr>
            </a:lvl9pPr>
          </a:lstStyle>
          <a:p xmlns:a="http://schemas.openxmlformats.org/drawingml/2006/main">
            <a:pPr>
              <a:buNone/>
              <a:defRPr sz="2100" b="1">
                <a:solidFill>
                  <a:srgbClr val="0B6A64"/>
                </a:solidFill>
                <a:latin typeface="Microsoft YaHei"/>
                <a:ea typeface="Microsoft YaHei"/>
                <a:cs typeface="Microsoft YaHei"/>
              </a:defRPr>
            </a:pPr>
            <a:r>
              <a:rPr sz="2100" b="1">
                <a:solidFill>
                  <a:srgbClr val="0B6A64"/>
                </a:solidFill>
                <a:latin typeface="Microsoft YaHei"/>
                <a:ea typeface="Microsoft YaHei"/>
                <a:cs typeface="Microsoft YaHei"/>
              </a:rPr>
              <a:t>动手练习</a:t>
            </a:r>
          </a:p>
        </p:txBody>
      </p:sp>
      <p:sp>
        <p:nvSpPr>
          <p:cNvPr id="6" name="exercise">
            <a:extLst xmlns:a="http://schemas.openxmlformats.org/drawingml/2006/main">
              <a:ext uri="{FF2B5EF4-FFF2-40B4-BE49-F238E27FC236}">
                <a16:creationId xmlns:a16="http://schemas.microsoft.com/office/drawing/2014/main" id="{301FCCEA-5541-4892-8DDA-239A971A7F3B}"/>
              </a:ext>
            </a:extLst>
          </p:cNvPr>
          <p:cNvSpPr>
            <a:spLocks xmlns:a="http://schemas.openxmlformats.org/drawingml/2006/main" noGrp="1"/>
          </p:cNvSpPr>
          <p:nvPr/>
        </p:nvSpPr>
        <p:spPr>
          <a:xfrm xmlns:a="http://schemas.openxmlformats.org/drawingml/2006/main">
            <a:off x="609600" y="4619625"/>
            <a:ext cx="10934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333"/>
                </a:solidFill>
                <a:latin typeface="Microsoft YaHei"/>
                <a:ea typeface="Microsoft YaHei"/>
                <a:cs typeface="Microsoft YaHei"/>
              </a:defRPr>
            </a:defPPr>
            <a:lvl1pPr>
              <a:defRPr sz="2025" b="0">
                <a:solidFill>
                  <a:srgbClr val="162333"/>
                </a:solidFill>
                <a:latin typeface="Microsoft YaHei"/>
                <a:ea typeface="Microsoft YaHei"/>
                <a:cs typeface="Microsoft YaHei"/>
              </a:defRPr>
            </a:lvl1pPr>
            <a:lvl2pPr>
              <a:defRPr sz="2025" b="0">
                <a:solidFill>
                  <a:srgbClr val="162333"/>
                </a:solidFill>
                <a:latin typeface="Microsoft YaHei"/>
                <a:ea typeface="Microsoft YaHei"/>
                <a:cs typeface="Microsoft YaHei"/>
              </a:defRPr>
            </a:lvl2pPr>
            <a:lvl3pPr>
              <a:defRPr sz="2025" b="0">
                <a:solidFill>
                  <a:srgbClr val="162333"/>
                </a:solidFill>
                <a:latin typeface="Microsoft YaHei"/>
                <a:ea typeface="Microsoft YaHei"/>
                <a:cs typeface="Microsoft YaHei"/>
              </a:defRPr>
            </a:lvl3pPr>
            <a:lvl4pPr>
              <a:defRPr sz="2025" b="0">
                <a:solidFill>
                  <a:srgbClr val="162333"/>
                </a:solidFill>
                <a:latin typeface="Microsoft YaHei"/>
                <a:ea typeface="Microsoft YaHei"/>
                <a:cs typeface="Microsoft YaHei"/>
              </a:defRPr>
            </a:lvl4pPr>
            <a:lvl5pPr>
              <a:defRPr sz="2025" b="0">
                <a:solidFill>
                  <a:srgbClr val="162333"/>
                </a:solidFill>
                <a:latin typeface="Microsoft YaHei"/>
                <a:ea typeface="Microsoft YaHei"/>
                <a:cs typeface="Microsoft YaHei"/>
              </a:defRPr>
            </a:lvl5pPr>
            <a:lvl6pPr>
              <a:defRPr sz="2025" b="0">
                <a:solidFill>
                  <a:srgbClr val="162333"/>
                </a:solidFill>
                <a:latin typeface="Microsoft YaHei"/>
                <a:ea typeface="Microsoft YaHei"/>
                <a:cs typeface="Microsoft YaHei"/>
              </a:defRPr>
            </a:lvl6pPr>
            <a:lvl7pPr>
              <a:defRPr sz="2025" b="0">
                <a:solidFill>
                  <a:srgbClr val="162333"/>
                </a:solidFill>
                <a:latin typeface="Microsoft YaHei"/>
                <a:ea typeface="Microsoft YaHei"/>
                <a:cs typeface="Microsoft YaHei"/>
              </a:defRPr>
            </a:lvl7pPr>
            <a:lvl8pPr>
              <a:defRPr sz="2025" b="0">
                <a:solidFill>
                  <a:srgbClr val="162333"/>
                </a:solidFill>
                <a:latin typeface="Microsoft YaHei"/>
                <a:ea typeface="Microsoft YaHei"/>
                <a:cs typeface="Microsoft YaHei"/>
              </a:defRPr>
            </a:lvl8pPr>
            <a:lvl9pPr>
              <a:defRPr sz="2025" b="0">
                <a:solidFill>
                  <a:srgbClr val="162333"/>
                </a:solidFill>
                <a:latin typeface="Microsoft YaHei"/>
                <a:ea typeface="Microsoft YaHei"/>
                <a:cs typeface="Microsoft YaHei"/>
              </a:defRPr>
            </a:lvl9pPr>
          </a:lstStyle>
          <a:p xmlns:a="http://schemas.openxmlformats.org/drawingml/2006/main">
            <a:pPr>
              <a:buNone/>
              <a:defRPr sz="2025" b="0">
                <a:solidFill>
                  <a:srgbClr val="162333"/>
                </a:solidFill>
                <a:latin typeface="Microsoft YaHei"/>
                <a:ea typeface="Microsoft YaHei"/>
                <a:cs typeface="Microsoft YaHei"/>
              </a:defRPr>
            </a:pPr>
            <a:r>
              <a:rPr sz="2025" b="0">
                <a:solidFill>
                  <a:srgbClr val="162333"/>
                </a:solidFill>
                <a:latin typeface="Microsoft YaHei"/>
                <a:ea typeface="Microsoft YaHei"/>
                <a:cs typeface="Microsoft YaHei"/>
              </a:rPr>
              <a:t>构造父子操作和一次异常，用内存 recorder 断言事件、结束状态和上下文关联。</a:t>
            </a:r>
          </a:p>
        </p:txBody>
      </p:sp>
      <p:sp>
        <p:nvSpPr>
          <p:cNvPr id="7" name="footer">
            <a:extLst xmlns:a="http://schemas.openxmlformats.org/drawingml/2006/main">
              <a:ext uri="{FF2B5EF4-FFF2-40B4-BE49-F238E27FC236}">
                <a16:creationId xmlns:a16="http://schemas.microsoft.com/office/drawing/2014/main" id="{B6FA18C9-6238-4786-A18C-2217D64C899F}"/>
              </a:ext>
            </a:extLst>
          </p:cNvPr>
          <p:cNvSpPr>
            <a:spLocks xmlns:a="http://schemas.openxmlformats.org/drawingml/2006/main" noGrp="1"/>
          </p:cNvSpPr>
          <p:nvPr/>
        </p:nvSpPr>
        <p:spPr>
          <a:xfrm xmlns:a="http://schemas.openxmlformats.org/drawingml/2006/main">
            <a:off x="609600" y="6372225"/>
            <a:ext cx="1093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677B"/>
                </a:solidFill>
                <a:latin typeface="Microsoft YaHei"/>
                <a:ea typeface="Microsoft YaHei"/>
                <a:cs typeface="Microsoft YaHei"/>
              </a:defRPr>
            </a:defPPr>
            <a:lvl1pPr>
              <a:defRPr sz="1200" b="0">
                <a:solidFill>
                  <a:srgbClr val="56677B"/>
                </a:solidFill>
                <a:latin typeface="Microsoft YaHei"/>
                <a:ea typeface="Microsoft YaHei"/>
                <a:cs typeface="Microsoft YaHei"/>
              </a:defRPr>
            </a:lvl1pPr>
            <a:lvl2pPr>
              <a:defRPr sz="1200" b="0">
                <a:solidFill>
                  <a:srgbClr val="56677B"/>
                </a:solidFill>
                <a:latin typeface="Microsoft YaHei"/>
                <a:ea typeface="Microsoft YaHei"/>
                <a:cs typeface="Microsoft YaHei"/>
              </a:defRPr>
            </a:lvl2pPr>
            <a:lvl3pPr>
              <a:defRPr sz="1200" b="0">
                <a:solidFill>
                  <a:srgbClr val="56677B"/>
                </a:solidFill>
                <a:latin typeface="Microsoft YaHei"/>
                <a:ea typeface="Microsoft YaHei"/>
                <a:cs typeface="Microsoft YaHei"/>
              </a:defRPr>
            </a:lvl3pPr>
            <a:lvl4pPr>
              <a:defRPr sz="1200" b="0">
                <a:solidFill>
                  <a:srgbClr val="56677B"/>
                </a:solidFill>
                <a:latin typeface="Microsoft YaHei"/>
                <a:ea typeface="Microsoft YaHei"/>
                <a:cs typeface="Microsoft YaHei"/>
              </a:defRPr>
            </a:lvl4pPr>
            <a:lvl5pPr>
              <a:defRPr sz="1200" b="0">
                <a:solidFill>
                  <a:srgbClr val="56677B"/>
                </a:solidFill>
                <a:latin typeface="Microsoft YaHei"/>
                <a:ea typeface="Microsoft YaHei"/>
                <a:cs typeface="Microsoft YaHei"/>
              </a:defRPr>
            </a:lvl5pPr>
            <a:lvl6pPr>
              <a:defRPr sz="1200" b="0">
                <a:solidFill>
                  <a:srgbClr val="56677B"/>
                </a:solidFill>
                <a:latin typeface="Microsoft YaHei"/>
                <a:ea typeface="Microsoft YaHei"/>
                <a:cs typeface="Microsoft YaHei"/>
              </a:defRPr>
            </a:lvl6pPr>
            <a:lvl7pPr>
              <a:defRPr sz="1200" b="0">
                <a:solidFill>
                  <a:srgbClr val="56677B"/>
                </a:solidFill>
                <a:latin typeface="Microsoft YaHei"/>
                <a:ea typeface="Microsoft YaHei"/>
                <a:cs typeface="Microsoft YaHei"/>
              </a:defRPr>
            </a:lvl7pPr>
            <a:lvl8pPr>
              <a:defRPr sz="1200" b="0">
                <a:solidFill>
                  <a:srgbClr val="56677B"/>
                </a:solidFill>
                <a:latin typeface="Microsoft YaHei"/>
                <a:ea typeface="Microsoft YaHei"/>
                <a:cs typeface="Microsoft YaHei"/>
              </a:defRPr>
            </a:lvl8pPr>
            <a:lvl9pPr>
              <a:defRPr sz="1200" b="0">
                <a:solidFill>
                  <a:srgbClr val="56677B"/>
                </a:solidFill>
                <a:latin typeface="Microsoft YaHei"/>
                <a:ea typeface="Microsoft YaHei"/>
                <a:cs typeface="Microsoft YaHei"/>
              </a:defRPr>
            </a:lvl9pPr>
          </a:lstStyle>
          <a:p xmlns:a="http://schemas.openxmlformats.org/drawingml/2006/main">
            <a:pPr>
              <a:buNone/>
              <a:defRPr sz="1200" b="0">
                <a:solidFill>
                  <a:srgbClr val="56677B"/>
                </a:solidFill>
                <a:latin typeface="Microsoft YaHei"/>
                <a:ea typeface="Microsoft YaHei"/>
                <a:cs typeface="Microsoft YaHei"/>
              </a:defRPr>
            </a:pPr>
            <a:r>
              <a:rPr sz="1200" b="0">
                <a:solidFill>
                  <a:srgbClr val="56677B"/>
                </a:solidFill>
                <a:latin typeface="Microsoft YaHei"/>
                <a:ea typeface="Microsoft YaHei"/>
                <a:cs typeface="Microsoft YaHei"/>
              </a:rPr>
              <a:t>Pi 源码精通路线   /   telemetry-diagnostics   /   3     基线 136b87e8a · 源码与参考答案见讲者备注</a:t>
            </a:r>
          </a:p>
        </p:txBody>
      </p:sp>
    </p:spTree>
    <p:extLst>
      <p:ext uri="{BB962C8B-B14F-4D97-AF65-F5344CB8AC3E}">
        <p14:creationId xmlns:p14="http://schemas.microsoft.com/office/powerpoint/2010/main" val="1089282810"/>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611B13C8-82B7-4CC7-BEDE-984772AFC1B5}"/>
              </a:ext>
            </a:extLst>
          </p:cNvPr>
          <p:cNvSpPr>
            <a:spLocks xmlns:a="http://schemas.openxmlformats.org/drawingml/2006/main" noGrp="1"/>
          </p:cNvSpPr>
          <p:nvPr/>
        </p:nvSpPr>
        <p:spPr>
          <a:xfrm xmlns:a="http://schemas.openxmlformats.org/drawingml/2006/main">
            <a:off x="609600" y="3048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B6A64"/>
                </a:solidFill>
                <a:latin typeface="Microsoft YaHei"/>
                <a:ea typeface="Microsoft YaHei"/>
                <a:cs typeface="Microsoft YaHei"/>
              </a:defRPr>
            </a:defPPr>
            <a:lvl1pPr>
              <a:defRPr sz="1500" b="1">
                <a:solidFill>
                  <a:srgbClr val="0B6A64"/>
                </a:solidFill>
                <a:latin typeface="Microsoft YaHei"/>
                <a:ea typeface="Microsoft YaHei"/>
                <a:cs typeface="Microsoft YaHei"/>
              </a:defRPr>
            </a:lvl1pPr>
            <a:lvl2pPr>
              <a:defRPr sz="1500" b="1">
                <a:solidFill>
                  <a:srgbClr val="0B6A64"/>
                </a:solidFill>
                <a:latin typeface="Microsoft YaHei"/>
                <a:ea typeface="Microsoft YaHei"/>
                <a:cs typeface="Microsoft YaHei"/>
              </a:defRPr>
            </a:lvl2pPr>
            <a:lvl3pPr>
              <a:defRPr sz="1500" b="1">
                <a:solidFill>
                  <a:srgbClr val="0B6A64"/>
                </a:solidFill>
                <a:latin typeface="Microsoft YaHei"/>
                <a:ea typeface="Microsoft YaHei"/>
                <a:cs typeface="Microsoft YaHei"/>
              </a:defRPr>
            </a:lvl3pPr>
            <a:lvl4pPr>
              <a:defRPr sz="1500" b="1">
                <a:solidFill>
                  <a:srgbClr val="0B6A64"/>
                </a:solidFill>
                <a:latin typeface="Microsoft YaHei"/>
                <a:ea typeface="Microsoft YaHei"/>
                <a:cs typeface="Microsoft YaHei"/>
              </a:defRPr>
            </a:lvl4pPr>
            <a:lvl5pPr>
              <a:defRPr sz="1500" b="1">
                <a:solidFill>
                  <a:srgbClr val="0B6A64"/>
                </a:solidFill>
                <a:latin typeface="Microsoft YaHei"/>
                <a:ea typeface="Microsoft YaHei"/>
                <a:cs typeface="Microsoft YaHei"/>
              </a:defRPr>
            </a:lvl5pPr>
            <a:lvl6pPr>
              <a:defRPr sz="1500" b="1">
                <a:solidFill>
                  <a:srgbClr val="0B6A64"/>
                </a:solidFill>
                <a:latin typeface="Microsoft YaHei"/>
                <a:ea typeface="Microsoft YaHei"/>
                <a:cs typeface="Microsoft YaHei"/>
              </a:defRPr>
            </a:lvl6pPr>
            <a:lvl7pPr>
              <a:defRPr sz="1500" b="1">
                <a:solidFill>
                  <a:srgbClr val="0B6A64"/>
                </a:solidFill>
                <a:latin typeface="Microsoft YaHei"/>
                <a:ea typeface="Microsoft YaHei"/>
                <a:cs typeface="Microsoft YaHei"/>
              </a:defRPr>
            </a:lvl7pPr>
            <a:lvl8pPr>
              <a:defRPr sz="1500" b="1">
                <a:solidFill>
                  <a:srgbClr val="0B6A64"/>
                </a:solidFill>
                <a:latin typeface="Microsoft YaHei"/>
                <a:ea typeface="Microsoft YaHei"/>
                <a:cs typeface="Microsoft YaHei"/>
              </a:defRPr>
            </a:lvl8pPr>
            <a:lvl9pPr>
              <a:defRPr sz="1500" b="1">
                <a:solidFill>
                  <a:srgbClr val="0B6A64"/>
                </a:solidFill>
                <a:latin typeface="Microsoft YaHei"/>
                <a:ea typeface="Microsoft YaHei"/>
                <a:cs typeface="Microsoft YaHei"/>
              </a:defRPr>
            </a:lvl9pPr>
          </a:lstStyle>
          <a:p xmlns:a="http://schemas.openxmlformats.org/drawingml/2006/main">
            <a:pPr>
              <a:buNone/>
              <a:defRPr sz="1500" b="1">
                <a:solidFill>
                  <a:srgbClr val="0B6A64"/>
                </a:solidFill>
                <a:latin typeface="Microsoft YaHei"/>
                <a:ea typeface="Microsoft YaHei"/>
                <a:cs typeface="Microsoft YaHei"/>
              </a:defRPr>
            </a:pPr>
            <a:r>
              <a:rPr sz="1500" b="1">
                <a:solidFill>
                  <a:srgbClr val="0B6A64"/>
                </a:solidFill>
                <a:latin typeface="Microsoft YaHei"/>
                <a:ea typeface="Microsoft YaHei"/>
                <a:cs typeface="Microsoft YaHei"/>
              </a:rPr>
              <a:t>07 测试与排错   /   场景与职责</a:t>
            </a:r>
          </a:p>
        </p:txBody>
      </p:sp>
      <p:sp>
        <p:nvSpPr>
          <p:cNvPr id="2" name="title">
            <a:extLst xmlns:a="http://schemas.openxmlformats.org/drawingml/2006/main">
              <a:ext uri="{FF2B5EF4-FFF2-40B4-BE49-F238E27FC236}">
                <a16:creationId xmlns:a16="http://schemas.microsoft.com/office/drawing/2014/main" id="{2B671E5A-8F2F-4906-B73B-7A4760AC7BA4}"/>
              </a:ext>
            </a:extLst>
          </p:cNvPr>
          <p:cNvSpPr>
            <a:spLocks xmlns:a="http://schemas.openxmlformats.org/drawingml/2006/main" noGrp="1"/>
          </p:cNvSpPr>
          <p:nvPr/>
        </p:nvSpPr>
        <p:spPr>
          <a:xfrm xmlns:a="http://schemas.openxmlformats.org/drawingml/2006/main">
            <a:off x="609600" y="86677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333"/>
                </a:solidFill>
                <a:latin typeface="Microsoft YaHei"/>
                <a:ea typeface="Microsoft YaHei"/>
                <a:cs typeface="Microsoft YaHei"/>
              </a:defRPr>
            </a:defPPr>
            <a:lvl1pPr>
              <a:defRPr sz="3300" b="1">
                <a:solidFill>
                  <a:srgbClr val="162333"/>
                </a:solidFill>
                <a:latin typeface="Microsoft YaHei"/>
                <a:ea typeface="Microsoft YaHei"/>
                <a:cs typeface="Microsoft YaHei"/>
              </a:defRPr>
            </a:lvl1pPr>
            <a:lvl2pPr>
              <a:defRPr sz="3300" b="1">
                <a:solidFill>
                  <a:srgbClr val="162333"/>
                </a:solidFill>
                <a:latin typeface="Microsoft YaHei"/>
                <a:ea typeface="Microsoft YaHei"/>
                <a:cs typeface="Microsoft YaHei"/>
              </a:defRPr>
            </a:lvl2pPr>
            <a:lvl3pPr>
              <a:defRPr sz="3300" b="1">
                <a:solidFill>
                  <a:srgbClr val="162333"/>
                </a:solidFill>
                <a:latin typeface="Microsoft YaHei"/>
                <a:ea typeface="Microsoft YaHei"/>
                <a:cs typeface="Microsoft YaHei"/>
              </a:defRPr>
            </a:lvl3pPr>
            <a:lvl4pPr>
              <a:defRPr sz="3300" b="1">
                <a:solidFill>
                  <a:srgbClr val="162333"/>
                </a:solidFill>
                <a:latin typeface="Microsoft YaHei"/>
                <a:ea typeface="Microsoft YaHei"/>
                <a:cs typeface="Microsoft YaHei"/>
              </a:defRPr>
            </a:lvl4pPr>
            <a:lvl5pPr>
              <a:defRPr sz="3300" b="1">
                <a:solidFill>
                  <a:srgbClr val="162333"/>
                </a:solidFill>
                <a:latin typeface="Microsoft YaHei"/>
                <a:ea typeface="Microsoft YaHei"/>
                <a:cs typeface="Microsoft YaHei"/>
              </a:defRPr>
            </a:lvl5pPr>
            <a:lvl6pPr>
              <a:defRPr sz="3300" b="1">
                <a:solidFill>
                  <a:srgbClr val="162333"/>
                </a:solidFill>
                <a:latin typeface="Microsoft YaHei"/>
                <a:ea typeface="Microsoft YaHei"/>
                <a:cs typeface="Microsoft YaHei"/>
              </a:defRPr>
            </a:lvl6pPr>
            <a:lvl7pPr>
              <a:defRPr sz="3300" b="1">
                <a:solidFill>
                  <a:srgbClr val="162333"/>
                </a:solidFill>
                <a:latin typeface="Microsoft YaHei"/>
                <a:ea typeface="Microsoft YaHei"/>
                <a:cs typeface="Microsoft YaHei"/>
              </a:defRPr>
            </a:lvl7pPr>
            <a:lvl8pPr>
              <a:defRPr sz="3300" b="1">
                <a:solidFill>
                  <a:srgbClr val="162333"/>
                </a:solidFill>
                <a:latin typeface="Microsoft YaHei"/>
                <a:ea typeface="Microsoft YaHei"/>
                <a:cs typeface="Microsoft YaHei"/>
              </a:defRPr>
            </a:lvl8pPr>
            <a:lvl9pPr>
              <a:defRPr sz="3300" b="1">
                <a:solidFill>
                  <a:srgbClr val="162333"/>
                </a:solidFill>
                <a:latin typeface="Microsoft YaHei"/>
                <a:ea typeface="Microsoft YaHei"/>
                <a:cs typeface="Microsoft YaHei"/>
              </a:defRPr>
            </a:lvl9pPr>
          </a:lstStyle>
          <a:p xmlns:a="http://schemas.openxmlformats.org/drawingml/2006/main">
            <a:pPr>
              <a:buNone/>
              <a:defRPr sz="3300" b="1">
                <a:solidFill>
                  <a:srgbClr val="162333"/>
                </a:solidFill>
                <a:latin typeface="Microsoft YaHei"/>
                <a:ea typeface="Microsoft YaHei"/>
                <a:cs typeface="Microsoft YaHei"/>
              </a:defRPr>
            </a:pPr>
            <a:r>
              <a:rPr sz="3300" b="1">
                <a:solidFill>
                  <a:srgbClr val="162333"/>
                </a:solidFill>
                <a:latin typeface="Microsoft YaHei"/>
                <a:ea typeface="Microsoft YaHei"/>
                <a:cs typeface="Microsoft YaHei"/>
              </a:rPr>
              <a:t>评测计划、隔离运行与结果比较</a:t>
            </a:r>
          </a:p>
        </p:txBody>
      </p:sp>
      <p:sp>
        <p:nvSpPr>
          <p:cNvPr id="3" name="scenario">
            <a:extLst xmlns:a="http://schemas.openxmlformats.org/drawingml/2006/main">
              <a:ext uri="{FF2B5EF4-FFF2-40B4-BE49-F238E27FC236}">
                <a16:creationId xmlns:a16="http://schemas.microsoft.com/office/drawing/2014/main" id="{11EC5CFD-C950-4BB1-8EF3-9E845D516D05}"/>
              </a:ext>
            </a:extLst>
          </p:cNvPr>
          <p:cNvSpPr>
            <a:spLocks xmlns:a="http://schemas.openxmlformats.org/drawingml/2006/main" noGrp="1"/>
          </p:cNvSpPr>
          <p:nvPr/>
        </p:nvSpPr>
        <p:spPr>
          <a:xfrm xmlns:a="http://schemas.openxmlformats.org/drawingml/2006/main">
            <a:off x="609600" y="1943100"/>
            <a:ext cx="10934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44B60"/>
                </a:solidFill>
                <a:latin typeface="Microsoft YaHei"/>
                <a:ea typeface="Microsoft YaHei"/>
                <a:cs typeface="Microsoft YaHei"/>
              </a:defRPr>
            </a:defPPr>
            <a:lvl1pPr>
              <a:defRPr sz="2100" b="0">
                <a:solidFill>
                  <a:srgbClr val="344B60"/>
                </a:solidFill>
                <a:latin typeface="Microsoft YaHei"/>
                <a:ea typeface="Microsoft YaHei"/>
                <a:cs typeface="Microsoft YaHei"/>
              </a:defRPr>
            </a:lvl1pPr>
            <a:lvl2pPr>
              <a:defRPr sz="2100" b="0">
                <a:solidFill>
                  <a:srgbClr val="344B60"/>
                </a:solidFill>
                <a:latin typeface="Microsoft YaHei"/>
                <a:ea typeface="Microsoft YaHei"/>
                <a:cs typeface="Microsoft YaHei"/>
              </a:defRPr>
            </a:lvl2pPr>
            <a:lvl3pPr>
              <a:defRPr sz="2100" b="0">
                <a:solidFill>
                  <a:srgbClr val="344B60"/>
                </a:solidFill>
                <a:latin typeface="Microsoft YaHei"/>
                <a:ea typeface="Microsoft YaHei"/>
                <a:cs typeface="Microsoft YaHei"/>
              </a:defRPr>
            </a:lvl3pPr>
            <a:lvl4pPr>
              <a:defRPr sz="2100" b="0">
                <a:solidFill>
                  <a:srgbClr val="344B60"/>
                </a:solidFill>
                <a:latin typeface="Microsoft YaHei"/>
                <a:ea typeface="Microsoft YaHei"/>
                <a:cs typeface="Microsoft YaHei"/>
              </a:defRPr>
            </a:lvl4pPr>
            <a:lvl5pPr>
              <a:defRPr sz="2100" b="0">
                <a:solidFill>
                  <a:srgbClr val="344B60"/>
                </a:solidFill>
                <a:latin typeface="Microsoft YaHei"/>
                <a:ea typeface="Microsoft YaHei"/>
                <a:cs typeface="Microsoft YaHei"/>
              </a:defRPr>
            </a:lvl5pPr>
            <a:lvl6pPr>
              <a:defRPr sz="2100" b="0">
                <a:solidFill>
                  <a:srgbClr val="344B60"/>
                </a:solidFill>
                <a:latin typeface="Microsoft YaHei"/>
                <a:ea typeface="Microsoft YaHei"/>
                <a:cs typeface="Microsoft YaHei"/>
              </a:defRPr>
            </a:lvl6pPr>
            <a:lvl7pPr>
              <a:defRPr sz="2100" b="0">
                <a:solidFill>
                  <a:srgbClr val="344B60"/>
                </a:solidFill>
                <a:latin typeface="Microsoft YaHei"/>
                <a:ea typeface="Microsoft YaHei"/>
                <a:cs typeface="Microsoft YaHei"/>
              </a:defRPr>
            </a:lvl7pPr>
            <a:lvl8pPr>
              <a:defRPr sz="2100" b="0">
                <a:solidFill>
                  <a:srgbClr val="344B60"/>
                </a:solidFill>
                <a:latin typeface="Microsoft YaHei"/>
                <a:ea typeface="Microsoft YaHei"/>
                <a:cs typeface="Microsoft YaHei"/>
              </a:defRPr>
            </a:lvl8pPr>
            <a:lvl9pPr>
              <a:defRPr sz="2100" b="0">
                <a:solidFill>
                  <a:srgbClr val="344B60"/>
                </a:solidFill>
                <a:latin typeface="Microsoft YaHei"/>
                <a:ea typeface="Microsoft YaHei"/>
                <a:cs typeface="Microsoft YaHei"/>
              </a:defRPr>
            </a:lvl9pPr>
          </a:lstStyle>
          <a:p xmlns:a="http://schemas.openxmlformats.org/drawingml/2006/main">
            <a:pPr>
              <a:buNone/>
              <a:defRPr sz="2100" b="0">
                <a:solidFill>
                  <a:srgbClr val="344B60"/>
                </a:solidFill>
                <a:latin typeface="Microsoft YaHei"/>
                <a:ea typeface="Microsoft YaHei"/>
                <a:cs typeface="Microsoft YaHei"/>
              </a:defRPr>
            </a:pPr>
            <a:r>
              <a:rPr sz="2100" b="0">
                <a:solidFill>
                  <a:srgbClr val="344B60"/>
                </a:solidFill>
                <a:latin typeface="Microsoft YaHei"/>
                <a:ea typeface="Microsoft YaHei"/>
                <a:cs typeface="Microsoft YaHei"/>
              </a:rPr>
              <a:t>你想知道文档或实现变化是否改善模型行为。</a:t>
            </a:r>
          </a:p>
        </p:txBody>
      </p:sp>
      <p:sp>
        <p:nvSpPr>
          <p:cNvPr id="4" name="section">
            <a:extLst xmlns:a="http://schemas.openxmlformats.org/drawingml/2006/main">
              <a:ext uri="{FF2B5EF4-FFF2-40B4-BE49-F238E27FC236}">
                <a16:creationId xmlns:a16="http://schemas.microsoft.com/office/drawing/2014/main" id="{26D704AE-3016-4576-A334-3D8E9C87766D}"/>
              </a:ext>
            </a:extLst>
          </p:cNvPr>
          <p:cNvSpPr>
            <a:spLocks xmlns:a="http://schemas.openxmlformats.org/drawingml/2006/main" noGrp="1"/>
          </p:cNvSpPr>
          <p:nvPr/>
        </p:nvSpPr>
        <p:spPr>
          <a:xfrm xmlns:a="http://schemas.openxmlformats.org/drawingml/2006/main">
            <a:off x="609600" y="2914650"/>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各层负责什么</a:t>
            </a:r>
          </a:p>
        </p:txBody>
      </p:sp>
      <p:sp>
        <p:nvSpPr>
          <p:cNvPr id="5" name="responsibility-0">
            <a:extLst xmlns:a="http://schemas.openxmlformats.org/drawingml/2006/main">
              <a:ext uri="{FF2B5EF4-FFF2-40B4-BE49-F238E27FC236}">
                <a16:creationId xmlns:a16="http://schemas.microsoft.com/office/drawing/2014/main" id="{F5AF3F0B-13E6-401F-A010-0E11C58294B3}"/>
              </a:ext>
            </a:extLst>
          </p:cNvPr>
          <p:cNvSpPr>
            <a:spLocks xmlns:a="http://schemas.openxmlformats.org/drawingml/2006/main" noGrp="1"/>
          </p:cNvSpPr>
          <p:nvPr/>
        </p:nvSpPr>
        <p:spPr>
          <a:xfrm xmlns:a="http://schemas.openxmlformats.org/drawingml/2006/main">
            <a:off x="609600" y="34385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1. 评测计划与容器运行</a:t>
            </a:r>
          </a:p>
        </p:txBody>
      </p:sp>
      <p:sp>
        <p:nvSpPr>
          <p:cNvPr id="6" name="responsibility-1">
            <a:extLst xmlns:a="http://schemas.openxmlformats.org/drawingml/2006/main">
              <a:ext uri="{FF2B5EF4-FFF2-40B4-BE49-F238E27FC236}">
                <a16:creationId xmlns:a16="http://schemas.microsoft.com/office/drawing/2014/main" id="{453ACA99-7BFD-4B76-8BAB-A68596095C00}"/>
              </a:ext>
            </a:extLst>
          </p:cNvPr>
          <p:cNvSpPr>
            <a:spLocks xmlns:a="http://schemas.openxmlformats.org/drawingml/2006/main" noGrp="1"/>
          </p:cNvSpPr>
          <p:nvPr/>
        </p:nvSpPr>
        <p:spPr>
          <a:xfrm xmlns:a="http://schemas.openxmlformats.org/drawingml/2006/main">
            <a:off x="609600" y="38957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2. 评测计划与容器运行</a:t>
            </a:r>
          </a:p>
        </p:txBody>
      </p:sp>
      <p:sp>
        <p:nvSpPr>
          <p:cNvPr id="7" name="footer">
            <a:extLst xmlns:a="http://schemas.openxmlformats.org/drawingml/2006/main">
              <a:ext uri="{FF2B5EF4-FFF2-40B4-BE49-F238E27FC236}">
                <a16:creationId xmlns:a16="http://schemas.microsoft.com/office/drawing/2014/main" id="{FFC4CC17-9475-4330-AC4A-39F56A5809E5}"/>
              </a:ext>
            </a:extLst>
          </p:cNvPr>
          <p:cNvSpPr>
            <a:spLocks xmlns:a="http://schemas.openxmlformats.org/drawingml/2006/main" noGrp="1"/>
          </p:cNvSpPr>
          <p:nvPr/>
        </p:nvSpPr>
        <p:spPr>
          <a:xfrm xmlns:a="http://schemas.openxmlformats.org/drawingml/2006/main">
            <a:off x="609600" y="6372225"/>
            <a:ext cx="1093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677B"/>
                </a:solidFill>
                <a:latin typeface="Microsoft YaHei"/>
                <a:ea typeface="Microsoft YaHei"/>
                <a:cs typeface="Microsoft YaHei"/>
              </a:defRPr>
            </a:defPPr>
            <a:lvl1pPr>
              <a:defRPr sz="1200" b="0">
                <a:solidFill>
                  <a:srgbClr val="56677B"/>
                </a:solidFill>
                <a:latin typeface="Microsoft YaHei"/>
                <a:ea typeface="Microsoft YaHei"/>
                <a:cs typeface="Microsoft YaHei"/>
              </a:defRPr>
            </a:lvl1pPr>
            <a:lvl2pPr>
              <a:defRPr sz="1200" b="0">
                <a:solidFill>
                  <a:srgbClr val="56677B"/>
                </a:solidFill>
                <a:latin typeface="Microsoft YaHei"/>
                <a:ea typeface="Microsoft YaHei"/>
                <a:cs typeface="Microsoft YaHei"/>
              </a:defRPr>
            </a:lvl2pPr>
            <a:lvl3pPr>
              <a:defRPr sz="1200" b="0">
                <a:solidFill>
                  <a:srgbClr val="56677B"/>
                </a:solidFill>
                <a:latin typeface="Microsoft YaHei"/>
                <a:ea typeface="Microsoft YaHei"/>
                <a:cs typeface="Microsoft YaHei"/>
              </a:defRPr>
            </a:lvl3pPr>
            <a:lvl4pPr>
              <a:defRPr sz="1200" b="0">
                <a:solidFill>
                  <a:srgbClr val="56677B"/>
                </a:solidFill>
                <a:latin typeface="Microsoft YaHei"/>
                <a:ea typeface="Microsoft YaHei"/>
                <a:cs typeface="Microsoft YaHei"/>
              </a:defRPr>
            </a:lvl4pPr>
            <a:lvl5pPr>
              <a:defRPr sz="1200" b="0">
                <a:solidFill>
                  <a:srgbClr val="56677B"/>
                </a:solidFill>
                <a:latin typeface="Microsoft YaHei"/>
                <a:ea typeface="Microsoft YaHei"/>
                <a:cs typeface="Microsoft YaHei"/>
              </a:defRPr>
            </a:lvl5pPr>
            <a:lvl6pPr>
              <a:defRPr sz="1200" b="0">
                <a:solidFill>
                  <a:srgbClr val="56677B"/>
                </a:solidFill>
                <a:latin typeface="Microsoft YaHei"/>
                <a:ea typeface="Microsoft YaHei"/>
                <a:cs typeface="Microsoft YaHei"/>
              </a:defRPr>
            </a:lvl6pPr>
            <a:lvl7pPr>
              <a:defRPr sz="1200" b="0">
                <a:solidFill>
                  <a:srgbClr val="56677B"/>
                </a:solidFill>
                <a:latin typeface="Microsoft YaHei"/>
                <a:ea typeface="Microsoft YaHei"/>
                <a:cs typeface="Microsoft YaHei"/>
              </a:defRPr>
            </a:lvl7pPr>
            <a:lvl8pPr>
              <a:defRPr sz="1200" b="0">
                <a:solidFill>
                  <a:srgbClr val="56677B"/>
                </a:solidFill>
                <a:latin typeface="Microsoft YaHei"/>
                <a:ea typeface="Microsoft YaHei"/>
                <a:cs typeface="Microsoft YaHei"/>
              </a:defRPr>
            </a:lvl8pPr>
            <a:lvl9pPr>
              <a:defRPr sz="1200" b="0">
                <a:solidFill>
                  <a:srgbClr val="56677B"/>
                </a:solidFill>
                <a:latin typeface="Microsoft YaHei"/>
                <a:ea typeface="Microsoft YaHei"/>
                <a:cs typeface="Microsoft YaHei"/>
              </a:defRPr>
            </a:lvl9pPr>
          </a:lstStyle>
          <a:p xmlns:a="http://schemas.openxmlformats.org/drawingml/2006/main">
            <a:pPr>
              <a:buNone/>
              <a:defRPr sz="1200" b="0">
                <a:solidFill>
                  <a:srgbClr val="56677B"/>
                </a:solidFill>
                <a:latin typeface="Microsoft YaHei"/>
                <a:ea typeface="Microsoft YaHei"/>
                <a:cs typeface="Microsoft YaHei"/>
              </a:defRPr>
            </a:pPr>
            <a:r>
              <a:rPr sz="1200" b="0">
                <a:solidFill>
                  <a:srgbClr val="56677B"/>
                </a:solidFill>
                <a:latin typeface="Microsoft YaHei"/>
                <a:ea typeface="Microsoft YaHei"/>
                <a:cs typeface="Microsoft YaHei"/>
              </a:rPr>
              <a:t>Pi 源码精通路线   /   eval-quality   /   1     基线 136b87e8a · 源码与参考答案见讲者备注</a:t>
            </a:r>
          </a:p>
        </p:txBody>
      </p:sp>
      <p:sp>
        <p:nvSpPr>
          <p:cNvPr id="9" name="responsibility-2">
            <a:extLst xmlns:a="http://schemas.openxmlformats.org/drawingml/2006/main">
              <a:ext uri="{FF2B5EF4-FFF2-40B4-BE49-F238E27FC236}">
                <a16:creationId xmlns:a16="http://schemas.microsoft.com/office/drawing/2014/main" id="{0BA7CFE8-2EB4-4B10-887D-F8E6FAC2BE1E}"/>
              </a:ext>
            </a:extLst>
          </p:cNvPr>
          <p:cNvSpPr>
            <a:spLocks xmlns:a="http://schemas.openxmlformats.org/drawingml/2006/main" noGrp="1"/>
          </p:cNvSpPr>
          <p:nvPr/>
        </p:nvSpPr>
        <p:spPr>
          <a:xfrm xmlns:a="http://schemas.openxmlformats.org/drawingml/2006/main">
            <a:off x="609600" y="43529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75">
                <a:solidFill>
                  <a:srgbClr val="162333"/>
                </a:solidFill>
                <a:latin typeface="Microsoft YaHei"/>
                <a:ea typeface="Microsoft YaHei"/>
                <a:cs typeface="Microsoft YaHei"/>
              </a:defRPr>
            </a:defPPr>
            <a:lvl1pPr algn="l">
              <a:defRPr sz="1875">
                <a:solidFill>
                  <a:srgbClr val="162333"/>
                </a:solidFill>
                <a:latin typeface="Microsoft YaHei"/>
                <a:ea typeface="Microsoft YaHei"/>
                <a:cs typeface="Microsoft YaHei"/>
              </a:defRPr>
            </a:lvl1pPr>
            <a:lvl2pPr algn="l">
              <a:defRPr sz="1875">
                <a:solidFill>
                  <a:srgbClr val="162333"/>
                </a:solidFill>
                <a:latin typeface="Microsoft YaHei"/>
                <a:ea typeface="Microsoft YaHei"/>
                <a:cs typeface="Microsoft YaHei"/>
              </a:defRPr>
            </a:lvl2pPr>
            <a:lvl3pPr algn="l">
              <a:defRPr sz="1875">
                <a:solidFill>
                  <a:srgbClr val="162333"/>
                </a:solidFill>
                <a:latin typeface="Microsoft YaHei"/>
                <a:ea typeface="Microsoft YaHei"/>
                <a:cs typeface="Microsoft YaHei"/>
              </a:defRPr>
            </a:lvl3pPr>
            <a:lvl4pPr algn="l">
              <a:defRPr sz="1875">
                <a:solidFill>
                  <a:srgbClr val="162333"/>
                </a:solidFill>
                <a:latin typeface="Microsoft YaHei"/>
                <a:ea typeface="Microsoft YaHei"/>
                <a:cs typeface="Microsoft YaHei"/>
              </a:defRPr>
            </a:lvl4pPr>
            <a:lvl5pPr algn="l">
              <a:defRPr sz="1875">
                <a:solidFill>
                  <a:srgbClr val="162333"/>
                </a:solidFill>
                <a:latin typeface="Microsoft YaHei"/>
                <a:ea typeface="Microsoft YaHei"/>
                <a:cs typeface="Microsoft YaHei"/>
              </a:defRPr>
            </a:lvl5pPr>
            <a:lvl6pPr algn="l">
              <a:defRPr sz="1875">
                <a:solidFill>
                  <a:srgbClr val="162333"/>
                </a:solidFill>
                <a:latin typeface="Microsoft YaHei"/>
                <a:ea typeface="Microsoft YaHei"/>
                <a:cs typeface="Microsoft YaHei"/>
              </a:defRPr>
            </a:lvl6pPr>
            <a:lvl7pPr algn="l">
              <a:defRPr sz="1875">
                <a:solidFill>
                  <a:srgbClr val="162333"/>
                </a:solidFill>
                <a:latin typeface="Microsoft YaHei"/>
                <a:ea typeface="Microsoft YaHei"/>
                <a:cs typeface="Microsoft YaHei"/>
              </a:defRPr>
            </a:lvl7pPr>
            <a:lvl8pPr algn="l">
              <a:defRPr sz="1875">
                <a:solidFill>
                  <a:srgbClr val="162333"/>
                </a:solidFill>
                <a:latin typeface="Microsoft YaHei"/>
                <a:ea typeface="Microsoft YaHei"/>
                <a:cs typeface="Microsoft YaHei"/>
              </a:defRPr>
            </a:lvl8pPr>
            <a:lvl9pPr algn="l">
              <a:defRPr sz="1875">
                <a:solidFill>
                  <a:srgbClr val="162333"/>
                </a:solidFill>
                <a:latin typeface="Microsoft YaHei"/>
                <a:ea typeface="Microsoft YaHei"/>
                <a:cs typeface="Microsoft YaHei"/>
              </a:defRPr>
            </a:lvl9pPr>
          </a:lstStyle>
          <a:p xmlns:a="http://schemas.openxmlformats.org/drawingml/2006/main">
            <a:pPr algn="l">
              <a:defRPr sz="1875">
                <a:solidFill>
                  <a:srgbClr val="162333"/>
                </a:solidFill>
                <a:latin typeface="Microsoft YaHei"/>
                <a:ea typeface="Microsoft YaHei"/>
                <a:cs typeface="Microsoft YaHei"/>
              </a:defRPr>
            </a:pPr>
            <a:r>
              <a:rPr sz="1875">
                <a:solidFill>
                  <a:srgbClr val="162333"/>
                </a:solidFill>
                <a:latin typeface="Microsoft YaHei"/>
                <a:ea typeface="Microsoft YaHei"/>
                <a:cs typeface="Microsoft YaHei"/>
              </a:rPr>
              <a:t>3. 结果配对与效果报告</a:t>
            </a:r>
          </a:p>
        </p:txBody>
      </p:sp>
      <p:sp>
        <p:nvSpPr>
          <p:cNvPr id="10" name="responsibility-3">
            <a:extLst xmlns:a="http://schemas.openxmlformats.org/drawingml/2006/main">
              <a:ext uri="{FF2B5EF4-FFF2-40B4-BE49-F238E27FC236}">
                <a16:creationId xmlns:a16="http://schemas.microsoft.com/office/drawing/2014/main" id="{AA847C38-3030-4B7A-BF9F-447935D3B20D}"/>
              </a:ext>
            </a:extLst>
          </p:cNvPr>
          <p:cNvSpPr>
            <a:spLocks xmlns:a="http://schemas.openxmlformats.org/drawingml/2006/main" noGrp="1"/>
          </p:cNvSpPr>
          <p:nvPr/>
        </p:nvSpPr>
        <p:spPr>
          <a:xfrm xmlns:a="http://schemas.openxmlformats.org/drawingml/2006/main">
            <a:off x="609600" y="48101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75">
                <a:solidFill>
                  <a:srgbClr val="162333"/>
                </a:solidFill>
                <a:latin typeface="Microsoft YaHei"/>
                <a:ea typeface="Microsoft YaHei"/>
                <a:cs typeface="Microsoft YaHei"/>
              </a:defRPr>
            </a:defPPr>
            <a:lvl1pPr algn="l">
              <a:defRPr sz="1875">
                <a:solidFill>
                  <a:srgbClr val="162333"/>
                </a:solidFill>
                <a:latin typeface="Microsoft YaHei"/>
                <a:ea typeface="Microsoft YaHei"/>
                <a:cs typeface="Microsoft YaHei"/>
              </a:defRPr>
            </a:lvl1pPr>
            <a:lvl2pPr algn="l">
              <a:defRPr sz="1875">
                <a:solidFill>
                  <a:srgbClr val="162333"/>
                </a:solidFill>
                <a:latin typeface="Microsoft YaHei"/>
                <a:ea typeface="Microsoft YaHei"/>
                <a:cs typeface="Microsoft YaHei"/>
              </a:defRPr>
            </a:lvl2pPr>
            <a:lvl3pPr algn="l">
              <a:defRPr sz="1875">
                <a:solidFill>
                  <a:srgbClr val="162333"/>
                </a:solidFill>
                <a:latin typeface="Microsoft YaHei"/>
                <a:ea typeface="Microsoft YaHei"/>
                <a:cs typeface="Microsoft YaHei"/>
              </a:defRPr>
            </a:lvl3pPr>
            <a:lvl4pPr algn="l">
              <a:defRPr sz="1875">
                <a:solidFill>
                  <a:srgbClr val="162333"/>
                </a:solidFill>
                <a:latin typeface="Microsoft YaHei"/>
                <a:ea typeface="Microsoft YaHei"/>
                <a:cs typeface="Microsoft YaHei"/>
              </a:defRPr>
            </a:lvl4pPr>
            <a:lvl5pPr algn="l">
              <a:defRPr sz="1875">
                <a:solidFill>
                  <a:srgbClr val="162333"/>
                </a:solidFill>
                <a:latin typeface="Microsoft YaHei"/>
                <a:ea typeface="Microsoft YaHei"/>
                <a:cs typeface="Microsoft YaHei"/>
              </a:defRPr>
            </a:lvl5pPr>
            <a:lvl6pPr algn="l">
              <a:defRPr sz="1875">
                <a:solidFill>
                  <a:srgbClr val="162333"/>
                </a:solidFill>
                <a:latin typeface="Microsoft YaHei"/>
                <a:ea typeface="Microsoft YaHei"/>
                <a:cs typeface="Microsoft YaHei"/>
              </a:defRPr>
            </a:lvl6pPr>
            <a:lvl7pPr algn="l">
              <a:defRPr sz="1875">
                <a:solidFill>
                  <a:srgbClr val="162333"/>
                </a:solidFill>
                <a:latin typeface="Microsoft YaHei"/>
                <a:ea typeface="Microsoft YaHei"/>
                <a:cs typeface="Microsoft YaHei"/>
              </a:defRPr>
            </a:lvl7pPr>
            <a:lvl8pPr algn="l">
              <a:defRPr sz="1875">
                <a:solidFill>
                  <a:srgbClr val="162333"/>
                </a:solidFill>
                <a:latin typeface="Microsoft YaHei"/>
                <a:ea typeface="Microsoft YaHei"/>
                <a:cs typeface="Microsoft YaHei"/>
              </a:defRPr>
            </a:lvl8pPr>
            <a:lvl9pPr algn="l">
              <a:defRPr sz="1875">
                <a:solidFill>
                  <a:srgbClr val="162333"/>
                </a:solidFill>
                <a:latin typeface="Microsoft YaHei"/>
                <a:ea typeface="Microsoft YaHei"/>
                <a:cs typeface="Microsoft YaHei"/>
              </a:defRPr>
            </a:lvl9pPr>
          </a:lstStyle>
          <a:p xmlns:a="http://schemas.openxmlformats.org/drawingml/2006/main">
            <a:pPr algn="l">
              <a:defRPr sz="1875">
                <a:solidFill>
                  <a:srgbClr val="162333"/>
                </a:solidFill>
                <a:latin typeface="Microsoft YaHei"/>
                <a:ea typeface="Microsoft YaHei"/>
                <a:cs typeface="Microsoft YaHei"/>
              </a:defRPr>
            </a:pPr>
            <a:r>
              <a:rPr sz="1875">
                <a:solidFill>
                  <a:srgbClr val="162333"/>
                </a:solidFill>
                <a:latin typeface="Microsoft YaHei"/>
                <a:ea typeface="Microsoft YaHei"/>
                <a:cs typeface="Microsoft YaHei"/>
              </a:rPr>
              <a:t>4. 结果配对与效果报告</a:t>
            </a:r>
          </a:p>
        </p:txBody>
      </p:sp>
    </p:spTree>
    <p:extLst>
      <p:ext uri="{BB962C8B-B14F-4D97-AF65-F5344CB8AC3E}">
        <p14:creationId xmlns:p14="http://schemas.microsoft.com/office/powerpoint/2010/main" val="1860707529"/>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eyebrow">
            <a:extLst xmlns:a="http://schemas.openxmlformats.org/drawingml/2006/main">
              <a:ext uri="{FF2B5EF4-FFF2-40B4-BE49-F238E27FC236}">
                <a16:creationId xmlns:a16="http://schemas.microsoft.com/office/drawing/2014/main" id="{B7AA9316-DC07-4CEC-9DE0-7E848084D673}"/>
              </a:ext>
            </a:extLst>
          </p:cNvPr>
          <p:cNvSpPr>
            <a:spLocks xmlns:a="http://schemas.openxmlformats.org/drawingml/2006/main" noGrp="1"/>
          </p:cNvSpPr>
          <p:nvPr/>
        </p:nvSpPr>
        <p:spPr>
          <a:xfrm xmlns:a="http://schemas.openxmlformats.org/drawingml/2006/main">
            <a:off x="609600" y="3048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B6A64"/>
                </a:solidFill>
                <a:latin typeface="Microsoft YaHei"/>
                <a:ea typeface="Microsoft YaHei"/>
                <a:cs typeface="Microsoft YaHei"/>
              </a:defRPr>
            </a:defPPr>
            <a:lvl1pPr>
              <a:defRPr sz="1500" b="1">
                <a:solidFill>
                  <a:srgbClr val="0B6A64"/>
                </a:solidFill>
                <a:latin typeface="Microsoft YaHei"/>
                <a:ea typeface="Microsoft YaHei"/>
                <a:cs typeface="Microsoft YaHei"/>
              </a:defRPr>
            </a:lvl1pPr>
            <a:lvl2pPr>
              <a:defRPr sz="1500" b="1">
                <a:solidFill>
                  <a:srgbClr val="0B6A64"/>
                </a:solidFill>
                <a:latin typeface="Microsoft YaHei"/>
                <a:ea typeface="Microsoft YaHei"/>
                <a:cs typeface="Microsoft YaHei"/>
              </a:defRPr>
            </a:lvl2pPr>
            <a:lvl3pPr>
              <a:defRPr sz="1500" b="1">
                <a:solidFill>
                  <a:srgbClr val="0B6A64"/>
                </a:solidFill>
                <a:latin typeface="Microsoft YaHei"/>
                <a:ea typeface="Microsoft YaHei"/>
                <a:cs typeface="Microsoft YaHei"/>
              </a:defRPr>
            </a:lvl3pPr>
            <a:lvl4pPr>
              <a:defRPr sz="1500" b="1">
                <a:solidFill>
                  <a:srgbClr val="0B6A64"/>
                </a:solidFill>
                <a:latin typeface="Microsoft YaHei"/>
                <a:ea typeface="Microsoft YaHei"/>
                <a:cs typeface="Microsoft YaHei"/>
              </a:defRPr>
            </a:lvl4pPr>
            <a:lvl5pPr>
              <a:defRPr sz="1500" b="1">
                <a:solidFill>
                  <a:srgbClr val="0B6A64"/>
                </a:solidFill>
                <a:latin typeface="Microsoft YaHei"/>
                <a:ea typeface="Microsoft YaHei"/>
                <a:cs typeface="Microsoft YaHei"/>
              </a:defRPr>
            </a:lvl5pPr>
            <a:lvl6pPr>
              <a:defRPr sz="1500" b="1">
                <a:solidFill>
                  <a:srgbClr val="0B6A64"/>
                </a:solidFill>
                <a:latin typeface="Microsoft YaHei"/>
                <a:ea typeface="Microsoft YaHei"/>
                <a:cs typeface="Microsoft YaHei"/>
              </a:defRPr>
            </a:lvl6pPr>
            <a:lvl7pPr>
              <a:defRPr sz="1500" b="1">
                <a:solidFill>
                  <a:srgbClr val="0B6A64"/>
                </a:solidFill>
                <a:latin typeface="Microsoft YaHei"/>
                <a:ea typeface="Microsoft YaHei"/>
                <a:cs typeface="Microsoft YaHei"/>
              </a:defRPr>
            </a:lvl7pPr>
            <a:lvl8pPr>
              <a:defRPr sz="1500" b="1">
                <a:solidFill>
                  <a:srgbClr val="0B6A64"/>
                </a:solidFill>
                <a:latin typeface="Microsoft YaHei"/>
                <a:ea typeface="Microsoft YaHei"/>
                <a:cs typeface="Microsoft YaHei"/>
              </a:defRPr>
            </a:lvl8pPr>
            <a:lvl9pPr>
              <a:defRPr sz="1500" b="1">
                <a:solidFill>
                  <a:srgbClr val="0B6A64"/>
                </a:solidFill>
                <a:latin typeface="Microsoft YaHei"/>
                <a:ea typeface="Microsoft YaHei"/>
                <a:cs typeface="Microsoft YaHei"/>
              </a:defRPr>
            </a:lvl9pPr>
          </a:lstStyle>
          <a:p xmlns:a="http://schemas.openxmlformats.org/drawingml/2006/main">
            <a:pPr>
              <a:buNone/>
              <a:defRPr sz="1500" b="1">
                <a:solidFill>
                  <a:srgbClr val="0B6A64"/>
                </a:solidFill>
                <a:latin typeface="Microsoft YaHei"/>
                <a:ea typeface="Microsoft YaHei"/>
                <a:cs typeface="Microsoft YaHei"/>
              </a:defRPr>
            </a:pPr>
            <a:r>
              <a:rPr sz="1500" b="1">
                <a:solidFill>
                  <a:srgbClr val="0B6A64"/>
                </a:solidFill>
                <a:latin typeface="Microsoft YaHei"/>
                <a:ea typeface="Microsoft YaHei"/>
                <a:cs typeface="Microsoft YaHei"/>
              </a:rPr>
              <a:t>07 测试与排错   /   步骤与数据</a:t>
            </a:r>
          </a:p>
        </p:txBody>
      </p:sp>
      <p:sp>
        <p:nvSpPr>
          <p:cNvPr id="2" name="title">
            <a:extLst xmlns:a="http://schemas.openxmlformats.org/drawingml/2006/main">
              <a:ext uri="{FF2B5EF4-FFF2-40B4-BE49-F238E27FC236}">
                <a16:creationId xmlns:a16="http://schemas.microsoft.com/office/drawing/2014/main" id="{197B3440-80A4-46CC-9D06-27E281E83985}"/>
              </a:ext>
            </a:extLst>
          </p:cNvPr>
          <p:cNvSpPr>
            <a:spLocks xmlns:a="http://schemas.openxmlformats.org/drawingml/2006/main" noGrp="1"/>
          </p:cNvSpPr>
          <p:nvPr/>
        </p:nvSpPr>
        <p:spPr>
          <a:xfrm xmlns:a="http://schemas.openxmlformats.org/drawingml/2006/main">
            <a:off x="609600" y="86677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333"/>
                </a:solidFill>
                <a:latin typeface="Microsoft YaHei"/>
                <a:ea typeface="Microsoft YaHei"/>
                <a:cs typeface="Microsoft YaHei"/>
              </a:defRPr>
            </a:defPPr>
            <a:lvl1pPr>
              <a:defRPr sz="3300" b="1">
                <a:solidFill>
                  <a:srgbClr val="162333"/>
                </a:solidFill>
                <a:latin typeface="Microsoft YaHei"/>
                <a:ea typeface="Microsoft YaHei"/>
                <a:cs typeface="Microsoft YaHei"/>
              </a:defRPr>
            </a:lvl1pPr>
            <a:lvl2pPr>
              <a:defRPr sz="3300" b="1">
                <a:solidFill>
                  <a:srgbClr val="162333"/>
                </a:solidFill>
                <a:latin typeface="Microsoft YaHei"/>
                <a:ea typeface="Microsoft YaHei"/>
                <a:cs typeface="Microsoft YaHei"/>
              </a:defRPr>
            </a:lvl2pPr>
            <a:lvl3pPr>
              <a:defRPr sz="3300" b="1">
                <a:solidFill>
                  <a:srgbClr val="162333"/>
                </a:solidFill>
                <a:latin typeface="Microsoft YaHei"/>
                <a:ea typeface="Microsoft YaHei"/>
                <a:cs typeface="Microsoft YaHei"/>
              </a:defRPr>
            </a:lvl3pPr>
            <a:lvl4pPr>
              <a:defRPr sz="3300" b="1">
                <a:solidFill>
                  <a:srgbClr val="162333"/>
                </a:solidFill>
                <a:latin typeface="Microsoft YaHei"/>
                <a:ea typeface="Microsoft YaHei"/>
                <a:cs typeface="Microsoft YaHei"/>
              </a:defRPr>
            </a:lvl4pPr>
            <a:lvl5pPr>
              <a:defRPr sz="3300" b="1">
                <a:solidFill>
                  <a:srgbClr val="162333"/>
                </a:solidFill>
                <a:latin typeface="Microsoft YaHei"/>
                <a:ea typeface="Microsoft YaHei"/>
                <a:cs typeface="Microsoft YaHei"/>
              </a:defRPr>
            </a:lvl5pPr>
            <a:lvl6pPr>
              <a:defRPr sz="3300" b="1">
                <a:solidFill>
                  <a:srgbClr val="162333"/>
                </a:solidFill>
                <a:latin typeface="Microsoft YaHei"/>
                <a:ea typeface="Microsoft YaHei"/>
                <a:cs typeface="Microsoft YaHei"/>
              </a:defRPr>
            </a:lvl6pPr>
            <a:lvl7pPr>
              <a:defRPr sz="3300" b="1">
                <a:solidFill>
                  <a:srgbClr val="162333"/>
                </a:solidFill>
                <a:latin typeface="Microsoft YaHei"/>
                <a:ea typeface="Microsoft YaHei"/>
                <a:cs typeface="Microsoft YaHei"/>
              </a:defRPr>
            </a:lvl7pPr>
            <a:lvl8pPr>
              <a:defRPr sz="3300" b="1">
                <a:solidFill>
                  <a:srgbClr val="162333"/>
                </a:solidFill>
                <a:latin typeface="Microsoft YaHei"/>
                <a:ea typeface="Microsoft YaHei"/>
                <a:cs typeface="Microsoft YaHei"/>
              </a:defRPr>
            </a:lvl8pPr>
            <a:lvl9pPr>
              <a:defRPr sz="3300" b="1">
                <a:solidFill>
                  <a:srgbClr val="162333"/>
                </a:solidFill>
                <a:latin typeface="Microsoft YaHei"/>
                <a:ea typeface="Microsoft YaHei"/>
                <a:cs typeface="Microsoft YaHei"/>
              </a:defRPr>
            </a:lvl9pPr>
          </a:lstStyle>
          <a:p xmlns:a="http://schemas.openxmlformats.org/drawingml/2006/main">
            <a:pPr>
              <a:buNone/>
              <a:defRPr sz="3300" b="1">
                <a:solidFill>
                  <a:srgbClr val="162333"/>
                </a:solidFill>
                <a:latin typeface="Microsoft YaHei"/>
                <a:ea typeface="Microsoft YaHei"/>
                <a:cs typeface="Microsoft YaHei"/>
              </a:defRPr>
            </a:pPr>
            <a:r>
              <a:rPr sz="3300" b="1">
                <a:solidFill>
                  <a:srgbClr val="162333"/>
                </a:solidFill>
                <a:latin typeface="Microsoft YaHei"/>
                <a:ea typeface="Microsoft YaHei"/>
                <a:cs typeface="Microsoft YaHei"/>
              </a:rPr>
              <a:t>评测计划、隔离运行与结果比较</a:t>
            </a:r>
          </a:p>
        </p:txBody>
      </p:sp>
      <p:sp>
        <p:nvSpPr>
          <p:cNvPr id="3" name="step-0">
            <a:extLst xmlns:a="http://schemas.openxmlformats.org/drawingml/2006/main">
              <a:ext uri="{FF2B5EF4-FFF2-40B4-BE49-F238E27FC236}">
                <a16:creationId xmlns:a16="http://schemas.microsoft.com/office/drawing/2014/main" id="{D4450D8C-5354-4766-BC17-CD7882495671}"/>
              </a:ext>
            </a:extLst>
          </p:cNvPr>
          <p:cNvSpPr>
            <a:spLocks xmlns:a="http://schemas.openxmlformats.org/drawingml/2006/main" noGrp="1"/>
          </p:cNvSpPr>
          <p:nvPr/>
        </p:nvSpPr>
        <p:spPr>
          <a:xfrm xmlns:a="http://schemas.openxmlformats.org/drawingml/2006/main">
            <a:off x="609600" y="204787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1. 制定比较计划</a:t>
            </a:r>
          </a:p>
        </p:txBody>
      </p:sp>
      <p:sp>
        <p:nvSpPr>
          <p:cNvPr id="4" name="data-0">
            <a:extLst xmlns:a="http://schemas.openxmlformats.org/drawingml/2006/main">
              <a:ext uri="{FF2B5EF4-FFF2-40B4-BE49-F238E27FC236}">
                <a16:creationId xmlns:a16="http://schemas.microsoft.com/office/drawing/2014/main" id="{7F69B100-3CB3-4611-BCB8-FC9707A62938}"/>
              </a:ext>
            </a:extLst>
          </p:cNvPr>
          <p:cNvSpPr>
            <a:spLocks xmlns:a="http://schemas.openxmlformats.org/drawingml/2006/main" noGrp="1"/>
          </p:cNvSpPr>
          <p:nvPr/>
        </p:nvSpPr>
        <p:spPr>
          <a:xfrm xmlns:a="http://schemas.openxmlformats.org/drawingml/2006/main">
            <a:off x="838200" y="2409825"/>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输入：评测问题    输出：可对照实验计划</a:t>
            </a:r>
          </a:p>
        </p:txBody>
      </p:sp>
      <p:sp>
        <p:nvSpPr>
          <p:cNvPr id="5" name="step-1">
            <a:extLst xmlns:a="http://schemas.openxmlformats.org/drawingml/2006/main">
              <a:ext uri="{FF2B5EF4-FFF2-40B4-BE49-F238E27FC236}">
                <a16:creationId xmlns:a16="http://schemas.microsoft.com/office/drawing/2014/main" id="{13CBAD90-B132-476A-8D26-9CF3CDC97852}"/>
              </a:ext>
            </a:extLst>
          </p:cNvPr>
          <p:cNvSpPr>
            <a:spLocks xmlns:a="http://schemas.openxmlformats.org/drawingml/2006/main" noGrp="1"/>
          </p:cNvSpPr>
          <p:nvPr/>
        </p:nvSpPr>
        <p:spPr>
          <a:xfrm xmlns:a="http://schemas.openxmlformats.org/drawingml/2006/main">
            <a:off x="609600" y="28194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2. 核对运行前置</a:t>
            </a:r>
          </a:p>
        </p:txBody>
      </p:sp>
      <p:sp>
        <p:nvSpPr>
          <p:cNvPr id="6" name="data-1">
            <a:extLst xmlns:a="http://schemas.openxmlformats.org/drawingml/2006/main">
              <a:ext uri="{FF2B5EF4-FFF2-40B4-BE49-F238E27FC236}">
                <a16:creationId xmlns:a16="http://schemas.microsoft.com/office/drawing/2014/main" id="{F224DE54-F637-4BF7-940B-CA0027E43A84}"/>
              </a:ext>
            </a:extLst>
          </p:cNvPr>
          <p:cNvSpPr>
            <a:spLocks xmlns:a="http://schemas.openxmlformats.org/drawingml/2006/main" noGrp="1"/>
          </p:cNvSpPr>
          <p:nvPr/>
        </p:nvSpPr>
        <p:spPr>
          <a:xfrm xmlns:a="http://schemas.openxmlformats.org/drawingml/2006/main">
            <a:off x="838200" y="3181350"/>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输入：计划与运行环境    输出：可执行实验配置</a:t>
            </a:r>
          </a:p>
        </p:txBody>
      </p:sp>
      <p:sp>
        <p:nvSpPr>
          <p:cNvPr id="7" name="step-2">
            <a:extLst xmlns:a="http://schemas.openxmlformats.org/drawingml/2006/main">
              <a:ext uri="{FF2B5EF4-FFF2-40B4-BE49-F238E27FC236}">
                <a16:creationId xmlns:a16="http://schemas.microsoft.com/office/drawing/2014/main" id="{FE0B04C8-5216-4713-B172-249841BA034E}"/>
              </a:ext>
            </a:extLst>
          </p:cNvPr>
          <p:cNvSpPr>
            <a:spLocks xmlns:a="http://schemas.openxmlformats.org/drawingml/2006/main" noGrp="1"/>
          </p:cNvSpPr>
          <p:nvPr/>
        </p:nvSpPr>
        <p:spPr>
          <a:xfrm xmlns:a="http://schemas.openxmlformats.org/drawingml/2006/main">
            <a:off x="609600" y="359092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3. 读取单次观测</a:t>
            </a:r>
          </a:p>
        </p:txBody>
      </p:sp>
      <p:sp>
        <p:nvSpPr>
          <p:cNvPr id="8" name="data-2">
            <a:extLst xmlns:a="http://schemas.openxmlformats.org/drawingml/2006/main">
              <a:ext uri="{FF2B5EF4-FFF2-40B4-BE49-F238E27FC236}">
                <a16:creationId xmlns:a16="http://schemas.microsoft.com/office/drawing/2014/main" id="{C3E22157-37B1-4878-A71C-AA15D601AEFD}"/>
              </a:ext>
            </a:extLst>
          </p:cNvPr>
          <p:cNvSpPr>
            <a:spLocks xmlns:a="http://schemas.openxmlformats.org/drawingml/2006/main" noGrp="1"/>
          </p:cNvSpPr>
          <p:nvPr/>
        </p:nvSpPr>
        <p:spPr>
          <a:xfrm xmlns:a="http://schemas.openxmlformats.org/drawingml/2006/main">
            <a:off x="838200" y="3952875"/>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输入：评测产物    输出：可信的配对数据</a:t>
            </a:r>
          </a:p>
        </p:txBody>
      </p:sp>
      <p:sp>
        <p:nvSpPr>
          <p:cNvPr id="9" name="step-3">
            <a:extLst xmlns:a="http://schemas.openxmlformats.org/drawingml/2006/main">
              <a:ext uri="{FF2B5EF4-FFF2-40B4-BE49-F238E27FC236}">
                <a16:creationId xmlns:a16="http://schemas.microsoft.com/office/drawing/2014/main" id="{DFB94409-FBE7-4705-BF7F-6994FFA8C2CF}"/>
              </a:ext>
            </a:extLst>
          </p:cNvPr>
          <p:cNvSpPr>
            <a:spLocks xmlns:a="http://schemas.openxmlformats.org/drawingml/2006/main" noGrp="1"/>
          </p:cNvSpPr>
          <p:nvPr/>
        </p:nvSpPr>
        <p:spPr>
          <a:xfrm xmlns:a="http://schemas.openxmlformats.org/drawingml/2006/main">
            <a:off x="609600" y="43624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4. 比较并解释限制</a:t>
            </a:r>
          </a:p>
        </p:txBody>
      </p:sp>
      <p:sp>
        <p:nvSpPr>
          <p:cNvPr id="10" name="data-3">
            <a:extLst xmlns:a="http://schemas.openxmlformats.org/drawingml/2006/main">
              <a:ext uri="{FF2B5EF4-FFF2-40B4-BE49-F238E27FC236}">
                <a16:creationId xmlns:a16="http://schemas.microsoft.com/office/drawing/2014/main" id="{40B15795-45EF-48A0-8923-583604EFE0B3}"/>
              </a:ext>
            </a:extLst>
          </p:cNvPr>
          <p:cNvSpPr>
            <a:spLocks xmlns:a="http://schemas.openxmlformats.org/drawingml/2006/main" noGrp="1"/>
          </p:cNvSpPr>
          <p:nvPr/>
        </p:nvSpPr>
        <p:spPr>
          <a:xfrm xmlns:a="http://schemas.openxmlformats.org/drawingml/2006/main">
            <a:off x="838200" y="4724400"/>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输入：有效配对观测    输出：有适用范围的报告</a:t>
            </a:r>
          </a:p>
        </p:txBody>
      </p:sp>
      <p:sp>
        <p:nvSpPr>
          <p:cNvPr id="11" name="footer">
            <a:extLst xmlns:a="http://schemas.openxmlformats.org/drawingml/2006/main">
              <a:ext uri="{FF2B5EF4-FFF2-40B4-BE49-F238E27FC236}">
                <a16:creationId xmlns:a16="http://schemas.microsoft.com/office/drawing/2014/main" id="{B0D3DBD8-6AB1-4C57-9362-3B42E9CE4304}"/>
              </a:ext>
            </a:extLst>
          </p:cNvPr>
          <p:cNvSpPr>
            <a:spLocks xmlns:a="http://schemas.openxmlformats.org/drawingml/2006/main" noGrp="1"/>
          </p:cNvSpPr>
          <p:nvPr/>
        </p:nvSpPr>
        <p:spPr>
          <a:xfrm xmlns:a="http://schemas.openxmlformats.org/drawingml/2006/main">
            <a:off x="609600" y="6372225"/>
            <a:ext cx="1093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677B"/>
                </a:solidFill>
                <a:latin typeface="Microsoft YaHei"/>
                <a:ea typeface="Microsoft YaHei"/>
                <a:cs typeface="Microsoft YaHei"/>
              </a:defRPr>
            </a:defPPr>
            <a:lvl1pPr>
              <a:defRPr sz="1200" b="0">
                <a:solidFill>
                  <a:srgbClr val="56677B"/>
                </a:solidFill>
                <a:latin typeface="Microsoft YaHei"/>
                <a:ea typeface="Microsoft YaHei"/>
                <a:cs typeface="Microsoft YaHei"/>
              </a:defRPr>
            </a:lvl1pPr>
            <a:lvl2pPr>
              <a:defRPr sz="1200" b="0">
                <a:solidFill>
                  <a:srgbClr val="56677B"/>
                </a:solidFill>
                <a:latin typeface="Microsoft YaHei"/>
                <a:ea typeface="Microsoft YaHei"/>
                <a:cs typeface="Microsoft YaHei"/>
              </a:defRPr>
            </a:lvl2pPr>
            <a:lvl3pPr>
              <a:defRPr sz="1200" b="0">
                <a:solidFill>
                  <a:srgbClr val="56677B"/>
                </a:solidFill>
                <a:latin typeface="Microsoft YaHei"/>
                <a:ea typeface="Microsoft YaHei"/>
                <a:cs typeface="Microsoft YaHei"/>
              </a:defRPr>
            </a:lvl3pPr>
            <a:lvl4pPr>
              <a:defRPr sz="1200" b="0">
                <a:solidFill>
                  <a:srgbClr val="56677B"/>
                </a:solidFill>
                <a:latin typeface="Microsoft YaHei"/>
                <a:ea typeface="Microsoft YaHei"/>
                <a:cs typeface="Microsoft YaHei"/>
              </a:defRPr>
            </a:lvl4pPr>
            <a:lvl5pPr>
              <a:defRPr sz="1200" b="0">
                <a:solidFill>
                  <a:srgbClr val="56677B"/>
                </a:solidFill>
                <a:latin typeface="Microsoft YaHei"/>
                <a:ea typeface="Microsoft YaHei"/>
                <a:cs typeface="Microsoft YaHei"/>
              </a:defRPr>
            </a:lvl5pPr>
            <a:lvl6pPr>
              <a:defRPr sz="1200" b="0">
                <a:solidFill>
                  <a:srgbClr val="56677B"/>
                </a:solidFill>
                <a:latin typeface="Microsoft YaHei"/>
                <a:ea typeface="Microsoft YaHei"/>
                <a:cs typeface="Microsoft YaHei"/>
              </a:defRPr>
            </a:lvl6pPr>
            <a:lvl7pPr>
              <a:defRPr sz="1200" b="0">
                <a:solidFill>
                  <a:srgbClr val="56677B"/>
                </a:solidFill>
                <a:latin typeface="Microsoft YaHei"/>
                <a:ea typeface="Microsoft YaHei"/>
                <a:cs typeface="Microsoft YaHei"/>
              </a:defRPr>
            </a:lvl7pPr>
            <a:lvl8pPr>
              <a:defRPr sz="1200" b="0">
                <a:solidFill>
                  <a:srgbClr val="56677B"/>
                </a:solidFill>
                <a:latin typeface="Microsoft YaHei"/>
                <a:ea typeface="Microsoft YaHei"/>
                <a:cs typeface="Microsoft YaHei"/>
              </a:defRPr>
            </a:lvl8pPr>
            <a:lvl9pPr>
              <a:defRPr sz="1200" b="0">
                <a:solidFill>
                  <a:srgbClr val="56677B"/>
                </a:solidFill>
                <a:latin typeface="Microsoft YaHei"/>
                <a:ea typeface="Microsoft YaHei"/>
                <a:cs typeface="Microsoft YaHei"/>
              </a:defRPr>
            </a:lvl9pPr>
          </a:lstStyle>
          <a:p xmlns:a="http://schemas.openxmlformats.org/drawingml/2006/main">
            <a:pPr>
              <a:buNone/>
              <a:defRPr sz="1200" b="0">
                <a:solidFill>
                  <a:srgbClr val="56677B"/>
                </a:solidFill>
                <a:latin typeface="Microsoft YaHei"/>
                <a:ea typeface="Microsoft YaHei"/>
                <a:cs typeface="Microsoft YaHei"/>
              </a:defRPr>
            </a:pPr>
            <a:r>
              <a:rPr sz="1200" b="0">
                <a:solidFill>
                  <a:srgbClr val="56677B"/>
                </a:solidFill>
                <a:latin typeface="Microsoft YaHei"/>
                <a:ea typeface="Microsoft YaHei"/>
                <a:cs typeface="Microsoft YaHei"/>
              </a:rPr>
              <a:t>Pi 源码精通路线   /   eval-quality   /   2     基线 136b87e8a · 源码与参考答案见讲者备注</a:t>
            </a:r>
          </a:p>
        </p:txBody>
      </p:sp>
    </p:spTree>
    <p:extLst>
      <p:ext uri="{BB962C8B-B14F-4D97-AF65-F5344CB8AC3E}">
        <p14:creationId xmlns:p14="http://schemas.microsoft.com/office/powerpoint/2010/main" val="271839356"/>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1AA017CA-2B02-4B89-9228-0B0621A627D5}"/>
              </a:ext>
            </a:extLst>
          </p:cNvPr>
          <p:cNvSpPr>
            <a:spLocks xmlns:a="http://schemas.openxmlformats.org/drawingml/2006/main" noGrp="1"/>
          </p:cNvSpPr>
          <p:nvPr/>
        </p:nvSpPr>
        <p:spPr>
          <a:xfrm xmlns:a="http://schemas.openxmlformats.org/drawingml/2006/main">
            <a:off x="609600" y="3048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B6A64"/>
                </a:solidFill>
                <a:latin typeface="Microsoft YaHei"/>
                <a:ea typeface="Microsoft YaHei"/>
                <a:cs typeface="Microsoft YaHei"/>
              </a:defRPr>
            </a:defPPr>
            <a:lvl1pPr>
              <a:defRPr sz="1500" b="1">
                <a:solidFill>
                  <a:srgbClr val="0B6A64"/>
                </a:solidFill>
                <a:latin typeface="Microsoft YaHei"/>
                <a:ea typeface="Microsoft YaHei"/>
                <a:cs typeface="Microsoft YaHei"/>
              </a:defRPr>
            </a:lvl1pPr>
            <a:lvl2pPr>
              <a:defRPr sz="1500" b="1">
                <a:solidFill>
                  <a:srgbClr val="0B6A64"/>
                </a:solidFill>
                <a:latin typeface="Microsoft YaHei"/>
                <a:ea typeface="Microsoft YaHei"/>
                <a:cs typeface="Microsoft YaHei"/>
              </a:defRPr>
            </a:lvl2pPr>
            <a:lvl3pPr>
              <a:defRPr sz="1500" b="1">
                <a:solidFill>
                  <a:srgbClr val="0B6A64"/>
                </a:solidFill>
                <a:latin typeface="Microsoft YaHei"/>
                <a:ea typeface="Microsoft YaHei"/>
                <a:cs typeface="Microsoft YaHei"/>
              </a:defRPr>
            </a:lvl3pPr>
            <a:lvl4pPr>
              <a:defRPr sz="1500" b="1">
                <a:solidFill>
                  <a:srgbClr val="0B6A64"/>
                </a:solidFill>
                <a:latin typeface="Microsoft YaHei"/>
                <a:ea typeface="Microsoft YaHei"/>
                <a:cs typeface="Microsoft YaHei"/>
              </a:defRPr>
            </a:lvl4pPr>
            <a:lvl5pPr>
              <a:defRPr sz="1500" b="1">
                <a:solidFill>
                  <a:srgbClr val="0B6A64"/>
                </a:solidFill>
                <a:latin typeface="Microsoft YaHei"/>
                <a:ea typeface="Microsoft YaHei"/>
                <a:cs typeface="Microsoft YaHei"/>
              </a:defRPr>
            </a:lvl5pPr>
            <a:lvl6pPr>
              <a:defRPr sz="1500" b="1">
                <a:solidFill>
                  <a:srgbClr val="0B6A64"/>
                </a:solidFill>
                <a:latin typeface="Microsoft YaHei"/>
                <a:ea typeface="Microsoft YaHei"/>
                <a:cs typeface="Microsoft YaHei"/>
              </a:defRPr>
            </a:lvl6pPr>
            <a:lvl7pPr>
              <a:defRPr sz="1500" b="1">
                <a:solidFill>
                  <a:srgbClr val="0B6A64"/>
                </a:solidFill>
                <a:latin typeface="Microsoft YaHei"/>
                <a:ea typeface="Microsoft YaHei"/>
                <a:cs typeface="Microsoft YaHei"/>
              </a:defRPr>
            </a:lvl7pPr>
            <a:lvl8pPr>
              <a:defRPr sz="1500" b="1">
                <a:solidFill>
                  <a:srgbClr val="0B6A64"/>
                </a:solidFill>
                <a:latin typeface="Microsoft YaHei"/>
                <a:ea typeface="Microsoft YaHei"/>
                <a:cs typeface="Microsoft YaHei"/>
              </a:defRPr>
            </a:lvl8pPr>
            <a:lvl9pPr>
              <a:defRPr sz="1500" b="1">
                <a:solidFill>
                  <a:srgbClr val="0B6A64"/>
                </a:solidFill>
                <a:latin typeface="Microsoft YaHei"/>
                <a:ea typeface="Microsoft YaHei"/>
                <a:cs typeface="Microsoft YaHei"/>
              </a:defRPr>
            </a:lvl9pPr>
          </a:lstStyle>
          <a:p xmlns:a="http://schemas.openxmlformats.org/drawingml/2006/main">
            <a:pPr>
              <a:buNone/>
              <a:defRPr sz="1500" b="1">
                <a:solidFill>
                  <a:srgbClr val="0B6A64"/>
                </a:solidFill>
                <a:latin typeface="Microsoft YaHei"/>
                <a:ea typeface="Microsoft YaHei"/>
                <a:cs typeface="Microsoft YaHei"/>
              </a:defRPr>
            </a:pPr>
            <a:r>
              <a:rPr sz="1500" b="1">
                <a:solidFill>
                  <a:srgbClr val="0B6A64"/>
                </a:solidFill>
                <a:latin typeface="Microsoft YaHei"/>
                <a:ea typeface="Microsoft YaHei"/>
                <a:cs typeface="Microsoft YaHei"/>
              </a:rPr>
              <a:t>07 测试与排错   /   失败与验证</a:t>
            </a:r>
          </a:p>
        </p:txBody>
      </p:sp>
      <p:sp>
        <p:nvSpPr>
          <p:cNvPr id="2" name="title">
            <a:extLst xmlns:a="http://schemas.openxmlformats.org/drawingml/2006/main">
              <a:ext uri="{FF2B5EF4-FFF2-40B4-BE49-F238E27FC236}">
                <a16:creationId xmlns:a16="http://schemas.microsoft.com/office/drawing/2014/main" id="{14258F3F-B97D-4317-A423-82BCBFB50EE2}"/>
              </a:ext>
            </a:extLst>
          </p:cNvPr>
          <p:cNvSpPr>
            <a:spLocks xmlns:a="http://schemas.openxmlformats.org/drawingml/2006/main" noGrp="1"/>
          </p:cNvSpPr>
          <p:nvPr/>
        </p:nvSpPr>
        <p:spPr>
          <a:xfrm xmlns:a="http://schemas.openxmlformats.org/drawingml/2006/main">
            <a:off x="609600" y="86677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333"/>
                </a:solidFill>
                <a:latin typeface="Microsoft YaHei"/>
                <a:ea typeface="Microsoft YaHei"/>
                <a:cs typeface="Microsoft YaHei"/>
              </a:defRPr>
            </a:defPPr>
            <a:lvl1pPr>
              <a:defRPr sz="3300" b="1">
                <a:solidFill>
                  <a:srgbClr val="162333"/>
                </a:solidFill>
                <a:latin typeface="Microsoft YaHei"/>
                <a:ea typeface="Microsoft YaHei"/>
                <a:cs typeface="Microsoft YaHei"/>
              </a:defRPr>
            </a:lvl1pPr>
            <a:lvl2pPr>
              <a:defRPr sz="3300" b="1">
                <a:solidFill>
                  <a:srgbClr val="162333"/>
                </a:solidFill>
                <a:latin typeface="Microsoft YaHei"/>
                <a:ea typeface="Microsoft YaHei"/>
                <a:cs typeface="Microsoft YaHei"/>
              </a:defRPr>
            </a:lvl2pPr>
            <a:lvl3pPr>
              <a:defRPr sz="3300" b="1">
                <a:solidFill>
                  <a:srgbClr val="162333"/>
                </a:solidFill>
                <a:latin typeface="Microsoft YaHei"/>
                <a:ea typeface="Microsoft YaHei"/>
                <a:cs typeface="Microsoft YaHei"/>
              </a:defRPr>
            </a:lvl3pPr>
            <a:lvl4pPr>
              <a:defRPr sz="3300" b="1">
                <a:solidFill>
                  <a:srgbClr val="162333"/>
                </a:solidFill>
                <a:latin typeface="Microsoft YaHei"/>
                <a:ea typeface="Microsoft YaHei"/>
                <a:cs typeface="Microsoft YaHei"/>
              </a:defRPr>
            </a:lvl4pPr>
            <a:lvl5pPr>
              <a:defRPr sz="3300" b="1">
                <a:solidFill>
                  <a:srgbClr val="162333"/>
                </a:solidFill>
                <a:latin typeface="Microsoft YaHei"/>
                <a:ea typeface="Microsoft YaHei"/>
                <a:cs typeface="Microsoft YaHei"/>
              </a:defRPr>
            </a:lvl5pPr>
            <a:lvl6pPr>
              <a:defRPr sz="3300" b="1">
                <a:solidFill>
                  <a:srgbClr val="162333"/>
                </a:solidFill>
                <a:latin typeface="Microsoft YaHei"/>
                <a:ea typeface="Microsoft YaHei"/>
                <a:cs typeface="Microsoft YaHei"/>
              </a:defRPr>
            </a:lvl6pPr>
            <a:lvl7pPr>
              <a:defRPr sz="3300" b="1">
                <a:solidFill>
                  <a:srgbClr val="162333"/>
                </a:solidFill>
                <a:latin typeface="Microsoft YaHei"/>
                <a:ea typeface="Microsoft YaHei"/>
                <a:cs typeface="Microsoft YaHei"/>
              </a:defRPr>
            </a:lvl7pPr>
            <a:lvl8pPr>
              <a:defRPr sz="3300" b="1">
                <a:solidFill>
                  <a:srgbClr val="162333"/>
                </a:solidFill>
                <a:latin typeface="Microsoft YaHei"/>
                <a:ea typeface="Microsoft YaHei"/>
                <a:cs typeface="Microsoft YaHei"/>
              </a:defRPr>
            </a:lvl8pPr>
            <a:lvl9pPr>
              <a:defRPr sz="3300" b="1">
                <a:solidFill>
                  <a:srgbClr val="162333"/>
                </a:solidFill>
                <a:latin typeface="Microsoft YaHei"/>
                <a:ea typeface="Microsoft YaHei"/>
                <a:cs typeface="Microsoft YaHei"/>
              </a:defRPr>
            </a:lvl9pPr>
          </a:lstStyle>
          <a:p xmlns:a="http://schemas.openxmlformats.org/drawingml/2006/main">
            <a:pPr>
              <a:buNone/>
              <a:defRPr sz="3300" b="1">
                <a:solidFill>
                  <a:srgbClr val="162333"/>
                </a:solidFill>
                <a:latin typeface="Microsoft YaHei"/>
                <a:ea typeface="Microsoft YaHei"/>
                <a:cs typeface="Microsoft YaHei"/>
              </a:defRPr>
            </a:pPr>
            <a:r>
              <a:rPr sz="3300" b="1">
                <a:solidFill>
                  <a:srgbClr val="162333"/>
                </a:solidFill>
                <a:latin typeface="Microsoft YaHei"/>
                <a:ea typeface="Microsoft YaHei"/>
                <a:cs typeface="Microsoft YaHei"/>
              </a:rPr>
              <a:t>评测计划、隔离运行与结果比较</a:t>
            </a:r>
          </a:p>
        </p:txBody>
      </p:sp>
      <p:sp>
        <p:nvSpPr>
          <p:cNvPr id="3" name="failure-label">
            <a:extLst xmlns:a="http://schemas.openxmlformats.org/drawingml/2006/main">
              <a:ext uri="{FF2B5EF4-FFF2-40B4-BE49-F238E27FC236}">
                <a16:creationId xmlns:a16="http://schemas.microsoft.com/office/drawing/2014/main" id="{4508AD83-5FBD-469B-ABE0-B28E8A8110E9}"/>
              </a:ext>
            </a:extLst>
          </p:cNvPr>
          <p:cNvSpPr>
            <a:spLocks xmlns:a="http://schemas.openxmlformats.org/drawingml/2006/main" noGrp="1"/>
          </p:cNvSpPr>
          <p:nvPr/>
        </p:nvSpPr>
        <p:spPr>
          <a:xfrm xmlns:a="http://schemas.openxmlformats.org/drawingml/2006/main">
            <a:off x="609600" y="2009775"/>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B6A64"/>
                </a:solidFill>
                <a:latin typeface="Microsoft YaHei"/>
                <a:ea typeface="Microsoft YaHei"/>
                <a:cs typeface="Microsoft YaHei"/>
              </a:defRPr>
            </a:defPPr>
            <a:lvl1pPr>
              <a:defRPr sz="2100" b="1">
                <a:solidFill>
                  <a:srgbClr val="0B6A64"/>
                </a:solidFill>
                <a:latin typeface="Microsoft YaHei"/>
                <a:ea typeface="Microsoft YaHei"/>
                <a:cs typeface="Microsoft YaHei"/>
              </a:defRPr>
            </a:lvl1pPr>
            <a:lvl2pPr>
              <a:defRPr sz="2100" b="1">
                <a:solidFill>
                  <a:srgbClr val="0B6A64"/>
                </a:solidFill>
                <a:latin typeface="Microsoft YaHei"/>
                <a:ea typeface="Microsoft YaHei"/>
                <a:cs typeface="Microsoft YaHei"/>
              </a:defRPr>
            </a:lvl2pPr>
            <a:lvl3pPr>
              <a:defRPr sz="2100" b="1">
                <a:solidFill>
                  <a:srgbClr val="0B6A64"/>
                </a:solidFill>
                <a:latin typeface="Microsoft YaHei"/>
                <a:ea typeface="Microsoft YaHei"/>
                <a:cs typeface="Microsoft YaHei"/>
              </a:defRPr>
            </a:lvl3pPr>
            <a:lvl4pPr>
              <a:defRPr sz="2100" b="1">
                <a:solidFill>
                  <a:srgbClr val="0B6A64"/>
                </a:solidFill>
                <a:latin typeface="Microsoft YaHei"/>
                <a:ea typeface="Microsoft YaHei"/>
                <a:cs typeface="Microsoft YaHei"/>
              </a:defRPr>
            </a:lvl4pPr>
            <a:lvl5pPr>
              <a:defRPr sz="2100" b="1">
                <a:solidFill>
                  <a:srgbClr val="0B6A64"/>
                </a:solidFill>
                <a:latin typeface="Microsoft YaHei"/>
                <a:ea typeface="Microsoft YaHei"/>
                <a:cs typeface="Microsoft YaHei"/>
              </a:defRPr>
            </a:lvl5pPr>
            <a:lvl6pPr>
              <a:defRPr sz="2100" b="1">
                <a:solidFill>
                  <a:srgbClr val="0B6A64"/>
                </a:solidFill>
                <a:latin typeface="Microsoft YaHei"/>
                <a:ea typeface="Microsoft YaHei"/>
                <a:cs typeface="Microsoft YaHei"/>
              </a:defRPr>
            </a:lvl6pPr>
            <a:lvl7pPr>
              <a:defRPr sz="2100" b="1">
                <a:solidFill>
                  <a:srgbClr val="0B6A64"/>
                </a:solidFill>
                <a:latin typeface="Microsoft YaHei"/>
                <a:ea typeface="Microsoft YaHei"/>
                <a:cs typeface="Microsoft YaHei"/>
              </a:defRPr>
            </a:lvl7pPr>
            <a:lvl8pPr>
              <a:defRPr sz="2100" b="1">
                <a:solidFill>
                  <a:srgbClr val="0B6A64"/>
                </a:solidFill>
                <a:latin typeface="Microsoft YaHei"/>
                <a:ea typeface="Microsoft YaHei"/>
                <a:cs typeface="Microsoft YaHei"/>
              </a:defRPr>
            </a:lvl8pPr>
            <a:lvl9pPr>
              <a:defRPr sz="2100" b="1">
                <a:solidFill>
                  <a:srgbClr val="0B6A64"/>
                </a:solidFill>
                <a:latin typeface="Microsoft YaHei"/>
                <a:ea typeface="Microsoft YaHei"/>
                <a:cs typeface="Microsoft YaHei"/>
              </a:defRPr>
            </a:lvl9pPr>
          </a:lstStyle>
          <a:p xmlns:a="http://schemas.openxmlformats.org/drawingml/2006/main">
            <a:pPr>
              <a:buNone/>
              <a:defRPr sz="2100" b="1">
                <a:solidFill>
                  <a:srgbClr val="0B6A64"/>
                </a:solidFill>
                <a:latin typeface="Microsoft YaHei"/>
                <a:ea typeface="Microsoft YaHei"/>
                <a:cs typeface="Microsoft YaHei"/>
              </a:defRPr>
            </a:pPr>
            <a:r>
              <a:rPr sz="2100" b="1">
                <a:solidFill>
                  <a:srgbClr val="0B6A64"/>
                </a:solidFill>
                <a:latin typeface="Microsoft YaHei"/>
                <a:ea typeface="Microsoft YaHei"/>
                <a:cs typeface="Microsoft YaHei"/>
              </a:rPr>
              <a:t>失败与恢复</a:t>
            </a:r>
          </a:p>
        </p:txBody>
      </p:sp>
      <p:sp>
        <p:nvSpPr>
          <p:cNvPr id="4" name="failure">
            <a:extLst xmlns:a="http://schemas.openxmlformats.org/drawingml/2006/main">
              <a:ext uri="{FF2B5EF4-FFF2-40B4-BE49-F238E27FC236}">
                <a16:creationId xmlns:a16="http://schemas.microsoft.com/office/drawing/2014/main" id="{451D2012-BC0E-44B4-9F84-C3F1C1EFC95B}"/>
              </a:ext>
            </a:extLst>
          </p:cNvPr>
          <p:cNvSpPr>
            <a:spLocks xmlns:a="http://schemas.openxmlformats.org/drawingml/2006/main" noGrp="1"/>
          </p:cNvSpPr>
          <p:nvPr/>
        </p:nvSpPr>
        <p:spPr>
          <a:xfrm xmlns:a="http://schemas.openxmlformats.org/drawingml/2006/main">
            <a:off x="609600" y="2543175"/>
            <a:ext cx="10934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333"/>
                </a:solidFill>
                <a:latin typeface="Microsoft YaHei"/>
                <a:ea typeface="Microsoft YaHei"/>
                <a:cs typeface="Microsoft YaHei"/>
              </a:defRPr>
            </a:defPPr>
            <a:lvl1pPr>
              <a:defRPr sz="2025" b="0">
                <a:solidFill>
                  <a:srgbClr val="162333"/>
                </a:solidFill>
                <a:latin typeface="Microsoft YaHei"/>
                <a:ea typeface="Microsoft YaHei"/>
                <a:cs typeface="Microsoft YaHei"/>
              </a:defRPr>
            </a:lvl1pPr>
            <a:lvl2pPr>
              <a:defRPr sz="2025" b="0">
                <a:solidFill>
                  <a:srgbClr val="162333"/>
                </a:solidFill>
                <a:latin typeface="Microsoft YaHei"/>
                <a:ea typeface="Microsoft YaHei"/>
                <a:cs typeface="Microsoft YaHei"/>
              </a:defRPr>
            </a:lvl2pPr>
            <a:lvl3pPr>
              <a:defRPr sz="2025" b="0">
                <a:solidFill>
                  <a:srgbClr val="162333"/>
                </a:solidFill>
                <a:latin typeface="Microsoft YaHei"/>
                <a:ea typeface="Microsoft YaHei"/>
                <a:cs typeface="Microsoft YaHei"/>
              </a:defRPr>
            </a:lvl3pPr>
            <a:lvl4pPr>
              <a:defRPr sz="2025" b="0">
                <a:solidFill>
                  <a:srgbClr val="162333"/>
                </a:solidFill>
                <a:latin typeface="Microsoft YaHei"/>
                <a:ea typeface="Microsoft YaHei"/>
                <a:cs typeface="Microsoft YaHei"/>
              </a:defRPr>
            </a:lvl4pPr>
            <a:lvl5pPr>
              <a:defRPr sz="2025" b="0">
                <a:solidFill>
                  <a:srgbClr val="162333"/>
                </a:solidFill>
                <a:latin typeface="Microsoft YaHei"/>
                <a:ea typeface="Microsoft YaHei"/>
                <a:cs typeface="Microsoft YaHei"/>
              </a:defRPr>
            </a:lvl5pPr>
            <a:lvl6pPr>
              <a:defRPr sz="2025" b="0">
                <a:solidFill>
                  <a:srgbClr val="162333"/>
                </a:solidFill>
                <a:latin typeface="Microsoft YaHei"/>
                <a:ea typeface="Microsoft YaHei"/>
                <a:cs typeface="Microsoft YaHei"/>
              </a:defRPr>
            </a:lvl6pPr>
            <a:lvl7pPr>
              <a:defRPr sz="2025" b="0">
                <a:solidFill>
                  <a:srgbClr val="162333"/>
                </a:solidFill>
                <a:latin typeface="Microsoft YaHei"/>
                <a:ea typeface="Microsoft YaHei"/>
                <a:cs typeface="Microsoft YaHei"/>
              </a:defRPr>
            </a:lvl7pPr>
            <a:lvl8pPr>
              <a:defRPr sz="2025" b="0">
                <a:solidFill>
                  <a:srgbClr val="162333"/>
                </a:solidFill>
                <a:latin typeface="Microsoft YaHei"/>
                <a:ea typeface="Microsoft YaHei"/>
                <a:cs typeface="Microsoft YaHei"/>
              </a:defRPr>
            </a:lvl8pPr>
            <a:lvl9pPr>
              <a:defRPr sz="2025" b="0">
                <a:solidFill>
                  <a:srgbClr val="162333"/>
                </a:solidFill>
                <a:latin typeface="Microsoft YaHei"/>
                <a:ea typeface="Microsoft YaHei"/>
                <a:cs typeface="Microsoft YaHei"/>
              </a:defRPr>
            </a:lvl9pPr>
          </a:lstStyle>
          <a:p xmlns:a="http://schemas.openxmlformats.org/drawingml/2006/main">
            <a:pPr>
              <a:buNone/>
              <a:defRPr sz="2025" b="0">
                <a:solidFill>
                  <a:srgbClr val="162333"/>
                </a:solidFill>
                <a:latin typeface="Microsoft YaHei"/>
                <a:ea typeface="Microsoft YaHei"/>
                <a:cs typeface="Microsoft YaHei"/>
              </a:defRPr>
            </a:pPr>
            <a:r>
              <a:rPr sz="2025" b="0">
                <a:solidFill>
                  <a:srgbClr val="162333"/>
                </a:solidFill>
                <a:latin typeface="Microsoft YaHei"/>
                <a:ea typeface="Microsoft YaHei"/>
                <a:cs typeface="Microsoft YaHei"/>
              </a:rPr>
              <a:t>真实评测需要网络、容器或模型成本；静态验证计划不能宣称模型效果已经改善。</a:t>
            </a:r>
          </a:p>
        </p:txBody>
      </p:sp>
      <p:sp>
        <p:nvSpPr>
          <p:cNvPr id="5" name="exercise-label">
            <a:extLst xmlns:a="http://schemas.openxmlformats.org/drawingml/2006/main">
              <a:ext uri="{FF2B5EF4-FFF2-40B4-BE49-F238E27FC236}">
                <a16:creationId xmlns:a16="http://schemas.microsoft.com/office/drawing/2014/main" id="{FD32D9C3-4DE8-4A44-B080-3A986A3A7856}"/>
              </a:ext>
            </a:extLst>
          </p:cNvPr>
          <p:cNvSpPr>
            <a:spLocks xmlns:a="http://schemas.openxmlformats.org/drawingml/2006/main" noGrp="1"/>
          </p:cNvSpPr>
          <p:nvPr/>
        </p:nvSpPr>
        <p:spPr>
          <a:xfrm xmlns:a="http://schemas.openxmlformats.org/drawingml/2006/main">
            <a:off x="609600" y="4086225"/>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B6A64"/>
                </a:solidFill>
                <a:latin typeface="Microsoft YaHei"/>
                <a:ea typeface="Microsoft YaHei"/>
                <a:cs typeface="Microsoft YaHei"/>
              </a:defRPr>
            </a:defPPr>
            <a:lvl1pPr>
              <a:defRPr sz="2100" b="1">
                <a:solidFill>
                  <a:srgbClr val="0B6A64"/>
                </a:solidFill>
                <a:latin typeface="Microsoft YaHei"/>
                <a:ea typeface="Microsoft YaHei"/>
                <a:cs typeface="Microsoft YaHei"/>
              </a:defRPr>
            </a:lvl1pPr>
            <a:lvl2pPr>
              <a:defRPr sz="2100" b="1">
                <a:solidFill>
                  <a:srgbClr val="0B6A64"/>
                </a:solidFill>
                <a:latin typeface="Microsoft YaHei"/>
                <a:ea typeface="Microsoft YaHei"/>
                <a:cs typeface="Microsoft YaHei"/>
              </a:defRPr>
            </a:lvl2pPr>
            <a:lvl3pPr>
              <a:defRPr sz="2100" b="1">
                <a:solidFill>
                  <a:srgbClr val="0B6A64"/>
                </a:solidFill>
                <a:latin typeface="Microsoft YaHei"/>
                <a:ea typeface="Microsoft YaHei"/>
                <a:cs typeface="Microsoft YaHei"/>
              </a:defRPr>
            </a:lvl3pPr>
            <a:lvl4pPr>
              <a:defRPr sz="2100" b="1">
                <a:solidFill>
                  <a:srgbClr val="0B6A64"/>
                </a:solidFill>
                <a:latin typeface="Microsoft YaHei"/>
                <a:ea typeface="Microsoft YaHei"/>
                <a:cs typeface="Microsoft YaHei"/>
              </a:defRPr>
            </a:lvl4pPr>
            <a:lvl5pPr>
              <a:defRPr sz="2100" b="1">
                <a:solidFill>
                  <a:srgbClr val="0B6A64"/>
                </a:solidFill>
                <a:latin typeface="Microsoft YaHei"/>
                <a:ea typeface="Microsoft YaHei"/>
                <a:cs typeface="Microsoft YaHei"/>
              </a:defRPr>
            </a:lvl5pPr>
            <a:lvl6pPr>
              <a:defRPr sz="2100" b="1">
                <a:solidFill>
                  <a:srgbClr val="0B6A64"/>
                </a:solidFill>
                <a:latin typeface="Microsoft YaHei"/>
                <a:ea typeface="Microsoft YaHei"/>
                <a:cs typeface="Microsoft YaHei"/>
              </a:defRPr>
            </a:lvl6pPr>
            <a:lvl7pPr>
              <a:defRPr sz="2100" b="1">
                <a:solidFill>
                  <a:srgbClr val="0B6A64"/>
                </a:solidFill>
                <a:latin typeface="Microsoft YaHei"/>
                <a:ea typeface="Microsoft YaHei"/>
                <a:cs typeface="Microsoft YaHei"/>
              </a:defRPr>
            </a:lvl7pPr>
            <a:lvl8pPr>
              <a:defRPr sz="2100" b="1">
                <a:solidFill>
                  <a:srgbClr val="0B6A64"/>
                </a:solidFill>
                <a:latin typeface="Microsoft YaHei"/>
                <a:ea typeface="Microsoft YaHei"/>
                <a:cs typeface="Microsoft YaHei"/>
              </a:defRPr>
            </a:lvl8pPr>
            <a:lvl9pPr>
              <a:defRPr sz="2100" b="1">
                <a:solidFill>
                  <a:srgbClr val="0B6A64"/>
                </a:solidFill>
                <a:latin typeface="Microsoft YaHei"/>
                <a:ea typeface="Microsoft YaHei"/>
                <a:cs typeface="Microsoft YaHei"/>
              </a:defRPr>
            </a:lvl9pPr>
          </a:lstStyle>
          <a:p xmlns:a="http://schemas.openxmlformats.org/drawingml/2006/main">
            <a:pPr>
              <a:buNone/>
              <a:defRPr sz="2100" b="1">
                <a:solidFill>
                  <a:srgbClr val="0B6A64"/>
                </a:solidFill>
                <a:latin typeface="Microsoft YaHei"/>
                <a:ea typeface="Microsoft YaHei"/>
                <a:cs typeface="Microsoft YaHei"/>
              </a:defRPr>
            </a:pPr>
            <a:r>
              <a:rPr sz="2100" b="1">
                <a:solidFill>
                  <a:srgbClr val="0B6A64"/>
                </a:solidFill>
                <a:latin typeface="Microsoft YaHei"/>
                <a:ea typeface="Microsoft YaHei"/>
                <a:cs typeface="Microsoft YaHei"/>
              </a:rPr>
              <a:t>动手练习</a:t>
            </a:r>
          </a:p>
        </p:txBody>
      </p:sp>
      <p:sp>
        <p:nvSpPr>
          <p:cNvPr id="6" name="exercise">
            <a:extLst xmlns:a="http://schemas.openxmlformats.org/drawingml/2006/main">
              <a:ext uri="{FF2B5EF4-FFF2-40B4-BE49-F238E27FC236}">
                <a16:creationId xmlns:a16="http://schemas.microsoft.com/office/drawing/2014/main" id="{713277A7-292A-4815-893D-A7B9A39917AE}"/>
              </a:ext>
            </a:extLst>
          </p:cNvPr>
          <p:cNvSpPr>
            <a:spLocks xmlns:a="http://schemas.openxmlformats.org/drawingml/2006/main" noGrp="1"/>
          </p:cNvSpPr>
          <p:nvPr/>
        </p:nvSpPr>
        <p:spPr>
          <a:xfrm xmlns:a="http://schemas.openxmlformats.org/drawingml/2006/main">
            <a:off x="609600" y="4619625"/>
            <a:ext cx="10934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333"/>
                </a:solidFill>
                <a:latin typeface="Microsoft YaHei"/>
                <a:ea typeface="Microsoft YaHei"/>
                <a:cs typeface="Microsoft YaHei"/>
              </a:defRPr>
            </a:defPPr>
            <a:lvl1pPr>
              <a:defRPr sz="2025" b="0">
                <a:solidFill>
                  <a:srgbClr val="162333"/>
                </a:solidFill>
                <a:latin typeface="Microsoft YaHei"/>
                <a:ea typeface="Microsoft YaHei"/>
                <a:cs typeface="Microsoft YaHei"/>
              </a:defRPr>
            </a:lvl1pPr>
            <a:lvl2pPr>
              <a:defRPr sz="2025" b="0">
                <a:solidFill>
                  <a:srgbClr val="162333"/>
                </a:solidFill>
                <a:latin typeface="Microsoft YaHei"/>
                <a:ea typeface="Microsoft YaHei"/>
                <a:cs typeface="Microsoft YaHei"/>
              </a:defRPr>
            </a:lvl2pPr>
            <a:lvl3pPr>
              <a:defRPr sz="2025" b="0">
                <a:solidFill>
                  <a:srgbClr val="162333"/>
                </a:solidFill>
                <a:latin typeface="Microsoft YaHei"/>
                <a:ea typeface="Microsoft YaHei"/>
                <a:cs typeface="Microsoft YaHei"/>
              </a:defRPr>
            </a:lvl3pPr>
            <a:lvl4pPr>
              <a:defRPr sz="2025" b="0">
                <a:solidFill>
                  <a:srgbClr val="162333"/>
                </a:solidFill>
                <a:latin typeface="Microsoft YaHei"/>
                <a:ea typeface="Microsoft YaHei"/>
                <a:cs typeface="Microsoft YaHei"/>
              </a:defRPr>
            </a:lvl4pPr>
            <a:lvl5pPr>
              <a:defRPr sz="2025" b="0">
                <a:solidFill>
                  <a:srgbClr val="162333"/>
                </a:solidFill>
                <a:latin typeface="Microsoft YaHei"/>
                <a:ea typeface="Microsoft YaHei"/>
                <a:cs typeface="Microsoft YaHei"/>
              </a:defRPr>
            </a:lvl5pPr>
            <a:lvl6pPr>
              <a:defRPr sz="2025" b="0">
                <a:solidFill>
                  <a:srgbClr val="162333"/>
                </a:solidFill>
                <a:latin typeface="Microsoft YaHei"/>
                <a:ea typeface="Microsoft YaHei"/>
                <a:cs typeface="Microsoft YaHei"/>
              </a:defRPr>
            </a:lvl6pPr>
            <a:lvl7pPr>
              <a:defRPr sz="2025" b="0">
                <a:solidFill>
                  <a:srgbClr val="162333"/>
                </a:solidFill>
                <a:latin typeface="Microsoft YaHei"/>
                <a:ea typeface="Microsoft YaHei"/>
                <a:cs typeface="Microsoft YaHei"/>
              </a:defRPr>
            </a:lvl7pPr>
            <a:lvl8pPr>
              <a:defRPr sz="2025" b="0">
                <a:solidFill>
                  <a:srgbClr val="162333"/>
                </a:solidFill>
                <a:latin typeface="Microsoft YaHei"/>
                <a:ea typeface="Microsoft YaHei"/>
                <a:cs typeface="Microsoft YaHei"/>
              </a:defRPr>
            </a:lvl8pPr>
            <a:lvl9pPr>
              <a:defRPr sz="2025" b="0">
                <a:solidFill>
                  <a:srgbClr val="162333"/>
                </a:solidFill>
                <a:latin typeface="Microsoft YaHei"/>
                <a:ea typeface="Microsoft YaHei"/>
                <a:cs typeface="Microsoft YaHei"/>
              </a:defRPr>
            </a:lvl9pPr>
          </a:lstStyle>
          <a:p xmlns:a="http://schemas.openxmlformats.org/drawingml/2006/main">
            <a:pPr>
              <a:buNone/>
              <a:defRPr sz="2025" b="0">
                <a:solidFill>
                  <a:srgbClr val="162333"/>
                </a:solidFill>
                <a:latin typeface="Microsoft YaHei"/>
                <a:ea typeface="Microsoft YaHei"/>
                <a:cs typeface="Microsoft YaHei"/>
              </a:defRPr>
            </a:pPr>
            <a:r>
              <a:rPr sz="2025" b="0">
                <a:solidFill>
                  <a:srgbClr val="162333"/>
                </a:solidFill>
                <a:latin typeface="Microsoft YaHei"/>
                <a:ea typeface="Microsoft YaHei"/>
                <a:cs typeface="Microsoft YaHei"/>
              </a:rPr>
              <a:t>阅读一份报告逻辑，构造一个缺失配对的输入，说明为何不能给总体效果结论。</a:t>
            </a:r>
          </a:p>
        </p:txBody>
      </p:sp>
      <p:sp>
        <p:nvSpPr>
          <p:cNvPr id="7" name="footer">
            <a:extLst xmlns:a="http://schemas.openxmlformats.org/drawingml/2006/main">
              <a:ext uri="{FF2B5EF4-FFF2-40B4-BE49-F238E27FC236}">
                <a16:creationId xmlns:a16="http://schemas.microsoft.com/office/drawing/2014/main" id="{83CD5427-5EF5-471A-A1FA-51F4B5A1E458}"/>
              </a:ext>
            </a:extLst>
          </p:cNvPr>
          <p:cNvSpPr>
            <a:spLocks xmlns:a="http://schemas.openxmlformats.org/drawingml/2006/main" noGrp="1"/>
          </p:cNvSpPr>
          <p:nvPr/>
        </p:nvSpPr>
        <p:spPr>
          <a:xfrm xmlns:a="http://schemas.openxmlformats.org/drawingml/2006/main">
            <a:off x="609600" y="6372225"/>
            <a:ext cx="1093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677B"/>
                </a:solidFill>
                <a:latin typeface="Microsoft YaHei"/>
                <a:ea typeface="Microsoft YaHei"/>
                <a:cs typeface="Microsoft YaHei"/>
              </a:defRPr>
            </a:defPPr>
            <a:lvl1pPr>
              <a:defRPr sz="1200" b="0">
                <a:solidFill>
                  <a:srgbClr val="56677B"/>
                </a:solidFill>
                <a:latin typeface="Microsoft YaHei"/>
                <a:ea typeface="Microsoft YaHei"/>
                <a:cs typeface="Microsoft YaHei"/>
              </a:defRPr>
            </a:lvl1pPr>
            <a:lvl2pPr>
              <a:defRPr sz="1200" b="0">
                <a:solidFill>
                  <a:srgbClr val="56677B"/>
                </a:solidFill>
                <a:latin typeface="Microsoft YaHei"/>
                <a:ea typeface="Microsoft YaHei"/>
                <a:cs typeface="Microsoft YaHei"/>
              </a:defRPr>
            </a:lvl2pPr>
            <a:lvl3pPr>
              <a:defRPr sz="1200" b="0">
                <a:solidFill>
                  <a:srgbClr val="56677B"/>
                </a:solidFill>
                <a:latin typeface="Microsoft YaHei"/>
                <a:ea typeface="Microsoft YaHei"/>
                <a:cs typeface="Microsoft YaHei"/>
              </a:defRPr>
            </a:lvl3pPr>
            <a:lvl4pPr>
              <a:defRPr sz="1200" b="0">
                <a:solidFill>
                  <a:srgbClr val="56677B"/>
                </a:solidFill>
                <a:latin typeface="Microsoft YaHei"/>
                <a:ea typeface="Microsoft YaHei"/>
                <a:cs typeface="Microsoft YaHei"/>
              </a:defRPr>
            </a:lvl4pPr>
            <a:lvl5pPr>
              <a:defRPr sz="1200" b="0">
                <a:solidFill>
                  <a:srgbClr val="56677B"/>
                </a:solidFill>
                <a:latin typeface="Microsoft YaHei"/>
                <a:ea typeface="Microsoft YaHei"/>
                <a:cs typeface="Microsoft YaHei"/>
              </a:defRPr>
            </a:lvl5pPr>
            <a:lvl6pPr>
              <a:defRPr sz="1200" b="0">
                <a:solidFill>
                  <a:srgbClr val="56677B"/>
                </a:solidFill>
                <a:latin typeface="Microsoft YaHei"/>
                <a:ea typeface="Microsoft YaHei"/>
                <a:cs typeface="Microsoft YaHei"/>
              </a:defRPr>
            </a:lvl6pPr>
            <a:lvl7pPr>
              <a:defRPr sz="1200" b="0">
                <a:solidFill>
                  <a:srgbClr val="56677B"/>
                </a:solidFill>
                <a:latin typeface="Microsoft YaHei"/>
                <a:ea typeface="Microsoft YaHei"/>
                <a:cs typeface="Microsoft YaHei"/>
              </a:defRPr>
            </a:lvl7pPr>
            <a:lvl8pPr>
              <a:defRPr sz="1200" b="0">
                <a:solidFill>
                  <a:srgbClr val="56677B"/>
                </a:solidFill>
                <a:latin typeface="Microsoft YaHei"/>
                <a:ea typeface="Microsoft YaHei"/>
                <a:cs typeface="Microsoft YaHei"/>
              </a:defRPr>
            </a:lvl8pPr>
            <a:lvl9pPr>
              <a:defRPr sz="1200" b="0">
                <a:solidFill>
                  <a:srgbClr val="56677B"/>
                </a:solidFill>
                <a:latin typeface="Microsoft YaHei"/>
                <a:ea typeface="Microsoft YaHei"/>
                <a:cs typeface="Microsoft YaHei"/>
              </a:defRPr>
            </a:lvl9pPr>
          </a:lstStyle>
          <a:p xmlns:a="http://schemas.openxmlformats.org/drawingml/2006/main">
            <a:pPr>
              <a:buNone/>
              <a:defRPr sz="1200" b="0">
                <a:solidFill>
                  <a:srgbClr val="56677B"/>
                </a:solidFill>
                <a:latin typeface="Microsoft YaHei"/>
                <a:ea typeface="Microsoft YaHei"/>
                <a:cs typeface="Microsoft YaHei"/>
              </a:defRPr>
            </a:pPr>
            <a:r>
              <a:rPr sz="1200" b="0">
                <a:solidFill>
                  <a:srgbClr val="56677B"/>
                </a:solidFill>
                <a:latin typeface="Microsoft YaHei"/>
                <a:ea typeface="Microsoft YaHei"/>
                <a:cs typeface="Microsoft YaHei"/>
              </a:rPr>
              <a:t>Pi 源码精通路线   /   eval-quality   /   3     基线 136b87e8a · 源码与参考答案见讲者备注</a:t>
            </a:r>
          </a:p>
        </p:txBody>
      </p:sp>
    </p:spTree>
    <p:extLst>
      <p:ext uri="{BB962C8B-B14F-4D97-AF65-F5344CB8AC3E}">
        <p14:creationId xmlns:p14="http://schemas.microsoft.com/office/powerpoint/2010/main" val="1431234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2026-10-24T08:15:48.0150000Z</dcterms:created>
  <dcterms:modified xsi:type="dcterms:W3CDTF">2026-10-24T08:15:48.0150000Z</dcterms:modified>
</coreProperties>
</file>