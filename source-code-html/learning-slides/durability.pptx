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02613576c64995" /><Relationship Type="http://schemas.openxmlformats.org/officeDocument/2006/relationships/extended-properties" Target="/docProps/app.xml" Id="Rb914882b9a304b88" /><Relationship Type="http://schemas.openxmlformats.org/officeDocument/2006/relationships/officeDocument" Target="/ppt/presentation.xml" Id="R544ebc6c57794d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c38f7b156943ed"/>
  </p:sldMasterIdLst>
  <p:notesMasterIdLst>
    <p:notesMasterId xmlns:r="http://schemas.openxmlformats.org/officeDocument/2006/relationships" r:id="Rd2c9f546253a4a63"/>
  </p:notesMasterIdLst>
  <p:sldIdLst>
    <p:sldId xmlns:r="http://schemas.openxmlformats.org/officeDocument/2006/relationships" id="256" r:id="R2102e718cc094f68"/>
    <p:sldId xmlns:r="http://schemas.openxmlformats.org/officeDocument/2006/relationships" id="257" r:id="Re1e69b0918494c32"/>
    <p:sldId xmlns:r="http://schemas.openxmlformats.org/officeDocument/2006/relationships" id="258" r:id="R87a1fd40ec1d4571"/>
    <p:sldId xmlns:r="http://schemas.openxmlformats.org/officeDocument/2006/relationships" id="259" r:id="Re809ed9733ae4763"/>
    <p:sldId xmlns:r="http://schemas.openxmlformats.org/officeDocument/2006/relationships" id="260" r:id="R04066e3f898c4a57"/>
    <p:sldId xmlns:r="http://schemas.openxmlformats.org/officeDocument/2006/relationships" id="261" r:id="Raffa26a471cb447e"/>
    <p:sldId xmlns:r="http://schemas.openxmlformats.org/officeDocument/2006/relationships" id="262" r:id="Rd8edbe33c9b746d6"/>
    <p:sldId xmlns:r="http://schemas.openxmlformats.org/officeDocument/2006/relationships" id="263" r:id="R054ed32ae8714558"/>
    <p:sldId xmlns:r="http://schemas.openxmlformats.org/officeDocument/2006/relationships" id="264" r:id="R9f1eadac3fc14345"/>
    <p:sldId xmlns:r="http://schemas.openxmlformats.org/officeDocument/2006/relationships" id="265" r:id="R1192e3cdf07a4b40"/>
    <p:sldId xmlns:r="http://schemas.openxmlformats.org/officeDocument/2006/relationships" id="266" r:id="R3b9fa583a9c646e9"/>
    <p:sldId xmlns:r="http://schemas.openxmlformats.org/officeDocument/2006/relationships" id="267" r:id="Ra889e1ba512e4d76"/>
    <p:sldId xmlns:r="http://schemas.openxmlformats.org/officeDocument/2006/relationships" id="268" r:id="R00d6bb0fc27f46de"/>
    <p:sldId xmlns:r="http://schemas.openxmlformats.org/officeDocument/2006/relationships" id="269" r:id="R1041f2b347864664"/>
    <p:sldId xmlns:r="http://schemas.openxmlformats.org/officeDocument/2006/relationships" id="270" r:id="R6147c18fc0ed4137"/>
    <p:sldId xmlns:r="http://schemas.openxmlformats.org/officeDocument/2006/relationships" id="271" r:id="Rccf72ed1c8a54683"/>
    <p:sldId xmlns:r="http://schemas.openxmlformats.org/officeDocument/2006/relationships" id="272" r:id="R93b963af2e574e45"/>
    <p:sldId xmlns:r="http://schemas.openxmlformats.org/officeDocument/2006/relationships" id="273" r:id="Re7747d6a82b8402e"/>
    <p:sldId xmlns:r="http://schemas.openxmlformats.org/officeDocument/2006/relationships" id="274" r:id="R07e1de10d44e4a54"/>
    <p:sldId xmlns:r="http://schemas.openxmlformats.org/officeDocument/2006/relationships" id="275" r:id="Ra248e70f35814997"/>
    <p:sldId xmlns:r="http://schemas.openxmlformats.org/officeDocument/2006/relationships" id="276" r:id="R1e64ec85ee14497d"/>
    <p:sldId xmlns:r="http://schemas.openxmlformats.org/officeDocument/2006/relationships" id="277" r:id="R3d0b4be459fd456f"/>
    <p:sldId xmlns:r="http://schemas.openxmlformats.org/officeDocument/2006/relationships" id="278" r:id="Rdd99648ed40349e2"/>
    <p:sldId xmlns:r="http://schemas.openxmlformats.org/officeDocument/2006/relationships" id="279" r:id="Rf05cc91ccd844882"/>
    <p:sldId xmlns:r="http://schemas.openxmlformats.org/officeDocument/2006/relationships" id="280" r:id="Re6a5f1d3340049bc"/>
    <p:sldId xmlns:r="http://schemas.openxmlformats.org/officeDocument/2006/relationships" id="281" r:id="R1bb24b374e5a4cfd"/>
    <p:sldId xmlns:r="http://schemas.openxmlformats.org/officeDocument/2006/relationships" id="282" r:id="R87e63e8c63e642b8"/>
    <p:sldId xmlns:r="http://schemas.openxmlformats.org/officeDocument/2006/relationships" id="283" r:id="R40ddb1cd1898453b"/>
    <p:sldId xmlns:r="http://schemas.openxmlformats.org/officeDocument/2006/relationships" id="284" r:id="R31e2e31a96be4cd4"/>
    <p:sldId xmlns:r="http://schemas.openxmlformats.org/officeDocument/2006/relationships" id="285" r:id="R3ea6e53d733f4c0f"/>
    <p:sldId xmlns:r="http://schemas.openxmlformats.org/officeDocument/2006/relationships" id="286" r:id="R7a2d64230c6f4ba3"/>
    <p:sldId xmlns:r="http://schemas.openxmlformats.org/officeDocument/2006/relationships" id="287" r:id="Rf8b7e015e9864bbc"/>
    <p:sldId xmlns:r="http://schemas.openxmlformats.org/officeDocument/2006/relationships" id="288" r:id="Rf30a786c36a440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86d25ac3d41dd" /><Relationship Type="http://schemas.openxmlformats.org/officeDocument/2006/relationships/slideMaster" Target="/ppt/slideMasters/slideMaster1.xml" Id="R60c38f7b156943ed" /><Relationship Type="http://schemas.openxmlformats.org/officeDocument/2006/relationships/notesMaster" Target="/ppt/notesMasters/notesMaster1.xml" Id="Rd2c9f546253a4a63" /><Relationship Type="http://schemas.openxmlformats.org/officeDocument/2006/relationships/presProps" Target="/ppt/presProps.xml" Id="R9210d30fdf34404b" /><Relationship Type="http://schemas.openxmlformats.org/officeDocument/2006/relationships/tableStyles" Target="/ppt/tableStyles.xml" Id="R89ea3e99d8e84560" /><Relationship Type="http://schemas.openxmlformats.org/officeDocument/2006/relationships/slide" Target="/ppt/slides/slide1.xml" Id="R2102e718cc094f68" /><Relationship Type="http://schemas.openxmlformats.org/officeDocument/2006/relationships/slide" Target="/ppt/slides/slide2.xml" Id="Re1e69b0918494c32" /><Relationship Type="http://schemas.openxmlformats.org/officeDocument/2006/relationships/slide" Target="/ppt/slides/slide3.xml" Id="R87a1fd40ec1d4571" /><Relationship Type="http://schemas.openxmlformats.org/officeDocument/2006/relationships/slide" Target="/ppt/slides/slide4.xml" Id="Re809ed9733ae4763" /><Relationship Type="http://schemas.openxmlformats.org/officeDocument/2006/relationships/slide" Target="/ppt/slides/slide5.xml" Id="R04066e3f898c4a57" /><Relationship Type="http://schemas.openxmlformats.org/officeDocument/2006/relationships/slide" Target="/ppt/slides/slide6.xml" Id="Raffa26a471cb447e" /><Relationship Type="http://schemas.openxmlformats.org/officeDocument/2006/relationships/slide" Target="/ppt/slides/slide7.xml" Id="Rd8edbe33c9b746d6" /><Relationship Type="http://schemas.openxmlformats.org/officeDocument/2006/relationships/slide" Target="/ppt/slides/slide8.xml" Id="R054ed32ae8714558" /><Relationship Type="http://schemas.openxmlformats.org/officeDocument/2006/relationships/slide" Target="/ppt/slides/slide9.xml" Id="R9f1eadac3fc14345" /><Relationship Type="http://schemas.openxmlformats.org/officeDocument/2006/relationships/slide" Target="/ppt/slides/slide10.xml" Id="R1192e3cdf07a4b40" /><Relationship Type="http://schemas.openxmlformats.org/officeDocument/2006/relationships/slide" Target="/ppt/slides/slide11.xml" Id="R3b9fa583a9c646e9" /><Relationship Type="http://schemas.openxmlformats.org/officeDocument/2006/relationships/slide" Target="/ppt/slides/slide12.xml" Id="Ra889e1ba512e4d76" /><Relationship Type="http://schemas.openxmlformats.org/officeDocument/2006/relationships/slide" Target="/ppt/slides/slide13.xml" Id="R00d6bb0fc27f46de" /><Relationship Type="http://schemas.openxmlformats.org/officeDocument/2006/relationships/slide" Target="/ppt/slides/slide14.xml" Id="R1041f2b347864664" /><Relationship Type="http://schemas.openxmlformats.org/officeDocument/2006/relationships/slide" Target="/ppt/slides/slide15.xml" Id="R6147c18fc0ed4137" /><Relationship Type="http://schemas.openxmlformats.org/officeDocument/2006/relationships/slide" Target="/ppt/slides/slide16.xml" Id="Rccf72ed1c8a54683" /><Relationship Type="http://schemas.openxmlformats.org/officeDocument/2006/relationships/slide" Target="/ppt/slides/slide17.xml" Id="R93b963af2e574e45" /><Relationship Type="http://schemas.openxmlformats.org/officeDocument/2006/relationships/slide" Target="/ppt/slides/slide18.xml" Id="Re7747d6a82b8402e" /><Relationship Type="http://schemas.openxmlformats.org/officeDocument/2006/relationships/slide" Target="/ppt/slides/slide19.xml" Id="R07e1de10d44e4a54" /><Relationship Type="http://schemas.openxmlformats.org/officeDocument/2006/relationships/slide" Target="/ppt/slides/slide20.xml" Id="Ra248e70f35814997" /><Relationship Type="http://schemas.openxmlformats.org/officeDocument/2006/relationships/slide" Target="/ppt/slides/slide21.xml" Id="R1e64ec85ee14497d" /><Relationship Type="http://schemas.openxmlformats.org/officeDocument/2006/relationships/slide" Target="/ppt/slides/slide22.xml" Id="R3d0b4be459fd456f" /><Relationship Type="http://schemas.openxmlformats.org/officeDocument/2006/relationships/slide" Target="/ppt/slides/slide23.xml" Id="Rdd99648ed40349e2" /><Relationship Type="http://schemas.openxmlformats.org/officeDocument/2006/relationships/slide" Target="/ppt/slides/slide24.xml" Id="Rf05cc91ccd844882" /><Relationship Type="http://schemas.openxmlformats.org/officeDocument/2006/relationships/slide" Target="/ppt/slides/slide25.xml" Id="Re6a5f1d3340049bc" /><Relationship Type="http://schemas.openxmlformats.org/officeDocument/2006/relationships/slide" Target="/ppt/slides/slide26.xml" Id="R1bb24b374e5a4cfd" /><Relationship Type="http://schemas.openxmlformats.org/officeDocument/2006/relationships/slide" Target="/ppt/slides/slide27.xml" Id="R87e63e8c63e642b8" /><Relationship Type="http://schemas.openxmlformats.org/officeDocument/2006/relationships/slide" Target="/ppt/slides/slide28.xml" Id="R40ddb1cd1898453b" /><Relationship Type="http://schemas.openxmlformats.org/officeDocument/2006/relationships/slide" Target="/ppt/slides/slide29.xml" Id="R31e2e31a96be4cd4" /><Relationship Type="http://schemas.openxmlformats.org/officeDocument/2006/relationships/slide" Target="/ppt/slides/slide30.xml" Id="R3ea6e53d733f4c0f" /><Relationship Type="http://schemas.openxmlformats.org/officeDocument/2006/relationships/slide" Target="/ppt/slides/slide31.xml" Id="R7a2d64230c6f4ba3" /><Relationship Type="http://schemas.openxmlformats.org/officeDocument/2006/relationships/slide" Target="/ppt/slides/slide32.xml" Id="Rf8b7e015e9864bbc" /><Relationship Type="http://schemas.openxmlformats.org/officeDocument/2006/relationships/slide" Target="/ppt/slides/slide33.xml" Id="Rf30a786c36a4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a27536b78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375fba9674e65" /><Relationship Type="http://schemas.openxmlformats.org/officeDocument/2006/relationships/notesMaster" Target="/ppt/notesMasters/notesMaster1.xml" Id="R1200ff1b52c9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6a3427b8943f4" /><Relationship Type="http://schemas.openxmlformats.org/officeDocument/2006/relationships/notesMaster" Target="/ppt/notesMasters/notesMaster1.xml" Id="R36848a8a073140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d7d80e26804f77" /><Relationship Type="http://schemas.openxmlformats.org/officeDocument/2006/relationships/notesMaster" Target="/ppt/notesMasters/notesMaster1.xml" Id="R3908c57c1ae3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fd055321684f45" /><Relationship Type="http://schemas.openxmlformats.org/officeDocument/2006/relationships/notesMaster" Target="/ppt/notesMasters/notesMaster1.xml" Id="R3065fd78e54b43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3cf571066442b" /><Relationship Type="http://schemas.openxmlformats.org/officeDocument/2006/relationships/notesMaster" Target="/ppt/notesMasters/notesMaster1.xml" Id="Rfbf42e7a72414e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282be4cd3e439f" /><Relationship Type="http://schemas.openxmlformats.org/officeDocument/2006/relationships/notesMaster" Target="/ppt/notesMasters/notesMaster1.xml" Id="R474db8aeecca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18ec105704254" /><Relationship Type="http://schemas.openxmlformats.org/officeDocument/2006/relationships/notesMaster" Target="/ppt/notesMasters/notesMaster1.xml" Id="Redf9976abca744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ff632b2184c44" /><Relationship Type="http://schemas.openxmlformats.org/officeDocument/2006/relationships/notesMaster" Target="/ppt/notesMasters/notesMaster1.xml" Id="Ra512a498e25f47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8a727271b84f83" /><Relationship Type="http://schemas.openxmlformats.org/officeDocument/2006/relationships/notesMaster" Target="/ppt/notesMasters/notesMaster1.xml" Id="R920482288ddc41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94feeb1f6418d" /><Relationship Type="http://schemas.openxmlformats.org/officeDocument/2006/relationships/notesMaster" Target="/ppt/notesMasters/notesMaster1.xml" Id="Rccb803821d9348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b470823ec54e72" /><Relationship Type="http://schemas.openxmlformats.org/officeDocument/2006/relationships/notesMaster" Target="/ppt/notesMasters/notesMaster1.xml" Id="R4eab8bb081954d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c3cec46d1c43c7" /><Relationship Type="http://schemas.openxmlformats.org/officeDocument/2006/relationships/notesMaster" Target="/ppt/notesMasters/notesMaster1.xml" Id="R3f68e3a0a0984b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e34bf82eca412e" /><Relationship Type="http://schemas.openxmlformats.org/officeDocument/2006/relationships/notesMaster" Target="/ppt/notesMasters/notesMaster1.xml" Id="Rc37718d16f7d48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775c236f704437" /><Relationship Type="http://schemas.openxmlformats.org/officeDocument/2006/relationships/notesMaster" Target="/ppt/notesMasters/notesMaster1.xml" Id="R0df675c14b2c48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b70449a3b246cf" /><Relationship Type="http://schemas.openxmlformats.org/officeDocument/2006/relationships/notesMaster" Target="/ppt/notesMasters/notesMaster1.xml" Id="Rb895f5cb9d1b4a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38d3c7b97b483e" /><Relationship Type="http://schemas.openxmlformats.org/officeDocument/2006/relationships/notesMaster" Target="/ppt/notesMasters/notesMaster1.xml" Id="R399fa0ed1cfb4c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a5fa90cca44100" /><Relationship Type="http://schemas.openxmlformats.org/officeDocument/2006/relationships/notesMaster" Target="/ppt/notesMasters/notesMaster1.xml" Id="Rf9061ab2590c42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ad5f692a344b9c" /><Relationship Type="http://schemas.openxmlformats.org/officeDocument/2006/relationships/notesMaster" Target="/ppt/notesMasters/notesMaster1.xml" Id="Rc6423b533f4440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1e4f3f18d44781" /><Relationship Type="http://schemas.openxmlformats.org/officeDocument/2006/relationships/notesMaster" Target="/ppt/notesMasters/notesMaster1.xml" Id="R41904823c20240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223b385d3841ea" /><Relationship Type="http://schemas.openxmlformats.org/officeDocument/2006/relationships/notesMaster" Target="/ppt/notesMasters/notesMaster1.xml" Id="R3429a927f8414c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61f385bb7b4267" /><Relationship Type="http://schemas.openxmlformats.org/officeDocument/2006/relationships/notesMaster" Target="/ppt/notesMasters/notesMaster1.xml" Id="R8f8eff68cd2a47d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2ec10e165648e1" /><Relationship Type="http://schemas.openxmlformats.org/officeDocument/2006/relationships/notesMaster" Target="/ppt/notesMasters/notesMaster1.xml" Id="R9a4255b0ad4a4d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8f082266794597" /><Relationship Type="http://schemas.openxmlformats.org/officeDocument/2006/relationships/notesMaster" Target="/ppt/notesMasters/notesMaster1.xml" Id="Red0496c823ce47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72b784418b4e2e" /><Relationship Type="http://schemas.openxmlformats.org/officeDocument/2006/relationships/notesMaster" Target="/ppt/notesMasters/notesMaster1.xml" Id="R3c2f41f22d4849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2d05dbb1d5342b8" /><Relationship Type="http://schemas.openxmlformats.org/officeDocument/2006/relationships/notesMaster" Target="/ppt/notesMasters/notesMaster1.xml" Id="Re3bcb01d90af4d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dca1c0bf1e48a6" /><Relationship Type="http://schemas.openxmlformats.org/officeDocument/2006/relationships/notesMaster" Target="/ppt/notesMasters/notesMaster1.xml" Id="R55362210a8cc4d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722b57933d44a5" /><Relationship Type="http://schemas.openxmlformats.org/officeDocument/2006/relationships/notesMaster" Target="/ppt/notesMasters/notesMaster1.xml" Id="R94afb69d42414fe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0c66c17bbde4e1c" /><Relationship Type="http://schemas.openxmlformats.org/officeDocument/2006/relationships/notesMaster" Target="/ppt/notesMasters/notesMaster1.xml" Id="R760f2de65d0949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4429c8b617e41f6" /><Relationship Type="http://schemas.openxmlformats.org/officeDocument/2006/relationships/notesMaster" Target="/ppt/notesMasters/notesMaster1.xml" Id="Re073c6ea932e46e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03b2dbec8324f5d" /><Relationship Type="http://schemas.openxmlformats.org/officeDocument/2006/relationships/notesMaster" Target="/ppt/notesMasters/notesMaster1.xml" Id="R701236326b77418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38dfe87a974575" /><Relationship Type="http://schemas.openxmlformats.org/officeDocument/2006/relationships/notesMaster" Target="/ppt/notesMasters/notesMaster1.xml" Id="Rb88535adb1bf41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2fdd3095bfd4f83" /><Relationship Type="http://schemas.openxmlformats.org/officeDocument/2006/relationships/notesMaster" Target="/ppt/notesMasters/notesMaster1.xml" Id="Rcfe17644f26b4be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869d40e7b84e43" /><Relationship Type="http://schemas.openxmlformats.org/officeDocument/2006/relationships/notesMaster" Target="/ppt/notesMasters/notesMaster1.xml" Id="R7e1d1ff2925e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durable-basics / 持久记录、事务与可恢复会话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场景：进程退出后，应用仍要知道已接纳输入、文档和任务到了哪一步。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认识四类记录</a:t>
            </a:r>
          </a:p>
          <a:p xmlns:a="http://schemas.openxmlformats.org/drawingml/2006/main">
            <a:r>
              <a:t>区分不可变 Entry、可变 JSON Document、带检查点 Task 与会话标识，不复用 CLI JSONL 的语义猜测。</a:t>
            </a:r>
          </a:p>
          <a:p xmlns:a="http://schemas.openxmlformats.org/drawingml/2006/main">
            <a:r>
              <a:t>输入：业务状态和消息</a:t>
            </a:r>
          </a:p>
          <a:p xmlns:a="http://schemas.openxmlformats.org/drawingml/2006/main">
            <a:r>
              <a:t>输出：记录类型选择</a:t>
            </a:r>
          </a:p>
          <a:p xmlns:a="http://schemas.openxmlformats.org/drawingml/2006/main">
            <a:r>
              <a:t>入口：defineDoc / defineEntry / defineTask</a:t>
            </a:r>
          </a:p>
          <a:p xmlns:a="http://schemas.openxmlformats.org/drawingml/2006/main">
            <a:r>
              <a:t>行为与边界：这些记录契约与 CLI JSONL 条目不是同一套 API。</a:t>
            </a:r>
          </a:p>
          <a:p xmlns:a="http://schemas.openxmlformats.org/drawingml/2006/main">
            <a:r>
              <a:t>源码：packages/durable/src/documents.ts:1</a:t>
            </a:r>
          </a:p>
          <a:p xmlns:a="http://schemas.openxmlformats.org/drawingml/2006/main">
            <a:r>
              <a:t>源码：packages/durable/src/entries.ts:1</a:t>
            </a:r>
          </a:p>
          <a:p xmlns:a="http://schemas.openxmlformats.org/drawingml/2006/main">
            <a:r>
              <a:t>源码：packages/durable/src/errors.ts:1</a:t>
            </a:r>
          </a:p>
          <a:p xmlns:a="http://schemas.openxmlformats.org/drawingml/2006/main">
            <a:r>
              <a:t>源码：packages/durable/src/ids.ts:1</a:t>
            </a:r>
          </a:p>
          <a:p xmlns:a="http://schemas.openxmlformats.org/drawingml/2006/main">
            <a:r>
              <a:t>源码：packages/durable/src/tasks.ts:1</a:t>
            </a:r>
          </a:p>
          <a:p xmlns:a="http://schemas.openxmlformats.org/drawingml/2006/main">
            <a:r>
              <a:t>源码：packages/durable/src/types.ts:1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创建事务并提交</a:t>
            </a:r>
          </a:p>
          <a:p xmlns:a="http://schemas.openxmlformats.org/drawingml/2006/main">
            <a:r>
              <a:t>跟踪 transaction 中记录、文档与任务的原子变更，区分候选状态和已提交状态。</a:t>
            </a:r>
          </a:p>
          <a:p xmlns:a="http://schemas.openxmlformats.org/drawingml/2006/main">
            <a:r>
              <a:t>输入：一组关联变更</a:t>
            </a:r>
          </a:p>
          <a:p xmlns:a="http://schemas.openxmlformats.org/drawingml/2006/main">
            <a:r>
              <a:t>输出：持久提交</a:t>
            </a:r>
          </a:p>
          <a:p xmlns:a="http://schemas.openxmlformats.org/drawingml/2006/main">
            <a:r>
              <a:t>入口：createSession</a:t>
            </a:r>
          </a:p>
          <a:p xmlns:a="http://schemas.openxmlformats.org/drawingml/2006/main">
            <a:r>
              <a:t>行为与边界：存储事务与观察者通知有专门边界。</a:t>
            </a:r>
          </a:p>
          <a:p xmlns:a="http://schemas.openxmlformats.org/drawingml/2006/main">
            <a:r>
              <a:t>源码：packages/durable/src/session/forks.ts:1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选择存储实现</a:t>
            </a:r>
          </a:p>
          <a:p xmlns:a="http://schemas.openxmlformats.org/drawingml/2006/main">
            <a:r>
              <a:t>先用内存后端理解契约，再对照 JSONL/SQLite 的持久化与关闭行为。</a:t>
            </a:r>
          </a:p>
          <a:p xmlns:a="http://schemas.openxmlformats.org/drawingml/2006/main">
            <a:r>
              <a:t>输入：Storage 接口</a:t>
            </a:r>
          </a:p>
          <a:p xmlns:a="http://schemas.openxmlformats.org/drawingml/2006/main">
            <a:r>
              <a:t>输出：存储后端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行为与边界：内存实现不提供进程退出后的磁盘恢复。</a:t>
            </a:r>
          </a:p>
          <a:p xmlns:a="http://schemas.openxmlformats.org/drawingml/2006/main">
            <a:r>
              <a:t>源码：packages/durable/src/storage/memory.ts:1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观察提交后的结果</a:t>
            </a:r>
          </a:p>
          <a:p xmlns:a="http://schemas.openxmlformats.org/drawingml/2006/main">
            <a:r>
              <a:t>阅读观察游标和订阅流程，确认外部看见的是哪个已提交版本。</a:t>
            </a:r>
          </a:p>
          <a:p xmlns:a="http://schemas.openxmlformats.org/drawingml/2006/main">
            <a:r>
              <a:t>输入：提交序列与游标</a:t>
            </a:r>
          </a:p>
          <a:p xmlns:a="http://schemas.openxmlformats.org/drawingml/2006/main">
            <a:r>
              <a:t>输出：可消费的变化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失败与恢复：内存后端不提供进程退出后的恢复；事务也无法自动回滚已经发生的网络或文件副作用。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练习：构造两个文档同时更新的事务，解释失败时观察者应看到什么。</a:t>
            </a:r>
          </a:p>
          <a:p xmlns:a="http://schemas.openxmlformats.org/drawingml/2006/main">
            <a:r>
              <a:t>参考判断：观察者不能看到只有一半修改的提交；外部副作用需由应用另外保证。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文档、条目、任务与 ID 契约</a:t>
            </a:r>
          </a:p>
          <a:p xmlns:a="http://schemas.openxmlformats.org/drawingml/2006/main">
            <a:r>
              <a:t>定义持久记录类型、文档语义和任务阶段。</a:t>
            </a:r>
          </a:p>
          <a:p xmlns:a="http://schemas.openxmlformats.org/drawingml/2006/main">
            <a:r>
              <a:t>入口：defineDoc / defineEntry / defineTask</a:t>
            </a:r>
          </a:p>
          <a:p xmlns:a="http://schemas.openxmlformats.org/drawingml/2006/main">
            <a:r>
              <a:t>边界：这些记录契约与 CLI JSONL 条目不是同一套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会话事务、分叉与观察</a:t>
            </a:r>
          </a:p>
          <a:p xmlns:a="http://schemas.openxmlformats.org/drawingml/2006/main">
            <a:r>
              <a:t>组织持久会话、提交事务、分叉与观察。</a:t>
            </a:r>
          </a:p>
          <a:p xmlns:a="http://schemas.openxmlformats.org/drawingml/2006/main">
            <a:r>
              <a:t>入口：createSession</a:t>
            </a:r>
          </a:p>
          <a:p xmlns:a="http://schemas.openxmlformats.org/drawingml/2006/main">
            <a:r>
              <a:t>边界：存储事务与观察者通知有专门边界。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内存存储</a:t>
            </a:r>
          </a:p>
          <a:p xmlns:a="http://schemas.openxmlformats.org/drawingml/2006/main">
            <a:r>
              <a:t>提供进程内的记录与事务契约实现。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边界：内存实现不提供进程退出后的磁盘恢复。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JSONL 存储与 Node 文件适配</a:t>
            </a:r>
          </a:p>
          <a:p xmlns:a="http://schemas.openxmlformats.org/drawingml/2006/main">
            <a:r>
              <a:t>将持久提交写到文件记录和 sidecar。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边界：单写入者所有权与 fsync 选项影响耐久性。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存储、迁移与 Node 适配</a:t>
            </a:r>
          </a:p>
          <a:p xmlns:a="http://schemas.openxmlformats.org/drawingml/2006/main">
            <a:r>
              <a:t>用 SQLite 保存持久记录并执行有序 schema 迁移。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边界：当前 portable SQLite 核心使用 Promise 数据库 facade，事务内必须使用事务句柄。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packages/durable/test/session-definitions.test.ts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packages/durable/test/session-tables.test.ts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packages/durable/test/harness-blocked.test.ts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packages/durable/test/harness-read-only.test.ts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packages/durable/test/harness-sleep.test.ts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DUR-02 · 原子提交 [实验／库] 同一事务内可追加条目、修改文档和创建任务，确保这些变化全部生效或全部不生效。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DUR-03 · 不可变会话记录 [实验／库] 用户消息、助手回答、工具结果、系统变更、重置和自定义条目构成不可变 transcript。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DUR-07 · 持久任务状态机 [实验／库] 任务每阶段保存 checkpoint，可暂停、等待其他任务，再由调度器继续执行。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DUR-30 · 多会话与历史分叉 [实验／库] 一个 Harness 管理多个独立会话，可从父会话某条目处分叉，保留当时 Agent 配置并生成新的 provider 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DUR-36 · 自定义类型化文档 [实验／库] 与 transcript 同事务保存业务 JSON，支持 latest／rewindable 历史及 initial／current／asOf 分叉策略。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DUR-39 · 内存／SQLite／JSONL 存储 [实验／库] 可选择临时内存、SQLite WAL 或追加式 JSONL，支持相应耐久参数；包本身要求单进程拥有存储，不提供跨进程锁。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DUR-51 · 历史位置上下文读取 [实验／库] 读取某个可见历史条目时的模型上下文，与从该处分叉的起始视图一致，无需为只读检查实际创建新会话。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DUR-52 · 双向游标分页 [实验／库] 会话、记录、任务和 submission 扫描支持 ascending／descending；游标延续原顺序，不能混用反向参数。默认记录从新到旧，其余从旧到新。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durable-basics / 持久记录、事务与可恢复会话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场景：进程退出后，应用仍要知道已接纳输入、文档和任务到了哪一步。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认识四类记录</a:t>
            </a:r>
          </a:p>
          <a:p xmlns:a="http://schemas.openxmlformats.org/drawingml/2006/main">
            <a:r>
              <a:t>区分不可变 Entry、可变 JSON Document、带检查点 Task 与会话标识，不复用 CLI JSONL 的语义猜测。</a:t>
            </a:r>
          </a:p>
          <a:p xmlns:a="http://schemas.openxmlformats.org/drawingml/2006/main">
            <a:r>
              <a:t>输入：业务状态和消息</a:t>
            </a:r>
          </a:p>
          <a:p xmlns:a="http://schemas.openxmlformats.org/drawingml/2006/main">
            <a:r>
              <a:t>输出：记录类型选择</a:t>
            </a:r>
          </a:p>
          <a:p xmlns:a="http://schemas.openxmlformats.org/drawingml/2006/main">
            <a:r>
              <a:t>入口：defineDoc / defineEntry / defineTask</a:t>
            </a:r>
          </a:p>
          <a:p xmlns:a="http://schemas.openxmlformats.org/drawingml/2006/main">
            <a:r>
              <a:t>行为与边界：这些记录契约与 CLI JSONL 条目不是同一套 API。</a:t>
            </a:r>
          </a:p>
          <a:p xmlns:a="http://schemas.openxmlformats.org/drawingml/2006/main">
            <a:r>
              <a:t>源码：packages/durable/src/documents.ts:1</a:t>
            </a:r>
          </a:p>
          <a:p xmlns:a="http://schemas.openxmlformats.org/drawingml/2006/main">
            <a:r>
              <a:t>源码：packages/durable/src/entries.ts:1</a:t>
            </a:r>
          </a:p>
          <a:p xmlns:a="http://schemas.openxmlformats.org/drawingml/2006/main">
            <a:r>
              <a:t>源码：packages/durable/src/errors.ts:1</a:t>
            </a:r>
          </a:p>
          <a:p xmlns:a="http://schemas.openxmlformats.org/drawingml/2006/main">
            <a:r>
              <a:t>源码：packages/durable/src/ids.ts:1</a:t>
            </a:r>
          </a:p>
          <a:p xmlns:a="http://schemas.openxmlformats.org/drawingml/2006/main">
            <a:r>
              <a:t>源码：packages/durable/src/tasks.ts:1</a:t>
            </a:r>
          </a:p>
          <a:p xmlns:a="http://schemas.openxmlformats.org/drawingml/2006/main">
            <a:r>
              <a:t>源码：packages/durable/src/types.ts:1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创建事务并提交</a:t>
            </a:r>
          </a:p>
          <a:p xmlns:a="http://schemas.openxmlformats.org/drawingml/2006/main">
            <a:r>
              <a:t>跟踪 transaction 中记录、文档与任务的原子变更，区分候选状态和已提交状态。</a:t>
            </a:r>
          </a:p>
          <a:p xmlns:a="http://schemas.openxmlformats.org/drawingml/2006/main">
            <a:r>
              <a:t>输入：一组关联变更</a:t>
            </a:r>
          </a:p>
          <a:p xmlns:a="http://schemas.openxmlformats.org/drawingml/2006/main">
            <a:r>
              <a:t>输出：持久提交</a:t>
            </a:r>
          </a:p>
          <a:p xmlns:a="http://schemas.openxmlformats.org/drawingml/2006/main">
            <a:r>
              <a:t>入口：createSession</a:t>
            </a:r>
          </a:p>
          <a:p xmlns:a="http://schemas.openxmlformats.org/drawingml/2006/main">
            <a:r>
              <a:t>行为与边界：存储事务与观察者通知有专门边界。</a:t>
            </a:r>
          </a:p>
          <a:p xmlns:a="http://schemas.openxmlformats.org/drawingml/2006/main">
            <a:r>
              <a:t>源码：packages/durable/src/session/forks.ts:1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选择存储实现</a:t>
            </a:r>
          </a:p>
          <a:p xmlns:a="http://schemas.openxmlformats.org/drawingml/2006/main">
            <a:r>
              <a:t>先用内存后端理解契约，再对照 JSONL/SQLite 的持久化与关闭行为。</a:t>
            </a:r>
          </a:p>
          <a:p xmlns:a="http://schemas.openxmlformats.org/drawingml/2006/main">
            <a:r>
              <a:t>输入：Storage 接口</a:t>
            </a:r>
          </a:p>
          <a:p xmlns:a="http://schemas.openxmlformats.org/drawingml/2006/main">
            <a:r>
              <a:t>输出：存储后端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行为与边界：内存实现不提供进程退出后的磁盘恢复。</a:t>
            </a:r>
          </a:p>
          <a:p xmlns:a="http://schemas.openxmlformats.org/drawingml/2006/main">
            <a:r>
              <a:t>源码：packages/durable/src/storage/memory.ts:1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观察提交后的结果</a:t>
            </a:r>
          </a:p>
          <a:p xmlns:a="http://schemas.openxmlformats.org/drawingml/2006/main">
            <a:r>
              <a:t>阅读观察游标和订阅流程，确认外部看见的是哪个已提交版本。</a:t>
            </a:r>
          </a:p>
          <a:p xmlns:a="http://schemas.openxmlformats.org/drawingml/2006/main">
            <a:r>
              <a:t>输入：提交序列与游标</a:t>
            </a:r>
          </a:p>
          <a:p xmlns:a="http://schemas.openxmlformats.org/drawingml/2006/main">
            <a:r>
              <a:t>输出：可消费的变化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失败与恢复：内存后端不提供进程退出后的恢复；事务也无法自动回滚已经发生的网络或文件副作用。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练习：构造两个文档同时更新的事务，解释失败时观察者应看到什么。</a:t>
            </a:r>
          </a:p>
          <a:p xmlns:a="http://schemas.openxmlformats.org/drawingml/2006/main">
            <a:r>
              <a:t>参考判断：观察者不能看到只有一半修改的提交；外部副作用需由应用另外保证。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文档、条目、任务与 ID 契约</a:t>
            </a:r>
          </a:p>
          <a:p xmlns:a="http://schemas.openxmlformats.org/drawingml/2006/main">
            <a:r>
              <a:t>定义持久记录类型、文档语义和任务阶段。</a:t>
            </a:r>
          </a:p>
          <a:p xmlns:a="http://schemas.openxmlformats.org/drawingml/2006/main">
            <a:r>
              <a:t>入口：defineDoc / defineEntry / defineTask</a:t>
            </a:r>
          </a:p>
          <a:p xmlns:a="http://schemas.openxmlformats.org/drawingml/2006/main">
            <a:r>
              <a:t>边界：这些记录契约与 CLI JSONL 条目不是同一套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会话事务、分叉与观察</a:t>
            </a:r>
          </a:p>
          <a:p xmlns:a="http://schemas.openxmlformats.org/drawingml/2006/main">
            <a:r>
              <a:t>组织持久会话、提交事务、分叉与观察。</a:t>
            </a:r>
          </a:p>
          <a:p xmlns:a="http://schemas.openxmlformats.org/drawingml/2006/main">
            <a:r>
              <a:t>入口：createSession</a:t>
            </a:r>
          </a:p>
          <a:p xmlns:a="http://schemas.openxmlformats.org/drawingml/2006/main">
            <a:r>
              <a:t>边界：存储事务与观察者通知有专门边界。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内存存储</a:t>
            </a:r>
          </a:p>
          <a:p xmlns:a="http://schemas.openxmlformats.org/drawingml/2006/main">
            <a:r>
              <a:t>提供进程内的记录与事务契约实现。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边界：内存实现不提供进程退出后的磁盘恢复。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JSONL 存储与 Node 文件适配</a:t>
            </a:r>
          </a:p>
          <a:p xmlns:a="http://schemas.openxmlformats.org/drawingml/2006/main">
            <a:r>
              <a:t>将持久提交写到文件记录和 sidecar。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边界：单写入者所有权与 fsync 选项影响耐久性。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存储、迁移与 Node 适配</a:t>
            </a:r>
          </a:p>
          <a:p xmlns:a="http://schemas.openxmlformats.org/drawingml/2006/main">
            <a:r>
              <a:t>用 SQLite 保存持久记录并执行有序 schema 迁移。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边界：当前 portable SQLite 核心使用 Promise 数据库 facade，事务内必须使用事务句柄。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packages/durable/test/session-definitions.test.ts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packages/durable/test/session-tables.test.ts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packages/durable/test/harness-blocked.test.ts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packages/durable/test/harness-read-only.test.ts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packages/durable/test/harness-sleep.test.ts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DUR-02 · 原子提交 [实验／库] 同一事务内可追加条目、修改文档和创建任务，确保这些变化全部生效或全部不生效。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DUR-03 · 不可变会话记录 [实验／库] 用户消息、助手回答、工具结果、系统变更、重置和自定义条目构成不可变 transcript。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DUR-07 · 持久任务状态机 [实验／库] 任务每阶段保存 checkpoint，可暂停、等待其他任务，再由调度器继续执行。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DUR-30 · 多会话与历史分叉 [实验／库] 一个 Harness 管理多个独立会话，可从父会话某条目处分叉，保留当时 Agent 配置并生成新的 provider 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DUR-36 · 自定义类型化文档 [实验／库] 与 transcript 同事务保存业务 JSON，支持 latest／rewindable 历史及 initial／current／asOf 分叉策略。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DUR-39 · 内存／SQLite／JSONL 存储 [实验／库] 可选择临时内存、SQLite WAL 或追加式 JSONL，支持相应耐久参数；包本身要求单进程拥有存储，不提供跨进程锁。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DUR-51 · 历史位置上下文读取 [实验／库] 读取某个可见历史条目时的模型上下文，与从该处分叉的起始视图一致，无需为只读检查实际创建新会话。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DUR-52 · 双向游标分页 [实验／库] 会话、记录、任务和 submission 扫描支持 ascending／descending；游标延续原顺序，不能混用反向参数。默认记录从新到旧，其余从旧到新。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durable-basics / 持久记录、事务与可恢复会话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场景：进程退出后，应用仍要知道已接纳输入、文档和任务到了哪一步。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认识四类记录</a:t>
            </a:r>
          </a:p>
          <a:p xmlns:a="http://schemas.openxmlformats.org/drawingml/2006/main">
            <a:r>
              <a:t>区分不可变 Entry、可变 JSON Document、带检查点 Task 与会话标识，不复用 CLI JSONL 的语义猜测。</a:t>
            </a:r>
          </a:p>
          <a:p xmlns:a="http://schemas.openxmlformats.org/drawingml/2006/main">
            <a:r>
              <a:t>输入：业务状态和消息</a:t>
            </a:r>
          </a:p>
          <a:p xmlns:a="http://schemas.openxmlformats.org/drawingml/2006/main">
            <a:r>
              <a:t>输出：记录类型选择</a:t>
            </a:r>
          </a:p>
          <a:p xmlns:a="http://schemas.openxmlformats.org/drawingml/2006/main">
            <a:r>
              <a:t>入口：defineDoc / defineEntry / defineTask</a:t>
            </a:r>
          </a:p>
          <a:p xmlns:a="http://schemas.openxmlformats.org/drawingml/2006/main">
            <a:r>
              <a:t>行为与边界：这些记录契约与 CLI JSONL 条目不是同一套 API。</a:t>
            </a:r>
          </a:p>
          <a:p xmlns:a="http://schemas.openxmlformats.org/drawingml/2006/main">
            <a:r>
              <a:t>源码：packages/durable/src/documents.ts:1</a:t>
            </a:r>
          </a:p>
          <a:p xmlns:a="http://schemas.openxmlformats.org/drawingml/2006/main">
            <a:r>
              <a:t>源码：packages/durable/src/entries.ts:1</a:t>
            </a:r>
          </a:p>
          <a:p xmlns:a="http://schemas.openxmlformats.org/drawingml/2006/main">
            <a:r>
              <a:t>源码：packages/durable/src/errors.ts:1</a:t>
            </a:r>
          </a:p>
          <a:p xmlns:a="http://schemas.openxmlformats.org/drawingml/2006/main">
            <a:r>
              <a:t>源码：packages/durable/src/ids.ts:1</a:t>
            </a:r>
          </a:p>
          <a:p xmlns:a="http://schemas.openxmlformats.org/drawingml/2006/main">
            <a:r>
              <a:t>源码：packages/durable/src/tasks.ts:1</a:t>
            </a:r>
          </a:p>
          <a:p xmlns:a="http://schemas.openxmlformats.org/drawingml/2006/main">
            <a:r>
              <a:t>源码：packages/durable/src/types.ts:1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创建事务并提交</a:t>
            </a:r>
          </a:p>
          <a:p xmlns:a="http://schemas.openxmlformats.org/drawingml/2006/main">
            <a:r>
              <a:t>跟踪 transaction 中记录、文档与任务的原子变更，区分候选状态和已提交状态。</a:t>
            </a:r>
          </a:p>
          <a:p xmlns:a="http://schemas.openxmlformats.org/drawingml/2006/main">
            <a:r>
              <a:t>输入：一组关联变更</a:t>
            </a:r>
          </a:p>
          <a:p xmlns:a="http://schemas.openxmlformats.org/drawingml/2006/main">
            <a:r>
              <a:t>输出：持久提交</a:t>
            </a:r>
          </a:p>
          <a:p xmlns:a="http://schemas.openxmlformats.org/drawingml/2006/main">
            <a:r>
              <a:t>入口：createSession</a:t>
            </a:r>
          </a:p>
          <a:p xmlns:a="http://schemas.openxmlformats.org/drawingml/2006/main">
            <a:r>
              <a:t>行为与边界：存储事务与观察者通知有专门边界。</a:t>
            </a:r>
          </a:p>
          <a:p xmlns:a="http://schemas.openxmlformats.org/drawingml/2006/main">
            <a:r>
              <a:t>源码：packages/durable/src/session/forks.ts:1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选择存储实现</a:t>
            </a:r>
          </a:p>
          <a:p xmlns:a="http://schemas.openxmlformats.org/drawingml/2006/main">
            <a:r>
              <a:t>先用内存后端理解契约，再对照 JSONL/SQLite 的持久化与关闭行为。</a:t>
            </a:r>
          </a:p>
          <a:p xmlns:a="http://schemas.openxmlformats.org/drawingml/2006/main">
            <a:r>
              <a:t>输入：Storage 接口</a:t>
            </a:r>
          </a:p>
          <a:p xmlns:a="http://schemas.openxmlformats.org/drawingml/2006/main">
            <a:r>
              <a:t>输出：存储后端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行为与边界：内存实现不提供进程退出后的磁盘恢复。</a:t>
            </a:r>
          </a:p>
          <a:p xmlns:a="http://schemas.openxmlformats.org/drawingml/2006/main">
            <a:r>
              <a:t>源码：packages/durable/src/storage/memory.ts:1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观察提交后的结果</a:t>
            </a:r>
          </a:p>
          <a:p xmlns:a="http://schemas.openxmlformats.org/drawingml/2006/main">
            <a:r>
              <a:t>阅读观察游标和订阅流程，确认外部看见的是哪个已提交版本。</a:t>
            </a:r>
          </a:p>
          <a:p xmlns:a="http://schemas.openxmlformats.org/drawingml/2006/main">
            <a:r>
              <a:t>输入：提交序列与游标</a:t>
            </a:r>
          </a:p>
          <a:p xmlns:a="http://schemas.openxmlformats.org/drawingml/2006/main">
            <a:r>
              <a:t>输出：可消费的变化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失败与恢复：内存后端不提供进程退出后的恢复；事务也无法自动回滚已经发生的网络或文件副作用。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练习：构造两个文档同时更新的事务，解释失败时观察者应看到什么。</a:t>
            </a:r>
          </a:p>
          <a:p xmlns:a="http://schemas.openxmlformats.org/drawingml/2006/main">
            <a:r>
              <a:t>参考判断：观察者不能看到只有一半修改的提交；外部副作用需由应用另外保证。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文档、条目、任务与 ID 契约</a:t>
            </a:r>
          </a:p>
          <a:p xmlns:a="http://schemas.openxmlformats.org/drawingml/2006/main">
            <a:r>
              <a:t>定义持久记录类型、文档语义和任务阶段。</a:t>
            </a:r>
          </a:p>
          <a:p xmlns:a="http://schemas.openxmlformats.org/drawingml/2006/main">
            <a:r>
              <a:t>入口：defineDoc / defineEntry / defineTask</a:t>
            </a:r>
          </a:p>
          <a:p xmlns:a="http://schemas.openxmlformats.org/drawingml/2006/main">
            <a:r>
              <a:t>边界：这些记录契约与 CLI JSONL 条目不是同一套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会话事务、分叉与观察</a:t>
            </a:r>
          </a:p>
          <a:p xmlns:a="http://schemas.openxmlformats.org/drawingml/2006/main">
            <a:r>
              <a:t>组织持久会话、提交事务、分叉与观察。</a:t>
            </a:r>
          </a:p>
          <a:p xmlns:a="http://schemas.openxmlformats.org/drawingml/2006/main">
            <a:r>
              <a:t>入口：createSession</a:t>
            </a:r>
          </a:p>
          <a:p xmlns:a="http://schemas.openxmlformats.org/drawingml/2006/main">
            <a:r>
              <a:t>边界：存储事务与观察者通知有专门边界。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内存存储</a:t>
            </a:r>
          </a:p>
          <a:p xmlns:a="http://schemas.openxmlformats.org/drawingml/2006/main">
            <a:r>
              <a:t>提供进程内的记录与事务契约实现。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边界：内存实现不提供进程退出后的磁盘恢复。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JSONL 存储与 Node 文件适配</a:t>
            </a:r>
          </a:p>
          <a:p xmlns:a="http://schemas.openxmlformats.org/drawingml/2006/main">
            <a:r>
              <a:t>将持久提交写到文件记录和 sidecar。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边界：单写入者所有权与 fsync 选项影响耐久性。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存储、迁移与 Node 适配</a:t>
            </a:r>
          </a:p>
          <a:p xmlns:a="http://schemas.openxmlformats.org/drawingml/2006/main">
            <a:r>
              <a:t>用 SQLite 保存持久记录并执行有序 schema 迁移。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边界：当前 portable SQLite 核心使用 Promise 数据库 facade，事务内必须使用事务句柄。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packages/durable/test/session-definitions.test.ts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packages/durable/test/session-tables.test.ts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packages/durable/test/harness-blocked.test.ts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packages/durable/test/harness-read-only.test.ts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packages/durable/test/harness-sleep.test.ts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DUR-02 · 原子提交 [实验／库] 同一事务内可追加条目、修改文档和创建任务，确保这些变化全部生效或全部不生效。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DUR-03 · 不可变会话记录 [实验／库] 用户消息、助手回答、工具结果、系统变更、重置和自定义条目构成不可变 transcript。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DUR-07 · 持久任务状态机 [实验／库] 任务每阶段保存 checkpoint，可暂停、等待其他任务，再由调度器继续执行。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DUR-30 · 多会话与历史分叉 [实验／库] 一个 Harness 管理多个独立会话，可从父会话某条目处分叉，保留当时 Agent 配置并生成新的 provider 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DUR-36 · 自定义类型化文档 [实验／库] 与 transcript 同事务保存业务 JSON，支持 latest／rewindable 历史及 initial／current／asOf 分叉策略。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DUR-39 · 内存／SQLite／JSONL 存储 [实验／库] 可选择临时内存、SQLite WAL 或追加式 JSONL，支持相应耐久参数；包本身要求单进程拥有存储，不提供跨进程锁。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DUR-51 · 历史位置上下文读取 [实验／库] 读取某个可见历史条目时的模型上下文，与从该处分叉的起始视图一致，无需为只读检查实际创建新会话。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DUR-52 · 双向游标分页 [实验／库] 会话、记录、任务和 submission 扫描支持 ascending／descending；游标延续原顺序，不能混用反向参数。默认记录从新到旧，其余从旧到新。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durable-submission / 输入接纳、Inbox 与持久生成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场景：客户端提交一次输入，连接中断后重试仍不能重复工作。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装配 Harness 与注册表</a:t>
            </a:r>
          </a:p>
          <a:p xmlns:a="http://schemas.openxmlformats.org/drawingml/2006/main">
            <a:r>
              <a:t>检查 models、registry、storage 和调度的装配，区分会话保存的名字与进程内实现对象。</a:t>
            </a:r>
          </a:p>
          <a:p xmlns:a="http://schemas.openxmlformats.org/drawingml/2006/main">
            <a:r>
              <a:t>输入：宿主配置</a:t>
            </a:r>
          </a:p>
          <a:p xmlns:a="http://schemas.openxmlformats.org/drawingml/2006/main">
            <a:r>
              <a:t>输出：Harness 与 Conversation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行为与边界：以当前实现为准；设计文档不代表所有计划已经落地。</a:t>
            </a:r>
          </a:p>
          <a:p xmlns:a="http://schemas.openxmlformats.org/drawingml/2006/main">
            <a:r>
              <a:t>源码：packages/durable/src/harness/agent.ts:1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源码：packages/durable/src/harness/context.ts:1</a:t>
            </a:r>
          </a:p>
          <a:p xmlns:a="http://schemas.openxmlformats.org/drawingml/2006/main">
            <a:r>
              <a:t>源码：packages/durable/src/harness/define.ts:1</a:t>
            </a:r>
          </a:p>
          <a:p xmlns:a="http://schemas.openxmlformats.org/drawingml/2006/main">
            <a:r>
              <a:t>源码：packages/durable/src/harness/events.ts:1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源码：packages/durable/src/harness/harness.ts:1</a:t>
            </a:r>
          </a:p>
          <a:p xmlns:a="http://schemas.openxmlformats.org/drawingml/2006/main">
            <a:r>
              <a:t>源码：packages/durable/src/harness/inbox.ts:1</a:t>
            </a:r>
          </a:p>
          <a:p xmlns:a="http://schemas.openxmlformats.org/drawingml/2006/main">
            <a:r>
              <a:t>源码：packages/durable/src/harness/json.ts:1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源码：packages/durable/src/harness/prompt.ts:1</a:t>
            </a:r>
          </a:p>
          <a:p xmlns:a="http://schemas.openxmlformats.org/drawingml/2006/main">
            <a:r>
              <a:t>源码：packages/durable/src/harness/provider.ts:1</a:t>
            </a:r>
          </a:p>
          <a:p xmlns:a="http://schemas.openxmlformats.org/drawingml/2006/main">
            <a:r>
              <a:t>源码：packages/durable/src/harness/registry.ts:1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源码：packages/durable/src/harness/submissions.ts:1</a:t>
            </a:r>
          </a:p>
          <a:p xmlns:a="http://schemas.openxmlformats.org/drawingml/2006/main">
            <a:r>
              <a:t>源码：packages/durable/src/harness/task-graph.ts:1</a:t>
            </a:r>
          </a:p>
          <a:p xmlns:a="http://schemas.openxmlformats.org/drawingml/2006/main">
            <a:r>
              <a:t>源码：packages/durable/src/harness/telemetry.ts:1</a:t>
            </a:r>
          </a:p>
          <a:p xmlns:a="http://schemas.openxmlformats.org/drawingml/2006/main">
            <a:r>
              <a:t>源码：packages/durable/src/harness/tool.ts:1</a:t>
            </a:r>
          </a:p>
          <a:p xmlns:a="http://schemas.openxmlformats.org/drawingml/2006/main">
            <a:r>
              <a:t>源码：packages/durable/src/harness/types.ts:1</a:t>
            </a:r>
          </a:p>
          <a:p xmlns:a="http://schemas.openxmlformats.org/drawingml/2006/main">
            <a:r>
              <a:t>源码：packages/durable/src/harness/usage.ts:1</a:t>
            </a:r>
          </a:p>
          <a:p xmlns:a="http://schemas.openxmlformats.org/drawingml/2006/main">
            <a:r>
              <a:t>源码：packages/durable/src/harness/util.ts:1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接纳输入与去重</a:t>
            </a:r>
          </a:p>
          <a:p xmlns:a="http://schemas.openxmlformats.org/drawingml/2006/main">
            <a:r>
              <a:t>沿 submit/requestId 追踪接纳、排队与重复请求，比较取消 wait 和取消工作。</a:t>
            </a:r>
          </a:p>
          <a:p xmlns:a="http://schemas.openxmlformats.org/drawingml/2006/main">
            <a:r>
              <a:t>输入：输入与 requestId</a:t>
            </a:r>
          </a:p>
          <a:p xmlns:a="http://schemas.openxmlformats.org/drawingml/2006/main">
            <a:r>
              <a:t>输出：持久接纳结果</a:t>
            </a:r>
          </a:p>
          <a:p xmlns:a="http://schemas.openxmlformats.org/drawingml/2006/main">
            <a:r>
              <a:t>入口：submit；requestId；Submission.wait/abort</a:t>
            </a:r>
          </a:p>
          <a:p xmlns:a="http://schemas.openxmlformats.org/drawingml/2006/main">
            <a:r>
              <a:t>行为与边界：同 requestId 重用原提交；取消等待只取消等待者，不自动终止底层工作。</a:t>
            </a:r>
          </a:p>
          <a:p xmlns:a="http://schemas.openxmlformats.org/drawingml/2006/main">
            <a:r>
              <a:t>源码：packages/durable/src/harness/inbox.ts:1</a:t>
            </a:r>
          </a:p>
          <a:p xmlns:a="http://schemas.openxmlformats.org/drawingml/2006/main">
            <a:r>
              <a:t>源码：packages/durable/src/harness/submissions.ts:1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构造生成上下文</a:t>
            </a:r>
          </a:p>
          <a:p xmlns:a="http://schemas.openxmlformats.org/drawingml/2006/main">
            <a:r>
              <a:t>检查提示 section、历史条目、工具和配置如何进入 generation。</a:t>
            </a:r>
          </a:p>
          <a:p xmlns:a="http://schemas.openxmlformats.org/drawingml/2006/main">
            <a:r>
              <a:t>输入：当前记录与会话设置</a:t>
            </a:r>
          </a:p>
          <a:p xmlns:a="http://schemas.openxmlformats.org/drawingml/2006/main">
            <a:r>
              <a:t>输出：模型请求上下文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行为与边界：提示或工具变化被记录成系统条目；只发变化可保留提供商缓存，历史不会被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>源码：packages/durable/src/harness/json.ts:1</a:t>
            </a:r>
          </a:p>
          <a:p xmlns:a="http://schemas.openxmlformats.org/drawingml/2006/main">
            <a:r>
              <a:t>源码：packages/durable/src/harness/prompt.ts:1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持久化生成结果</a:t>
            </a:r>
          </a:p>
          <a:p xmlns:a="http://schemas.openxmlformats.org/drawingml/2006/main">
            <a:r>
              <a:t>标出模型轮次的任务检查点与结果提交，再看事件何时向外发布。</a:t>
            </a:r>
          </a:p>
          <a:p xmlns:a="http://schemas.openxmlformats.org/drawingml/2006/main">
            <a:r>
              <a:t>输入：模型输出</a:t>
            </a:r>
          </a:p>
          <a:p xmlns:a="http://schemas.openxmlformats.org/drawingml/2006/main">
            <a:r>
              <a:t>输出：已提交响应与后续任务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行为与边界：模型调用与可观察状态以提交为边界，重启恢复工作；provider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失败与恢复：取消等待不会自动取消已经接纳的输入。重连后重新提交不同 requestId 可能产生新的工作。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 19-inbox 和恢复示例，画出提交、断连、相同 requestId 重试、wait 的过程。</a:t>
            </a:r>
          </a:p>
          <a:p xmlns:a="http://schemas.openxmlformats.org/drawingml/2006/main">
            <a:r>
              <a:t>参考判断：应保留原请求身份并观察同一持久工作；不把传输失败等同于接纳失败。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会话执行、注册表与调度</a:t>
            </a:r>
          </a:p>
          <a:p xmlns:a="http://schemas.openxmlformats.org/drawingml/2006/main">
            <a:r>
              <a:t>组合模型与工具注册、会话配置及任务调度。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边界：以当前实现为准；设计文档不代表所有计划已经落地。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持久输入队列、幂等提交与撤回</a:t>
            </a:r>
          </a:p>
          <a:p xmlns:a="http://schemas.openxmlformats.org/drawingml/2006/main">
            <a:r>
              <a:t>在忙碌会话中保存 steer、follow-up 和 write，提供可恢复的 Submission 等待/撤回。</a:t>
            </a:r>
          </a:p>
          <a:p xmlns:a="http://schemas.openxmlformats.org/drawingml/2006/main">
            <a:r>
              <a:t>入口：submit；requestId；Submission.wait/abort</a:t>
            </a:r>
          </a:p>
          <a:p xmlns:a="http://schemas.openxmlformats.org/drawingml/2006/main">
            <a:r>
              <a:t>边界：同 requestId 重用原提交；取消等待只取消等待者，不自动终止底层工作。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提示区块、上下文投影与位置化系统条目</a:t>
            </a:r>
          </a:p>
          <a:p xmlns:a="http://schemas.openxmlformats.org/drawingml/2006/main">
            <a:r>
              <a:t>按已选扩展组织 system sections、会话说明、上下文重置与压缩投影。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持久模型生成、重试与续轮</a:t>
            </a:r>
          </a:p>
          <a:p xmlns:a="http://schemas.openxmlformats.org/drawingml/2006/main">
            <a:r>
              <a:t>将请求意图、流式 partial、模型回答和下一轮工具计划作为任务阶段提交。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应用自定义输入条目与即时展示写入</a:t>
            </a:r>
          </a:p>
          <a:p xmlns:a="http://schemas.openxmlformats.org/drawingml/2006/main">
            <a:r>
              <a:t>输入可保留应用条目 kind/data，同时向模型投影用户内容；纯展示 write 可在忙碌时直接提交。</a:t>
            </a:r>
          </a:p>
          <a:p xmlns:a="http://schemas.openxmlformats.org/drawingml/2006/main">
            <a:r>
              <a:t>入口：entry / Conversation.write / kind / data</a:t>
            </a:r>
          </a:p>
          <a:p xmlns:a="http://schemas.openxmlformats.org/drawingml/2006/main">
            <a:r>
              <a:t>边界：自定义 kind 不可占用 pi.*；带 model、head 或 edits 的写入仍排队到运行边界，排队 reset 也影响写入顺序。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逐会话模型、工具和工作目录配置</a:t>
            </a:r>
          </a:p>
          <a:p xmlns:a="http://schemas.openxmlformats.org/drawingml/2006/main">
            <a:r>
              <a:t>在 pi.agent 文档保存会话级 agent 选择，继承或修改宿主默认配置。</a:t>
            </a:r>
          </a:p>
          <a:p xmlns:a="http://schemas.openxmlformats.org/drawingml/2006/main">
            <a:r>
              <a:t>入口：Conversation.configure；agent；extensions/tools 选择</a:t>
            </a:r>
          </a:p>
          <a:p xmlns:a="http://schemas.openxmlformats.org/drawingml/2006/main">
            <a:r>
              <a:t>边界：请求准备时固定模型和提示；当前 cwd 与扩展在后续工具阶段可重新解析。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从提交派生 Agent 事件与晚加入快照</a:t>
            </a:r>
          </a:p>
          <a:p xmlns:a="http://schemas.openxmlformats.org/drawingml/2006/main">
            <a:r>
              <a:t>把持久提交转换为 message/tool/compaction 等事件，给已有事件式 UI 接口使用。</a:t>
            </a:r>
          </a:p>
          <a:p xmlns:a="http://schemas.openxmlformats.org/drawingml/2006/main">
            <a:r>
              <a:t>入口：watchEvents；stream.snapshot</a:t>
            </a:r>
          </a:p>
          <a:p xmlns:a="http://schemas.openxmlformats.org/drawingml/2006/main">
            <a:r>
              <a:t>边界：事件由提交派生；超出积压上限用新快照恢复，不能当作无限历史重放流。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工具任务、重放安全与结果控制</a:t>
            </a:r>
          </a:p>
          <a:p xmlns:a="http://schemas.openxmlformats.org/drawingml/2006/main">
            <a:r>
              <a:t>在执行之前提交工具意图，持久化输出，并运行前后 hook、用量与 terminate/handoff。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持久睡眠、宿主时钟与唤醒</a:t>
            </a:r>
          </a:p>
          <a:p xmlns:a="http://schemas.openxmlformats.org/drawingml/2006/main">
            <a:r>
              <a:t>任务结束阶段进入 sleeping，到期从持久 checkpoint 继续；wake/onWake 让宿主决定下次运行。</a:t>
            </a:r>
          </a:p>
          <a:p xmlns:a="http://schemas.openxmlformats.org/drawingml/2006/main">
            <a:r>
              <a:t>入口：sleepUntil / setTimer / Harness.wake / onWake</a:t>
            </a:r>
          </a:p>
          <a:p xmlns:a="http://schemas.openxmlformats.org/drawingml/2006/main">
            <a:r>
              <a:t>边界：sleepUntil 替代旧 TaskRuntime.sleep；睡眠不持有 invocation。SQLite schema v2 不能由 1.3.0 或更早版本打开。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崩溃循环保护与任务显式重试</a:t>
            </a:r>
          </a:p>
          <a:p xmlns:a="http://schemas.openxmlformats.org/drawingml/2006/main">
            <a:r>
              <a:t>计算未提交新状态的重启次数，到 restartLimit 后停放任务并显示原因。</a:t>
            </a:r>
          </a:p>
          <a:p xmlns:a="http://schemas.openxmlformats.org/drawingml/2006/main">
            <a:r>
              <a:t>入口：settings.restartLimit / retryTask / inspect</a:t>
            </a:r>
          </a:p>
          <a:p xmlns:a="http://schemas.openxmlformats.org/drawingml/2006/main">
            <a:r>
              <a:t>边界：默认连续 5 次；正常关闭写回 pending 不计数，新状态提交重置计数。设置 Infinity 才保持无限重启行为。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持久任务与提交遥测</a:t>
            </a:r>
          </a:p>
          <a:p xmlns:a="http://schemas.openxmlformats.org/drawingml/2006/main">
            <a:r>
              <a:t>记录接纳、phase、提交、嵌套重放、指标与固定报告字段，显式传播 span。</a:t>
            </a:r>
          </a:p>
          <a:p xmlns:a="http://schemas.openxmlformats.org/drawingml/2006/main">
            <a:r>
              <a:t>入口：HarnessOptions.telemetry / DURABLE_TELEMETRY_SCHEMA</a:t>
            </a:r>
          </a:p>
          <a:p xmlns:a="http://schemas.openxmlformats.org/drawingml/2006/main">
            <a:r>
              <a:t>边界：遥测不保存提示正文作为常规属性；业务状态仍以持久提交为准。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动态模型设置与失败后队列策略</a:t>
            </a:r>
          </a:p>
          <a:p xmlns:a="http://schemas.openxmlformats.org/drawingml/2006/main">
            <a:r>
              <a:t>在使用时读取宿主提供的 models/settings 函数，并按模型覆盖压缩阈值、处理失败后排队输入。</a:t>
            </a:r>
          </a:p>
          <a:p xmlns:a="http://schemas.openxmlformats.org/drawingml/2006/main">
            <a:r>
              <a:t>入口：HarnessOptions.models/settings；afterFailedRun；compaction.modelOverrides</a:t>
            </a:r>
          </a:p>
          <a:p xmlns:a="http://schemas.openxmlformats.org/drawingml/2006/main">
            <a:r>
              <a:t>边界：keep/continue/withdraw 控制失败后输入；热替换不等于自动重跑已经失败的任务。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会话与原子条目 · 示例</a:t>
            </a:r>
          </a:p>
          <a:p xmlns:a="http://schemas.openxmlformats.org/drawingml/2006/main">
            <a:r>
              <a:t>阅读会话的创建、条目追加和提交边界。</a:t>
            </a:r>
          </a:p>
          <a:p xmlns:a="http://schemas.openxmlformats.org/drawingml/2006/main">
            <a:r>
              <a:t>入口：packages/durable/test/examples/00-conversation.ts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类型化文档状态 · 示例</a:t>
            </a:r>
          </a:p>
          <a:p xmlns:a="http://schemas.openxmlformats.org/drawingml/2006/main">
            <a:r>
              <a:t>阅读 defineDoc 与事务中的文档修改，区分不可变条目和可变文档。</a:t>
            </a:r>
          </a:p>
          <a:p xmlns:a="http://schemas.openxmlformats.org/drawingml/2006/main">
            <a:r>
              <a:t>入口：packages/durable/test/examples/01-documents.ts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历史分叉 · 示例</a:t>
            </a:r>
          </a:p>
          <a:p xmlns:a="http://schemas.openxmlformats.org/drawingml/2006/main">
            <a:r>
              <a:t>阅读从历史条目创建独立会话及文档的 fork 策略。</a:t>
            </a:r>
          </a:p>
          <a:p xmlns:a="http://schemas.openxmlformats.org/drawingml/2006/main">
            <a:r>
              <a:t>入口：packages/durable/test/examples/02-forks.ts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拥有者与子会话 · 示例</a:t>
            </a:r>
          </a:p>
          <a:p xmlns:a="http://schemas.openxmlformats.org/drawingml/2006/main">
            <a:r>
              <a:t>阅读任务拥有的会话与创建、查询的 ownership 契约。</a:t>
            </a:r>
          </a:p>
          <a:p xmlns:a="http://schemas.openxmlformats.org/drawingml/2006/main">
            <a:r>
              <a:t>入口：packages/durable/test/examples/03-owned-conversations.ts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与提交观察 · 示例</a:t>
            </a:r>
          </a:p>
          <a:p xmlns:a="http://schemas.openxmlformats.org/drawingml/2006/main">
            <a:r>
              <a:t>阅读如何订阅提交后的变化并关闭观察者。</a:t>
            </a:r>
          </a:p>
          <a:p xmlns:a="http://schemas.openxmlformats.org/drawingml/2006/main">
            <a:r>
              <a:t>入口：packages/durable/test/examples/04-watches.ts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开启与调度 · 示例</a:t>
            </a:r>
          </a:p>
          <a:p xmlns:a="http://schemas.openxmlformats.org/drawingml/2006/main">
            <a:r>
              <a:t>阅读从 Storage 打开 Harness 并驱动会话的最小组合。</a:t>
            </a:r>
          </a:p>
          <a:p xmlns:a="http://schemas.openxmlformats.org/drawingml/2006/main">
            <a:r>
              <a:t>入口：packages/durable/test/examples/05-harness.ts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会话级 Agent 配置 · 示例</a:t>
            </a:r>
          </a:p>
          <a:p xmlns:a="http://schemas.openxmlformats.org/drawingml/2006/main">
            <a:r>
              <a:t>阅读模型、工具、扩展与工作目录的配置及继承。</a:t>
            </a:r>
          </a:p>
          <a:p xmlns:a="http://schemas.openxmlformats.org/drawingml/2006/main">
            <a:r>
              <a:t>入口：packages/durable/test/examples/06-configuration.ts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多会话 · 示例</a:t>
            </a:r>
          </a:p>
          <a:p xmlns:a="http://schemas.openxmlformats.org/drawingml/2006/main">
            <a:r>
              <a:t>阅读会话创建、查找和管理的宿主接口。</a:t>
            </a:r>
          </a:p>
          <a:p xmlns:a="http://schemas.openxmlformats.org/drawingml/2006/main">
            <a:r>
              <a:t>入口：packages/durable/test/examples/07-harness-conversations.ts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与取消 · 示例</a:t>
            </a:r>
          </a:p>
          <a:p xmlns:a="http://schemas.openxmlformats.org/drawingml/2006/main">
            <a:r>
              <a:t>阅读显式 Chord Context 在等待和执行中的取消边界。</a:t>
            </a:r>
          </a:p>
          <a:p xmlns:a="http://schemas.openxmlformats.org/drawingml/2006/main">
            <a:r>
              <a:t>入口：packages/durable/test/examples/08-context.ts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注册表在线替换 · 示例</a:t>
            </a:r>
          </a:p>
          <a:p xmlns:a="http://schemas.openxmlformats.org/drawingml/2006/main">
            <a:r>
              <a:t>阅读安装同名扩展后的替换与新阶段解析行为。</a:t>
            </a:r>
          </a:p>
          <a:p xmlns:a="http://schemas.openxmlformats.org/drawingml/2006/main">
            <a:r>
              <a:t>入口：packages/durable/test/examples/09-registry-reload.ts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扩展文档与初始化 · 示例</a:t>
            </a:r>
          </a:p>
          <a:p xmlns:a="http://schemas.openxmlformats.org/drawingml/2006/main">
            <a:r>
              <a:t>阅读扩展自有文档以及会话初始化时的一致性处理。</a:t>
            </a:r>
          </a:p>
          <a:p xmlns:a="http://schemas.openxmlformats.org/drawingml/2006/main">
            <a:r>
              <a:t>入口：packages/durable/test/examples/10-extension-state.ts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任务定义与检查点 · 示例</a:t>
            </a:r>
          </a:p>
          <a:p xmlns:a="http://schemas.openxmlformats.org/drawingml/2006/main">
            <a:r>
              <a:t>阅读持久任务的阶段、状态与提交检查点。</a:t>
            </a:r>
          </a:p>
          <a:p xmlns:a="http://schemas.openxmlformats.org/drawingml/2006/main">
            <a:r>
              <a:t>入口：packages/durable/test/examples/11-tasks.ts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任务重启恢复 · 示例</a:t>
            </a:r>
          </a:p>
          <a:p xmlns:a="http://schemas.openxmlformats.org/drawingml/2006/main">
            <a:r>
              <a:t>阅读存储重开后任务从已提交状态恢复的演练。</a:t>
            </a:r>
          </a:p>
          <a:p xmlns:a="http://schemas.openxmlformats.org/drawingml/2006/main">
            <a:r>
              <a:t>入口：packages/durable/test/examples/12-recovery.ts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最小问答 · 示例</a:t>
            </a:r>
          </a:p>
          <a:p xmlns:a="http://schemas.openxmlformats.org/drawingml/2006/main">
            <a:r>
              <a:t>从一次输入到最终回答，理解 Submission 与生成任务的串接。</a:t>
            </a:r>
          </a:p>
          <a:p xmlns:a="http://schemas.openxmlformats.org/drawingml/2006/main">
            <a:r>
              <a:t>入口：packages/durable/test/examples/13-chat.ts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系统提示区块 · 示例</a:t>
            </a:r>
          </a:p>
          <a:p xmlns:a="http://schemas.openxmlformats.org/drawingml/2006/main">
            <a:r>
              <a:t>阅读 section 组合与系统提示变化的记录方式。</a:t>
            </a:r>
          </a:p>
          <a:p xmlns:a="http://schemas.openxmlformats.org/drawingml/2006/main">
            <a:r>
              <a:t>入口：packages/durable/test/examples/14-system-prompt.ts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真实模型流式回答 · 示例</a:t>
            </a:r>
          </a:p>
          <a:p xmlns:a="http://schemas.openxmlformats.org/drawingml/2006/main">
            <a:r>
              <a:t>展示 OpenAI 流式响应的接入，需要模型凭据；索引生成不会执行它。</a:t>
            </a:r>
          </a:p>
          <a:p xmlns:a="http://schemas.openxmlformats.org/drawingml/2006/main">
            <a:r>
              <a:t>入口：packages/durable/test/examples/15-real-model.ts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编码工具与 JSONL · 示例</a:t>
            </a:r>
          </a:p>
          <a:p xmlns:a="http://schemas.openxmlformats.org/drawingml/2006/main">
            <a:r>
              <a:t>在 JSONL 存储上演练一轮 read/write/edit/bash 工具使用。</a:t>
            </a:r>
          </a:p>
          <a:p xmlns:a="http://schemas.openxmlformats.org/drawingml/2006/main">
            <a:r>
              <a:t>入口：packages/durable/test/examples/16-coding-tools.ts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 输出 · 示例</a:t>
            </a:r>
          </a:p>
          <a:p xmlns:a="http://schemas.openxmlformats.org/drawingml/2006/main">
            <a:r>
              <a:t>提交问题并打印最终答案，了解无 TUI 的宿主路径。</a:t>
            </a:r>
          </a:p>
          <a:p xmlns:a="http://schemas.openxmlformats.org/drawingml/2006/main">
            <a:r>
              <a:t>入口：packages/durable/test/examples/17-print.ts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事件与结构操作 · 示例</a:t>
            </a:r>
          </a:p>
          <a:p xmlns:a="http://schemas.openxmlformats.org/drawingml/2006/main">
            <a:r>
              <a:t>对比 Agent 事件与原始 view operations，支持 SQLite、JSONL 和内存后端。</a:t>
            </a:r>
          </a:p>
          <a:p xmlns:a="http://schemas.openxmlformats.org/drawingml/2006/main">
            <a:r>
              <a:t>入口：packages/durable/test/examples/18-json.ts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忙碌时队列与撤回 · 示例</a:t>
            </a:r>
          </a:p>
          <a:p xmlns:a="http://schemas.openxmlformats.org/drawingml/2006/main">
            <a:r>
              <a:t>演练 steer、follow-up、write 和 queued submission 的撤回。</a:t>
            </a:r>
          </a:p>
          <a:p xmlns:a="http://schemas.openxmlformats.org/drawingml/2006/main">
            <a:r>
              <a:t>入口：packages/durable/test/examples/19-inbox.ts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中途加入观察 · 示例</a:t>
            </a:r>
          </a:p>
          <a:p xmlns:a="http://schemas.openxmlformats.org/drawingml/2006/main">
            <a:r>
              <a:t>在运行中附着 view 和事件流，通过快照接上当前状态。</a:t>
            </a:r>
          </a:p>
          <a:p xmlns:a="http://schemas.openxmlformats.org/drawingml/2006/main">
            <a:r>
              <a:t>入口：packages/durable/test/examples/20-late-join.ts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CHR-32 · Durable 宿主组合 [库／当前源码] 可把 Harness 作为 lifetime:host 的 local 资源，注册表贡献 Durable 扩展；正在运行的 Durable 阶段保持自己的快照，下阶段再使用新扩展。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DUR-01 · 持久 Harness [实验／库] 将会话、生成、工具任务和业务状态统一运行在存储之上，提交成功后才向观察者发布。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DUR-04 · 持久输入与等待 [实验／库] 提交输入后返回 Submission，可查询并等待 answered／unanswered 等结算；取消等待不自动取消工作。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DUR-05 · 输入幂等去重 [实验／库] 同 requestId 的重试返回已有 submission，适合进程重启后避免再次提交同一任务。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DUR-06 · 重启恢复 [实验／库] 重开存储并启动 scheduler 后，从已提交任务状态继续；未完成工作不会因关闭进程自动消失。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DUR-08 · 模型生成与工具子任务 [实验／库] 每轮生成为 pi.generation，其工具调用是被拥有的 pi.tool 任务；父任务等待工具后继续回答。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DUR-18 · 会话级 Agent 配置 [实验／库] 每会话保存模型、推理、扩展、工具、指令和工作目录；未设置项跟随宿主，子会话和 fork 按规则继承。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DUR-19 · 系统提示区块增量 [实验／库] 按选中扩展渲染提示区块，把提示和工具变化写入位置化系统条目，以保留可重放状态和缓存前缀。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DUR-20 · 动态运行设置 [实验／库] 宿主控制重试、超时、压缩、进度间隔和工具并发；getter 可使策略在运行中变化。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DUR-23 · 晚加入与事件适配 [实验／库] 新消费者先拿当前快照，再收提交派生的 Agent 风格事件；不会从头重放所有运行过程。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DUR-24 · 流输出提交节流 [实验／库] 默认按一定间隔提交部分回答与工具输出，可权衡存储压力和崩溃时未提交输出窗口。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DUR-25 · 忙碌输入与显示写入 [实验／库] steer、follow-up、忙碌拒绝和输入撤回仍支持；只有 kind/data 的显示写入忙碌时也立即提交，只有排队 reset 可挡住它；带 model/head/edits 的写入仍等边界。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DUR-26 · 上下文重置与交接 [实验／库] 从空上下文或 handoff 说明开始新上下文，旧记录仍留存；工具也可请求交接。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DUR-29 · 生成与工具 Hook [实验／库] 在请求前、响应后、工具前后和模型让出时修改行为，可阻止工具、改参数、替换结果或继续任务。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DUR-49 · 重启时放弃临时任务 [实验／库] abandonOnRestart 标记仅被内存等待的工作，在后续 Harness 调度前连同拥有的任务终止；非重放安全工具的嵌套和 createTask 子任务默认获得该标记。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DUR-50 · 查询和取消直接拥有任务 [实验／库] 读取任务当前直接拥有的活跃任务副本，或取消其中指定任务并等到终态，便于工具可靠清理跨尝试遗留的工作。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DUR-68 · 自定义输入记录 [实验／库] 输入可携带 entry.kind/data，以业务类型存入 transcript，同时把 content 作为用户消息发给模型；仍支持启动、纠偏、排队及结算，类型不得使用 pi. 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DUR-70 · 持久睡眠、宿主时钟与唤醒 [实验／库] 任务结束阶段进入 sleeping，到期从持久 checkpoint 继续；wake/onWake 让宿主决定下次运行。 sleepUntil 替代旧 TaskRuntime.sleep；睡眠不持有 invocation。SQLite schema v2 不能由 1.3.0 或更早版本打开。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DUR-71 · 崩溃循环保护与任务显式重试 [实验／库] 计算未提交新状态的重启次数，到 restartLimit 后停放任务并显示原因。 默认连续 5 次；正常关闭写回 pending 不计数，新状态提交重置计数。设置 Infinity 才保持无限重启行为。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DUR-72 · 持久任务与提交遥测 [实验／库] 记录接纳、phase、提交、嵌套重放、指标与固定报告字段，显式传播 span。 遥测不保存提示正文作为常规属性；业务状态仍以持久提交为准。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DUR-73 · 动态模型设置与失败后队列策略 [实验／库] 在使用时读取宿主提供的 models/settings 函数，并按模型覆盖压缩阈值、处理失败后排队输入。 keep/continue/withdraw 控制失败后输入；热替换不等于自动重跑已经失败的任务。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OTH-58 · Durable 基础示例 [实验／示例] 00—13 展示会话、文档、分叉、拥有关系、Chord 状态、watch、Harness、配置、上下文、热重载、扩展状态、任务和恢复。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OTH-59 · Durable 输出与队列示例 [实验／示例] 14—21 展示问答、系统提示、真实流式模型、编码工具、print／JSON 输出、忙碌收件箱和晚加入观察。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durable-submission / 输入接纳、Inbox 与持久生成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场景：客户端提交一次输入，连接中断后重试仍不能重复工作。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装配 Harness 与注册表</a:t>
            </a:r>
          </a:p>
          <a:p xmlns:a="http://schemas.openxmlformats.org/drawingml/2006/main">
            <a:r>
              <a:t>检查 models、registry、storage 和调度的装配，区分会话保存的名字与进程内实现对象。</a:t>
            </a:r>
          </a:p>
          <a:p xmlns:a="http://schemas.openxmlformats.org/drawingml/2006/main">
            <a:r>
              <a:t>输入：宿主配置</a:t>
            </a:r>
          </a:p>
          <a:p xmlns:a="http://schemas.openxmlformats.org/drawingml/2006/main">
            <a:r>
              <a:t>输出：Harness 与 Conversation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行为与边界：以当前实现为准；设计文档不代表所有计划已经落地。</a:t>
            </a:r>
          </a:p>
          <a:p xmlns:a="http://schemas.openxmlformats.org/drawingml/2006/main">
            <a:r>
              <a:t>源码：packages/durable/src/harness/agent.ts:1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源码：packages/durable/src/harness/context.ts:1</a:t>
            </a:r>
          </a:p>
          <a:p xmlns:a="http://schemas.openxmlformats.org/drawingml/2006/main">
            <a:r>
              <a:t>源码：packages/durable/src/harness/define.ts:1</a:t>
            </a:r>
          </a:p>
          <a:p xmlns:a="http://schemas.openxmlformats.org/drawingml/2006/main">
            <a:r>
              <a:t>源码：packages/durable/src/harness/events.ts:1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源码：packages/durable/src/harness/harness.ts:1</a:t>
            </a:r>
          </a:p>
          <a:p xmlns:a="http://schemas.openxmlformats.org/drawingml/2006/main">
            <a:r>
              <a:t>源码：packages/durable/src/harness/inbox.ts:1</a:t>
            </a:r>
          </a:p>
          <a:p xmlns:a="http://schemas.openxmlformats.org/drawingml/2006/main">
            <a:r>
              <a:t>源码：packages/durable/src/harness/json.ts:1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源码：packages/durable/src/harness/prompt.ts:1</a:t>
            </a:r>
          </a:p>
          <a:p xmlns:a="http://schemas.openxmlformats.org/drawingml/2006/main">
            <a:r>
              <a:t>源码：packages/durable/src/harness/provider.ts:1</a:t>
            </a:r>
          </a:p>
          <a:p xmlns:a="http://schemas.openxmlformats.org/drawingml/2006/main">
            <a:r>
              <a:t>源码：packages/durable/src/harness/registry.ts:1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源码：packages/durable/src/harness/submissions.ts:1</a:t>
            </a:r>
          </a:p>
          <a:p xmlns:a="http://schemas.openxmlformats.org/drawingml/2006/main">
            <a:r>
              <a:t>源码：packages/durable/src/harness/task-graph.ts:1</a:t>
            </a:r>
          </a:p>
          <a:p xmlns:a="http://schemas.openxmlformats.org/drawingml/2006/main">
            <a:r>
              <a:t>源码：packages/durable/src/harness/telemetry.ts:1</a:t>
            </a:r>
          </a:p>
          <a:p xmlns:a="http://schemas.openxmlformats.org/drawingml/2006/main">
            <a:r>
              <a:t>源码：packages/durable/src/harness/tool.ts:1</a:t>
            </a:r>
          </a:p>
          <a:p xmlns:a="http://schemas.openxmlformats.org/drawingml/2006/main">
            <a:r>
              <a:t>源码：packages/durable/src/harness/types.ts:1</a:t>
            </a:r>
          </a:p>
          <a:p xmlns:a="http://schemas.openxmlformats.org/drawingml/2006/main">
            <a:r>
              <a:t>源码：packages/durable/src/harness/usage.ts:1</a:t>
            </a:r>
          </a:p>
          <a:p xmlns:a="http://schemas.openxmlformats.org/drawingml/2006/main">
            <a:r>
              <a:t>源码：packages/durable/src/harness/util.ts:1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接纳输入与去重</a:t>
            </a:r>
          </a:p>
          <a:p xmlns:a="http://schemas.openxmlformats.org/drawingml/2006/main">
            <a:r>
              <a:t>沿 submit/requestId 追踪接纳、排队与重复请求，比较取消 wait 和取消工作。</a:t>
            </a:r>
          </a:p>
          <a:p xmlns:a="http://schemas.openxmlformats.org/drawingml/2006/main">
            <a:r>
              <a:t>输入：输入与 requestId</a:t>
            </a:r>
          </a:p>
          <a:p xmlns:a="http://schemas.openxmlformats.org/drawingml/2006/main">
            <a:r>
              <a:t>输出：持久接纳结果</a:t>
            </a:r>
          </a:p>
          <a:p xmlns:a="http://schemas.openxmlformats.org/drawingml/2006/main">
            <a:r>
              <a:t>入口：submit；requestId；Submission.wait/abort</a:t>
            </a:r>
          </a:p>
          <a:p xmlns:a="http://schemas.openxmlformats.org/drawingml/2006/main">
            <a:r>
              <a:t>行为与边界：同 requestId 重用原提交；取消等待只取消等待者，不自动终止底层工作。</a:t>
            </a:r>
          </a:p>
          <a:p xmlns:a="http://schemas.openxmlformats.org/drawingml/2006/main">
            <a:r>
              <a:t>源码：packages/durable/src/harness/inbox.ts:1</a:t>
            </a:r>
          </a:p>
          <a:p xmlns:a="http://schemas.openxmlformats.org/drawingml/2006/main">
            <a:r>
              <a:t>源码：packages/durable/src/harness/submissions.ts:1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构造生成上下文</a:t>
            </a:r>
          </a:p>
          <a:p xmlns:a="http://schemas.openxmlformats.org/drawingml/2006/main">
            <a:r>
              <a:t>检查提示 section、历史条目、工具和配置如何进入 generation。</a:t>
            </a:r>
          </a:p>
          <a:p xmlns:a="http://schemas.openxmlformats.org/drawingml/2006/main">
            <a:r>
              <a:t>输入：当前记录与会话设置</a:t>
            </a:r>
          </a:p>
          <a:p xmlns:a="http://schemas.openxmlformats.org/drawingml/2006/main">
            <a:r>
              <a:t>输出：模型请求上下文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行为与边界：提示或工具变化被记录成系统条目；只发变化可保留提供商缓存，历史不会被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>源码：packages/durable/src/harness/json.ts:1</a:t>
            </a:r>
          </a:p>
          <a:p xmlns:a="http://schemas.openxmlformats.org/drawingml/2006/main">
            <a:r>
              <a:t>源码：packages/durable/src/harness/prompt.ts:1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持久化生成结果</a:t>
            </a:r>
          </a:p>
          <a:p xmlns:a="http://schemas.openxmlformats.org/drawingml/2006/main">
            <a:r>
              <a:t>标出模型轮次的任务检查点与结果提交，再看事件何时向外发布。</a:t>
            </a:r>
          </a:p>
          <a:p xmlns:a="http://schemas.openxmlformats.org/drawingml/2006/main">
            <a:r>
              <a:t>输入：模型输出</a:t>
            </a:r>
          </a:p>
          <a:p xmlns:a="http://schemas.openxmlformats.org/drawingml/2006/main">
            <a:r>
              <a:t>输出：已提交响应与后续任务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行为与边界：模型调用与可观察状态以提交为边界，重启恢复工作；provider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失败与恢复：取消等待不会自动取消已经接纳的输入。重连后重新提交不同 requestId 可能产生新的工作。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 19-inbox 和恢复示例，画出提交、断连、相同 requestId 重试、wait 的过程。</a:t>
            </a:r>
          </a:p>
          <a:p xmlns:a="http://schemas.openxmlformats.org/drawingml/2006/main">
            <a:r>
              <a:t>参考判断：应保留原请求身份并观察同一持久工作；不把传输失败等同于接纳失败。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会话执行、注册表与调度</a:t>
            </a:r>
          </a:p>
          <a:p xmlns:a="http://schemas.openxmlformats.org/drawingml/2006/main">
            <a:r>
              <a:t>组合模型与工具注册、会话配置及任务调度。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边界：以当前实现为准；设计文档不代表所有计划已经落地。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持久输入队列、幂等提交与撤回</a:t>
            </a:r>
          </a:p>
          <a:p xmlns:a="http://schemas.openxmlformats.org/drawingml/2006/main">
            <a:r>
              <a:t>在忙碌会话中保存 steer、follow-up 和 write，提供可恢复的 Submission 等待/撤回。</a:t>
            </a:r>
          </a:p>
          <a:p xmlns:a="http://schemas.openxmlformats.org/drawingml/2006/main">
            <a:r>
              <a:t>入口：submit；requestId；Submission.wait/abort</a:t>
            </a:r>
          </a:p>
          <a:p xmlns:a="http://schemas.openxmlformats.org/drawingml/2006/main">
            <a:r>
              <a:t>边界：同 requestId 重用原提交；取消等待只取消等待者，不自动终止底层工作。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提示区块、上下文投影与位置化系统条目</a:t>
            </a:r>
          </a:p>
          <a:p xmlns:a="http://schemas.openxmlformats.org/drawingml/2006/main">
            <a:r>
              <a:t>按已选扩展组织 system sections、会话说明、上下文重置与压缩投影。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持久模型生成、重试与续轮</a:t>
            </a:r>
          </a:p>
          <a:p xmlns:a="http://schemas.openxmlformats.org/drawingml/2006/main">
            <a:r>
              <a:t>将请求意图、流式 partial、模型回答和下一轮工具计划作为任务阶段提交。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应用自定义输入条目与即时展示写入</a:t>
            </a:r>
          </a:p>
          <a:p xmlns:a="http://schemas.openxmlformats.org/drawingml/2006/main">
            <a:r>
              <a:t>输入可保留应用条目 kind/data，同时向模型投影用户内容；纯展示 write 可在忙碌时直接提交。</a:t>
            </a:r>
          </a:p>
          <a:p xmlns:a="http://schemas.openxmlformats.org/drawingml/2006/main">
            <a:r>
              <a:t>入口：entry / Conversation.write / kind / data</a:t>
            </a:r>
          </a:p>
          <a:p xmlns:a="http://schemas.openxmlformats.org/drawingml/2006/main">
            <a:r>
              <a:t>边界：自定义 kind 不可占用 pi.*；带 model、head 或 edits 的写入仍排队到运行边界，排队 reset 也影响写入顺序。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逐会话模型、工具和工作目录配置</a:t>
            </a:r>
          </a:p>
          <a:p xmlns:a="http://schemas.openxmlformats.org/drawingml/2006/main">
            <a:r>
              <a:t>在 pi.agent 文档保存会话级 agent 选择，继承或修改宿主默认配置。</a:t>
            </a:r>
          </a:p>
          <a:p xmlns:a="http://schemas.openxmlformats.org/drawingml/2006/main">
            <a:r>
              <a:t>入口：Conversation.configure；agent；extensions/tools 选择</a:t>
            </a:r>
          </a:p>
          <a:p xmlns:a="http://schemas.openxmlformats.org/drawingml/2006/main">
            <a:r>
              <a:t>边界：请求准备时固定模型和提示；当前 cwd 与扩展在后续工具阶段可重新解析。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从提交派生 Agent 事件与晚加入快照</a:t>
            </a:r>
          </a:p>
          <a:p xmlns:a="http://schemas.openxmlformats.org/drawingml/2006/main">
            <a:r>
              <a:t>把持久提交转换为 message/tool/compaction 等事件，给已有事件式 UI 接口使用。</a:t>
            </a:r>
          </a:p>
          <a:p xmlns:a="http://schemas.openxmlformats.org/drawingml/2006/main">
            <a:r>
              <a:t>入口：watchEvents；stream.snapshot</a:t>
            </a:r>
          </a:p>
          <a:p xmlns:a="http://schemas.openxmlformats.org/drawingml/2006/main">
            <a:r>
              <a:t>边界：事件由提交派生；超出积压上限用新快照恢复，不能当作无限历史重放流。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工具任务、重放安全与结果控制</a:t>
            </a:r>
          </a:p>
          <a:p xmlns:a="http://schemas.openxmlformats.org/drawingml/2006/main">
            <a:r>
              <a:t>在执行之前提交工具意图，持久化输出，并运行前后 hook、用量与 terminate/handoff。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持久睡眠、宿主时钟与唤醒</a:t>
            </a:r>
          </a:p>
          <a:p xmlns:a="http://schemas.openxmlformats.org/drawingml/2006/main">
            <a:r>
              <a:t>任务结束阶段进入 sleeping，到期从持久 checkpoint 继续；wake/onWake 让宿主决定下次运行。</a:t>
            </a:r>
          </a:p>
          <a:p xmlns:a="http://schemas.openxmlformats.org/drawingml/2006/main">
            <a:r>
              <a:t>入口：sleepUntil / setTimer / Harness.wake / onWake</a:t>
            </a:r>
          </a:p>
          <a:p xmlns:a="http://schemas.openxmlformats.org/drawingml/2006/main">
            <a:r>
              <a:t>边界：sleepUntil 替代旧 TaskRuntime.sleep；睡眠不持有 invocation。SQLite schema v2 不能由 1.3.0 或更早版本打开。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崩溃循环保护与任务显式重试</a:t>
            </a:r>
          </a:p>
          <a:p xmlns:a="http://schemas.openxmlformats.org/drawingml/2006/main">
            <a:r>
              <a:t>计算未提交新状态的重启次数，到 restartLimit 后停放任务并显示原因。</a:t>
            </a:r>
          </a:p>
          <a:p xmlns:a="http://schemas.openxmlformats.org/drawingml/2006/main">
            <a:r>
              <a:t>入口：settings.restartLimit / retryTask / inspect</a:t>
            </a:r>
          </a:p>
          <a:p xmlns:a="http://schemas.openxmlformats.org/drawingml/2006/main">
            <a:r>
              <a:t>边界：默认连续 5 次；正常关闭写回 pending 不计数，新状态提交重置计数。设置 Infinity 才保持无限重启行为。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持久任务与提交遥测</a:t>
            </a:r>
          </a:p>
          <a:p xmlns:a="http://schemas.openxmlformats.org/drawingml/2006/main">
            <a:r>
              <a:t>记录接纳、phase、提交、嵌套重放、指标与固定报告字段，显式传播 span。</a:t>
            </a:r>
          </a:p>
          <a:p xmlns:a="http://schemas.openxmlformats.org/drawingml/2006/main">
            <a:r>
              <a:t>入口：HarnessOptions.telemetry / DURABLE_TELEMETRY_SCHEMA</a:t>
            </a:r>
          </a:p>
          <a:p xmlns:a="http://schemas.openxmlformats.org/drawingml/2006/main">
            <a:r>
              <a:t>边界：遥测不保存提示正文作为常规属性；业务状态仍以持久提交为准。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动态模型设置与失败后队列策略</a:t>
            </a:r>
          </a:p>
          <a:p xmlns:a="http://schemas.openxmlformats.org/drawingml/2006/main">
            <a:r>
              <a:t>在使用时读取宿主提供的 models/settings 函数，并按模型覆盖压缩阈值、处理失败后排队输入。</a:t>
            </a:r>
          </a:p>
          <a:p xmlns:a="http://schemas.openxmlformats.org/drawingml/2006/main">
            <a:r>
              <a:t>入口：HarnessOptions.models/settings；afterFailedRun；compaction.modelOverrides</a:t>
            </a:r>
          </a:p>
          <a:p xmlns:a="http://schemas.openxmlformats.org/drawingml/2006/main">
            <a:r>
              <a:t>边界：keep/continue/withdraw 控制失败后输入；热替换不等于自动重跑已经失败的任务。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会话与原子条目 · 示例</a:t>
            </a:r>
          </a:p>
          <a:p xmlns:a="http://schemas.openxmlformats.org/drawingml/2006/main">
            <a:r>
              <a:t>阅读会话的创建、条目追加和提交边界。</a:t>
            </a:r>
          </a:p>
          <a:p xmlns:a="http://schemas.openxmlformats.org/drawingml/2006/main">
            <a:r>
              <a:t>入口：packages/durable/test/examples/00-conversation.ts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类型化文档状态 · 示例</a:t>
            </a:r>
          </a:p>
          <a:p xmlns:a="http://schemas.openxmlformats.org/drawingml/2006/main">
            <a:r>
              <a:t>阅读 defineDoc 与事务中的文档修改，区分不可变条目和可变文档。</a:t>
            </a:r>
          </a:p>
          <a:p xmlns:a="http://schemas.openxmlformats.org/drawingml/2006/main">
            <a:r>
              <a:t>入口：packages/durable/test/examples/01-documents.ts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历史分叉 · 示例</a:t>
            </a:r>
          </a:p>
          <a:p xmlns:a="http://schemas.openxmlformats.org/drawingml/2006/main">
            <a:r>
              <a:t>阅读从历史条目创建独立会话及文档的 fork 策略。</a:t>
            </a:r>
          </a:p>
          <a:p xmlns:a="http://schemas.openxmlformats.org/drawingml/2006/main">
            <a:r>
              <a:t>入口：packages/durable/test/examples/02-forks.ts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拥有者与子会话 · 示例</a:t>
            </a:r>
          </a:p>
          <a:p xmlns:a="http://schemas.openxmlformats.org/drawingml/2006/main">
            <a:r>
              <a:t>阅读任务拥有的会话与创建、查询的 ownership 契约。</a:t>
            </a:r>
          </a:p>
          <a:p xmlns:a="http://schemas.openxmlformats.org/drawingml/2006/main">
            <a:r>
              <a:t>入口：packages/durable/test/examples/03-owned-conversations.ts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与提交观察 · 示例</a:t>
            </a:r>
          </a:p>
          <a:p xmlns:a="http://schemas.openxmlformats.org/drawingml/2006/main">
            <a:r>
              <a:t>阅读如何订阅提交后的变化并关闭观察者。</a:t>
            </a:r>
          </a:p>
          <a:p xmlns:a="http://schemas.openxmlformats.org/drawingml/2006/main">
            <a:r>
              <a:t>入口：packages/durable/test/examples/04-watches.ts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开启与调度 · 示例</a:t>
            </a:r>
          </a:p>
          <a:p xmlns:a="http://schemas.openxmlformats.org/drawingml/2006/main">
            <a:r>
              <a:t>阅读从 Storage 打开 Harness 并驱动会话的最小组合。</a:t>
            </a:r>
          </a:p>
          <a:p xmlns:a="http://schemas.openxmlformats.org/drawingml/2006/main">
            <a:r>
              <a:t>入口：packages/durable/test/examples/05-harness.ts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会话级 Agent 配置 · 示例</a:t>
            </a:r>
          </a:p>
          <a:p xmlns:a="http://schemas.openxmlformats.org/drawingml/2006/main">
            <a:r>
              <a:t>阅读模型、工具、扩展与工作目录的配置及继承。</a:t>
            </a:r>
          </a:p>
          <a:p xmlns:a="http://schemas.openxmlformats.org/drawingml/2006/main">
            <a:r>
              <a:t>入口：packages/durable/test/examples/06-configuration.ts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多会话 · 示例</a:t>
            </a:r>
          </a:p>
          <a:p xmlns:a="http://schemas.openxmlformats.org/drawingml/2006/main">
            <a:r>
              <a:t>阅读会话创建、查找和管理的宿主接口。</a:t>
            </a:r>
          </a:p>
          <a:p xmlns:a="http://schemas.openxmlformats.org/drawingml/2006/main">
            <a:r>
              <a:t>入口：packages/durable/test/examples/07-harness-conversations.ts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与取消 · 示例</a:t>
            </a:r>
          </a:p>
          <a:p xmlns:a="http://schemas.openxmlformats.org/drawingml/2006/main">
            <a:r>
              <a:t>阅读显式 Chord Context 在等待和执行中的取消边界。</a:t>
            </a:r>
          </a:p>
          <a:p xmlns:a="http://schemas.openxmlformats.org/drawingml/2006/main">
            <a:r>
              <a:t>入口：packages/durable/test/examples/08-context.ts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注册表在线替换 · 示例</a:t>
            </a:r>
          </a:p>
          <a:p xmlns:a="http://schemas.openxmlformats.org/drawingml/2006/main">
            <a:r>
              <a:t>阅读安装同名扩展后的替换与新阶段解析行为。</a:t>
            </a:r>
          </a:p>
          <a:p xmlns:a="http://schemas.openxmlformats.org/drawingml/2006/main">
            <a:r>
              <a:t>入口：packages/durable/test/examples/09-registry-reload.ts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扩展文档与初始化 · 示例</a:t>
            </a:r>
          </a:p>
          <a:p xmlns:a="http://schemas.openxmlformats.org/drawingml/2006/main">
            <a:r>
              <a:t>阅读扩展自有文档以及会话初始化时的一致性处理。</a:t>
            </a:r>
          </a:p>
          <a:p xmlns:a="http://schemas.openxmlformats.org/drawingml/2006/main">
            <a:r>
              <a:t>入口：packages/durable/test/examples/10-extension-state.ts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任务定义与检查点 · 示例</a:t>
            </a:r>
          </a:p>
          <a:p xmlns:a="http://schemas.openxmlformats.org/drawingml/2006/main">
            <a:r>
              <a:t>阅读持久任务的阶段、状态与提交检查点。</a:t>
            </a:r>
          </a:p>
          <a:p xmlns:a="http://schemas.openxmlformats.org/drawingml/2006/main">
            <a:r>
              <a:t>入口：packages/durable/test/examples/11-tasks.ts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任务重启恢复 · 示例</a:t>
            </a:r>
          </a:p>
          <a:p xmlns:a="http://schemas.openxmlformats.org/drawingml/2006/main">
            <a:r>
              <a:t>阅读存储重开后任务从已提交状态恢复的演练。</a:t>
            </a:r>
          </a:p>
          <a:p xmlns:a="http://schemas.openxmlformats.org/drawingml/2006/main">
            <a:r>
              <a:t>入口：packages/durable/test/examples/12-recovery.ts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最小问答 · 示例</a:t>
            </a:r>
          </a:p>
          <a:p xmlns:a="http://schemas.openxmlformats.org/drawingml/2006/main">
            <a:r>
              <a:t>从一次输入到最终回答，理解 Submission 与生成任务的串接。</a:t>
            </a:r>
          </a:p>
          <a:p xmlns:a="http://schemas.openxmlformats.org/drawingml/2006/main">
            <a:r>
              <a:t>入口：packages/durable/test/examples/13-chat.ts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系统提示区块 · 示例</a:t>
            </a:r>
          </a:p>
          <a:p xmlns:a="http://schemas.openxmlformats.org/drawingml/2006/main">
            <a:r>
              <a:t>阅读 section 组合与系统提示变化的记录方式。</a:t>
            </a:r>
          </a:p>
          <a:p xmlns:a="http://schemas.openxmlformats.org/drawingml/2006/main">
            <a:r>
              <a:t>入口：packages/durable/test/examples/14-system-prompt.ts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真实模型流式回答 · 示例</a:t>
            </a:r>
          </a:p>
          <a:p xmlns:a="http://schemas.openxmlformats.org/drawingml/2006/main">
            <a:r>
              <a:t>展示 OpenAI 流式响应的接入，需要模型凭据；索引生成不会执行它。</a:t>
            </a:r>
          </a:p>
          <a:p xmlns:a="http://schemas.openxmlformats.org/drawingml/2006/main">
            <a:r>
              <a:t>入口：packages/durable/test/examples/15-real-model.ts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编码工具与 JSONL · 示例</a:t>
            </a:r>
          </a:p>
          <a:p xmlns:a="http://schemas.openxmlformats.org/drawingml/2006/main">
            <a:r>
              <a:t>在 JSONL 存储上演练一轮 read/write/edit/bash 工具使用。</a:t>
            </a:r>
          </a:p>
          <a:p xmlns:a="http://schemas.openxmlformats.org/drawingml/2006/main">
            <a:r>
              <a:t>入口：packages/durable/test/examples/16-coding-tools.ts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 输出 · 示例</a:t>
            </a:r>
          </a:p>
          <a:p xmlns:a="http://schemas.openxmlformats.org/drawingml/2006/main">
            <a:r>
              <a:t>提交问题并打印最终答案，了解无 TUI 的宿主路径。</a:t>
            </a:r>
          </a:p>
          <a:p xmlns:a="http://schemas.openxmlformats.org/drawingml/2006/main">
            <a:r>
              <a:t>入口：packages/durable/test/examples/17-print.ts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事件与结构操作 · 示例</a:t>
            </a:r>
          </a:p>
          <a:p xmlns:a="http://schemas.openxmlformats.org/drawingml/2006/main">
            <a:r>
              <a:t>对比 Agent 事件与原始 view operations，支持 SQLite、JSONL 和内存后端。</a:t>
            </a:r>
          </a:p>
          <a:p xmlns:a="http://schemas.openxmlformats.org/drawingml/2006/main">
            <a:r>
              <a:t>入口：packages/durable/test/examples/18-json.ts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忙碌时队列与撤回 · 示例</a:t>
            </a:r>
          </a:p>
          <a:p xmlns:a="http://schemas.openxmlformats.org/drawingml/2006/main">
            <a:r>
              <a:t>演练 steer、follow-up、write 和 queued submission 的撤回。</a:t>
            </a:r>
          </a:p>
          <a:p xmlns:a="http://schemas.openxmlformats.org/drawingml/2006/main">
            <a:r>
              <a:t>入口：packages/durable/test/examples/19-inbox.ts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中途加入观察 · 示例</a:t>
            </a:r>
          </a:p>
          <a:p xmlns:a="http://schemas.openxmlformats.org/drawingml/2006/main">
            <a:r>
              <a:t>在运行中附着 view 和事件流，通过快照接上当前状态。</a:t>
            </a:r>
          </a:p>
          <a:p xmlns:a="http://schemas.openxmlformats.org/drawingml/2006/main">
            <a:r>
              <a:t>入口：packages/durable/test/examples/20-late-join.ts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CHR-32 · Durable 宿主组合 [库／当前源码] 可把 Harness 作为 lifetime:host 的 local 资源，注册表贡献 Durable 扩展；正在运行的 Durable 阶段保持自己的快照，下阶段再使用新扩展。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DUR-01 · 持久 Harness [实验／库] 将会话、生成、工具任务和业务状态统一运行在存储之上，提交成功后才向观察者发布。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DUR-04 · 持久输入与等待 [实验／库] 提交输入后返回 Submission，可查询并等待 answered／unanswered 等结算；取消等待不自动取消工作。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DUR-05 · 输入幂等去重 [实验／库] 同 requestId 的重试返回已有 submission，适合进程重启后避免再次提交同一任务。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DUR-06 · 重启恢复 [实验／库] 重开存储并启动 scheduler 后，从已提交任务状态继续；未完成工作不会因关闭进程自动消失。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DUR-08 · 模型生成与工具子任务 [实验／库] 每轮生成为 pi.generation，其工具调用是被拥有的 pi.tool 任务；父任务等待工具后继续回答。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DUR-18 · 会话级 Agent 配置 [实验／库] 每会话保存模型、推理、扩展、工具、指令和工作目录；未设置项跟随宿主，子会话和 fork 按规则继承。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DUR-19 · 系统提示区块增量 [实验／库] 按选中扩展渲染提示区块，把提示和工具变化写入位置化系统条目，以保留可重放状态和缓存前缀。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DUR-20 · 动态运行设置 [实验／库] 宿主控制重试、超时、压缩、进度间隔和工具并发；getter 可使策略在运行中变化。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DUR-23 · 晚加入与事件适配 [实验／库] 新消费者先拿当前快照，再收提交派生的 Agent 风格事件；不会从头重放所有运行过程。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DUR-24 · 流输出提交节流 [实验／库] 默认按一定间隔提交部分回答与工具输出，可权衡存储压力和崩溃时未提交输出窗口。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DUR-25 · 忙碌输入与显示写入 [实验／库] steer、follow-up、忙碌拒绝和输入撤回仍支持；只有 kind/data 的显示写入忙碌时也立即提交，只有排队 reset 可挡住它；带 model/head/edits 的写入仍等边界。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DUR-26 · 上下文重置与交接 [实验／库] 从空上下文或 handoff 说明开始新上下文，旧记录仍留存；工具也可请求交接。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DUR-29 · 生成与工具 Hook [实验／库] 在请求前、响应后、工具前后和模型让出时修改行为，可阻止工具、改参数、替换结果或继续任务。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DUR-49 · 重启时放弃临时任务 [实验／库] abandonOnRestart 标记仅被内存等待的工作，在后续 Harness 调度前连同拥有的任务终止；非重放安全工具的嵌套和 createTask 子任务默认获得该标记。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DUR-50 · 查询和取消直接拥有任务 [实验／库] 读取任务当前直接拥有的活跃任务副本，或取消其中指定任务并等到终态，便于工具可靠清理跨尝试遗留的工作。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DUR-68 · 自定义输入记录 [实验／库] 输入可携带 entry.kind/data，以业务类型存入 transcript，同时把 content 作为用户消息发给模型；仍支持启动、纠偏、排队及结算，类型不得使用 pi. 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DUR-70 · 持久睡眠、宿主时钟与唤醒 [实验／库] 任务结束阶段进入 sleeping，到期从持久 checkpoint 继续；wake/onWake 让宿主决定下次运行。 sleepUntil 替代旧 TaskRuntime.sleep；睡眠不持有 invocation。SQLite schema v2 不能由 1.3.0 或更早版本打开。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DUR-71 · 崩溃循环保护与任务显式重试 [实验／库] 计算未提交新状态的重启次数，到 restartLimit 后停放任务并显示原因。 默认连续 5 次；正常关闭写回 pending 不计数，新状态提交重置计数。设置 Infinity 才保持无限重启行为。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DUR-72 · 持久任务与提交遥测 [实验／库] 记录接纳、phase、提交、嵌套重放、指标与固定报告字段，显式传播 span。 遥测不保存提示正文作为常规属性；业务状态仍以持久提交为准。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DUR-73 · 动态模型设置与失败后队列策略 [实验／库] 在使用时读取宿主提供的 models/settings 函数，并按模型覆盖压缩阈值、处理失败后排队输入。 keep/continue/withdraw 控制失败后输入；热替换不等于自动重跑已经失败的任务。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OTH-58 · Durable 基础示例 [实验／示例] 00—13 展示会话、文档、分叉、拥有关系、Chord 状态、watch、Harness、配置、上下文、热重载、扩展状态、任务和恢复。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OTH-59 · Durable 输出与队列示例 [实验／示例] 14—21 展示问答、系统提示、真实流式模型、编码工具、print／JSON 输出、忙碌收件箱和晚加入观察。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durable-submission / 输入接纳、Inbox 与持久生成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场景：客户端提交一次输入，连接中断后重试仍不能重复工作。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装配 Harness 与注册表</a:t>
            </a:r>
          </a:p>
          <a:p xmlns:a="http://schemas.openxmlformats.org/drawingml/2006/main">
            <a:r>
              <a:t>检查 models、registry、storage 和调度的装配，区分会话保存的名字与进程内实现对象。</a:t>
            </a:r>
          </a:p>
          <a:p xmlns:a="http://schemas.openxmlformats.org/drawingml/2006/main">
            <a:r>
              <a:t>输入：宿主配置</a:t>
            </a:r>
          </a:p>
          <a:p xmlns:a="http://schemas.openxmlformats.org/drawingml/2006/main">
            <a:r>
              <a:t>输出：Harness 与 Conversation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行为与边界：以当前实现为准；设计文档不代表所有计划已经落地。</a:t>
            </a:r>
          </a:p>
          <a:p xmlns:a="http://schemas.openxmlformats.org/drawingml/2006/main">
            <a:r>
              <a:t>源码：packages/durable/src/harness/agent.ts:1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源码：packages/durable/src/harness/context.ts:1</a:t>
            </a:r>
          </a:p>
          <a:p xmlns:a="http://schemas.openxmlformats.org/drawingml/2006/main">
            <a:r>
              <a:t>源码：packages/durable/src/harness/define.ts:1</a:t>
            </a:r>
          </a:p>
          <a:p xmlns:a="http://schemas.openxmlformats.org/drawingml/2006/main">
            <a:r>
              <a:t>源码：packages/durable/src/harness/events.ts:1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源码：packages/durable/src/harness/harness.ts:1</a:t>
            </a:r>
          </a:p>
          <a:p xmlns:a="http://schemas.openxmlformats.org/drawingml/2006/main">
            <a:r>
              <a:t>源码：packages/durable/src/harness/inbox.ts:1</a:t>
            </a:r>
          </a:p>
          <a:p xmlns:a="http://schemas.openxmlformats.org/drawingml/2006/main">
            <a:r>
              <a:t>源码：packages/durable/src/harness/json.ts:1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源码：packages/durable/src/harness/prompt.ts:1</a:t>
            </a:r>
          </a:p>
          <a:p xmlns:a="http://schemas.openxmlformats.org/drawingml/2006/main">
            <a:r>
              <a:t>源码：packages/durable/src/harness/provider.ts:1</a:t>
            </a:r>
          </a:p>
          <a:p xmlns:a="http://schemas.openxmlformats.org/drawingml/2006/main">
            <a:r>
              <a:t>源码：packages/durable/src/harness/registry.ts:1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源码：packages/durable/src/harness/submissions.ts:1</a:t>
            </a:r>
          </a:p>
          <a:p xmlns:a="http://schemas.openxmlformats.org/drawingml/2006/main">
            <a:r>
              <a:t>源码：packages/durable/src/harness/task-graph.ts:1</a:t>
            </a:r>
          </a:p>
          <a:p xmlns:a="http://schemas.openxmlformats.org/drawingml/2006/main">
            <a:r>
              <a:t>源码：packages/durable/src/harness/telemetry.ts:1</a:t>
            </a:r>
          </a:p>
          <a:p xmlns:a="http://schemas.openxmlformats.org/drawingml/2006/main">
            <a:r>
              <a:t>源码：packages/durable/src/harness/tool.ts:1</a:t>
            </a:r>
          </a:p>
          <a:p xmlns:a="http://schemas.openxmlformats.org/drawingml/2006/main">
            <a:r>
              <a:t>源码：packages/durable/src/harness/types.ts:1</a:t>
            </a:r>
          </a:p>
          <a:p xmlns:a="http://schemas.openxmlformats.org/drawingml/2006/main">
            <a:r>
              <a:t>源码：packages/durable/src/harness/usage.ts:1</a:t>
            </a:r>
          </a:p>
          <a:p xmlns:a="http://schemas.openxmlformats.org/drawingml/2006/main">
            <a:r>
              <a:t>源码：packages/durable/src/harness/util.ts:1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接纳输入与去重</a:t>
            </a:r>
          </a:p>
          <a:p xmlns:a="http://schemas.openxmlformats.org/drawingml/2006/main">
            <a:r>
              <a:t>沿 submit/requestId 追踪接纳、排队与重复请求，比较取消 wait 和取消工作。</a:t>
            </a:r>
          </a:p>
          <a:p xmlns:a="http://schemas.openxmlformats.org/drawingml/2006/main">
            <a:r>
              <a:t>输入：输入与 requestId</a:t>
            </a:r>
          </a:p>
          <a:p xmlns:a="http://schemas.openxmlformats.org/drawingml/2006/main">
            <a:r>
              <a:t>输出：持久接纳结果</a:t>
            </a:r>
          </a:p>
          <a:p xmlns:a="http://schemas.openxmlformats.org/drawingml/2006/main">
            <a:r>
              <a:t>入口：submit；requestId；Submission.wait/abort</a:t>
            </a:r>
          </a:p>
          <a:p xmlns:a="http://schemas.openxmlformats.org/drawingml/2006/main">
            <a:r>
              <a:t>行为与边界：同 requestId 重用原提交；取消等待只取消等待者，不自动终止底层工作。</a:t>
            </a:r>
          </a:p>
          <a:p xmlns:a="http://schemas.openxmlformats.org/drawingml/2006/main">
            <a:r>
              <a:t>源码：packages/durable/src/harness/inbox.ts:1</a:t>
            </a:r>
          </a:p>
          <a:p xmlns:a="http://schemas.openxmlformats.org/drawingml/2006/main">
            <a:r>
              <a:t>源码：packages/durable/src/harness/submissions.ts:1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构造生成上下文</a:t>
            </a:r>
          </a:p>
          <a:p xmlns:a="http://schemas.openxmlformats.org/drawingml/2006/main">
            <a:r>
              <a:t>检查提示 section、历史条目、工具和配置如何进入 generation。</a:t>
            </a:r>
          </a:p>
          <a:p xmlns:a="http://schemas.openxmlformats.org/drawingml/2006/main">
            <a:r>
              <a:t>输入：当前记录与会话设置</a:t>
            </a:r>
          </a:p>
          <a:p xmlns:a="http://schemas.openxmlformats.org/drawingml/2006/main">
            <a:r>
              <a:t>输出：模型请求上下文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行为与边界：提示或工具变化被记录成系统条目；只发变化可保留提供商缓存，历史不会被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>源码：packages/durable/src/harness/json.ts:1</a:t>
            </a:r>
          </a:p>
          <a:p xmlns:a="http://schemas.openxmlformats.org/drawingml/2006/main">
            <a:r>
              <a:t>源码：packages/durable/src/harness/prompt.ts:1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持久化生成结果</a:t>
            </a:r>
          </a:p>
          <a:p xmlns:a="http://schemas.openxmlformats.org/drawingml/2006/main">
            <a:r>
              <a:t>标出模型轮次的任务检查点与结果提交，再看事件何时向外发布。</a:t>
            </a:r>
          </a:p>
          <a:p xmlns:a="http://schemas.openxmlformats.org/drawingml/2006/main">
            <a:r>
              <a:t>输入：模型输出</a:t>
            </a:r>
          </a:p>
          <a:p xmlns:a="http://schemas.openxmlformats.org/drawingml/2006/main">
            <a:r>
              <a:t>输出：已提交响应与后续任务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行为与边界：模型调用与可观察状态以提交为边界，重启恢复工作；provider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失败与恢复：取消等待不会自动取消已经接纳的输入。重连后重新提交不同 requestId 可能产生新的工作。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 19-inbox 和恢复示例，画出提交、断连、相同 requestId 重试、wait 的过程。</a:t>
            </a:r>
          </a:p>
          <a:p xmlns:a="http://schemas.openxmlformats.org/drawingml/2006/main">
            <a:r>
              <a:t>参考判断：应保留原请求身份并观察同一持久工作；不把传输失败等同于接纳失败。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会话执行、注册表与调度</a:t>
            </a:r>
          </a:p>
          <a:p xmlns:a="http://schemas.openxmlformats.org/drawingml/2006/main">
            <a:r>
              <a:t>组合模型与工具注册、会话配置及任务调度。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边界：以当前实现为准；设计文档不代表所有计划已经落地。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持久输入队列、幂等提交与撤回</a:t>
            </a:r>
          </a:p>
          <a:p xmlns:a="http://schemas.openxmlformats.org/drawingml/2006/main">
            <a:r>
              <a:t>在忙碌会话中保存 steer、follow-up 和 write，提供可恢复的 Submission 等待/撤回。</a:t>
            </a:r>
          </a:p>
          <a:p xmlns:a="http://schemas.openxmlformats.org/drawingml/2006/main">
            <a:r>
              <a:t>入口：submit；requestId；Submission.wait/abort</a:t>
            </a:r>
          </a:p>
          <a:p xmlns:a="http://schemas.openxmlformats.org/drawingml/2006/main">
            <a:r>
              <a:t>边界：同 requestId 重用原提交；取消等待只取消等待者，不自动终止底层工作。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提示区块、上下文投影与位置化系统条目</a:t>
            </a:r>
          </a:p>
          <a:p xmlns:a="http://schemas.openxmlformats.org/drawingml/2006/main">
            <a:r>
              <a:t>按已选扩展组织 system sections、会话说明、上下文重置与压缩投影。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持久模型生成、重试与续轮</a:t>
            </a:r>
          </a:p>
          <a:p xmlns:a="http://schemas.openxmlformats.org/drawingml/2006/main">
            <a:r>
              <a:t>将请求意图、流式 partial、模型回答和下一轮工具计划作为任务阶段提交。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应用自定义输入条目与即时展示写入</a:t>
            </a:r>
          </a:p>
          <a:p xmlns:a="http://schemas.openxmlformats.org/drawingml/2006/main">
            <a:r>
              <a:t>输入可保留应用条目 kind/data，同时向模型投影用户内容；纯展示 write 可在忙碌时直接提交。</a:t>
            </a:r>
          </a:p>
          <a:p xmlns:a="http://schemas.openxmlformats.org/drawingml/2006/main">
            <a:r>
              <a:t>入口：entry / Conversation.write / kind / data</a:t>
            </a:r>
          </a:p>
          <a:p xmlns:a="http://schemas.openxmlformats.org/drawingml/2006/main">
            <a:r>
              <a:t>边界：自定义 kind 不可占用 pi.*；带 model、head 或 edits 的写入仍排队到运行边界，排队 reset 也影响写入顺序。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逐会话模型、工具和工作目录配置</a:t>
            </a:r>
          </a:p>
          <a:p xmlns:a="http://schemas.openxmlformats.org/drawingml/2006/main">
            <a:r>
              <a:t>在 pi.agent 文档保存会话级 agent 选择，继承或修改宿主默认配置。</a:t>
            </a:r>
          </a:p>
          <a:p xmlns:a="http://schemas.openxmlformats.org/drawingml/2006/main">
            <a:r>
              <a:t>入口：Conversation.configure；agent；extensions/tools 选择</a:t>
            </a:r>
          </a:p>
          <a:p xmlns:a="http://schemas.openxmlformats.org/drawingml/2006/main">
            <a:r>
              <a:t>边界：请求准备时固定模型和提示；当前 cwd 与扩展在后续工具阶段可重新解析。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从提交派生 Agent 事件与晚加入快照</a:t>
            </a:r>
          </a:p>
          <a:p xmlns:a="http://schemas.openxmlformats.org/drawingml/2006/main">
            <a:r>
              <a:t>把持久提交转换为 message/tool/compaction 等事件，给已有事件式 UI 接口使用。</a:t>
            </a:r>
          </a:p>
          <a:p xmlns:a="http://schemas.openxmlformats.org/drawingml/2006/main">
            <a:r>
              <a:t>入口：watchEvents；stream.snapshot</a:t>
            </a:r>
          </a:p>
          <a:p xmlns:a="http://schemas.openxmlformats.org/drawingml/2006/main">
            <a:r>
              <a:t>边界：事件由提交派生；超出积压上限用新快照恢复，不能当作无限历史重放流。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工具任务、重放安全与结果控制</a:t>
            </a:r>
          </a:p>
          <a:p xmlns:a="http://schemas.openxmlformats.org/drawingml/2006/main">
            <a:r>
              <a:t>在执行之前提交工具意图，持久化输出，并运行前后 hook、用量与 terminate/handoff。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持久睡眠、宿主时钟与唤醒</a:t>
            </a:r>
          </a:p>
          <a:p xmlns:a="http://schemas.openxmlformats.org/drawingml/2006/main">
            <a:r>
              <a:t>任务结束阶段进入 sleeping，到期从持久 checkpoint 继续；wake/onWake 让宿主决定下次运行。</a:t>
            </a:r>
          </a:p>
          <a:p xmlns:a="http://schemas.openxmlformats.org/drawingml/2006/main">
            <a:r>
              <a:t>入口：sleepUntil / setTimer / Harness.wake / onWake</a:t>
            </a:r>
          </a:p>
          <a:p xmlns:a="http://schemas.openxmlformats.org/drawingml/2006/main">
            <a:r>
              <a:t>边界：sleepUntil 替代旧 TaskRuntime.sleep；睡眠不持有 invocation。SQLite schema v2 不能由 1.3.0 或更早版本打开。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崩溃循环保护与任务显式重试</a:t>
            </a:r>
          </a:p>
          <a:p xmlns:a="http://schemas.openxmlformats.org/drawingml/2006/main">
            <a:r>
              <a:t>计算未提交新状态的重启次数，到 restartLimit 后停放任务并显示原因。</a:t>
            </a:r>
          </a:p>
          <a:p xmlns:a="http://schemas.openxmlformats.org/drawingml/2006/main">
            <a:r>
              <a:t>入口：settings.restartLimit / retryTask / inspect</a:t>
            </a:r>
          </a:p>
          <a:p xmlns:a="http://schemas.openxmlformats.org/drawingml/2006/main">
            <a:r>
              <a:t>边界：默认连续 5 次；正常关闭写回 pending 不计数，新状态提交重置计数。设置 Infinity 才保持无限重启行为。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持久任务与提交遥测</a:t>
            </a:r>
          </a:p>
          <a:p xmlns:a="http://schemas.openxmlformats.org/drawingml/2006/main">
            <a:r>
              <a:t>记录接纳、phase、提交、嵌套重放、指标与固定报告字段，显式传播 span。</a:t>
            </a:r>
          </a:p>
          <a:p xmlns:a="http://schemas.openxmlformats.org/drawingml/2006/main">
            <a:r>
              <a:t>入口：HarnessOptions.telemetry / DURABLE_TELEMETRY_SCHEMA</a:t>
            </a:r>
          </a:p>
          <a:p xmlns:a="http://schemas.openxmlformats.org/drawingml/2006/main">
            <a:r>
              <a:t>边界：遥测不保存提示正文作为常规属性；业务状态仍以持久提交为准。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动态模型设置与失败后队列策略</a:t>
            </a:r>
          </a:p>
          <a:p xmlns:a="http://schemas.openxmlformats.org/drawingml/2006/main">
            <a:r>
              <a:t>在使用时读取宿主提供的 models/settings 函数，并按模型覆盖压缩阈值、处理失败后排队输入。</a:t>
            </a:r>
          </a:p>
          <a:p xmlns:a="http://schemas.openxmlformats.org/drawingml/2006/main">
            <a:r>
              <a:t>入口：HarnessOptions.models/settings；afterFailedRun；compaction.modelOverrides</a:t>
            </a:r>
          </a:p>
          <a:p xmlns:a="http://schemas.openxmlformats.org/drawingml/2006/main">
            <a:r>
              <a:t>边界：keep/continue/withdraw 控制失败后输入；热替换不等于自动重跑已经失败的任务。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会话与原子条目 · 示例</a:t>
            </a:r>
          </a:p>
          <a:p xmlns:a="http://schemas.openxmlformats.org/drawingml/2006/main">
            <a:r>
              <a:t>阅读会话的创建、条目追加和提交边界。</a:t>
            </a:r>
          </a:p>
          <a:p xmlns:a="http://schemas.openxmlformats.org/drawingml/2006/main">
            <a:r>
              <a:t>入口：packages/durable/test/examples/00-conversation.ts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类型化文档状态 · 示例</a:t>
            </a:r>
          </a:p>
          <a:p xmlns:a="http://schemas.openxmlformats.org/drawingml/2006/main">
            <a:r>
              <a:t>阅读 defineDoc 与事务中的文档修改，区分不可变条目和可变文档。</a:t>
            </a:r>
          </a:p>
          <a:p xmlns:a="http://schemas.openxmlformats.org/drawingml/2006/main">
            <a:r>
              <a:t>入口：packages/durable/test/examples/01-documents.ts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历史分叉 · 示例</a:t>
            </a:r>
          </a:p>
          <a:p xmlns:a="http://schemas.openxmlformats.org/drawingml/2006/main">
            <a:r>
              <a:t>阅读从历史条目创建独立会话及文档的 fork 策略。</a:t>
            </a:r>
          </a:p>
          <a:p xmlns:a="http://schemas.openxmlformats.org/drawingml/2006/main">
            <a:r>
              <a:t>入口：packages/durable/test/examples/02-forks.ts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拥有者与子会话 · 示例</a:t>
            </a:r>
          </a:p>
          <a:p xmlns:a="http://schemas.openxmlformats.org/drawingml/2006/main">
            <a:r>
              <a:t>阅读任务拥有的会话与创建、查询的 ownership 契约。</a:t>
            </a:r>
          </a:p>
          <a:p xmlns:a="http://schemas.openxmlformats.org/drawingml/2006/main">
            <a:r>
              <a:t>入口：packages/durable/test/examples/03-owned-conversations.ts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与提交观察 · 示例</a:t>
            </a:r>
          </a:p>
          <a:p xmlns:a="http://schemas.openxmlformats.org/drawingml/2006/main">
            <a:r>
              <a:t>阅读如何订阅提交后的变化并关闭观察者。</a:t>
            </a:r>
          </a:p>
          <a:p xmlns:a="http://schemas.openxmlformats.org/drawingml/2006/main">
            <a:r>
              <a:t>入口：packages/durable/test/examples/04-watches.ts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开启与调度 · 示例</a:t>
            </a:r>
          </a:p>
          <a:p xmlns:a="http://schemas.openxmlformats.org/drawingml/2006/main">
            <a:r>
              <a:t>阅读从 Storage 打开 Harness 并驱动会话的最小组合。</a:t>
            </a:r>
          </a:p>
          <a:p xmlns:a="http://schemas.openxmlformats.org/drawingml/2006/main">
            <a:r>
              <a:t>入口：packages/durable/test/examples/05-harness.ts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会话级 Agent 配置 · 示例</a:t>
            </a:r>
          </a:p>
          <a:p xmlns:a="http://schemas.openxmlformats.org/drawingml/2006/main">
            <a:r>
              <a:t>阅读模型、工具、扩展与工作目录的配置及继承。</a:t>
            </a:r>
          </a:p>
          <a:p xmlns:a="http://schemas.openxmlformats.org/drawingml/2006/main">
            <a:r>
              <a:t>入口：packages/durable/test/examples/06-configuration.ts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多会话 · 示例</a:t>
            </a:r>
          </a:p>
          <a:p xmlns:a="http://schemas.openxmlformats.org/drawingml/2006/main">
            <a:r>
              <a:t>阅读会话创建、查找和管理的宿主接口。</a:t>
            </a:r>
          </a:p>
          <a:p xmlns:a="http://schemas.openxmlformats.org/drawingml/2006/main">
            <a:r>
              <a:t>入口：packages/durable/test/examples/07-harness-conversations.ts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与取消 · 示例</a:t>
            </a:r>
          </a:p>
          <a:p xmlns:a="http://schemas.openxmlformats.org/drawingml/2006/main">
            <a:r>
              <a:t>阅读显式 Chord Context 在等待和执行中的取消边界。</a:t>
            </a:r>
          </a:p>
          <a:p xmlns:a="http://schemas.openxmlformats.org/drawingml/2006/main">
            <a:r>
              <a:t>入口：packages/durable/test/examples/08-context.ts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注册表在线替换 · 示例</a:t>
            </a:r>
          </a:p>
          <a:p xmlns:a="http://schemas.openxmlformats.org/drawingml/2006/main">
            <a:r>
              <a:t>阅读安装同名扩展后的替换与新阶段解析行为。</a:t>
            </a:r>
          </a:p>
          <a:p xmlns:a="http://schemas.openxmlformats.org/drawingml/2006/main">
            <a:r>
              <a:t>入口：packages/durable/test/examples/09-registry-reload.ts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扩展文档与初始化 · 示例</a:t>
            </a:r>
          </a:p>
          <a:p xmlns:a="http://schemas.openxmlformats.org/drawingml/2006/main">
            <a:r>
              <a:t>阅读扩展自有文档以及会话初始化时的一致性处理。</a:t>
            </a:r>
          </a:p>
          <a:p xmlns:a="http://schemas.openxmlformats.org/drawingml/2006/main">
            <a:r>
              <a:t>入口：packages/durable/test/examples/10-extension-state.ts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任务定义与检查点 · 示例</a:t>
            </a:r>
          </a:p>
          <a:p xmlns:a="http://schemas.openxmlformats.org/drawingml/2006/main">
            <a:r>
              <a:t>阅读持久任务的阶段、状态与提交检查点。</a:t>
            </a:r>
          </a:p>
          <a:p xmlns:a="http://schemas.openxmlformats.org/drawingml/2006/main">
            <a:r>
              <a:t>入口：packages/durable/test/examples/11-tasks.ts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任务重启恢复 · 示例</a:t>
            </a:r>
          </a:p>
          <a:p xmlns:a="http://schemas.openxmlformats.org/drawingml/2006/main">
            <a:r>
              <a:t>阅读存储重开后任务从已提交状态恢复的演练。</a:t>
            </a:r>
          </a:p>
          <a:p xmlns:a="http://schemas.openxmlformats.org/drawingml/2006/main">
            <a:r>
              <a:t>入口：packages/durable/test/examples/12-recovery.ts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最小问答 · 示例</a:t>
            </a:r>
          </a:p>
          <a:p xmlns:a="http://schemas.openxmlformats.org/drawingml/2006/main">
            <a:r>
              <a:t>从一次输入到最终回答，理解 Submission 与生成任务的串接。</a:t>
            </a:r>
          </a:p>
          <a:p xmlns:a="http://schemas.openxmlformats.org/drawingml/2006/main">
            <a:r>
              <a:t>入口：packages/durable/test/examples/13-chat.ts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系统提示区块 · 示例</a:t>
            </a:r>
          </a:p>
          <a:p xmlns:a="http://schemas.openxmlformats.org/drawingml/2006/main">
            <a:r>
              <a:t>阅读 section 组合与系统提示变化的记录方式。</a:t>
            </a:r>
          </a:p>
          <a:p xmlns:a="http://schemas.openxmlformats.org/drawingml/2006/main">
            <a:r>
              <a:t>入口：packages/durable/test/examples/14-system-prompt.ts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真实模型流式回答 · 示例</a:t>
            </a:r>
          </a:p>
          <a:p xmlns:a="http://schemas.openxmlformats.org/drawingml/2006/main">
            <a:r>
              <a:t>展示 OpenAI 流式响应的接入，需要模型凭据；索引生成不会执行它。</a:t>
            </a:r>
          </a:p>
          <a:p xmlns:a="http://schemas.openxmlformats.org/drawingml/2006/main">
            <a:r>
              <a:t>入口：packages/durable/test/examples/15-real-model.ts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编码工具与 JSONL · 示例</a:t>
            </a:r>
          </a:p>
          <a:p xmlns:a="http://schemas.openxmlformats.org/drawingml/2006/main">
            <a:r>
              <a:t>在 JSONL 存储上演练一轮 read/write/edit/bash 工具使用。</a:t>
            </a:r>
          </a:p>
          <a:p xmlns:a="http://schemas.openxmlformats.org/drawingml/2006/main">
            <a:r>
              <a:t>入口：packages/durable/test/examples/16-coding-tools.ts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 输出 · 示例</a:t>
            </a:r>
          </a:p>
          <a:p xmlns:a="http://schemas.openxmlformats.org/drawingml/2006/main">
            <a:r>
              <a:t>提交问题并打印最终答案，了解无 TUI 的宿主路径。</a:t>
            </a:r>
          </a:p>
          <a:p xmlns:a="http://schemas.openxmlformats.org/drawingml/2006/main">
            <a:r>
              <a:t>入口：packages/durable/test/examples/17-print.ts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事件与结构操作 · 示例</a:t>
            </a:r>
          </a:p>
          <a:p xmlns:a="http://schemas.openxmlformats.org/drawingml/2006/main">
            <a:r>
              <a:t>对比 Agent 事件与原始 view operations，支持 SQLite、JSONL 和内存后端。</a:t>
            </a:r>
          </a:p>
          <a:p xmlns:a="http://schemas.openxmlformats.org/drawingml/2006/main">
            <a:r>
              <a:t>入口：packages/durable/test/examples/18-json.ts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忙碌时队列与撤回 · 示例</a:t>
            </a:r>
          </a:p>
          <a:p xmlns:a="http://schemas.openxmlformats.org/drawingml/2006/main">
            <a:r>
              <a:t>演练 steer、follow-up、write 和 queued submission 的撤回。</a:t>
            </a:r>
          </a:p>
          <a:p xmlns:a="http://schemas.openxmlformats.org/drawingml/2006/main">
            <a:r>
              <a:t>入口：packages/durable/test/examples/19-inbox.ts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中途加入观察 · 示例</a:t>
            </a:r>
          </a:p>
          <a:p xmlns:a="http://schemas.openxmlformats.org/drawingml/2006/main">
            <a:r>
              <a:t>在运行中附着 view 和事件流，通过快照接上当前状态。</a:t>
            </a:r>
          </a:p>
          <a:p xmlns:a="http://schemas.openxmlformats.org/drawingml/2006/main">
            <a:r>
              <a:t>入口：packages/durable/test/examples/20-late-join.ts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CHR-32 · Durable 宿主组合 [库／当前源码] 可把 Harness 作为 lifetime:host 的 local 资源，注册表贡献 Durable 扩展；正在运行的 Durable 阶段保持自己的快照，下阶段再使用新扩展。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DUR-01 · 持久 Harness [实验／库] 将会话、生成、工具任务和业务状态统一运行在存储之上，提交成功后才向观察者发布。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DUR-04 · 持久输入与等待 [实验／库] 提交输入后返回 Submission，可查询并等待 answered／unanswered 等结算；取消等待不自动取消工作。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DUR-05 · 输入幂等去重 [实验／库] 同 requestId 的重试返回已有 submission，适合进程重启后避免再次提交同一任务。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DUR-06 · 重启恢复 [实验／库] 重开存储并启动 scheduler 后，从已提交任务状态继续；未完成工作不会因关闭进程自动消失。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DUR-08 · 模型生成与工具子任务 [实验／库] 每轮生成为 pi.generation，其工具调用是被拥有的 pi.tool 任务；父任务等待工具后继续回答。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DUR-18 · 会话级 Agent 配置 [实验／库] 每会话保存模型、推理、扩展、工具、指令和工作目录；未设置项跟随宿主，子会话和 fork 按规则继承。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DUR-19 · 系统提示区块增量 [实验／库] 按选中扩展渲染提示区块，把提示和工具变化写入位置化系统条目，以保留可重放状态和缓存前缀。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DUR-20 · 动态运行设置 [实验／库] 宿主控制重试、超时、压缩、进度间隔和工具并发；getter 可使策略在运行中变化。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DUR-23 · 晚加入与事件适配 [实验／库] 新消费者先拿当前快照，再收提交派生的 Agent 风格事件；不会从头重放所有运行过程。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DUR-24 · 流输出提交节流 [实验／库] 默认按一定间隔提交部分回答与工具输出，可权衡存储压力和崩溃时未提交输出窗口。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DUR-25 · 忙碌输入与显示写入 [实验／库] steer、follow-up、忙碌拒绝和输入撤回仍支持；只有 kind/data 的显示写入忙碌时也立即提交，只有排队 reset 可挡住它；带 model/head/edits 的写入仍等边界。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DUR-26 · 上下文重置与交接 [实验／库] 从空上下文或 handoff 说明开始新上下文，旧记录仍留存；工具也可请求交接。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DUR-29 · 生成与工具 Hook [实验／库] 在请求前、响应后、工具前后和模型让出时修改行为，可阻止工具、改参数、替换结果或继续任务。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DUR-49 · 重启时放弃临时任务 [实验／库] abandonOnRestart 标记仅被内存等待的工作，在后续 Harness 调度前连同拥有的任务终止；非重放安全工具的嵌套和 createTask 子任务默认获得该标记。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DUR-50 · 查询和取消直接拥有任务 [实验／库] 读取任务当前直接拥有的活跃任务副本，或取消其中指定任务并等到终态，便于工具可靠清理跨尝试遗留的工作。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DUR-68 · 自定义输入记录 [实验／库] 输入可携带 entry.kind/data，以业务类型存入 transcript，同时把 content 作为用户消息发给模型；仍支持启动、纠偏、排队及结算，类型不得使用 pi. 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DUR-70 · 持久睡眠、宿主时钟与唤醒 [实验／库] 任务结束阶段进入 sleeping，到期从持久 checkpoint 继续；wake/onWake 让宿主决定下次运行。 sleepUntil 替代旧 TaskRuntime.sleep；睡眠不持有 invocation。SQLite schema v2 不能由 1.3.0 或更早版本打开。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DUR-71 · 崩溃循环保护与任务显式重试 [实验／库] 计算未提交新状态的重启次数，到 restartLimit 后停放任务并显示原因。 默认连续 5 次；正常关闭写回 pending 不计数，新状态提交重置计数。设置 Infinity 才保持无限重启行为。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DUR-72 · 持久任务与提交遥测 [实验／库] 记录接纳、phase、提交、嵌套重放、指标与固定报告字段，显式传播 span。 遥测不保存提示正文作为常规属性；业务状态仍以持久提交为准。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DUR-73 · 动态模型设置与失败后队列策略 [实验／库] 在使用时读取宿主提供的 models/settings 函数，并按模型覆盖压缩阈值、处理失败后排队输入。 keep/continue/withdraw 控制失败后输入；热替换不等于自动重跑已经失败的任务。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OTH-58 · Durable 基础示例 [实验／示例] 00—13 展示会话、文档、分叉、拥有关系、Chord 状态、watch、Harness、配置、上下文、热重载、扩展状态、任务和恢复。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OTH-59 · Durable 输出与队列示例 [实验／示例] 14—21 展示问答、系统提示、真实流式模型、编码工具、print／JSON 输出、忙碌收件箱和晚加入观察。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durable-tool-recovery / 工具意图、检查点与崩溃恢复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场景：工具执行到一半时进程退出，重启后必须避免重复危险副作用。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登记工具契约</a:t>
            </a:r>
          </a:p>
          <a:p xmlns:a="http://schemas.openxmlformats.org/drawingml/2006/main">
            <a:r>
              <a:t>查看 defineTool 的输入输出 schema、hooks 和 replay 声明，并确认注册表中的稳定名称。</a:t>
            </a:r>
          </a:p>
          <a:p xmlns:a="http://schemas.openxmlformats.org/drawingml/2006/main">
            <a:r>
              <a:t>输入：工具定义</a:t>
            </a:r>
          </a:p>
          <a:p xmlns:a="http://schemas.openxmlformats.org/drawingml/2006/main">
            <a:r>
              <a:t>输出：可调度工具</a:t>
            </a:r>
          </a:p>
          <a:p xmlns:a="http://schemas.openxmlformats.org/drawingml/2006/main">
            <a:r>
              <a:t>入口：createRegistry；defineExtension；defineTool；wrapTool</a:t>
            </a:r>
          </a:p>
          <a:p xmlns:a="http://schemas.openxmlformats.org/drawingml/2006/main">
            <a:r>
              <a:t>行为与边界：运行中的阶段保留已解析代码，新阶段使用新注册表；会话保存名字而不是代码对象。</a:t>
            </a:r>
          </a:p>
          <a:p xmlns:a="http://schemas.openxmlformats.org/drawingml/2006/main">
            <a:r>
              <a:t>源码：packages/durable/src/harness/define.ts:1</a:t>
            </a:r>
          </a:p>
          <a:p xmlns:a="http://schemas.openxmlformats.org/drawingml/2006/main">
            <a:r>
              <a:t>源码：packages/durable/src/harness/registry.ts:1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先提交执行意图</a:t>
            </a:r>
          </a:p>
          <a:p xmlns:a="http://schemas.openxmlformats.org/drawingml/2006/main">
            <a:r>
              <a:t>标出 intent 提交、宿主执行和 result 提交的位置，比较每个位置崩溃后的记录。</a:t>
            </a:r>
          </a:p>
          <a:p xmlns:a="http://schemas.openxmlformats.org/drawingml/2006/main">
            <a:r>
              <a:t>输入：模型 toolCall</a:t>
            </a:r>
          </a:p>
          <a:p xmlns:a="http://schemas.openxmlformats.org/drawingml/2006/main">
            <a:r>
              <a:t>输出：工具任务与执行状态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行为与边界：重启只重跑显式安全任务；其他中断调用形成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>源码：packages/durable/src/harness/tool.ts:1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恢复中断任务</a:t>
            </a:r>
          </a:p>
          <a:p xmlns:a="http://schemas.openxmlformats.org/drawingml/2006/main">
            <a:r>
              <a:t>检查中断、错误保留和 replay safe 的策略；不能把所有工具自动重跑。</a:t>
            </a:r>
          </a:p>
          <a:p xmlns:a="http://schemas.openxmlformats.org/drawingml/2006/main">
            <a:r>
              <a:t>输入：未完成检查点</a:t>
            </a:r>
          </a:p>
          <a:p xmlns:a="http://schemas.openxmlformats.org/drawingml/2006/main">
            <a:r>
              <a:t>输出：重跑、失败或人工处理分支</a:t>
            </a:r>
          </a:p>
          <a:p xmlns:a="http://schemas.openxmlformats.org/drawingml/2006/main">
            <a:r>
              <a:t>入口：Session.closed；SessionFailed；documentRetentionMs</a:t>
            </a:r>
          </a:p>
          <a:p xmlns:a="http://schemas.openxmlformats.org/drawingml/2006/main">
            <a:r>
              <a:t>行为与边界：读取时的 StorageRequestError 或调用方取消只使该次读取失败；commit/mintId 的错误没有此豁免，会使 Session 失败。存储重试由后端负责。文档缓存默认十分钟，0 表示使用后释放，再次访问从存储加载。</a:t>
            </a:r>
          </a:p>
          <a:p xmlns:a="http://schemas.openxmlformats.org/drawingml/2006/main">
            <a:r>
              <a:t>源码：packages/durable/src/errors.ts:1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验证真实副作用</a:t>
            </a:r>
          </a:p>
          <a:p xmlns:a="http://schemas.openxmlformats.org/drawingml/2006/main">
            <a:r>
              <a:t>以文件或命令工具检查幂等性，设计能区分“执行成功但结果未提交”的验证。</a:t>
            </a:r>
          </a:p>
          <a:p xmlns:a="http://schemas.openxmlformats.org/drawingml/2006/main">
            <a:r>
              <a:t>输入：执行环境和持久记录</a:t>
            </a:r>
          </a:p>
          <a:p xmlns:a="http://schemas.openxmlformats.org/drawingml/2006/main">
            <a:r>
              <a:t>输出：可解释的恢复结果</a:t>
            </a:r>
          </a:p>
          <a:p xmlns:a="http://schemas.openxmlformats.org/drawingml/2006/main">
            <a:r>
              <a:t>入口：createCodingTools；createReadTool；createBashTool</a:t>
            </a:r>
          </a:p>
          <a:p xmlns:a="http://schemas.openxmlformats.org/drawingml/2006/main">
            <a:r>
              <a:t>行为与边界：read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>源码：packages/durable/src/tools/bash.ts:1</a:t>
            </a:r>
          </a:p>
          <a:p xmlns:a="http://schemas.openxmlformats.org/drawingml/2006/main">
            <a:r>
              <a:t>源码：packages/durable/src/tools/edit-diff.ts:1</a:t>
            </a:r>
          </a:p>
          <a:p xmlns:a="http://schemas.openxmlformats.org/drawingml/2006/main">
            <a:r>
              <a:t>源码：packages/durable/src/tools/edit.ts:1</a:t>
            </a:r>
          </a:p>
          <a:p xmlns:a="http://schemas.openxmlformats.org/drawingml/2006/main">
            <a:r>
              <a:t>源码：packages/durable/src/tools/env.ts:1</a:t>
            </a:r>
          </a:p>
          <a:p xmlns:a="http://schemas.openxmlformats.org/drawingml/2006/main">
            <a:r>
              <a:t>源码：packages/durable/src/tools/file-mutation-queue.ts:1</a:t>
            </a:r>
          </a:p>
          <a:p xmlns:a="http://schemas.openxmlformats.org/drawingml/2006/main">
            <a:r>
              <a:t>源码：packages/durable/src/tools/image-processor.ts:1</a:t>
            </a:r>
          </a:p>
          <a:p xmlns:a="http://schemas.openxmlformats.org/drawingml/2006/main">
            <a:r>
              <a:t>源码：packages/durable/src/tools/image.ts:1</a:t>
            </a:r>
          </a:p>
          <a:p xmlns:a="http://schemas.openxmlformats.org/drawingml/2006/main">
            <a:r>
              <a:t>源码：packages/durable/src/tools/index.ts:1</a:t>
            </a:r>
          </a:p>
          <a:p xmlns:a="http://schemas.openxmlformats.org/drawingml/2006/main">
            <a:r>
              <a:t>源码：packages/durable/src/tools/path-utils.ts:1</a:t>
            </a:r>
          </a:p>
          <a:p xmlns:a="http://schemas.openxmlformats.org/drawingml/2006/main">
            <a:r>
              <a:t>源码：packages/durable/src/tools/read.ts:1</a:t>
            </a:r>
          </a:p>
          <a:p xmlns:a="http://schemas.openxmlformats.org/drawingml/2006/main">
            <a:r>
              <a:t>源码：packages/durable/src/tools/write.ts:1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失败与恢复：只有声明 replay: safe 的中断工具可走自动重放路径；该声明本身不能让非幂等操作变安全。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练习：设计一个计数器工具，分别在意图前、执行后和结果后模拟退出，写出允许的计数结果。</a:t>
            </a:r>
          </a:p>
          <a:p xmlns:a="http://schemas.openxmlformats.org/drawingml/2006/main">
            <a:r>
              <a:t>参考判断：需要解释每个提交窗口，特别是外部动作成功但结果未提交的窗口。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扩展注册、工具覆写与在线替换</a:t>
            </a:r>
          </a:p>
          <a:p xmlns:a="http://schemas.openxmlformats.org/drawingml/2006/main">
            <a:r>
              <a:t>把工具、提示区块、hook、wrapper 与任务定义组成命名扩展，支持同名替换。</a:t>
            </a:r>
          </a:p>
          <a:p xmlns:a="http://schemas.openxmlformats.org/drawingml/2006/main">
            <a:r>
              <a:t>入口：createRegistry；defineExtension；defineTool；wrapTool</a:t>
            </a:r>
          </a:p>
          <a:p xmlns:a="http://schemas.openxmlformats.org/drawingml/2006/main">
            <a:r>
              <a:t>边界：运行中的阶段保留已解析代码，新阶段使用新注册表；会话保存名字而不是代码对象。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工具任务、重放安全与结果控制</a:t>
            </a:r>
          </a:p>
          <a:p xmlns:a="http://schemas.openxmlformats.org/drawingml/2006/main">
            <a:r>
              <a:t>在执行之前提交工具意图，持久化输出，并运行前后 hook、用量与 terminate/handoff。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存储故障与有界缓存</a:t>
            </a:r>
          </a:p>
          <a:p xmlns:a="http://schemas.openxmlformats.org/drawingml/2006/main">
            <a:r>
              <a:t>存储异常使 Session 失败关闭并拒绝后续操作；未被观察的文档按 documentRetentionMs 释放，活跃工作决定调度索引保留范围。</a:t>
            </a:r>
          </a:p>
          <a:p xmlns:a="http://schemas.openxmlformats.org/drawingml/2006/main">
            <a:r>
              <a:t>入口：Session.closed；SessionFailed；documentRetentionMs</a:t>
            </a:r>
          </a:p>
          <a:p xmlns:a="http://schemas.openxmlformats.org/drawingml/2006/main">
            <a:r>
              <a:t>边界：读取时的 StorageRequestError 或调用方取消只使该次读取失败；commit/mintId 的错误没有此豁免，会使 Session 失败。存储重试由后端负责。文档缓存默认十分钟，0 表示使用后释放，再次访问从存储加载。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编码工具与环境隔离</a:t>
            </a:r>
          </a:p>
          <a:p xmlns:a="http://schemas.openxmlformats.org/drawingml/2006/main">
            <a:r>
              <a:t>提供 read/write/edit/bash/powershell，通过逐调用的 ExecutionEnv 访问文件与进程。</a:t>
            </a:r>
          </a:p>
          <a:p xmlns:a="http://schemas.openxmlformats.org/drawingml/2006/main">
            <a:r>
              <a:t>入口：createCodingTools；createReadTool；createBashTool</a:t>
            </a:r>
          </a:p>
          <a:p xmlns:a="http://schemas.openxmlformats.org/drawingml/2006/main">
            <a:r>
              <a:t>边界：read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执行环境与输出捕获</a:t>
            </a:r>
          </a:p>
          <a:p xmlns:a="http://schemas.openxmlformats.org/drawingml/2006/main">
            <a:r>
              <a:t>提供文件/进程环境与可截断输出管理。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持久嵌套调用与结构化输出</a:t>
            </a:r>
          </a:p>
          <a:p xmlns:a="http://schemas.openxmlformats.org/drawingml/2006/main">
            <a:r>
              <a:t>executeTool 将子调用记录为调用者拥有的 pi.tool 任务，经过校验、hook、输出限制和重放策略；structuredOutput 给程序调用者使用。</a:t>
            </a:r>
          </a:p>
          <a:p xmlns:a="http://schemas.openxmlformats.org/drawingml/2006/main">
            <a:r>
              <a:t>入口：ToolExecutionApi.executeTool；structuredOutputSchema；ToolRegistration.callers</a:t>
            </a:r>
          </a:p>
          <a:p xmlns:a="http://schemas.openxmlformats.org/drawingml/2006/main">
            <a:r>
              <a:t>边界：模型结果使用 output；嵌套调用以 key 重新关联，调用者结束前取消遗留子调用。modelTools 与 callers 分开控制模型声明和调用资格。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持久模型生成、重试与续轮</a:t>
            </a:r>
          </a:p>
          <a:p xmlns:a="http://schemas.openxmlformats.org/drawingml/2006/main">
            <a:r>
              <a:t>将请求意图、流式 partial、模型回答和下一轮工具计划作为任务阶段提交。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提示区块、上下文投影与位置化系统条目</a:t>
            </a:r>
          </a:p>
          <a:p xmlns:a="http://schemas.openxmlformats.org/drawingml/2006/main">
            <a:r>
              <a:t>按已选扩展组织 system sections、会话说明、上下文重置与压缩投影。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后台和溢出压缩 · 示例</a:t>
            </a:r>
          </a:p>
          <a:p xmlns:a="http://schemas.openxmlformats.org/drawingml/2006/main">
            <a:r>
              <a:t>演练长对话的手动、后台与上下文溢出压缩。</a:t>
            </a:r>
          </a:p>
          <a:p xmlns:a="http://schemas.openxmlformats.org/drawingml/2006/main">
            <a:r>
              <a:t>入口：packages/durable/test/examples/24-compaction.ts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编码 Agent 组合 · 示例</a:t>
            </a:r>
          </a:p>
          <a:p xmlns:a="http://schemas.openxmlformats.org/drawingml/2006/main">
            <a:r>
              <a:t>组合 CodingTools、实时 settings 和随会话工作目录变化的环境。</a:t>
            </a:r>
          </a:p>
          <a:p xmlns:a="http://schemas.openxmlformats.org/drawingml/2006/main">
            <a:r>
              <a:t>入口：packages/durable/test/examples/25-coding-agent.ts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只读计划模式 · 示例</a:t>
            </a:r>
          </a:p>
          <a:p xmlns:a="http://schemas.openxmlformats.org/drawingml/2006/main">
            <a:r>
              <a:t>以扩展文档保存计划模式状态，再用 configure 切换工具能力。</a:t>
            </a:r>
          </a:p>
          <a:p xmlns:a="http://schemas.openxmlformats.org/drawingml/2006/main">
            <a:r>
              <a:t>入口：packages/durable/test/examples/26-plan-mode.ts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独立审查会话 · 示例</a:t>
            </a:r>
          </a:p>
          <a:p xmlns:a="http://schemas.openxmlformats.org/drawingml/2006/main">
            <a:r>
              <a:t>为审查者设置独立模型、工具、扩展、工作目录与审查循环。</a:t>
            </a:r>
          </a:p>
          <a:p xmlns:a="http://schemas.openxmlformats.org/drawingml/2006/main">
            <a:r>
              <a:t>入口：packages/durable/test/examples/27-reviewer.ts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每会话独立环境 · 示例</a:t>
            </a:r>
          </a:p>
          <a:p xmlns:a="http://schemas.openxmlformats.org/drawingml/2006/main">
            <a:r>
              <a:t>通过应用文档为不同会话选择独立执行环境。</a:t>
            </a:r>
          </a:p>
          <a:p xmlns:a="http://schemas.openxmlformats.org/drawingml/2006/main">
            <a:r>
              <a:t>入口：packages/durable/test/examples/28-sandbox-per-conversation.ts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同名工具覆写与包装 · 示例</a:t>
            </a:r>
          </a:p>
          <a:p xmlns:a="http://schemas.openxmlformats.org/drawingml/2006/main">
            <a:r>
              <a:t>演练按会话覆写 bash，以及 wrapper 包装最终胜出的实现。</a:t>
            </a:r>
          </a:p>
          <a:p xmlns:a="http://schemas.openxmlformats.org/drawingml/2006/main">
            <a:r>
              <a:t>入口：packages/durable/test/examples/29-tool-override.ts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重载与重启 · 示例</a:t>
            </a:r>
          </a:p>
          <a:p xmlns:a="http://schemas.openxmlformats.org/drawingml/2006/main">
            <a:r>
              <a:t>演练调用执行中更新扩展，以及重启后恢复已存选择。</a:t>
            </a:r>
          </a:p>
          <a:p xmlns:a="http://schemas.openxmlformats.org/drawingml/2006/main">
            <a:r>
              <a:t>入口：packages/durable/test/examples/30-reload-and-restart.ts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DUR-08 · 模型生成与工具子任务 [实验／库] 每轮生成为 pi.generation，其工具调用是被拥有的 pi.tool 任务；父任务等待工具后继续回答。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DUR-09 · 工具安全重放 [实验／库] 执行意图先提交；崩溃后仅 replay:safe 工具自动重跑，其他调用向模型报告 interrupted 与已提交输出。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DUR-10 · 持久工具输出 [实验／库] 工具可边执行边提交输出、details 和 usage，界面订阅已提交状态而不直接依赖进程内事件。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DUR-11 · 基础编码与图片读取工具 [实验／库] CodingTools 提供 read、write、edit、bash，通过 ExecutionEnv 访问文件和进程；read 已能返回符合尺寸及编码上限的 PNG／JPEG／GIF／WebP 图片块，超限转换另需处理器。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DUR-12 · 执行环境抽象 [实验／库] ExecutionEnv 统一会话文件和进程接口，允许宿主选择目录、容器或远端后端。本地 Node 执行环境提供文件和命令操作；本分支增强 abort、timeout、cleanup 后的进程树收尾。Windows 使用 IPC supervisor 与 taskkill/MSYS 清理，等待终止再完成；不把进程隔离称为 OS 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DUR-13 · 宿主文件和进程访问 [实验／库] 环境支持二进制区间读取、目录分页及无 Shell 的 argv 执行，并区分 stdout/stderr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DUR-14 · 按环境文件修改排队 [实验／库] 以环境 ID 和路径协调 edit／write，避免同一底层文件被并行读改写覆盖。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DUR-15 · 扩展注册表 [实验／库] 具名扩展组合工具、提示区块、Hook、包装器和任务；会话保存名称而不是执行代码对象。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DUR-16 · 扩展在线替换 [实验／库] 安装同名扩展原位替换；运行中的调用保留旧代码，下一阶段或请求使用新定义。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DUR-17 · 工具覆写与装饰 [实验／库] 后注册同名工具替换先前工具，wrapper 包装最终生效工具，可组合环境切换与耗时统计等功能。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DUR-26 · 上下文重置与交接 [实验／库] 从空上下文或 handoff 说明开始新上下文，旧记录仍留存；工具也可请求交接。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DUR-29 · 生成与工具 Hook [实验／库] 在请求前、响应后、工具前后和模型让出时修改行为，可阻止工具、改参数、替换结果或继续任务。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DUR-41 · PowerShell 工具工厂 [实验／库] 用 argv 直接运行 pwsh 或 Windows PowerShell，配置 UTF-8 输出，复用 bash 的保留窗口、落盘和错误行为；需宿主注册，不改变 CodingTools 默认四工具集合。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DUR-44 · 持久嵌套工具调用 [实验／库] executeTool 为每次嵌套调用创建由调用者拥有的 pi.tool 任务，执行校验、Hook、输出限制与重放策略；返回程序结果而不直接写入模型 transcript。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DUR-45 · 嵌套调用键与恢复 [实验／库] 调用键默认按顺序，也可显式指定；可重放调用者重启后重新连接既有子调用，避免重复创建。NestedCallDoc 暂存结果到调用者结算，任务记录保留小型回执。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DUR-46 · 结构化工具输出分流 [实验／库] output 给模型、structuredOutput 给调用程序、details 给 UI；schema 校验失败使嵌套调用报错，模型发起调用只丢弃无效结构化值并报告宿主。无 schema 时从有界输出推导程序结果。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DUR-47 · 工具调用者范围控制 [实验／库] callers 限制工具可由模型、其他工具或两者调用；modelTools 只缩小模型可见集合，不移除允许的嵌套调用，不能越过总工具集合增加能力。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DUR-48 · 嵌套进度与父子关联 [实验／库] pi.live.nestedTools 展示参数和完成摘要，事件带 taskId、parentTaskId、parentToolCallId；progress:false 隐藏运行输出，调用者结束前会取消未结束嵌套工作。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DUR-53 · 任务时间与尝试耗时 [实验／库] 任务 startedAt／endedAt 保存首次运行和终态墙钟时间；工具 durationMs 为该次实际执行的单调时钟耗时，未执行及被中断／取消的调用不填，旧记录也可能缺失。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DUR-54 · 共享模型访问入口 [实验／库] 工具及 Hook 使用 Harness 的模型目录、认证和请求变换执行自己的模型调用，避免重复建立不一致的模型客户端。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DUR-56 · 增量上下文与有界缓存 [实验／库] 重复读取同一会话仅扫描和推导新条目；空闲上下文及无人观察的文档默认十分钟后可释放，设置为 0 可在空闲或使用后释放，再访问时从存储加载。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DUR-57 · 存储故障关闭与可观察恢复 [实验／库] 普通存储异常使整个 Harness 失败并关闭，后续调用和等待拒绝为 SessionFailed，观察流以 session_failed 结束；closed 告知完成原因。无自动重试，宿主可重开并用 requestId 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DUR-58 · 请求错误与监听器隔离 [实验／库] 读取时的 StorageRequestError 或调用方取消只使本次读取失败；commit/mintId 不享受该豁免，错误仍会使 Session 失败。用户监听器异常经 onReport 报告而不阻断其他监听器，回调事务失败回滚。调度基础提交或 registry snapshot 故障仍可使整个 Harness 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DUR-60 · 远程输出窗口与省略计数 [实验／库] Shell 可在源端省略保留尾部以外的输出并报告 skipped；工具传递 outputWindow，使远程后端减少无用传输且保持截断统计。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OTH-61 · Durable 高级工作流示例 [实验／示例] 24—31 覆盖子任务失败收尾、压缩、编码代理、计划模式、审查者、每会话独立环境、工具包装和重载恢复。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durable-tool-recovery / 工具意图、检查点与崩溃恢复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场景：工具执行到一半时进程退出，重启后必须避免重复危险副作用。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登记工具契约</a:t>
            </a:r>
          </a:p>
          <a:p xmlns:a="http://schemas.openxmlformats.org/drawingml/2006/main">
            <a:r>
              <a:t>查看 defineTool 的输入输出 schema、hooks 和 replay 声明，并确认注册表中的稳定名称。</a:t>
            </a:r>
          </a:p>
          <a:p xmlns:a="http://schemas.openxmlformats.org/drawingml/2006/main">
            <a:r>
              <a:t>输入：工具定义</a:t>
            </a:r>
          </a:p>
          <a:p xmlns:a="http://schemas.openxmlformats.org/drawingml/2006/main">
            <a:r>
              <a:t>输出：可调度工具</a:t>
            </a:r>
          </a:p>
          <a:p xmlns:a="http://schemas.openxmlformats.org/drawingml/2006/main">
            <a:r>
              <a:t>入口：createRegistry；defineExtension；defineTool；wrapTool</a:t>
            </a:r>
          </a:p>
          <a:p xmlns:a="http://schemas.openxmlformats.org/drawingml/2006/main">
            <a:r>
              <a:t>行为与边界：运行中的阶段保留已解析代码，新阶段使用新注册表；会话保存名字而不是代码对象。</a:t>
            </a:r>
          </a:p>
          <a:p xmlns:a="http://schemas.openxmlformats.org/drawingml/2006/main">
            <a:r>
              <a:t>源码：packages/durable/src/harness/define.ts:1</a:t>
            </a:r>
          </a:p>
          <a:p xmlns:a="http://schemas.openxmlformats.org/drawingml/2006/main">
            <a:r>
              <a:t>源码：packages/durable/src/harness/registry.ts:1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先提交执行意图</a:t>
            </a:r>
          </a:p>
          <a:p xmlns:a="http://schemas.openxmlformats.org/drawingml/2006/main">
            <a:r>
              <a:t>标出 intent 提交、宿主执行和 result 提交的位置，比较每个位置崩溃后的记录。</a:t>
            </a:r>
          </a:p>
          <a:p xmlns:a="http://schemas.openxmlformats.org/drawingml/2006/main">
            <a:r>
              <a:t>输入：模型 toolCall</a:t>
            </a:r>
          </a:p>
          <a:p xmlns:a="http://schemas.openxmlformats.org/drawingml/2006/main">
            <a:r>
              <a:t>输出：工具任务与执行状态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行为与边界：重启只重跑显式安全任务；其他中断调用形成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>源码：packages/durable/src/harness/tool.ts:1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恢复中断任务</a:t>
            </a:r>
          </a:p>
          <a:p xmlns:a="http://schemas.openxmlformats.org/drawingml/2006/main">
            <a:r>
              <a:t>检查中断、错误保留和 replay safe 的策略；不能把所有工具自动重跑。</a:t>
            </a:r>
          </a:p>
          <a:p xmlns:a="http://schemas.openxmlformats.org/drawingml/2006/main">
            <a:r>
              <a:t>输入：未完成检查点</a:t>
            </a:r>
          </a:p>
          <a:p xmlns:a="http://schemas.openxmlformats.org/drawingml/2006/main">
            <a:r>
              <a:t>输出：重跑、失败或人工处理分支</a:t>
            </a:r>
          </a:p>
          <a:p xmlns:a="http://schemas.openxmlformats.org/drawingml/2006/main">
            <a:r>
              <a:t>入口：Session.closed；SessionFailed；documentRetentionMs</a:t>
            </a:r>
          </a:p>
          <a:p xmlns:a="http://schemas.openxmlformats.org/drawingml/2006/main">
            <a:r>
              <a:t>行为与边界：读取时的 StorageRequestError 或调用方取消只使该次读取失败；commit/mintId 的错误没有此豁免，会使 Session 失败。存储重试由后端负责。文档缓存默认十分钟，0 表示使用后释放，再次访问从存储加载。</a:t>
            </a:r>
          </a:p>
          <a:p xmlns:a="http://schemas.openxmlformats.org/drawingml/2006/main">
            <a:r>
              <a:t>源码：packages/durable/src/errors.ts:1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验证真实副作用</a:t>
            </a:r>
          </a:p>
          <a:p xmlns:a="http://schemas.openxmlformats.org/drawingml/2006/main">
            <a:r>
              <a:t>以文件或命令工具检查幂等性，设计能区分“执行成功但结果未提交”的验证。</a:t>
            </a:r>
          </a:p>
          <a:p xmlns:a="http://schemas.openxmlformats.org/drawingml/2006/main">
            <a:r>
              <a:t>输入：执行环境和持久记录</a:t>
            </a:r>
          </a:p>
          <a:p xmlns:a="http://schemas.openxmlformats.org/drawingml/2006/main">
            <a:r>
              <a:t>输出：可解释的恢复结果</a:t>
            </a:r>
          </a:p>
          <a:p xmlns:a="http://schemas.openxmlformats.org/drawingml/2006/main">
            <a:r>
              <a:t>入口：createCodingTools；createReadTool；createBashTool</a:t>
            </a:r>
          </a:p>
          <a:p xmlns:a="http://schemas.openxmlformats.org/drawingml/2006/main">
            <a:r>
              <a:t>行为与边界：read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>源码：packages/durable/src/tools/bash.ts:1</a:t>
            </a:r>
          </a:p>
          <a:p xmlns:a="http://schemas.openxmlformats.org/drawingml/2006/main">
            <a:r>
              <a:t>源码：packages/durable/src/tools/edit-diff.ts:1</a:t>
            </a:r>
          </a:p>
          <a:p xmlns:a="http://schemas.openxmlformats.org/drawingml/2006/main">
            <a:r>
              <a:t>源码：packages/durable/src/tools/edit.ts:1</a:t>
            </a:r>
          </a:p>
          <a:p xmlns:a="http://schemas.openxmlformats.org/drawingml/2006/main">
            <a:r>
              <a:t>源码：packages/durable/src/tools/env.ts:1</a:t>
            </a:r>
          </a:p>
          <a:p xmlns:a="http://schemas.openxmlformats.org/drawingml/2006/main">
            <a:r>
              <a:t>源码：packages/durable/src/tools/file-mutation-queue.ts:1</a:t>
            </a:r>
          </a:p>
          <a:p xmlns:a="http://schemas.openxmlformats.org/drawingml/2006/main">
            <a:r>
              <a:t>源码：packages/durable/src/tools/image-processor.ts:1</a:t>
            </a:r>
          </a:p>
          <a:p xmlns:a="http://schemas.openxmlformats.org/drawingml/2006/main">
            <a:r>
              <a:t>源码：packages/durable/src/tools/image.ts:1</a:t>
            </a:r>
          </a:p>
          <a:p xmlns:a="http://schemas.openxmlformats.org/drawingml/2006/main">
            <a:r>
              <a:t>源码：packages/durable/src/tools/index.ts:1</a:t>
            </a:r>
          </a:p>
          <a:p xmlns:a="http://schemas.openxmlformats.org/drawingml/2006/main">
            <a:r>
              <a:t>源码：packages/durable/src/tools/path-utils.ts:1</a:t>
            </a:r>
          </a:p>
          <a:p xmlns:a="http://schemas.openxmlformats.org/drawingml/2006/main">
            <a:r>
              <a:t>源码：packages/durable/src/tools/read.ts:1</a:t>
            </a:r>
          </a:p>
          <a:p xmlns:a="http://schemas.openxmlformats.org/drawingml/2006/main">
            <a:r>
              <a:t>源码：packages/durable/src/tools/write.ts:1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失败与恢复：只有声明 replay: safe 的中断工具可走自动重放路径；该声明本身不能让非幂等操作变安全。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练习：设计一个计数器工具，分别在意图前、执行后和结果后模拟退出，写出允许的计数结果。</a:t>
            </a:r>
          </a:p>
          <a:p xmlns:a="http://schemas.openxmlformats.org/drawingml/2006/main">
            <a:r>
              <a:t>参考判断：需要解释每个提交窗口，特别是外部动作成功但结果未提交的窗口。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扩展注册、工具覆写与在线替换</a:t>
            </a:r>
          </a:p>
          <a:p xmlns:a="http://schemas.openxmlformats.org/drawingml/2006/main">
            <a:r>
              <a:t>把工具、提示区块、hook、wrapper 与任务定义组成命名扩展，支持同名替换。</a:t>
            </a:r>
          </a:p>
          <a:p xmlns:a="http://schemas.openxmlformats.org/drawingml/2006/main">
            <a:r>
              <a:t>入口：createRegistry；defineExtension；defineTool；wrapTool</a:t>
            </a:r>
          </a:p>
          <a:p xmlns:a="http://schemas.openxmlformats.org/drawingml/2006/main">
            <a:r>
              <a:t>边界：运行中的阶段保留已解析代码，新阶段使用新注册表；会话保存名字而不是代码对象。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工具任务、重放安全与结果控制</a:t>
            </a:r>
          </a:p>
          <a:p xmlns:a="http://schemas.openxmlformats.org/drawingml/2006/main">
            <a:r>
              <a:t>在执行之前提交工具意图，持久化输出，并运行前后 hook、用量与 terminate/handoff。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存储故障与有界缓存</a:t>
            </a:r>
          </a:p>
          <a:p xmlns:a="http://schemas.openxmlformats.org/drawingml/2006/main">
            <a:r>
              <a:t>存储异常使 Session 失败关闭并拒绝后续操作；未被观察的文档按 documentRetentionMs 释放，活跃工作决定调度索引保留范围。</a:t>
            </a:r>
          </a:p>
          <a:p xmlns:a="http://schemas.openxmlformats.org/drawingml/2006/main">
            <a:r>
              <a:t>入口：Session.closed；SessionFailed；documentRetentionMs</a:t>
            </a:r>
          </a:p>
          <a:p xmlns:a="http://schemas.openxmlformats.org/drawingml/2006/main">
            <a:r>
              <a:t>边界：读取时的 StorageRequestError 或调用方取消只使该次读取失败；commit/mintId 的错误没有此豁免，会使 Session 失败。存储重试由后端负责。文档缓存默认十分钟，0 表示使用后释放，再次访问从存储加载。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编码工具与环境隔离</a:t>
            </a:r>
          </a:p>
          <a:p xmlns:a="http://schemas.openxmlformats.org/drawingml/2006/main">
            <a:r>
              <a:t>提供 read/write/edit/bash/powershell，通过逐调用的 ExecutionEnv 访问文件与进程。</a:t>
            </a:r>
          </a:p>
          <a:p xmlns:a="http://schemas.openxmlformats.org/drawingml/2006/main">
            <a:r>
              <a:t>入口：createCodingTools；createReadTool；createBashTool</a:t>
            </a:r>
          </a:p>
          <a:p xmlns:a="http://schemas.openxmlformats.org/drawingml/2006/main">
            <a:r>
              <a:t>边界：read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执行环境与输出捕获</a:t>
            </a:r>
          </a:p>
          <a:p xmlns:a="http://schemas.openxmlformats.org/drawingml/2006/main">
            <a:r>
              <a:t>提供文件/进程环境与可截断输出管理。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持久嵌套调用与结构化输出</a:t>
            </a:r>
          </a:p>
          <a:p xmlns:a="http://schemas.openxmlformats.org/drawingml/2006/main">
            <a:r>
              <a:t>executeTool 将子调用记录为调用者拥有的 pi.tool 任务，经过校验、hook、输出限制和重放策略；structuredOutput 给程序调用者使用。</a:t>
            </a:r>
          </a:p>
          <a:p xmlns:a="http://schemas.openxmlformats.org/drawingml/2006/main">
            <a:r>
              <a:t>入口：ToolExecutionApi.executeTool；structuredOutputSchema；ToolRegistration.callers</a:t>
            </a:r>
          </a:p>
          <a:p xmlns:a="http://schemas.openxmlformats.org/drawingml/2006/main">
            <a:r>
              <a:t>边界：模型结果使用 output；嵌套调用以 key 重新关联，调用者结束前取消遗留子调用。modelTools 与 callers 分开控制模型声明和调用资格。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持久模型生成、重试与续轮</a:t>
            </a:r>
          </a:p>
          <a:p xmlns:a="http://schemas.openxmlformats.org/drawingml/2006/main">
            <a:r>
              <a:t>将请求意图、流式 partial、模型回答和下一轮工具计划作为任务阶段提交。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提示区块、上下文投影与位置化系统条目</a:t>
            </a:r>
          </a:p>
          <a:p xmlns:a="http://schemas.openxmlformats.org/drawingml/2006/main">
            <a:r>
              <a:t>按已选扩展组织 system sections、会话说明、上下文重置与压缩投影。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后台和溢出压缩 · 示例</a:t>
            </a:r>
          </a:p>
          <a:p xmlns:a="http://schemas.openxmlformats.org/drawingml/2006/main">
            <a:r>
              <a:t>演练长对话的手动、后台与上下文溢出压缩。</a:t>
            </a:r>
          </a:p>
          <a:p xmlns:a="http://schemas.openxmlformats.org/drawingml/2006/main">
            <a:r>
              <a:t>入口：packages/durable/test/examples/24-compaction.ts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编码 Agent 组合 · 示例</a:t>
            </a:r>
          </a:p>
          <a:p xmlns:a="http://schemas.openxmlformats.org/drawingml/2006/main">
            <a:r>
              <a:t>组合 CodingTools、实时 settings 和随会话工作目录变化的环境。</a:t>
            </a:r>
          </a:p>
          <a:p xmlns:a="http://schemas.openxmlformats.org/drawingml/2006/main">
            <a:r>
              <a:t>入口：packages/durable/test/examples/25-coding-agent.ts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只读计划模式 · 示例</a:t>
            </a:r>
          </a:p>
          <a:p xmlns:a="http://schemas.openxmlformats.org/drawingml/2006/main">
            <a:r>
              <a:t>以扩展文档保存计划模式状态，再用 configure 切换工具能力。</a:t>
            </a:r>
          </a:p>
          <a:p xmlns:a="http://schemas.openxmlformats.org/drawingml/2006/main">
            <a:r>
              <a:t>入口：packages/durable/test/examples/26-plan-mode.ts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独立审查会话 · 示例</a:t>
            </a:r>
          </a:p>
          <a:p xmlns:a="http://schemas.openxmlformats.org/drawingml/2006/main">
            <a:r>
              <a:t>为审查者设置独立模型、工具、扩展、工作目录与审查循环。</a:t>
            </a:r>
          </a:p>
          <a:p xmlns:a="http://schemas.openxmlformats.org/drawingml/2006/main">
            <a:r>
              <a:t>入口：packages/durable/test/examples/27-reviewer.ts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每会话独立环境 · 示例</a:t>
            </a:r>
          </a:p>
          <a:p xmlns:a="http://schemas.openxmlformats.org/drawingml/2006/main">
            <a:r>
              <a:t>通过应用文档为不同会话选择独立执行环境。</a:t>
            </a:r>
          </a:p>
          <a:p xmlns:a="http://schemas.openxmlformats.org/drawingml/2006/main">
            <a:r>
              <a:t>入口：packages/durable/test/examples/28-sandbox-per-conversation.ts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同名工具覆写与包装 · 示例</a:t>
            </a:r>
          </a:p>
          <a:p xmlns:a="http://schemas.openxmlformats.org/drawingml/2006/main">
            <a:r>
              <a:t>演练按会话覆写 bash，以及 wrapper 包装最终胜出的实现。</a:t>
            </a:r>
          </a:p>
          <a:p xmlns:a="http://schemas.openxmlformats.org/drawingml/2006/main">
            <a:r>
              <a:t>入口：packages/durable/test/examples/29-tool-override.ts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重载与重启 · 示例</a:t>
            </a:r>
          </a:p>
          <a:p xmlns:a="http://schemas.openxmlformats.org/drawingml/2006/main">
            <a:r>
              <a:t>演练调用执行中更新扩展，以及重启后恢复已存选择。</a:t>
            </a:r>
          </a:p>
          <a:p xmlns:a="http://schemas.openxmlformats.org/drawingml/2006/main">
            <a:r>
              <a:t>入口：packages/durable/test/examples/30-reload-and-restart.ts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DUR-08 · 模型生成与工具子任务 [实验／库] 每轮生成为 pi.generation，其工具调用是被拥有的 pi.tool 任务；父任务等待工具后继续回答。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DUR-09 · 工具安全重放 [实验／库] 执行意图先提交；崩溃后仅 replay:safe 工具自动重跑，其他调用向模型报告 interrupted 与已提交输出。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DUR-10 · 持久工具输出 [实验／库] 工具可边执行边提交输出、details 和 usage，界面订阅已提交状态而不直接依赖进程内事件。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DUR-11 · 基础编码与图片读取工具 [实验／库] CodingTools 提供 read、write、edit、bash，通过 ExecutionEnv 访问文件和进程；read 已能返回符合尺寸及编码上限的 PNG／JPEG／GIF／WebP 图片块，超限转换另需处理器。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DUR-12 · 执行环境抽象 [实验／库] ExecutionEnv 统一会话文件和进程接口，允许宿主选择目录、容器或远端后端。本地 Node 执行环境提供文件和命令操作；本分支增强 abort、timeout、cleanup 后的进程树收尾。Windows 使用 IPC supervisor 与 taskkill/MSYS 清理，等待终止再完成；不把进程隔离称为 OS 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DUR-13 · 宿主文件和进程访问 [实验／库] 环境支持二进制区间读取、目录分页及无 Shell 的 argv 执行，并区分 stdout/stderr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DUR-14 · 按环境文件修改排队 [实验／库] 以环境 ID 和路径协调 edit／write，避免同一底层文件被并行读改写覆盖。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DUR-15 · 扩展注册表 [实验／库] 具名扩展组合工具、提示区块、Hook、包装器和任务；会话保存名称而不是执行代码对象。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DUR-16 · 扩展在线替换 [实验／库] 安装同名扩展原位替换；运行中的调用保留旧代码，下一阶段或请求使用新定义。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DUR-17 · 工具覆写与装饰 [实验／库] 后注册同名工具替换先前工具，wrapper 包装最终生效工具，可组合环境切换与耗时统计等功能。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DUR-26 · 上下文重置与交接 [实验／库] 从空上下文或 handoff 说明开始新上下文，旧记录仍留存；工具也可请求交接。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DUR-29 · 生成与工具 Hook [实验／库] 在请求前、响应后、工具前后和模型让出时修改行为，可阻止工具、改参数、替换结果或继续任务。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DUR-41 · PowerShell 工具工厂 [实验／库] 用 argv 直接运行 pwsh 或 Windows PowerShell，配置 UTF-8 输出，复用 bash 的保留窗口、落盘和错误行为；需宿主注册，不改变 CodingTools 默认四工具集合。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DUR-44 · 持久嵌套工具调用 [实验／库] executeTool 为每次嵌套调用创建由调用者拥有的 pi.tool 任务，执行校验、Hook、输出限制与重放策略；返回程序结果而不直接写入模型 transcript。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DUR-45 · 嵌套调用键与恢复 [实验／库] 调用键默认按顺序，也可显式指定；可重放调用者重启后重新连接既有子调用，避免重复创建。NestedCallDoc 暂存结果到调用者结算，任务记录保留小型回执。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DUR-46 · 结构化工具输出分流 [实验／库] output 给模型、structuredOutput 给调用程序、details 给 UI；schema 校验失败使嵌套调用报错，模型发起调用只丢弃无效结构化值并报告宿主。无 schema 时从有界输出推导程序结果。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DUR-47 · 工具调用者范围控制 [实验／库] callers 限制工具可由模型、其他工具或两者调用；modelTools 只缩小模型可见集合，不移除允许的嵌套调用，不能越过总工具集合增加能力。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DUR-48 · 嵌套进度与父子关联 [实验／库] pi.live.nestedTools 展示参数和完成摘要，事件带 taskId、parentTaskId、parentToolCallId；progress:false 隐藏运行输出，调用者结束前会取消未结束嵌套工作。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DUR-53 · 任务时间与尝试耗时 [实验／库] 任务 startedAt／endedAt 保存首次运行和终态墙钟时间；工具 durationMs 为该次实际执行的单调时钟耗时，未执行及被中断／取消的调用不填，旧记录也可能缺失。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DUR-54 · 共享模型访问入口 [实验／库] 工具及 Hook 使用 Harness 的模型目录、认证和请求变换执行自己的模型调用，避免重复建立不一致的模型客户端。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DUR-56 · 增量上下文与有界缓存 [实验／库] 重复读取同一会话仅扫描和推导新条目；空闲上下文及无人观察的文档默认十分钟后可释放，设置为 0 可在空闲或使用后释放，再访问时从存储加载。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DUR-57 · 存储故障关闭与可观察恢复 [实验／库] 普通存储异常使整个 Harness 失败并关闭，后续调用和等待拒绝为 SessionFailed，观察流以 session_failed 结束；closed 告知完成原因。无自动重试，宿主可重开并用 requestId 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DUR-58 · 请求错误与监听器隔离 [实验／库] 读取时的 StorageRequestError 或调用方取消只使本次读取失败；commit/mintId 不享受该豁免，错误仍会使 Session 失败。用户监听器异常经 onReport 报告而不阻断其他监听器，回调事务失败回滚。调度基础提交或 registry snapshot 故障仍可使整个 Harness 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DUR-60 · 远程输出窗口与省略计数 [实验／库] Shell 可在源端省略保留尾部以外的输出并报告 skipped；工具传递 outputWindow，使远程后端减少无用传输且保持截断统计。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OTH-61 · Durable 高级工作流示例 [实验／示例] 24—31 覆盖子任务失败收尾、压缩、编码代理、计划模式、审查者、每会话独立环境、工具包装和重载恢复。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durable-tool-recovery / 工具意图、检查点与崩溃恢复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场景：工具执行到一半时进程退出，重启后必须避免重复危险副作用。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登记工具契约</a:t>
            </a:r>
          </a:p>
          <a:p xmlns:a="http://schemas.openxmlformats.org/drawingml/2006/main">
            <a:r>
              <a:t>查看 defineTool 的输入输出 schema、hooks 和 replay 声明，并确认注册表中的稳定名称。</a:t>
            </a:r>
          </a:p>
          <a:p xmlns:a="http://schemas.openxmlformats.org/drawingml/2006/main">
            <a:r>
              <a:t>输入：工具定义</a:t>
            </a:r>
          </a:p>
          <a:p xmlns:a="http://schemas.openxmlformats.org/drawingml/2006/main">
            <a:r>
              <a:t>输出：可调度工具</a:t>
            </a:r>
          </a:p>
          <a:p xmlns:a="http://schemas.openxmlformats.org/drawingml/2006/main">
            <a:r>
              <a:t>入口：createRegistry；defineExtension；defineTool；wrapTool</a:t>
            </a:r>
          </a:p>
          <a:p xmlns:a="http://schemas.openxmlformats.org/drawingml/2006/main">
            <a:r>
              <a:t>行为与边界：运行中的阶段保留已解析代码，新阶段使用新注册表；会话保存名字而不是代码对象。</a:t>
            </a:r>
          </a:p>
          <a:p xmlns:a="http://schemas.openxmlformats.org/drawingml/2006/main">
            <a:r>
              <a:t>源码：packages/durable/src/harness/define.ts:1</a:t>
            </a:r>
          </a:p>
          <a:p xmlns:a="http://schemas.openxmlformats.org/drawingml/2006/main">
            <a:r>
              <a:t>源码：packages/durable/src/harness/registry.ts:1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先提交执行意图</a:t>
            </a:r>
          </a:p>
          <a:p xmlns:a="http://schemas.openxmlformats.org/drawingml/2006/main">
            <a:r>
              <a:t>标出 intent 提交、宿主执行和 result 提交的位置，比较每个位置崩溃后的记录。</a:t>
            </a:r>
          </a:p>
          <a:p xmlns:a="http://schemas.openxmlformats.org/drawingml/2006/main">
            <a:r>
              <a:t>输入：模型 toolCall</a:t>
            </a:r>
          </a:p>
          <a:p xmlns:a="http://schemas.openxmlformats.org/drawingml/2006/main">
            <a:r>
              <a:t>输出：工具任务与执行状态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行为与边界：重启只重跑显式安全任务；其他中断调用形成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>源码：packages/durable/src/harness/tool.ts:1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恢复中断任务</a:t>
            </a:r>
          </a:p>
          <a:p xmlns:a="http://schemas.openxmlformats.org/drawingml/2006/main">
            <a:r>
              <a:t>检查中断、错误保留和 replay safe 的策略；不能把所有工具自动重跑。</a:t>
            </a:r>
          </a:p>
          <a:p xmlns:a="http://schemas.openxmlformats.org/drawingml/2006/main">
            <a:r>
              <a:t>输入：未完成检查点</a:t>
            </a:r>
          </a:p>
          <a:p xmlns:a="http://schemas.openxmlformats.org/drawingml/2006/main">
            <a:r>
              <a:t>输出：重跑、失败或人工处理分支</a:t>
            </a:r>
          </a:p>
          <a:p xmlns:a="http://schemas.openxmlformats.org/drawingml/2006/main">
            <a:r>
              <a:t>入口：Session.closed；SessionFailed；documentRetentionMs</a:t>
            </a:r>
          </a:p>
          <a:p xmlns:a="http://schemas.openxmlformats.org/drawingml/2006/main">
            <a:r>
              <a:t>行为与边界：读取时的 StorageRequestError 或调用方取消只使该次读取失败；commit/mintId 的错误没有此豁免，会使 Session 失败。存储重试由后端负责。文档缓存默认十分钟，0 表示使用后释放，再次访问从存储加载。</a:t>
            </a:r>
          </a:p>
          <a:p xmlns:a="http://schemas.openxmlformats.org/drawingml/2006/main">
            <a:r>
              <a:t>源码：packages/durable/src/errors.ts:1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验证真实副作用</a:t>
            </a:r>
          </a:p>
          <a:p xmlns:a="http://schemas.openxmlformats.org/drawingml/2006/main">
            <a:r>
              <a:t>以文件或命令工具检查幂等性，设计能区分“执行成功但结果未提交”的验证。</a:t>
            </a:r>
          </a:p>
          <a:p xmlns:a="http://schemas.openxmlformats.org/drawingml/2006/main">
            <a:r>
              <a:t>输入：执行环境和持久记录</a:t>
            </a:r>
          </a:p>
          <a:p xmlns:a="http://schemas.openxmlformats.org/drawingml/2006/main">
            <a:r>
              <a:t>输出：可解释的恢复结果</a:t>
            </a:r>
          </a:p>
          <a:p xmlns:a="http://schemas.openxmlformats.org/drawingml/2006/main">
            <a:r>
              <a:t>入口：createCodingTools；createReadTool；createBashTool</a:t>
            </a:r>
          </a:p>
          <a:p xmlns:a="http://schemas.openxmlformats.org/drawingml/2006/main">
            <a:r>
              <a:t>行为与边界：read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>源码：packages/durable/src/tools/bash.ts:1</a:t>
            </a:r>
          </a:p>
          <a:p xmlns:a="http://schemas.openxmlformats.org/drawingml/2006/main">
            <a:r>
              <a:t>源码：packages/durable/src/tools/edit-diff.ts:1</a:t>
            </a:r>
          </a:p>
          <a:p xmlns:a="http://schemas.openxmlformats.org/drawingml/2006/main">
            <a:r>
              <a:t>源码：packages/durable/src/tools/edit.ts:1</a:t>
            </a:r>
          </a:p>
          <a:p xmlns:a="http://schemas.openxmlformats.org/drawingml/2006/main">
            <a:r>
              <a:t>源码：packages/durable/src/tools/env.ts:1</a:t>
            </a:r>
          </a:p>
          <a:p xmlns:a="http://schemas.openxmlformats.org/drawingml/2006/main">
            <a:r>
              <a:t>源码：packages/durable/src/tools/file-mutation-queue.ts:1</a:t>
            </a:r>
          </a:p>
          <a:p xmlns:a="http://schemas.openxmlformats.org/drawingml/2006/main">
            <a:r>
              <a:t>源码：packages/durable/src/tools/image-processor.ts:1</a:t>
            </a:r>
          </a:p>
          <a:p xmlns:a="http://schemas.openxmlformats.org/drawingml/2006/main">
            <a:r>
              <a:t>源码：packages/durable/src/tools/image.ts:1</a:t>
            </a:r>
          </a:p>
          <a:p xmlns:a="http://schemas.openxmlformats.org/drawingml/2006/main">
            <a:r>
              <a:t>源码：packages/durable/src/tools/index.ts:1</a:t>
            </a:r>
          </a:p>
          <a:p xmlns:a="http://schemas.openxmlformats.org/drawingml/2006/main">
            <a:r>
              <a:t>源码：packages/durable/src/tools/path-utils.ts:1</a:t>
            </a:r>
          </a:p>
          <a:p xmlns:a="http://schemas.openxmlformats.org/drawingml/2006/main">
            <a:r>
              <a:t>源码：packages/durable/src/tools/read.ts:1</a:t>
            </a:r>
          </a:p>
          <a:p xmlns:a="http://schemas.openxmlformats.org/drawingml/2006/main">
            <a:r>
              <a:t>源码：packages/durable/src/tools/write.ts:1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失败与恢复：只有声明 replay: safe 的中断工具可走自动重放路径；该声明本身不能让非幂等操作变安全。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练习：设计一个计数器工具，分别在意图前、执行后和结果后模拟退出，写出允许的计数结果。</a:t>
            </a:r>
          </a:p>
          <a:p xmlns:a="http://schemas.openxmlformats.org/drawingml/2006/main">
            <a:r>
              <a:t>参考判断：需要解释每个提交窗口，特别是外部动作成功但结果未提交的窗口。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扩展注册、工具覆写与在线替换</a:t>
            </a:r>
          </a:p>
          <a:p xmlns:a="http://schemas.openxmlformats.org/drawingml/2006/main">
            <a:r>
              <a:t>把工具、提示区块、hook、wrapper 与任务定义组成命名扩展，支持同名替换。</a:t>
            </a:r>
          </a:p>
          <a:p xmlns:a="http://schemas.openxmlformats.org/drawingml/2006/main">
            <a:r>
              <a:t>入口：createRegistry；defineExtension；defineTool；wrapTool</a:t>
            </a:r>
          </a:p>
          <a:p xmlns:a="http://schemas.openxmlformats.org/drawingml/2006/main">
            <a:r>
              <a:t>边界：运行中的阶段保留已解析代码，新阶段使用新注册表；会话保存名字而不是代码对象。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工具任务、重放安全与结果控制</a:t>
            </a:r>
          </a:p>
          <a:p xmlns:a="http://schemas.openxmlformats.org/drawingml/2006/main">
            <a:r>
              <a:t>在执行之前提交工具意图，持久化输出，并运行前后 hook、用量与 terminate/handoff。</a:t>
            </a:r>
          </a:p>
          <a:p xmlns:a="http://schemas.openxmlformats.org/drawingml/2006/main">
            <a:r>
              <a:t>入口：ToolTask；replay: safe；api.output</a:t>
            </a:r>
          </a:p>
          <a:p xmlns:a="http://schemas.openxmlformats.org/drawingml/2006/main">
            <a:r>
              <a:t>边界：重启只重跑显式安全任务；其他中断调用形成 interrupted 结果，避免重复外部副作用。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存储故障与有界缓存</a:t>
            </a:r>
          </a:p>
          <a:p xmlns:a="http://schemas.openxmlformats.org/drawingml/2006/main">
            <a:r>
              <a:t>存储异常使 Session 失败关闭并拒绝后续操作；未被观察的文档按 documentRetentionMs 释放，活跃工作决定调度索引保留范围。</a:t>
            </a:r>
          </a:p>
          <a:p xmlns:a="http://schemas.openxmlformats.org/drawingml/2006/main">
            <a:r>
              <a:t>入口：Session.closed；SessionFailed；documentRetentionMs</a:t>
            </a:r>
          </a:p>
          <a:p xmlns:a="http://schemas.openxmlformats.org/drawingml/2006/main">
            <a:r>
              <a:t>边界：读取时的 StorageRequestError 或调用方取消只使该次读取失败；commit/mintId 的错误没有此豁免，会使 Session 失败。存储重试由后端负责。文档缓存默认十分钟，0 表示使用后释放，再次访问从存储加载。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编码工具与环境隔离</a:t>
            </a:r>
          </a:p>
          <a:p xmlns:a="http://schemas.openxmlformats.org/drawingml/2006/main">
            <a:r>
              <a:t>提供 read/write/edit/bash/powershell，通过逐调用的 ExecutionEnv 访问文件与进程。</a:t>
            </a:r>
          </a:p>
          <a:p xmlns:a="http://schemas.openxmlformats.org/drawingml/2006/main">
            <a:r>
              <a:t>入口：createCodingTools；createReadTool；createBashTool</a:t>
            </a:r>
          </a:p>
          <a:p xmlns:a="http://schemas.openxmlformats.org/drawingml/2006/main">
            <a:r>
              <a:t>边界：read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执行环境与输出捕获</a:t>
            </a:r>
          </a:p>
          <a:p xmlns:a="http://schemas.openxmlformats.org/drawingml/2006/main">
            <a:r>
              <a:t>提供文件/进程环境与可截断输出管理。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持久嵌套调用与结构化输出</a:t>
            </a:r>
          </a:p>
          <a:p xmlns:a="http://schemas.openxmlformats.org/drawingml/2006/main">
            <a:r>
              <a:t>executeTool 将子调用记录为调用者拥有的 pi.tool 任务，经过校验、hook、输出限制和重放策略；structuredOutput 给程序调用者使用。</a:t>
            </a:r>
          </a:p>
          <a:p xmlns:a="http://schemas.openxmlformats.org/drawingml/2006/main">
            <a:r>
              <a:t>入口：ToolExecutionApi.executeTool；structuredOutputSchema；ToolRegistration.callers</a:t>
            </a:r>
          </a:p>
          <a:p xmlns:a="http://schemas.openxmlformats.org/drawingml/2006/main">
            <a:r>
              <a:t>边界：模型结果使用 output；嵌套调用以 key 重新关联，调用者结束前取消遗留子调用。modelTools 与 callers 分开控制模型声明和调用资格。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持久模型生成、重试与续轮</a:t>
            </a:r>
          </a:p>
          <a:p xmlns:a="http://schemas.openxmlformats.org/drawingml/2006/main">
            <a:r>
              <a:t>将请求意图、流式 partial、模型回答和下一轮工具计划作为任务阶段提交。</a:t>
            </a:r>
          </a:p>
          <a:p xmlns:a="http://schemas.openxmlformats.org/drawingml/2006/main">
            <a:r>
              <a:t>入口：GenerationTask；pi.generation；pi.provider</a:t>
            </a:r>
          </a:p>
          <a:p xmlns:a="http://schemas.openxmlformats.org/drawingml/2006/main">
            <a:r>
              <a:t>边界：模型调用与可观察状态以提交为边界，重启恢复工作；provider session identity 持久保存。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提示区块、上下文投影与位置化系统条目</a:t>
            </a:r>
          </a:p>
          <a:p xmlns:a="http://schemas.openxmlformats.org/drawingml/2006/main">
            <a:r>
              <a:t>按已选扩展组织 system sections、会话说明、上下文重置与压缩投影。</a:t>
            </a:r>
          </a:p>
          <a:p xmlns:a="http://schemas.openxmlformats.org/drawingml/2006/main">
            <a:r>
              <a:t>入口：section；Conversation.reset；pi.system</a:t>
            </a:r>
          </a:p>
          <a:p xmlns:a="http://schemas.openxmlformats.org/drawingml/2006/main">
            <a:r>
              <a:t>边界：提示或工具变化被记录成系统条目；只发变化可保留提供商缓存，历史不会被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后台和溢出压缩 · 示例</a:t>
            </a:r>
          </a:p>
          <a:p xmlns:a="http://schemas.openxmlformats.org/drawingml/2006/main">
            <a:r>
              <a:t>演练长对话的手动、后台与上下文溢出压缩。</a:t>
            </a:r>
          </a:p>
          <a:p xmlns:a="http://schemas.openxmlformats.org/drawingml/2006/main">
            <a:r>
              <a:t>入口：packages/durable/test/examples/24-compaction.ts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编码 Agent 组合 · 示例</a:t>
            </a:r>
          </a:p>
          <a:p xmlns:a="http://schemas.openxmlformats.org/drawingml/2006/main">
            <a:r>
              <a:t>组合 CodingTools、实时 settings 和随会话工作目录变化的环境。</a:t>
            </a:r>
          </a:p>
          <a:p xmlns:a="http://schemas.openxmlformats.org/drawingml/2006/main">
            <a:r>
              <a:t>入口：packages/durable/test/examples/25-coding-agent.ts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只读计划模式 · 示例</a:t>
            </a:r>
          </a:p>
          <a:p xmlns:a="http://schemas.openxmlformats.org/drawingml/2006/main">
            <a:r>
              <a:t>以扩展文档保存计划模式状态，再用 configure 切换工具能力。</a:t>
            </a:r>
          </a:p>
          <a:p xmlns:a="http://schemas.openxmlformats.org/drawingml/2006/main">
            <a:r>
              <a:t>入口：packages/durable/test/examples/26-plan-mode.ts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独立审查会话 · 示例</a:t>
            </a:r>
          </a:p>
          <a:p xmlns:a="http://schemas.openxmlformats.org/drawingml/2006/main">
            <a:r>
              <a:t>为审查者设置独立模型、工具、扩展、工作目录与审查循环。</a:t>
            </a:r>
          </a:p>
          <a:p xmlns:a="http://schemas.openxmlformats.org/drawingml/2006/main">
            <a:r>
              <a:t>入口：packages/durable/test/examples/27-reviewer.ts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每会话独立环境 · 示例</a:t>
            </a:r>
          </a:p>
          <a:p xmlns:a="http://schemas.openxmlformats.org/drawingml/2006/main">
            <a:r>
              <a:t>通过应用文档为不同会话选择独立执行环境。</a:t>
            </a:r>
          </a:p>
          <a:p xmlns:a="http://schemas.openxmlformats.org/drawingml/2006/main">
            <a:r>
              <a:t>入口：packages/durable/test/examples/28-sandbox-per-conversation.ts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同名工具覆写与包装 · 示例</a:t>
            </a:r>
          </a:p>
          <a:p xmlns:a="http://schemas.openxmlformats.org/drawingml/2006/main">
            <a:r>
              <a:t>演练按会话覆写 bash，以及 wrapper 包装最终胜出的实现。</a:t>
            </a:r>
          </a:p>
          <a:p xmlns:a="http://schemas.openxmlformats.org/drawingml/2006/main">
            <a:r>
              <a:t>入口：packages/durable/test/examples/29-tool-override.ts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重载与重启 · 示例</a:t>
            </a:r>
          </a:p>
          <a:p xmlns:a="http://schemas.openxmlformats.org/drawingml/2006/main">
            <a:r>
              <a:t>演练调用执行中更新扩展，以及重启后恢复已存选择。</a:t>
            </a:r>
          </a:p>
          <a:p xmlns:a="http://schemas.openxmlformats.org/drawingml/2006/main">
            <a:r>
              <a:t>入口：packages/durable/test/examples/30-reload-and-restart.ts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DUR-08 · 模型生成与工具子任务 [实验／库] 每轮生成为 pi.generation，其工具调用是被拥有的 pi.tool 任务；父任务等待工具后继续回答。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DUR-09 · 工具安全重放 [实验／库] 执行意图先提交；崩溃后仅 replay:safe 工具自动重跑，其他调用向模型报告 interrupted 与已提交输出。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DUR-10 · 持久工具输出 [实验／库] 工具可边执行边提交输出、details 和 usage，界面订阅已提交状态而不直接依赖进程内事件。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DUR-11 · 基础编码与图片读取工具 [实验／库] CodingTools 提供 read、write、edit、bash，通过 ExecutionEnv 访问文件和进程；read 已能返回符合尺寸及编码上限的 PNG／JPEG／GIF／WebP 图片块，超限转换另需处理器。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DUR-12 · 执行环境抽象 [实验／库] ExecutionEnv 统一会话文件和进程接口，允许宿主选择目录、容器或远端后端。本地 Node 执行环境提供文件和命令操作；本分支增强 abort、timeout、cleanup 后的进程树收尾。Windows 使用 IPC supervisor 与 taskkill/MSYS 清理，等待终止再完成；不把进程隔离称为 OS 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DUR-13 · 宿主文件和进程访问 [实验／库] 环境支持二进制区间读取、目录分页及无 Shell 的 argv 执行，并区分 stdout/stderr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DUR-14 · 按环境文件修改排队 [实验／库] 以环境 ID 和路径协调 edit／write，避免同一底层文件被并行读改写覆盖。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DUR-15 · 扩展注册表 [实验／库] 具名扩展组合工具、提示区块、Hook、包装器和任务；会话保存名称而不是执行代码对象。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DUR-16 · 扩展在线替换 [实验／库] 安装同名扩展原位替换；运行中的调用保留旧代码，下一阶段或请求使用新定义。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DUR-17 · 工具覆写与装饰 [实验／库] 后注册同名工具替换先前工具，wrapper 包装最终生效工具，可组合环境切换与耗时统计等功能。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DUR-26 · 上下文重置与交接 [实验／库] 从空上下文或 handoff 说明开始新上下文，旧记录仍留存；工具也可请求交接。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DUR-29 · 生成与工具 Hook [实验／库] 在请求前、响应后、工具前后和模型让出时修改行为，可阻止工具、改参数、替换结果或继续任务。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DUR-41 · PowerShell 工具工厂 [实验／库] 用 argv 直接运行 pwsh 或 Windows PowerShell，配置 UTF-8 输出，复用 bash 的保留窗口、落盘和错误行为；需宿主注册，不改变 CodingTools 默认四工具集合。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DUR-44 · 持久嵌套工具调用 [实验／库] executeTool 为每次嵌套调用创建由调用者拥有的 pi.tool 任务，执行校验、Hook、输出限制与重放策略；返回程序结果而不直接写入模型 transcript。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DUR-45 · 嵌套调用键与恢复 [实验／库] 调用键默认按顺序，也可显式指定；可重放调用者重启后重新连接既有子调用，避免重复创建。NestedCallDoc 暂存结果到调用者结算，任务记录保留小型回执。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DUR-46 · 结构化工具输出分流 [实验／库] output 给模型、structuredOutput 给调用程序、details 给 UI；schema 校验失败使嵌套调用报错，模型发起调用只丢弃无效结构化值并报告宿主。无 schema 时从有界输出推导程序结果。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DUR-47 · 工具调用者范围控制 [实验／库] callers 限制工具可由模型、其他工具或两者调用；modelTools 只缩小模型可见集合，不移除允许的嵌套调用，不能越过总工具集合增加能力。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DUR-48 · 嵌套进度与父子关联 [实验／库] pi.live.nestedTools 展示参数和完成摘要，事件带 taskId、parentTaskId、parentToolCallId；progress:false 隐藏运行输出，调用者结束前会取消未结束嵌套工作。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DUR-53 · 任务时间与尝试耗时 [实验／库] 任务 startedAt／endedAt 保存首次运行和终态墙钟时间；工具 durationMs 为该次实际执行的单调时钟耗时，未执行及被中断／取消的调用不填，旧记录也可能缺失。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DUR-54 · 共享模型访问入口 [实验／库] 工具及 Hook 使用 Harness 的模型目录、认证和请求变换执行自己的模型调用，避免重复建立不一致的模型客户端。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DUR-56 · 增量上下文与有界缓存 [实验／库] 重复读取同一会话仅扫描和推导新条目；空闲上下文及无人观察的文档默认十分钟后可释放，设置为 0 可在空闲或使用后释放，再访问时从存储加载。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DUR-57 · 存储故障关闭与可观察恢复 [实验／库] 普通存储异常使整个 Harness 失败并关闭，后续调用和等待拒绝为 SessionFailed，观察流以 session_failed 结束；closed 告知完成原因。无自动重试，宿主可重开并用 requestId 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DUR-58 · 请求错误与监听器隔离 [实验／库] 读取时的 StorageRequestError 或调用方取消只使本次读取失败；commit/mintId 不享受该豁免，错误仍会使 Session 失败。用户监听器异常经 onReport 报告而不阻断其他监听器，回调事务失败回滚。调度基础提交或 registry snapshot 故障仍可使整个 Harness 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DUR-60 · 远程输出窗口与省略计数 [实验／库] Shell 可在源端省略保留尾部以外的输出并报告 skipped；工具传递 outputWindow，使远程后端减少无用传输且保持截断统计。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OTH-61 · Durable 高级工作流示例 [实验／示例] 24—31 覆盖子任务失败收尾、压缩、编码代理、计划模式、审查者、每会话独立环境、工具包装和重载恢复。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durable-storage / JSONL、SQLite、IndexedDB 与一致性验证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场景：把内存教程改成真正可关闭后重开的应用。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Storage 契约</a:t>
            </a:r>
          </a:p>
          <a:p xmlns:a="http://schemas.openxmlformats.org/drawingml/2006/main">
            <a:r>
              <a:t>先读 conformance 对读取、事务、游标和错误的要求，再选实现。</a:t>
            </a:r>
          </a:p>
          <a:p xmlns:a="http://schemas.openxmlformats.org/drawingml/2006/main">
            <a:r>
              <a:t>输入：存储使用场景</a:t>
            </a:r>
          </a:p>
          <a:p xmlns:a="http://schemas.openxmlformats.org/drawingml/2006/main">
            <a:r>
              <a:t>输出：必须满足的契约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行为与边界：基准是比较基础，不是生产容量保证。</a:t>
            </a:r>
          </a:p>
          <a:p xmlns:a="http://schemas.openxmlformats.org/drawingml/2006/main">
            <a:r>
              <a:t>源码：packages/durable/src/testing/assertions.ts:1</a:t>
            </a:r>
          </a:p>
          <a:p xmlns:a="http://schemas.openxmlformats.org/drawingml/2006/main">
            <a:r>
              <a:t>源码：packages/durable/src/testing/env-conformance.ts:1</a:t>
            </a:r>
          </a:p>
          <a:p xmlns:a="http://schemas.openxmlformats.org/drawingml/2006/main">
            <a:r>
              <a:t>源码：packages/durable/src/testing/index.ts:1</a:t>
            </a:r>
          </a:p>
          <a:p xmlns:a="http://schemas.openxmlformats.org/drawingml/2006/main">
            <a:r>
              <a:t>源码：packages/durable/src/testing/runner.ts:1</a:t>
            </a:r>
          </a:p>
          <a:p xmlns:a="http://schemas.openxmlformats.org/drawingml/2006/main">
            <a:r>
              <a:t>源码：packages/durable/src/testing/storage-benchmark.ts:1</a:t>
            </a:r>
          </a:p>
          <a:p xmlns:a="http://schemas.openxmlformats.org/drawingml/2006/main">
            <a:r>
              <a:t>源码：packages/durable/src/testing/storage-conformance.ts:1</a:t>
            </a:r>
          </a:p>
          <a:p xmlns:a="http://schemas.openxmlformats.org/drawingml/2006/main">
            <a:r>
              <a:t>源码：packages/durable/src/testing/types.ts:1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 JSONL 提交</a:t>
            </a:r>
          </a:p>
          <a:p xmlns:a="http://schemas.openxmlformats.org/drawingml/2006/main">
            <a:r>
              <a:t>查看文件写入、sidecar、单写入者所有权与 fsync 选项，区分可读与已经耐久。</a:t>
            </a:r>
          </a:p>
          <a:p xmlns:a="http://schemas.openxmlformats.org/drawingml/2006/main">
            <a:r>
              <a:t>输入：持久提交</a:t>
            </a:r>
          </a:p>
          <a:p xmlns:a="http://schemas.openxmlformats.org/drawingml/2006/main">
            <a:r>
              <a:t>输出：文件记录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行为与边界：单写入者所有权与 fsync 选项影响耐久性。</a:t>
            </a:r>
          </a:p>
          <a:p xmlns:a="http://schemas.openxmlformats.org/drawingml/2006/main">
            <a:r>
              <a:t>源码：packages/durable/src/storage/jsonl/index.ts:1</a:t>
            </a:r>
          </a:p>
          <a:p xmlns:a="http://schemas.openxmlformats.org/drawingml/2006/main">
            <a:r>
              <a:t>源码：packages/durable/src/storage/jsonl/node.ts:1</a:t>
            </a:r>
          </a:p>
          <a:p xmlns:a="http://schemas.openxmlformats.org/drawingml/2006/main">
            <a:r>
              <a:t>源码：packages/durable/src/storage/jsonl/storage.ts:1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跟踪 SQLite 事务</a:t>
            </a:r>
          </a:p>
          <a:p xmlns:a="http://schemas.openxmlformats.org/drawingml/2006/main">
            <a:r>
              <a:t>阅读迁移和 Promise facade，确保事务内操作用事务句柄而非外部连接。</a:t>
            </a:r>
          </a:p>
          <a:p xmlns:a="http://schemas.openxmlformats.org/drawingml/2006/main">
            <a:r>
              <a:t>输入：数据库与 schema 版本</a:t>
            </a:r>
          </a:p>
          <a:p xmlns:a="http://schemas.openxmlformats.org/drawingml/2006/main">
            <a:r>
              <a:t>输出：原子提交或回滚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行为与边界：当前 portable SQLite 核心使用 Promise 数据库 facade，事务内必须使用事务句柄。</a:t>
            </a:r>
          </a:p>
          <a:p xmlns:a="http://schemas.openxmlformats.org/drawingml/2006/main">
            <a:r>
              <a:t>源码：packages/durable/src/storage/sqlite/cloudflare.ts:1</a:t>
            </a:r>
          </a:p>
          <a:p xmlns:a="http://schemas.openxmlformats.org/drawingml/2006/main">
            <a:r>
              <a:t>源码：packages/durable/src/storage/sqlite/database.ts:1</a:t>
            </a:r>
          </a:p>
          <a:p xmlns:a="http://schemas.openxmlformats.org/drawingml/2006/main">
            <a:r>
              <a:t>源码：packages/durable/src/storage/sqlite/index.ts:1</a:t>
            </a:r>
          </a:p>
          <a:p xmlns:a="http://schemas.openxmlformats.org/drawingml/2006/main">
            <a:r>
              <a:t>源码：packages/durable/src/storage/sqlite/migrations.ts:1</a:t>
            </a:r>
          </a:p>
          <a:p xmlns:a="http://schemas.openxmlformats.org/drawingml/2006/main">
            <a:r>
              <a:t>源码：packages/durable/src/storage/sqlite/node.ts:1</a:t>
            </a:r>
          </a:p>
          <a:p xmlns:a="http://schemas.openxmlformats.org/drawingml/2006/main">
            <a:r>
              <a:t>源码：packages/durable/src/storage/sqlite/schema.ts:1</a:t>
            </a:r>
          </a:p>
          <a:p xmlns:a="http://schemas.openxmlformats.org/drawingml/2006/main">
            <a:r>
              <a:t>源码：packages/durable/src/storage/sqlite/storage.ts:1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关闭后重开验证</a:t>
            </a:r>
          </a:p>
          <a:p xmlns:a="http://schemas.openxmlformats.org/drawingml/2006/main">
            <a:r>
              <a:t>用同一后端执行一致性测试与恢复测试，再比较性能基准；测试通过不是生产容量承诺。</a:t>
            </a:r>
          </a:p>
          <a:p xmlns:a="http://schemas.openxmlformats.org/drawingml/2006/main">
            <a:r>
              <a:t>输入：已关闭存储</a:t>
            </a:r>
          </a:p>
          <a:p xmlns:a="http://schemas.openxmlformats.org/drawingml/2006/main">
            <a:r>
              <a:t>输出：相同的已提交状态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行为与边界：基准是比较基础，不是生产容量保证。</a:t>
            </a:r>
          </a:p>
          <a:p xmlns:a="http://schemas.openxmlformats.org/drawingml/2006/main">
            <a:r>
              <a:t>源码：packages/durable/src/testing/assertions.ts:1</a:t>
            </a:r>
          </a:p>
          <a:p xmlns:a="http://schemas.openxmlformats.org/drawingml/2006/main">
            <a:r>
              <a:t>源码：packages/durable/src/testing/env-conformance.ts:1</a:t>
            </a:r>
          </a:p>
          <a:p xmlns:a="http://schemas.openxmlformats.org/drawingml/2006/main">
            <a:r>
              <a:t>源码：packages/durable/src/testing/index.ts:1</a:t>
            </a:r>
          </a:p>
          <a:p xmlns:a="http://schemas.openxmlformats.org/drawingml/2006/main">
            <a:r>
              <a:t>源码：packages/durable/src/testing/runner.ts:1</a:t>
            </a:r>
          </a:p>
          <a:p xmlns:a="http://schemas.openxmlformats.org/drawingml/2006/main">
            <a:r>
              <a:t>源码：packages/durable/src/testing/storage-benchmark.ts:1</a:t>
            </a:r>
          </a:p>
          <a:p xmlns:a="http://schemas.openxmlformats.org/drawingml/2006/main">
            <a:r>
              <a:t>源码：packages/durable/src/testing/storage-conformance.ts:1</a:t>
            </a:r>
          </a:p>
          <a:p xmlns:a="http://schemas.openxmlformats.org/drawingml/2006/main">
            <a:r>
              <a:t>源码：packages/durable/src/testing/types.ts:1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失败与恢复：多写入者、未完成迁移或错误事务句柄会破坏假设；必须按后端规定配置所有权。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练习：对照内存和一个磁盘后端，写出重开后应保持的记录、版本与任务状态。</a:t>
            </a:r>
          </a:p>
          <a:p xmlns:a="http://schemas.openxmlformats.org/drawingml/2006/main">
            <a:r>
              <a:t>参考判断：内存关闭后不能当磁盘恢复使用；磁盘后端需要证明重新创建实例后读取一致。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存储一致性用例与基准</a:t>
            </a:r>
          </a:p>
          <a:p xmlns:a="http://schemas.openxmlformats.org/drawingml/2006/main">
            <a:r>
              <a:t>让存储实现复用相同契约测试及读写负载。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边界：基准是比较基础，不是生产容量保证。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JSONL 存储与 Node 文件适配</a:t>
            </a:r>
          </a:p>
          <a:p xmlns:a="http://schemas.openxmlformats.org/drawingml/2006/main">
            <a:r>
              <a:t>将持久提交写到文件记录和 sidecar。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边界：单写入者所有权与 fsync 选项影响耐久性。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存储、迁移与 Node 适配</a:t>
            </a:r>
          </a:p>
          <a:p xmlns:a="http://schemas.openxmlformats.org/drawingml/2006/main">
            <a:r>
              <a:t>用 SQLite 保存持久记录并执行有序 schema 迁移。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边界：当前 portable SQLite 核心使用 Promise 数据库 facade，事务内必须使用事务句柄。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浏览器 IndexedDB 存储</a:t>
            </a:r>
          </a:p>
          <a:p xmlns:a="http://schemas.openxmlformats.org/drawingml/2006/main">
            <a:r>
              <a:t>在浏览器中持久保存会话、文档、条目与任务。</a:t>
            </a:r>
          </a:p>
          <a:p xmlns:a="http://schemas.openxmlformats.org/drawingml/2006/main">
            <a:r>
              <a:t>入口：@earendil-works/pi-durable/storage/indexeddb</a:t>
            </a:r>
          </a:p>
          <a:p xmlns:a="http://schemas.openxmlformats.org/drawingml/2006/main">
            <a:r>
              <a:t>边界：与 memory、JSONL、SQLite 共用 Storage 契约；使用前核对浏览器 IndexedDB 可用性。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只读 Harness 与存储提交采用</a:t>
            </a:r>
          </a:p>
          <a:p xmlns:a="http://schemas.openxmlformats.org/drawingml/2006/main">
            <a:r>
              <a:t>作为查看器打开其他进程驱动的会话，并约束持久提交与内存状态采用的顺序。</a:t>
            </a:r>
          </a:p>
          <a:p xmlns:a="http://schemas.openxmlformats.org/drawingml/2006/main">
            <a:r>
              <a:t>入口：HarnessOptions.readOnly / Storage.commit(writes, adopt, context)</a:t>
            </a:r>
          </a:p>
          <a:p xmlns:a="http://schemas.openxmlformats.org/drawingml/2006/main">
            <a:r>
              <a:t>边界：readOnly 不恢复运行任务，拒绝写入和运行；存储持久化后、下次提交前同步调用 adopt(seq) 一次。采用后拒绝会使 Session 失败，不能回滚已采用状态。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内存存储</a:t>
            </a:r>
          </a:p>
          <a:p xmlns:a="http://schemas.openxmlformats.org/drawingml/2006/main">
            <a:r>
              <a:t>提供进程内的记录与事务契约实现。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边界：内存实现不提供进程退出后的磁盘恢复。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packages/durable/test/harness-blocked.test.ts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packages/durable/test/harness-read-only.test.ts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packages/durable/test/harness-sleep.test.ts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DUR-39 · 内存／SQLite／JSONL 存储 [实验／库] 可选择临时内存、SQLite WAL 或追加式 JSONL，支持相应耐久参数；包本身要求单进程拥有存储，不提供跨进程锁。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DUR-40 · 可移植存储与一致性测试 [实验／库] 注入异步 SQLite 或文件系统适配到其他运行环境，并用公共 conformance 验证存储和执行环境契约。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DUR-55 · Cloudflare SQLite 存储 [实验／库] 在 SQLite-backed Durable Object 上以其存储事务提交会话，提供现成适配器，宿主无需自行实现 SQLite facade。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durable-storage / JSONL、SQLite、IndexedDB 与一致性验证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场景：把内存教程改成真正可关闭后重开的应用。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Storage 契约</a:t>
            </a:r>
          </a:p>
          <a:p xmlns:a="http://schemas.openxmlformats.org/drawingml/2006/main">
            <a:r>
              <a:t>先读 conformance 对读取、事务、游标和错误的要求，再选实现。</a:t>
            </a:r>
          </a:p>
          <a:p xmlns:a="http://schemas.openxmlformats.org/drawingml/2006/main">
            <a:r>
              <a:t>输入：存储使用场景</a:t>
            </a:r>
          </a:p>
          <a:p xmlns:a="http://schemas.openxmlformats.org/drawingml/2006/main">
            <a:r>
              <a:t>输出：必须满足的契约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行为与边界：基准是比较基础，不是生产容量保证。</a:t>
            </a:r>
          </a:p>
          <a:p xmlns:a="http://schemas.openxmlformats.org/drawingml/2006/main">
            <a:r>
              <a:t>源码：packages/durable/src/testing/assertions.ts:1</a:t>
            </a:r>
          </a:p>
          <a:p xmlns:a="http://schemas.openxmlformats.org/drawingml/2006/main">
            <a:r>
              <a:t>源码：packages/durable/src/testing/env-conformance.ts:1</a:t>
            </a:r>
          </a:p>
          <a:p xmlns:a="http://schemas.openxmlformats.org/drawingml/2006/main">
            <a:r>
              <a:t>源码：packages/durable/src/testing/index.ts:1</a:t>
            </a:r>
          </a:p>
          <a:p xmlns:a="http://schemas.openxmlformats.org/drawingml/2006/main">
            <a:r>
              <a:t>源码：packages/durable/src/testing/runner.ts:1</a:t>
            </a:r>
          </a:p>
          <a:p xmlns:a="http://schemas.openxmlformats.org/drawingml/2006/main">
            <a:r>
              <a:t>源码：packages/durable/src/testing/storage-benchmark.ts:1</a:t>
            </a:r>
          </a:p>
          <a:p xmlns:a="http://schemas.openxmlformats.org/drawingml/2006/main">
            <a:r>
              <a:t>源码：packages/durable/src/testing/storage-conformance.ts:1</a:t>
            </a:r>
          </a:p>
          <a:p xmlns:a="http://schemas.openxmlformats.org/drawingml/2006/main">
            <a:r>
              <a:t>源码：packages/durable/src/testing/types.ts:1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 JSONL 提交</a:t>
            </a:r>
          </a:p>
          <a:p xmlns:a="http://schemas.openxmlformats.org/drawingml/2006/main">
            <a:r>
              <a:t>查看文件写入、sidecar、单写入者所有权与 fsync 选项，区分可读与已经耐久。</a:t>
            </a:r>
          </a:p>
          <a:p xmlns:a="http://schemas.openxmlformats.org/drawingml/2006/main">
            <a:r>
              <a:t>输入：持久提交</a:t>
            </a:r>
          </a:p>
          <a:p xmlns:a="http://schemas.openxmlformats.org/drawingml/2006/main">
            <a:r>
              <a:t>输出：文件记录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行为与边界：单写入者所有权与 fsync 选项影响耐久性。</a:t>
            </a:r>
          </a:p>
          <a:p xmlns:a="http://schemas.openxmlformats.org/drawingml/2006/main">
            <a:r>
              <a:t>源码：packages/durable/src/storage/jsonl/index.ts:1</a:t>
            </a:r>
          </a:p>
          <a:p xmlns:a="http://schemas.openxmlformats.org/drawingml/2006/main">
            <a:r>
              <a:t>源码：packages/durable/src/storage/jsonl/node.ts:1</a:t>
            </a:r>
          </a:p>
          <a:p xmlns:a="http://schemas.openxmlformats.org/drawingml/2006/main">
            <a:r>
              <a:t>源码：packages/durable/src/storage/jsonl/storage.ts:1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跟踪 SQLite 事务</a:t>
            </a:r>
          </a:p>
          <a:p xmlns:a="http://schemas.openxmlformats.org/drawingml/2006/main">
            <a:r>
              <a:t>阅读迁移和 Promise facade，确保事务内操作用事务句柄而非外部连接。</a:t>
            </a:r>
          </a:p>
          <a:p xmlns:a="http://schemas.openxmlformats.org/drawingml/2006/main">
            <a:r>
              <a:t>输入：数据库与 schema 版本</a:t>
            </a:r>
          </a:p>
          <a:p xmlns:a="http://schemas.openxmlformats.org/drawingml/2006/main">
            <a:r>
              <a:t>输出：原子提交或回滚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行为与边界：当前 portable SQLite 核心使用 Promise 数据库 facade，事务内必须使用事务句柄。</a:t>
            </a:r>
          </a:p>
          <a:p xmlns:a="http://schemas.openxmlformats.org/drawingml/2006/main">
            <a:r>
              <a:t>源码：packages/durable/src/storage/sqlite/cloudflare.ts:1</a:t>
            </a:r>
          </a:p>
          <a:p xmlns:a="http://schemas.openxmlformats.org/drawingml/2006/main">
            <a:r>
              <a:t>源码：packages/durable/src/storage/sqlite/database.ts:1</a:t>
            </a:r>
          </a:p>
          <a:p xmlns:a="http://schemas.openxmlformats.org/drawingml/2006/main">
            <a:r>
              <a:t>源码：packages/durable/src/storage/sqlite/index.ts:1</a:t>
            </a:r>
          </a:p>
          <a:p xmlns:a="http://schemas.openxmlformats.org/drawingml/2006/main">
            <a:r>
              <a:t>源码：packages/durable/src/storage/sqlite/migrations.ts:1</a:t>
            </a:r>
          </a:p>
          <a:p xmlns:a="http://schemas.openxmlformats.org/drawingml/2006/main">
            <a:r>
              <a:t>源码：packages/durable/src/storage/sqlite/node.ts:1</a:t>
            </a:r>
          </a:p>
          <a:p xmlns:a="http://schemas.openxmlformats.org/drawingml/2006/main">
            <a:r>
              <a:t>源码：packages/durable/src/storage/sqlite/schema.ts:1</a:t>
            </a:r>
          </a:p>
          <a:p xmlns:a="http://schemas.openxmlformats.org/drawingml/2006/main">
            <a:r>
              <a:t>源码：packages/durable/src/storage/sqlite/storage.ts:1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关闭后重开验证</a:t>
            </a:r>
          </a:p>
          <a:p xmlns:a="http://schemas.openxmlformats.org/drawingml/2006/main">
            <a:r>
              <a:t>用同一后端执行一致性测试与恢复测试，再比较性能基准；测试通过不是生产容量承诺。</a:t>
            </a:r>
          </a:p>
          <a:p xmlns:a="http://schemas.openxmlformats.org/drawingml/2006/main">
            <a:r>
              <a:t>输入：已关闭存储</a:t>
            </a:r>
          </a:p>
          <a:p xmlns:a="http://schemas.openxmlformats.org/drawingml/2006/main">
            <a:r>
              <a:t>输出：相同的已提交状态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行为与边界：基准是比较基础，不是生产容量保证。</a:t>
            </a:r>
          </a:p>
          <a:p xmlns:a="http://schemas.openxmlformats.org/drawingml/2006/main">
            <a:r>
              <a:t>源码：packages/durable/src/testing/assertions.ts:1</a:t>
            </a:r>
          </a:p>
          <a:p xmlns:a="http://schemas.openxmlformats.org/drawingml/2006/main">
            <a:r>
              <a:t>源码：packages/durable/src/testing/env-conformance.ts:1</a:t>
            </a:r>
          </a:p>
          <a:p xmlns:a="http://schemas.openxmlformats.org/drawingml/2006/main">
            <a:r>
              <a:t>源码：packages/durable/src/testing/index.ts:1</a:t>
            </a:r>
          </a:p>
          <a:p xmlns:a="http://schemas.openxmlformats.org/drawingml/2006/main">
            <a:r>
              <a:t>源码：packages/durable/src/testing/runner.ts:1</a:t>
            </a:r>
          </a:p>
          <a:p xmlns:a="http://schemas.openxmlformats.org/drawingml/2006/main">
            <a:r>
              <a:t>源码：packages/durable/src/testing/storage-benchmark.ts:1</a:t>
            </a:r>
          </a:p>
          <a:p xmlns:a="http://schemas.openxmlformats.org/drawingml/2006/main">
            <a:r>
              <a:t>源码：packages/durable/src/testing/storage-conformance.ts:1</a:t>
            </a:r>
          </a:p>
          <a:p xmlns:a="http://schemas.openxmlformats.org/drawingml/2006/main">
            <a:r>
              <a:t>源码：packages/durable/src/testing/types.ts:1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失败与恢复：多写入者、未完成迁移或错误事务句柄会破坏假设；必须按后端规定配置所有权。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练习：对照内存和一个磁盘后端，写出重开后应保持的记录、版本与任务状态。</a:t>
            </a:r>
          </a:p>
          <a:p xmlns:a="http://schemas.openxmlformats.org/drawingml/2006/main">
            <a:r>
              <a:t>参考判断：内存关闭后不能当磁盘恢复使用；磁盘后端需要证明重新创建实例后读取一致。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存储一致性用例与基准</a:t>
            </a:r>
          </a:p>
          <a:p xmlns:a="http://schemas.openxmlformats.org/drawingml/2006/main">
            <a:r>
              <a:t>让存储实现复用相同契约测试及读写负载。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边界：基准是比较基础，不是生产容量保证。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JSONL 存储与 Node 文件适配</a:t>
            </a:r>
          </a:p>
          <a:p xmlns:a="http://schemas.openxmlformats.org/drawingml/2006/main">
            <a:r>
              <a:t>将持久提交写到文件记录和 sidecar。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边界：单写入者所有权与 fsync 选项影响耐久性。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存储、迁移与 Node 适配</a:t>
            </a:r>
          </a:p>
          <a:p xmlns:a="http://schemas.openxmlformats.org/drawingml/2006/main">
            <a:r>
              <a:t>用 SQLite 保存持久记录并执行有序 schema 迁移。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边界：当前 portable SQLite 核心使用 Promise 数据库 facade，事务内必须使用事务句柄。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浏览器 IndexedDB 存储</a:t>
            </a:r>
          </a:p>
          <a:p xmlns:a="http://schemas.openxmlformats.org/drawingml/2006/main">
            <a:r>
              <a:t>在浏览器中持久保存会话、文档、条目与任务。</a:t>
            </a:r>
          </a:p>
          <a:p xmlns:a="http://schemas.openxmlformats.org/drawingml/2006/main">
            <a:r>
              <a:t>入口：@earendil-works/pi-durable/storage/indexeddb</a:t>
            </a:r>
          </a:p>
          <a:p xmlns:a="http://schemas.openxmlformats.org/drawingml/2006/main">
            <a:r>
              <a:t>边界：与 memory、JSONL、SQLite 共用 Storage 契约；使用前核对浏览器 IndexedDB 可用性。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只读 Harness 与存储提交采用</a:t>
            </a:r>
          </a:p>
          <a:p xmlns:a="http://schemas.openxmlformats.org/drawingml/2006/main">
            <a:r>
              <a:t>作为查看器打开其他进程驱动的会话，并约束持久提交与内存状态采用的顺序。</a:t>
            </a:r>
          </a:p>
          <a:p xmlns:a="http://schemas.openxmlformats.org/drawingml/2006/main">
            <a:r>
              <a:t>入口：HarnessOptions.readOnly / Storage.commit(writes, adopt, context)</a:t>
            </a:r>
          </a:p>
          <a:p xmlns:a="http://schemas.openxmlformats.org/drawingml/2006/main">
            <a:r>
              <a:t>边界：readOnly 不恢复运行任务，拒绝写入和运行；存储持久化后、下次提交前同步调用 adopt(seq) 一次。采用后拒绝会使 Session 失败，不能回滚已采用状态。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内存存储</a:t>
            </a:r>
          </a:p>
          <a:p xmlns:a="http://schemas.openxmlformats.org/drawingml/2006/main">
            <a:r>
              <a:t>提供进程内的记录与事务契约实现。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边界：内存实现不提供进程退出后的磁盘恢复。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packages/durable/test/harness-blocked.test.ts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packages/durable/test/harness-read-only.test.ts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packages/durable/test/harness-sleep.test.ts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DUR-39 · 内存／SQLite／JSONL 存储 [实验／库] 可选择临时内存、SQLite WAL 或追加式 JSONL，支持相应耐久参数；包本身要求单进程拥有存储，不提供跨进程锁。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DUR-40 · 可移植存储与一致性测试 [实验／库] 注入异步 SQLite 或文件系统适配到其他运行环境，并用公共 conformance 验证存储和执行环境契约。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DUR-55 · Cloudflare SQLite 存储 [实验／库] 在 SQLite-backed Durable Object 上以其存储事务提交会话，提供现成适配器，宿主无需自行实现 SQLite facade。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durable-storage / JSONL、SQLite、IndexedDB 与一致性验证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场景：把内存教程改成真正可关闭后重开的应用。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Storage 契约</a:t>
            </a:r>
          </a:p>
          <a:p xmlns:a="http://schemas.openxmlformats.org/drawingml/2006/main">
            <a:r>
              <a:t>先读 conformance 对读取、事务、游标和错误的要求，再选实现。</a:t>
            </a:r>
          </a:p>
          <a:p xmlns:a="http://schemas.openxmlformats.org/drawingml/2006/main">
            <a:r>
              <a:t>输入：存储使用场景</a:t>
            </a:r>
          </a:p>
          <a:p xmlns:a="http://schemas.openxmlformats.org/drawingml/2006/main">
            <a:r>
              <a:t>输出：必须满足的契约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行为与边界：基准是比较基础，不是生产容量保证。</a:t>
            </a:r>
          </a:p>
          <a:p xmlns:a="http://schemas.openxmlformats.org/drawingml/2006/main">
            <a:r>
              <a:t>源码：packages/durable/src/testing/assertions.ts:1</a:t>
            </a:r>
          </a:p>
          <a:p xmlns:a="http://schemas.openxmlformats.org/drawingml/2006/main">
            <a:r>
              <a:t>源码：packages/durable/src/testing/env-conformance.ts:1</a:t>
            </a:r>
          </a:p>
          <a:p xmlns:a="http://schemas.openxmlformats.org/drawingml/2006/main">
            <a:r>
              <a:t>源码：packages/durable/src/testing/index.ts:1</a:t>
            </a:r>
          </a:p>
          <a:p xmlns:a="http://schemas.openxmlformats.org/drawingml/2006/main">
            <a:r>
              <a:t>源码：packages/durable/src/testing/runner.ts:1</a:t>
            </a:r>
          </a:p>
          <a:p xmlns:a="http://schemas.openxmlformats.org/drawingml/2006/main">
            <a:r>
              <a:t>源码：packages/durable/src/testing/storage-benchmark.ts:1</a:t>
            </a:r>
          </a:p>
          <a:p xmlns:a="http://schemas.openxmlformats.org/drawingml/2006/main">
            <a:r>
              <a:t>源码：packages/durable/src/testing/storage-conformance.ts:1</a:t>
            </a:r>
          </a:p>
          <a:p xmlns:a="http://schemas.openxmlformats.org/drawingml/2006/main">
            <a:r>
              <a:t>源码：packages/durable/src/testing/types.ts:1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 JSONL 提交</a:t>
            </a:r>
          </a:p>
          <a:p xmlns:a="http://schemas.openxmlformats.org/drawingml/2006/main">
            <a:r>
              <a:t>查看文件写入、sidecar、单写入者所有权与 fsync 选项，区分可读与已经耐久。</a:t>
            </a:r>
          </a:p>
          <a:p xmlns:a="http://schemas.openxmlformats.org/drawingml/2006/main">
            <a:r>
              <a:t>输入：持久提交</a:t>
            </a:r>
          </a:p>
          <a:p xmlns:a="http://schemas.openxmlformats.org/drawingml/2006/main">
            <a:r>
              <a:t>输出：文件记录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行为与边界：单写入者所有权与 fsync 选项影响耐久性。</a:t>
            </a:r>
          </a:p>
          <a:p xmlns:a="http://schemas.openxmlformats.org/drawingml/2006/main">
            <a:r>
              <a:t>源码：packages/durable/src/storage/jsonl/index.ts:1</a:t>
            </a:r>
          </a:p>
          <a:p xmlns:a="http://schemas.openxmlformats.org/drawingml/2006/main">
            <a:r>
              <a:t>源码：packages/durable/src/storage/jsonl/node.ts:1</a:t>
            </a:r>
          </a:p>
          <a:p xmlns:a="http://schemas.openxmlformats.org/drawingml/2006/main">
            <a:r>
              <a:t>源码：packages/durable/src/storage/jsonl/storage.ts:1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跟踪 SQLite 事务</a:t>
            </a:r>
          </a:p>
          <a:p xmlns:a="http://schemas.openxmlformats.org/drawingml/2006/main">
            <a:r>
              <a:t>阅读迁移和 Promise facade，确保事务内操作用事务句柄而非外部连接。</a:t>
            </a:r>
          </a:p>
          <a:p xmlns:a="http://schemas.openxmlformats.org/drawingml/2006/main">
            <a:r>
              <a:t>输入：数据库与 schema 版本</a:t>
            </a:r>
          </a:p>
          <a:p xmlns:a="http://schemas.openxmlformats.org/drawingml/2006/main">
            <a:r>
              <a:t>输出：原子提交或回滚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行为与边界：当前 portable SQLite 核心使用 Promise 数据库 facade，事务内必须使用事务句柄。</a:t>
            </a:r>
          </a:p>
          <a:p xmlns:a="http://schemas.openxmlformats.org/drawingml/2006/main">
            <a:r>
              <a:t>源码：packages/durable/src/storage/sqlite/cloudflare.ts:1</a:t>
            </a:r>
          </a:p>
          <a:p xmlns:a="http://schemas.openxmlformats.org/drawingml/2006/main">
            <a:r>
              <a:t>源码：packages/durable/src/storage/sqlite/database.ts:1</a:t>
            </a:r>
          </a:p>
          <a:p xmlns:a="http://schemas.openxmlformats.org/drawingml/2006/main">
            <a:r>
              <a:t>源码：packages/durable/src/storage/sqlite/index.ts:1</a:t>
            </a:r>
          </a:p>
          <a:p xmlns:a="http://schemas.openxmlformats.org/drawingml/2006/main">
            <a:r>
              <a:t>源码：packages/durable/src/storage/sqlite/migrations.ts:1</a:t>
            </a:r>
          </a:p>
          <a:p xmlns:a="http://schemas.openxmlformats.org/drawingml/2006/main">
            <a:r>
              <a:t>源码：packages/durable/src/storage/sqlite/node.ts:1</a:t>
            </a:r>
          </a:p>
          <a:p xmlns:a="http://schemas.openxmlformats.org/drawingml/2006/main">
            <a:r>
              <a:t>源码：packages/durable/src/storage/sqlite/schema.ts:1</a:t>
            </a:r>
          </a:p>
          <a:p xmlns:a="http://schemas.openxmlformats.org/drawingml/2006/main">
            <a:r>
              <a:t>源码：packages/durable/src/storage/sqlite/storage.ts:1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关闭后重开验证</a:t>
            </a:r>
          </a:p>
          <a:p xmlns:a="http://schemas.openxmlformats.org/drawingml/2006/main">
            <a:r>
              <a:t>用同一后端执行一致性测试与恢复测试，再比较性能基准；测试通过不是生产容量承诺。</a:t>
            </a:r>
          </a:p>
          <a:p xmlns:a="http://schemas.openxmlformats.org/drawingml/2006/main">
            <a:r>
              <a:t>输入：已关闭存储</a:t>
            </a:r>
          </a:p>
          <a:p xmlns:a="http://schemas.openxmlformats.org/drawingml/2006/main">
            <a:r>
              <a:t>输出：相同的已提交状态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行为与边界：基准是比较基础，不是生产容量保证。</a:t>
            </a:r>
          </a:p>
          <a:p xmlns:a="http://schemas.openxmlformats.org/drawingml/2006/main">
            <a:r>
              <a:t>源码：packages/durable/src/testing/assertions.ts:1</a:t>
            </a:r>
          </a:p>
          <a:p xmlns:a="http://schemas.openxmlformats.org/drawingml/2006/main">
            <a:r>
              <a:t>源码：packages/durable/src/testing/env-conformance.ts:1</a:t>
            </a:r>
          </a:p>
          <a:p xmlns:a="http://schemas.openxmlformats.org/drawingml/2006/main">
            <a:r>
              <a:t>源码：packages/durable/src/testing/index.ts:1</a:t>
            </a:r>
          </a:p>
          <a:p xmlns:a="http://schemas.openxmlformats.org/drawingml/2006/main">
            <a:r>
              <a:t>源码：packages/durable/src/testing/runner.ts:1</a:t>
            </a:r>
          </a:p>
          <a:p xmlns:a="http://schemas.openxmlformats.org/drawingml/2006/main">
            <a:r>
              <a:t>源码：packages/durable/src/testing/storage-benchmark.ts:1</a:t>
            </a:r>
          </a:p>
          <a:p xmlns:a="http://schemas.openxmlformats.org/drawingml/2006/main">
            <a:r>
              <a:t>源码：packages/durable/src/testing/storage-conformance.ts:1</a:t>
            </a:r>
          </a:p>
          <a:p xmlns:a="http://schemas.openxmlformats.org/drawingml/2006/main">
            <a:r>
              <a:t>源码：packages/durable/src/testing/types.ts:1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失败与恢复：多写入者、未完成迁移或错误事务句柄会破坏假设；必须按后端规定配置所有权。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练习：对照内存和一个磁盘后端，写出重开后应保持的记录、版本与任务状态。</a:t>
            </a:r>
          </a:p>
          <a:p xmlns:a="http://schemas.openxmlformats.org/drawingml/2006/main">
            <a:r>
              <a:t>参考判断：内存关闭后不能当磁盘恢复使用；磁盘后端需要证明重新创建实例后读取一致。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存储一致性用例与基准</a:t>
            </a:r>
          </a:p>
          <a:p xmlns:a="http://schemas.openxmlformats.org/drawingml/2006/main">
            <a:r>
              <a:t>让存储实现复用相同契约测试及读写负载。</a:t>
            </a:r>
          </a:p>
          <a:p xmlns:a="http://schemas.openxmlformats.org/drawingml/2006/main">
            <a:r>
              <a:t>入口：testing 子路径</a:t>
            </a:r>
          </a:p>
          <a:p xmlns:a="http://schemas.openxmlformats.org/drawingml/2006/main">
            <a:r>
              <a:t>边界：基准是比较基础，不是生产容量保证。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JSONL 存储与 Node 文件适配</a:t>
            </a:r>
          </a:p>
          <a:p xmlns:a="http://schemas.openxmlformats.org/drawingml/2006/main">
            <a:r>
              <a:t>将持久提交写到文件记录和 sidecar。</a:t>
            </a:r>
          </a:p>
          <a:p xmlns:a="http://schemas.openxmlformats.org/drawingml/2006/main">
            <a:r>
              <a:t>入口：openNodeJsonlStorage</a:t>
            </a:r>
          </a:p>
          <a:p xmlns:a="http://schemas.openxmlformats.org/drawingml/2006/main">
            <a:r>
              <a:t>边界：单写入者所有权与 fsync 选项影响耐久性。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存储、迁移与 Node 适配</a:t>
            </a:r>
          </a:p>
          <a:p xmlns:a="http://schemas.openxmlformats.org/drawingml/2006/main">
            <a:r>
              <a:t>用 SQLite 保存持久记录并执行有序 schema 迁移。</a:t>
            </a:r>
          </a:p>
          <a:p xmlns:a="http://schemas.openxmlformats.org/drawingml/2006/main">
            <a:r>
              <a:t>入口：openNodeSqliteStorage</a:t>
            </a:r>
          </a:p>
          <a:p xmlns:a="http://schemas.openxmlformats.org/drawingml/2006/main">
            <a:r>
              <a:t>边界：当前 portable SQLite 核心使用 Promise 数据库 facade，事务内必须使用事务句柄。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浏览器 IndexedDB 存储</a:t>
            </a:r>
          </a:p>
          <a:p xmlns:a="http://schemas.openxmlformats.org/drawingml/2006/main">
            <a:r>
              <a:t>在浏览器中持久保存会话、文档、条目与任务。</a:t>
            </a:r>
          </a:p>
          <a:p xmlns:a="http://schemas.openxmlformats.org/drawingml/2006/main">
            <a:r>
              <a:t>入口：@earendil-works/pi-durable/storage/indexeddb</a:t>
            </a:r>
          </a:p>
          <a:p xmlns:a="http://schemas.openxmlformats.org/drawingml/2006/main">
            <a:r>
              <a:t>边界：与 memory、JSONL、SQLite 共用 Storage 契约；使用前核对浏览器 IndexedDB 可用性。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只读 Harness 与存储提交采用</a:t>
            </a:r>
          </a:p>
          <a:p xmlns:a="http://schemas.openxmlformats.org/drawingml/2006/main">
            <a:r>
              <a:t>作为查看器打开其他进程驱动的会话，并约束持久提交与内存状态采用的顺序。</a:t>
            </a:r>
          </a:p>
          <a:p xmlns:a="http://schemas.openxmlformats.org/drawingml/2006/main">
            <a:r>
              <a:t>入口：HarnessOptions.readOnly / Storage.commit(writes, adopt, context)</a:t>
            </a:r>
          </a:p>
          <a:p xmlns:a="http://schemas.openxmlformats.org/drawingml/2006/main">
            <a:r>
              <a:t>边界：readOnly 不恢复运行任务，拒绝写入和运行；存储持久化后、下次提交前同步调用 adopt(seq) 一次。采用后拒绝会使 Session 失败，不能回滚已采用状态。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内存存储</a:t>
            </a:r>
          </a:p>
          <a:p xmlns:a="http://schemas.openxmlformats.org/drawingml/2006/main">
            <a:r>
              <a:t>提供进程内的记录与事务契约实现。</a:t>
            </a:r>
          </a:p>
          <a:p xmlns:a="http://schemas.openxmlformats.org/drawingml/2006/main">
            <a:r>
              <a:t>入口：MemoryStorage</a:t>
            </a:r>
          </a:p>
          <a:p xmlns:a="http://schemas.openxmlformats.org/drawingml/2006/main">
            <a:r>
              <a:t>边界：内存实现不提供进程退出后的磁盘恢复。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packages/durable/test/harness-blocked.test.ts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packages/durable/test/harness-read-only.test.ts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packages/durable/test/harness-sleep.test.ts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DUR-39 · 内存／SQLite／JSONL 存储 [实验／库] 可选择临时内存、SQLite WAL 或追加式 JSONL，支持相应耐久参数；包本身要求单进程拥有存储，不提供跨进程锁。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DUR-40 · 可移植存储与一致性测试 [实验／库] 注入异步 SQLite 或文件系统适配到其他运行环境，并用公共 conformance 验证存储和执行环境契约。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DUR-55 · Cloudflare SQLite 存储 [实验／库] 在 SQLite-backed Durable Object 上以其存储事务提交会话，提供现成适配器，宿主无需自行实现 SQLite facade。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durable-subagents / 子会话、子任务与任务图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场景：主任务分出审查或检索子任务，并在重启后继续观察它们。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确定会话所有权</a:t>
            </a:r>
          </a:p>
          <a:p xmlns:a="http://schemas.openxmlformats.org/drawingml/2006/main">
            <a:r>
              <a:t>从 foreground/background 子智能体示例理解父子会话、结果与生命周期。</a:t>
            </a:r>
          </a:p>
          <a:p xmlns:a="http://schemas.openxmlformats.org/drawingml/2006/main">
            <a:r>
              <a:t>输入：父任务与子输入</a:t>
            </a:r>
          </a:p>
          <a:p xmlns:a="http://schemas.openxmlformats.org/drawingml/2006/main">
            <a:r>
              <a:t>输出：子会话和归属关系</a:t>
            </a:r>
          </a:p>
          <a:p xmlns:a="http://schemas.openxmlformats.org/drawingml/2006/main">
            <a:r>
              <a:t>入口：createConversation ownership；abort；background: true</a:t>
            </a:r>
          </a:p>
          <a:p xmlns:a="http://schemas.openxmlformats.org/drawingml/2006/main">
            <a:r>
              <a:t>行为与边界：安全重放需复用子会话和 requestId；前台和后台的取消/空闲行为不同。</a:t>
            </a:r>
          </a:p>
          <a:p xmlns:a="http://schemas.openxmlformats.org/drawingml/2006/main">
            <a:r>
              <a:t>源码：packages/durable/src/harness/harness.ts:1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建立子任务</a:t>
            </a:r>
          </a:p>
          <a:p xmlns:a="http://schemas.openxmlformats.org/drawingml/2006/main">
            <a:r>
              <a:t>阅读任务图与 child tasks，标出调度依赖、等待与终止传播。</a:t>
            </a:r>
          </a:p>
          <a:p xmlns:a="http://schemas.openxmlformats.org/drawingml/2006/main">
            <a:r>
              <a:t>输入：持久任务检查点</a:t>
            </a:r>
          </a:p>
          <a:p xmlns:a="http://schemas.openxmlformats.org/drawingml/2006/main">
            <a:r>
              <a:t>输出：父子任务图</a:t>
            </a:r>
          </a:p>
          <a:p xmlns:a="http://schemas.openxmlformats.org/drawingml/2006/main">
            <a:r>
              <a:t>入口：watchTaskGraph；waiting；completing</a:t>
            </a:r>
          </a:p>
          <a:p xmlns:a="http://schemas.openxmlformats.org/drawingml/2006/main">
            <a:r>
              <a:t>行为与边界：后台任务构成取消与空闲边界；任务图显示活跃任务，不替代完整审计历史。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源码：packages/durable/src/harness/task-graph.ts:1</a:t>
            </a:r>
          </a:p>
          <a:p xmlns:a="http://schemas.openxmlformats.org/drawingml/2006/main">
            <a:r>
              <a:t>源码：packages/durable/src/tasks.ts:1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重开并继续观察</a:t>
            </a:r>
          </a:p>
          <a:p xmlns:a="http://schemas.openxmlformats.org/drawingml/2006/main">
            <a:r>
              <a:t>使用视图与游标观察子任务当前状态，避免靠内存 Promise 作为唯一真相。</a:t>
            </a:r>
          </a:p>
          <a:p xmlns:a="http://schemas.openxmlformats.org/drawingml/2006/main">
            <a:r>
              <a:t>输入：恢复后的存储</a:t>
            </a:r>
          </a:p>
          <a:p xmlns:a="http://schemas.openxmlformats.org/drawingml/2006/main">
            <a:r>
              <a:t>输出：当前任务与会话视图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汇总结果与用量</a:t>
            </a:r>
          </a:p>
          <a:p xmlns:a="http://schemas.openxmlformats.org/drawingml/2006/main">
            <a:r>
              <a:t>检查各任务结果与 usage 的归属，避免把观察到的重复事件重复累加。</a:t>
            </a:r>
          </a:p>
          <a:p xmlns:a="http://schemas.openxmlformats.org/drawingml/2006/main">
            <a:r>
              <a:t>输入：已提交的子任务结果</a:t>
            </a:r>
          </a:p>
          <a:p xmlns:a="http://schemas.openxmlformats.org/drawingml/2006/main">
            <a:r>
              <a:t>输出：父流程可消费的结果</a:t>
            </a:r>
          </a:p>
          <a:p xmlns:a="http://schemas.openxmlformats.org/drawingml/2006/main">
            <a:r>
              <a:t>入口：Harness.usage；pi.usage</a:t>
            </a:r>
          </a:p>
          <a:p xmlns:a="http://schemas.openxmlformats.org/drawingml/2006/main">
            <a:r>
              <a:t>行为与边界：失败或取消但已有用量的尝试也计入；数值依赖提供商实际报告。</a:t>
            </a:r>
          </a:p>
          <a:p xmlns:a="http://schemas.openxmlformats.org/drawingml/2006/main">
            <a:r>
              <a:t>源码：packages/durable/src/harness/usage.ts:1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失败与恢复：父等待取消与子任务取消有不同语义；重启后需要从持久状态恢复关系。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 21、22、23 三个示例，比较前台、后台与普通子任务如何让父流程继续。</a:t>
            </a:r>
          </a:p>
          <a:p xmlns:a="http://schemas.openxmlformats.org/drawingml/2006/main">
            <a:r>
              <a:t>参考判断：答案要说清谁持有子会话、谁等待结果以及恢复依据，不把所有后台工作视为脱离管理。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持久子会话、背景任务与取消传播</a:t>
            </a:r>
          </a:p>
          <a:p xmlns:a="http://schemas.openxmlformats.org/drawingml/2006/main">
            <a:r>
              <a:t>工具在原子提交中创建 task-owned 子会话，由所有权传播终止；背景锚点让子会话独立继续。</a:t>
            </a:r>
          </a:p>
          <a:p xmlns:a="http://schemas.openxmlformats.org/drawingml/2006/main">
            <a:r>
              <a:t>入口：createConversation ownership；abort；background: true</a:t>
            </a:r>
          </a:p>
          <a:p xmlns:a="http://schemas.openxmlformats.org/drawingml/2006/main">
            <a:r>
              <a:t>边界：安全重放需复用子会话和 requestId；前台和后台的取消/空闲行为不同。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任务所有权、子任务等待与实时任务图</a:t>
            </a:r>
          </a:p>
          <a:p xmlns:a="http://schemas.openxmlformats.org/drawingml/2006/main">
            <a:r>
              <a:t>观察活跃任务状态及 owner/子会话关系，调度 allSettled 或 failFast 等待并收尾。</a:t>
            </a:r>
          </a:p>
          <a:p xmlns:a="http://schemas.openxmlformats.org/drawingml/2006/main">
            <a:r>
              <a:t>入口：watchTaskGraph；waiting；completing</a:t>
            </a:r>
          </a:p>
          <a:p xmlns:a="http://schemas.openxmlformats.org/drawingml/2006/main">
            <a:r>
              <a:t>边界：后台任务构成取消与空闲边界；任务图显示活跃任务，不替代完整审计历史。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按模型、工具与会话累计用量</a:t>
            </a:r>
          </a:p>
          <a:p xmlns:a="http://schemas.openxmlformats.org/drawingml/2006/main">
            <a:r>
              <a:t>把生成、压缩、嵌套工具的 token 和费用写入 pi.usage，支持会话和整个 Harness 汇总。</a:t>
            </a:r>
          </a:p>
          <a:p xmlns:a="http://schemas.openxmlformats.org/drawingml/2006/main">
            <a:r>
              <a:t>入口：Harness.usage；pi.usage</a:t>
            </a:r>
          </a:p>
          <a:p xmlns:a="http://schemas.openxmlformats.org/drawingml/2006/main">
            <a:r>
              <a:t>边界：失败或取消但已有用量的尝试也计入；数值依赖提供商实际报告。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前台子智能体 · 示例</a:t>
            </a:r>
          </a:p>
          <a:p xmlns:a="http://schemas.openxmlformats.org/drawingml/2006/main">
            <a:r>
              <a:t>展示安全重放的子会话工具，调用拥有子会话并等待答案，子事件挂在调用下。</a:t>
            </a:r>
          </a:p>
          <a:p xmlns:a="http://schemas.openxmlformats.org/drawingml/2006/main">
            <a:r>
              <a:t>入口：packages/durable/test/examples/21-subagent-foreground.ts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后台子智能体 · 示例</a:t>
            </a:r>
          </a:p>
          <a:p xmlns:a="http://schemas.openxmlformats.org/drawingml/2006/main">
            <a:r>
              <a:t>展示持久子会话的启动、投递、停止、列举和答案回传，使用后台任务跨越主会话取消。</a:t>
            </a:r>
          </a:p>
          <a:p xmlns:a="http://schemas.openxmlformats.org/drawingml/2006/main">
            <a:r>
              <a:t>入口：packages/durable/test/examples/22-subagent-background.ts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子任务等待与失败收尾 · 示例</a:t>
            </a:r>
          </a:p>
          <a:p xmlns:a="http://schemas.openxmlformats.org/drawingml/2006/main">
            <a:r>
              <a:t>以结账与支付任务演练 failFast、abort 与重启恢复。</a:t>
            </a:r>
          </a:p>
          <a:p xmlns:a="http://schemas.openxmlformats.org/drawingml/2006/main">
            <a:r>
              <a:t>入口：packages/durable/test/examples/23-child-tasks.ts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DUR-31 · 任务拥有的子会话 [实验／库] 任务可以拥有子会话，父任务失败或取消时沿拥有关系终止子工作；为实现前台子智能体提供原语。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DUR-32 · 后台任务边界 [实验／库] background 任务使其拥有的工作不阻塞父会话空闲，也不跟随普通父取消，适合后台研究与结果回传。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DUR-33 · 子任务等待策略 [实验／库] allSettled 等全部结束；failFast 遇到失败提前中止其他子任务，任务等待期间不持续占用执行代码。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DUR-34 · 结构化取消与收尾 [实验／库] 自底向上中止被拥有工作；父结果已决定但子工作未结束时处于 completing，全部收尾才变成终态。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DUR-35 · 实时任务图 [实验／库] 显示活跃任务、拥有关系、等待集合、后台标记与拥有的会话，方便构建任务面板和排错。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DUR-38 · 会话亲和与累计费用 [实验／库] 持久保存每会话 provider session ID，并按模型和工具汇总用量；嵌套调用用量归到自己的工具，外层再次转报会重复计费。失败、中止和摘要请求也可计入。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DUR-61 · 活跃任务索引与规模控制 [实验／库] 调度只遍历相关拥有关系和候选集合，结束任务仅在仍有后代活跃时保留索引，减少长驻 Harness 的历史任务内存与全表扫描开销。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OTH-60 · Durable 子智能体示例 [实验／示例] 22—23 演示前台子任务拥有关系，以及后台子智能体的创建、投递、等待、停止、列举和重启安全回报。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durable-subagents / 子会话、子任务与任务图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场景：主任务分出审查或检索子任务，并在重启后继续观察它们。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确定会话所有权</a:t>
            </a:r>
          </a:p>
          <a:p xmlns:a="http://schemas.openxmlformats.org/drawingml/2006/main">
            <a:r>
              <a:t>从 foreground/background 子智能体示例理解父子会话、结果与生命周期。</a:t>
            </a:r>
          </a:p>
          <a:p xmlns:a="http://schemas.openxmlformats.org/drawingml/2006/main">
            <a:r>
              <a:t>输入：父任务与子输入</a:t>
            </a:r>
          </a:p>
          <a:p xmlns:a="http://schemas.openxmlformats.org/drawingml/2006/main">
            <a:r>
              <a:t>输出：子会话和归属关系</a:t>
            </a:r>
          </a:p>
          <a:p xmlns:a="http://schemas.openxmlformats.org/drawingml/2006/main">
            <a:r>
              <a:t>入口：createConversation ownership；abort；background: true</a:t>
            </a:r>
          </a:p>
          <a:p xmlns:a="http://schemas.openxmlformats.org/drawingml/2006/main">
            <a:r>
              <a:t>行为与边界：安全重放需复用子会话和 requestId；前台和后台的取消/空闲行为不同。</a:t>
            </a:r>
          </a:p>
          <a:p xmlns:a="http://schemas.openxmlformats.org/drawingml/2006/main">
            <a:r>
              <a:t>源码：packages/durable/src/harness/harness.ts:1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建立子任务</a:t>
            </a:r>
          </a:p>
          <a:p xmlns:a="http://schemas.openxmlformats.org/drawingml/2006/main">
            <a:r>
              <a:t>阅读任务图与 child tasks，标出调度依赖、等待与终止传播。</a:t>
            </a:r>
          </a:p>
          <a:p xmlns:a="http://schemas.openxmlformats.org/drawingml/2006/main">
            <a:r>
              <a:t>输入：持久任务检查点</a:t>
            </a:r>
          </a:p>
          <a:p xmlns:a="http://schemas.openxmlformats.org/drawingml/2006/main">
            <a:r>
              <a:t>输出：父子任务图</a:t>
            </a:r>
          </a:p>
          <a:p xmlns:a="http://schemas.openxmlformats.org/drawingml/2006/main">
            <a:r>
              <a:t>入口：watchTaskGraph；waiting；completing</a:t>
            </a:r>
          </a:p>
          <a:p xmlns:a="http://schemas.openxmlformats.org/drawingml/2006/main">
            <a:r>
              <a:t>行为与边界：后台任务构成取消与空闲边界；任务图显示活跃任务，不替代完整审计历史。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源码：packages/durable/src/harness/task-graph.ts:1</a:t>
            </a:r>
          </a:p>
          <a:p xmlns:a="http://schemas.openxmlformats.org/drawingml/2006/main">
            <a:r>
              <a:t>源码：packages/durable/src/tasks.ts:1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重开并继续观察</a:t>
            </a:r>
          </a:p>
          <a:p xmlns:a="http://schemas.openxmlformats.org/drawingml/2006/main">
            <a:r>
              <a:t>使用视图与游标观察子任务当前状态，避免靠内存 Promise 作为唯一真相。</a:t>
            </a:r>
          </a:p>
          <a:p xmlns:a="http://schemas.openxmlformats.org/drawingml/2006/main">
            <a:r>
              <a:t>输入：恢复后的存储</a:t>
            </a:r>
          </a:p>
          <a:p xmlns:a="http://schemas.openxmlformats.org/drawingml/2006/main">
            <a:r>
              <a:t>输出：当前任务与会话视图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汇总结果与用量</a:t>
            </a:r>
          </a:p>
          <a:p xmlns:a="http://schemas.openxmlformats.org/drawingml/2006/main">
            <a:r>
              <a:t>检查各任务结果与 usage 的归属，避免把观察到的重复事件重复累加。</a:t>
            </a:r>
          </a:p>
          <a:p xmlns:a="http://schemas.openxmlformats.org/drawingml/2006/main">
            <a:r>
              <a:t>输入：已提交的子任务结果</a:t>
            </a:r>
          </a:p>
          <a:p xmlns:a="http://schemas.openxmlformats.org/drawingml/2006/main">
            <a:r>
              <a:t>输出：父流程可消费的结果</a:t>
            </a:r>
          </a:p>
          <a:p xmlns:a="http://schemas.openxmlformats.org/drawingml/2006/main">
            <a:r>
              <a:t>入口：Harness.usage；pi.usage</a:t>
            </a:r>
          </a:p>
          <a:p xmlns:a="http://schemas.openxmlformats.org/drawingml/2006/main">
            <a:r>
              <a:t>行为与边界：失败或取消但已有用量的尝试也计入；数值依赖提供商实际报告。</a:t>
            </a:r>
          </a:p>
          <a:p xmlns:a="http://schemas.openxmlformats.org/drawingml/2006/main">
            <a:r>
              <a:t>源码：packages/durable/src/harness/usage.ts:1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失败与恢复：父等待取消与子任务取消有不同语义；重启后需要从持久状态恢复关系。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 21、22、23 三个示例，比较前台、后台与普通子任务如何让父流程继续。</a:t>
            </a:r>
          </a:p>
          <a:p xmlns:a="http://schemas.openxmlformats.org/drawingml/2006/main">
            <a:r>
              <a:t>参考判断：答案要说清谁持有子会话、谁等待结果以及恢复依据，不把所有后台工作视为脱离管理。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持久子会话、背景任务与取消传播</a:t>
            </a:r>
          </a:p>
          <a:p xmlns:a="http://schemas.openxmlformats.org/drawingml/2006/main">
            <a:r>
              <a:t>工具在原子提交中创建 task-owned 子会话，由所有权传播终止；背景锚点让子会话独立继续。</a:t>
            </a:r>
          </a:p>
          <a:p xmlns:a="http://schemas.openxmlformats.org/drawingml/2006/main">
            <a:r>
              <a:t>入口：createConversation ownership；abort；background: true</a:t>
            </a:r>
          </a:p>
          <a:p xmlns:a="http://schemas.openxmlformats.org/drawingml/2006/main">
            <a:r>
              <a:t>边界：安全重放需复用子会话和 requestId；前台和后台的取消/空闲行为不同。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任务所有权、子任务等待与实时任务图</a:t>
            </a:r>
          </a:p>
          <a:p xmlns:a="http://schemas.openxmlformats.org/drawingml/2006/main">
            <a:r>
              <a:t>观察活跃任务状态及 owner/子会话关系，调度 allSettled 或 failFast 等待并收尾。</a:t>
            </a:r>
          </a:p>
          <a:p xmlns:a="http://schemas.openxmlformats.org/drawingml/2006/main">
            <a:r>
              <a:t>入口：watchTaskGraph；waiting；completing</a:t>
            </a:r>
          </a:p>
          <a:p xmlns:a="http://schemas.openxmlformats.org/drawingml/2006/main">
            <a:r>
              <a:t>边界：后台任务构成取消与空闲边界；任务图显示活跃任务，不替代完整审计历史。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按模型、工具与会话累计用量</a:t>
            </a:r>
          </a:p>
          <a:p xmlns:a="http://schemas.openxmlformats.org/drawingml/2006/main">
            <a:r>
              <a:t>把生成、压缩、嵌套工具的 token 和费用写入 pi.usage，支持会话和整个 Harness 汇总。</a:t>
            </a:r>
          </a:p>
          <a:p xmlns:a="http://schemas.openxmlformats.org/drawingml/2006/main">
            <a:r>
              <a:t>入口：Harness.usage；pi.usage</a:t>
            </a:r>
          </a:p>
          <a:p xmlns:a="http://schemas.openxmlformats.org/drawingml/2006/main">
            <a:r>
              <a:t>边界：失败或取消但已有用量的尝试也计入；数值依赖提供商实际报告。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前台子智能体 · 示例</a:t>
            </a:r>
          </a:p>
          <a:p xmlns:a="http://schemas.openxmlformats.org/drawingml/2006/main">
            <a:r>
              <a:t>展示安全重放的子会话工具，调用拥有子会话并等待答案，子事件挂在调用下。</a:t>
            </a:r>
          </a:p>
          <a:p xmlns:a="http://schemas.openxmlformats.org/drawingml/2006/main">
            <a:r>
              <a:t>入口：packages/durable/test/examples/21-subagent-foreground.ts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后台子智能体 · 示例</a:t>
            </a:r>
          </a:p>
          <a:p xmlns:a="http://schemas.openxmlformats.org/drawingml/2006/main">
            <a:r>
              <a:t>展示持久子会话的启动、投递、停止、列举和答案回传，使用后台任务跨越主会话取消。</a:t>
            </a:r>
          </a:p>
          <a:p xmlns:a="http://schemas.openxmlformats.org/drawingml/2006/main">
            <a:r>
              <a:t>入口：packages/durable/test/examples/22-subagent-background.ts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子任务等待与失败收尾 · 示例</a:t>
            </a:r>
          </a:p>
          <a:p xmlns:a="http://schemas.openxmlformats.org/drawingml/2006/main">
            <a:r>
              <a:t>以结账与支付任务演练 failFast、abort 与重启恢复。</a:t>
            </a:r>
          </a:p>
          <a:p xmlns:a="http://schemas.openxmlformats.org/drawingml/2006/main">
            <a:r>
              <a:t>入口：packages/durable/test/examples/23-child-tasks.ts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DUR-31 · 任务拥有的子会话 [实验／库] 任务可以拥有子会话，父任务失败或取消时沿拥有关系终止子工作；为实现前台子智能体提供原语。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DUR-32 · 后台任务边界 [实验／库] background 任务使其拥有的工作不阻塞父会话空闲，也不跟随普通父取消，适合后台研究与结果回传。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DUR-33 · 子任务等待策略 [实验／库] allSettled 等全部结束；failFast 遇到失败提前中止其他子任务，任务等待期间不持续占用执行代码。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DUR-34 · 结构化取消与收尾 [实验／库] 自底向上中止被拥有工作；父结果已决定但子工作未结束时处于 completing，全部收尾才变成终态。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DUR-35 · 实时任务图 [实验／库] 显示活跃任务、拥有关系、等待集合、后台标记与拥有的会话，方便构建任务面板和排错。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DUR-38 · 会话亲和与累计费用 [实验／库] 持久保存每会话 provider session ID，并按模型和工具汇总用量；嵌套调用用量归到自己的工具，外层再次转报会重复计费。失败、中止和摘要请求也可计入。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DUR-61 · 活跃任务索引与规模控制 [实验／库] 调度只遍历相关拥有关系和候选集合，结束任务仅在仍有后代活跃时保留索引，减少长驻 Harness 的历史任务内存与全表扫描开销。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OTH-60 · Durable 子智能体示例 [实验／示例] 22—23 演示前台子任务拥有关系，以及后台子智能体的创建、投递、等待、停止、列举和重启安全回报。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durable-subagents / 子会话、子任务与任务图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场景：主任务分出审查或检索子任务，并在重启后继续观察它们。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确定会话所有权</a:t>
            </a:r>
          </a:p>
          <a:p xmlns:a="http://schemas.openxmlformats.org/drawingml/2006/main">
            <a:r>
              <a:t>从 foreground/background 子智能体示例理解父子会话、结果与生命周期。</a:t>
            </a:r>
          </a:p>
          <a:p xmlns:a="http://schemas.openxmlformats.org/drawingml/2006/main">
            <a:r>
              <a:t>输入：父任务与子输入</a:t>
            </a:r>
          </a:p>
          <a:p xmlns:a="http://schemas.openxmlformats.org/drawingml/2006/main">
            <a:r>
              <a:t>输出：子会话和归属关系</a:t>
            </a:r>
          </a:p>
          <a:p xmlns:a="http://schemas.openxmlformats.org/drawingml/2006/main">
            <a:r>
              <a:t>入口：createConversation ownership；abort；background: true</a:t>
            </a:r>
          </a:p>
          <a:p xmlns:a="http://schemas.openxmlformats.org/drawingml/2006/main">
            <a:r>
              <a:t>行为与边界：安全重放需复用子会话和 requestId；前台和后台的取消/空闲行为不同。</a:t>
            </a:r>
          </a:p>
          <a:p xmlns:a="http://schemas.openxmlformats.org/drawingml/2006/main">
            <a:r>
              <a:t>源码：packages/durable/src/harness/harness.ts:1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建立子任务</a:t>
            </a:r>
          </a:p>
          <a:p xmlns:a="http://schemas.openxmlformats.org/drawingml/2006/main">
            <a:r>
              <a:t>阅读任务图与 child tasks，标出调度依赖、等待与终止传播。</a:t>
            </a:r>
          </a:p>
          <a:p xmlns:a="http://schemas.openxmlformats.org/drawingml/2006/main">
            <a:r>
              <a:t>输入：持久任务检查点</a:t>
            </a:r>
          </a:p>
          <a:p xmlns:a="http://schemas.openxmlformats.org/drawingml/2006/main">
            <a:r>
              <a:t>输出：父子任务图</a:t>
            </a:r>
          </a:p>
          <a:p xmlns:a="http://schemas.openxmlformats.org/drawingml/2006/main">
            <a:r>
              <a:t>入口：watchTaskGraph；waiting；completing</a:t>
            </a:r>
          </a:p>
          <a:p xmlns:a="http://schemas.openxmlformats.org/drawingml/2006/main">
            <a:r>
              <a:t>行为与边界：后台任务构成取消与空闲边界；任务图显示活跃任务，不替代完整审计历史。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源码：packages/durable/src/harness/task-graph.ts:1</a:t>
            </a:r>
          </a:p>
          <a:p xmlns:a="http://schemas.openxmlformats.org/drawingml/2006/main">
            <a:r>
              <a:t>源码：packages/durable/src/tasks.ts:1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重开并继续观察</a:t>
            </a:r>
          </a:p>
          <a:p xmlns:a="http://schemas.openxmlformats.org/drawingml/2006/main">
            <a:r>
              <a:t>使用视图与游标观察子任务当前状态，避免靠内存 Promise 作为唯一真相。</a:t>
            </a:r>
          </a:p>
          <a:p xmlns:a="http://schemas.openxmlformats.org/drawingml/2006/main">
            <a:r>
              <a:t>输入：恢复后的存储</a:t>
            </a:r>
          </a:p>
          <a:p xmlns:a="http://schemas.openxmlformats.org/drawingml/2006/main">
            <a:r>
              <a:t>输出：当前任务与会话视图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汇总结果与用量</a:t>
            </a:r>
          </a:p>
          <a:p xmlns:a="http://schemas.openxmlformats.org/drawingml/2006/main">
            <a:r>
              <a:t>检查各任务结果与 usage 的归属，避免把观察到的重复事件重复累加。</a:t>
            </a:r>
          </a:p>
          <a:p xmlns:a="http://schemas.openxmlformats.org/drawingml/2006/main">
            <a:r>
              <a:t>输入：已提交的子任务结果</a:t>
            </a:r>
          </a:p>
          <a:p xmlns:a="http://schemas.openxmlformats.org/drawingml/2006/main">
            <a:r>
              <a:t>输出：父流程可消费的结果</a:t>
            </a:r>
          </a:p>
          <a:p xmlns:a="http://schemas.openxmlformats.org/drawingml/2006/main">
            <a:r>
              <a:t>入口：Harness.usage；pi.usage</a:t>
            </a:r>
          </a:p>
          <a:p xmlns:a="http://schemas.openxmlformats.org/drawingml/2006/main">
            <a:r>
              <a:t>行为与边界：失败或取消但已有用量的尝试也计入；数值依赖提供商实际报告。</a:t>
            </a:r>
          </a:p>
          <a:p xmlns:a="http://schemas.openxmlformats.org/drawingml/2006/main">
            <a:r>
              <a:t>源码：packages/durable/src/harness/usage.ts:1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失败与恢复：父等待取消与子任务取消有不同语义；重启后需要从持久状态恢复关系。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 21、22、23 三个示例，比较前台、后台与普通子任务如何让父流程继续。</a:t>
            </a:r>
          </a:p>
          <a:p xmlns:a="http://schemas.openxmlformats.org/drawingml/2006/main">
            <a:r>
              <a:t>参考判断：答案要说清谁持有子会话、谁等待结果以及恢复依据，不把所有后台工作视为脱离管理。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持久子会话、背景任务与取消传播</a:t>
            </a:r>
          </a:p>
          <a:p xmlns:a="http://schemas.openxmlformats.org/drawingml/2006/main">
            <a:r>
              <a:t>工具在原子提交中创建 task-owned 子会话，由所有权传播终止；背景锚点让子会话独立继续。</a:t>
            </a:r>
          </a:p>
          <a:p xmlns:a="http://schemas.openxmlformats.org/drawingml/2006/main">
            <a:r>
              <a:t>入口：createConversation ownership；abort；background: true</a:t>
            </a:r>
          </a:p>
          <a:p xmlns:a="http://schemas.openxmlformats.org/drawingml/2006/main">
            <a:r>
              <a:t>边界：安全重放需复用子会话和 requestId；前台和后台的取消/空闲行为不同。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任务所有权、子任务等待与实时任务图</a:t>
            </a:r>
          </a:p>
          <a:p xmlns:a="http://schemas.openxmlformats.org/drawingml/2006/main">
            <a:r>
              <a:t>观察活跃任务状态及 owner/子会话关系，调度 allSettled 或 failFast 等待并收尾。</a:t>
            </a:r>
          </a:p>
          <a:p xmlns:a="http://schemas.openxmlformats.org/drawingml/2006/main">
            <a:r>
              <a:t>入口：watchTaskGraph；waiting；completing</a:t>
            </a:r>
          </a:p>
          <a:p xmlns:a="http://schemas.openxmlformats.org/drawingml/2006/main">
            <a:r>
              <a:t>边界：后台任务构成取消与空闲边界；任务图显示活跃任务，不替代完整审计历史。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按模型、工具与会话累计用量</a:t>
            </a:r>
          </a:p>
          <a:p xmlns:a="http://schemas.openxmlformats.org/drawingml/2006/main">
            <a:r>
              <a:t>把生成、压缩、嵌套工具的 token 和费用写入 pi.usage，支持会话和整个 Harness 汇总。</a:t>
            </a:r>
          </a:p>
          <a:p xmlns:a="http://schemas.openxmlformats.org/drawingml/2006/main">
            <a:r>
              <a:t>入口：Harness.usage；pi.usage</a:t>
            </a:r>
          </a:p>
          <a:p xmlns:a="http://schemas.openxmlformats.org/drawingml/2006/main">
            <a:r>
              <a:t>边界：失败或取消但已有用量的尝试也计入；数值依赖提供商实际报告。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前台子智能体 · 示例</a:t>
            </a:r>
          </a:p>
          <a:p xmlns:a="http://schemas.openxmlformats.org/drawingml/2006/main">
            <a:r>
              <a:t>展示安全重放的子会话工具，调用拥有子会话并等待答案，子事件挂在调用下。</a:t>
            </a:r>
          </a:p>
          <a:p xmlns:a="http://schemas.openxmlformats.org/drawingml/2006/main">
            <a:r>
              <a:t>入口：packages/durable/test/examples/21-subagent-foreground.ts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后台子智能体 · 示例</a:t>
            </a:r>
          </a:p>
          <a:p xmlns:a="http://schemas.openxmlformats.org/drawingml/2006/main">
            <a:r>
              <a:t>展示持久子会话的启动、投递、停止、列举和答案回传，使用后台任务跨越主会话取消。</a:t>
            </a:r>
          </a:p>
          <a:p xmlns:a="http://schemas.openxmlformats.org/drawingml/2006/main">
            <a:r>
              <a:t>入口：packages/durable/test/examples/22-subagent-background.ts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子任务等待与失败收尾 · 示例</a:t>
            </a:r>
          </a:p>
          <a:p xmlns:a="http://schemas.openxmlformats.org/drawingml/2006/main">
            <a:r>
              <a:t>以结账与支付任务演练 failFast、abort 与重启恢复。</a:t>
            </a:r>
          </a:p>
          <a:p xmlns:a="http://schemas.openxmlformats.org/drawingml/2006/main">
            <a:r>
              <a:t>入口：packages/durable/test/examples/23-child-tasks.ts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DUR-31 · 任务拥有的子会话 [实验／库] 任务可以拥有子会话，父任务失败或取消时沿拥有关系终止子工作；为实现前台子智能体提供原语。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DUR-32 · 后台任务边界 [实验／库] background 任务使其拥有的工作不阻塞父会话空闲，也不跟随普通父取消，适合后台研究与结果回传。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DUR-33 · 子任务等待策略 [实验／库] allSettled 等全部结束；failFast 遇到失败提前中止其他子任务，任务等待期间不持续占用执行代码。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DUR-34 · 结构化取消与收尾 [实验／库] 自底向上中止被拥有工作；父结果已决定但子工作未结束时处于 completing，全部收尾才变成终态。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DUR-35 · 实时任务图 [实验／库] 显示活跃任务、拥有关系、等待集合、后台标记与拥有的会话，方便构建任务面板和排错。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DUR-38 · 会话亲和与累计费用 [实验／库] 持久保存每会话 provider session ID，并按模型和工具汇总用量；嵌套调用用量归到自己的工具，外层再次转报会重复计费。失败、中止和摘要请求也可计入。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DUR-61 · 活跃任务索引与规模控制 [实验／库] 调度只遍历相关拥有关系和候选集合，结束任务仅在仍有后代活跃时保留索引，减少长驻 Harness 的历史任务内存与全表扫描开销。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OTH-60 · Durable 子智能体示例 [实验／示例] 22—23 演示前台子任务拥有关系，以及后台子智能体的创建、投递、等待、停止、列举和重启安全回报。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durable-context / 持久压缩、阻塞恢复与上下文观察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场景：长时间运行的持久会话需要缩减上下文，并在重启后保持相同边界。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决定压缩任务</a:t>
            </a:r>
          </a:p>
          <a:p xmlns:a="http://schemas.openxmlformats.org/drawingml/2006/main">
            <a:r>
              <a:t>读取压缩配置、触发条件和记录边界，区分普通生成和摘要任务。</a:t>
            </a:r>
          </a:p>
          <a:p xmlns:a="http://schemas.openxmlformats.org/drawingml/2006/main">
            <a:r>
              <a:t>输入：长会话与限制</a:t>
            </a:r>
          </a:p>
          <a:p xmlns:a="http://schemas.openxmlformats.org/drawingml/2006/main">
            <a:r>
              <a:t>输出：压缩计划</a:t>
            </a:r>
          </a:p>
          <a:p xmlns:a="http://schemas.openxmlformats.org/drawingml/2006/main">
            <a:r>
              <a:t>入口：Conversation.compact；CompactionTask；settings.compaction</a:t>
            </a:r>
          </a:p>
          <a:p xmlns:a="http://schemas.openxmlformats.org/drawingml/2006/main">
            <a:r>
              <a:t>行为与边界：手动、后台和溢出压缩有不同触发；摘要费用计入用量，旧条目仍保留。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处理阻塞与失败</a:t>
            </a:r>
          </a:p>
          <a:p xmlns:a="http://schemas.openxmlformats.org/drawingml/2006/main">
            <a:r>
              <a:t>观察 generation 被压缩阻塞的检查点，以及失败后允许怎样恢复。</a:t>
            </a:r>
          </a:p>
          <a:p xmlns:a="http://schemas.openxmlformats.org/drawingml/2006/main">
            <a:r>
              <a:t>输入：压缩进行中或失败</a:t>
            </a:r>
          </a:p>
          <a:p xmlns:a="http://schemas.openxmlformats.org/drawingml/2006/main">
            <a:r>
              <a:t>输出：可解释的等待/失败状态</a:t>
            </a:r>
          </a:p>
          <a:p xmlns:a="http://schemas.openxmlformats.org/drawingml/2006/main">
            <a:r>
              <a:t>入口：pi.live.compactionFailure / model_error / task wait</a:t>
            </a:r>
          </a:p>
          <a:p xmlns:a="http://schemas.openxmlformats.org/drawingml/2006/main">
            <a:r>
              <a:t>行为与边界：成功摘要清除最近压缩失败；失败期间不继续发送本次模型请求。等待环错误需要修正任务依赖。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提交摘要与视图</a:t>
            </a:r>
          </a:p>
          <a:p xmlns:a="http://schemas.openxmlformats.org/drawingml/2006/main">
            <a:r>
              <a:t>检查摘要提交后下一轮上下文和观察视图怎样改变，保留原始条目的归属。</a:t>
            </a:r>
          </a:p>
          <a:p xmlns:a="http://schemas.openxmlformats.org/drawingml/2006/main">
            <a:r>
              <a:t>输入：摘要和保留记录</a:t>
            </a:r>
          </a:p>
          <a:p xmlns:a="http://schemas.openxmlformats.org/drawingml/2006/main">
            <a:r>
              <a:t>输出：新的模型上下文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核对图像预算</a:t>
            </a:r>
          </a:p>
          <a:p xmlns:a="http://schemas.openxmlformats.org/drawingml/2006/main">
            <a:r>
              <a:t>检查图像输入和模型限制，在持久消息与请求投影之间核对处理阶段。</a:t>
            </a:r>
          </a:p>
          <a:p xmlns:a="http://schemas.openxmlformats.org/drawingml/2006/main">
            <a:r>
              <a:t>输入：图像消息与模型能力</a:t>
            </a:r>
          </a:p>
          <a:p xmlns:a="http://schemas.openxmlformats.org/drawingml/2006/main">
            <a:r>
              <a:t>输出：符合当前请求条件的输入</a:t>
            </a:r>
          </a:p>
          <a:p xmlns:a="http://schemas.openxmlformats.org/drawingml/2006/main">
            <a:r>
              <a:t>入口：createCodingTools({ images })；images/node；images/cloudflare</a:t>
            </a:r>
          </a:p>
          <a:p xmlns:a="http://schemas.openxmlformats.org/drawingml/2006/main">
            <a:r>
              <a:t>行为与边界：Node loader 在 worker 中处理图像，空闲 30 秒后退出；模型无图像输入能力时返回占位诊断。</a:t>
            </a:r>
          </a:p>
          <a:p xmlns:a="http://schemas.openxmlformats.org/drawingml/2006/main">
            <a:r>
              <a:t>源码：packages/durable/src/images/cloudflare.ts:1</a:t>
            </a:r>
          </a:p>
          <a:p xmlns:a="http://schemas.openxmlformats.org/drawingml/2006/main">
            <a:r>
              <a:t>源码：packages/durable/src/images/exif.ts:1</a:t>
            </a:r>
          </a:p>
          <a:p xmlns:a="http://schemas.openxmlformats.org/drawingml/2006/main">
            <a:r>
              <a:t>源码：packages/durable/src/images/index.ts:1</a:t>
            </a:r>
          </a:p>
          <a:p xmlns:a="http://schemas.openxmlformats.org/drawingml/2006/main">
            <a:r>
              <a:t>源码：packages/durable/src/images/node-worker.ts:1</a:t>
            </a:r>
          </a:p>
          <a:p xmlns:a="http://schemas.openxmlformats.org/drawingml/2006/main">
            <a:r>
              <a:t>源码：packages/durable/src/images/node.ts:1</a:t>
            </a:r>
          </a:p>
          <a:p xmlns:a="http://schemas.openxmlformats.org/drawingml/2006/main">
            <a:r>
              <a:t>源码：packages/durable/src/images/photon-wasm.d.ts:1</a:t>
            </a:r>
          </a:p>
          <a:p xmlns:a="http://schemas.openxmlformats.org/drawingml/2006/main">
            <a:r>
              <a:t>源码：packages/durable/src/tools/image-processor.ts:1</a:t>
            </a:r>
          </a:p>
          <a:p xmlns:a="http://schemas.openxmlformats.org/drawingml/2006/main">
            <a:r>
              <a:t>源码：packages/durable/src/tools/image.ts:1</a:t>
            </a:r>
          </a:p>
          <a:p xmlns:a="http://schemas.openxmlformats.org/drawingml/2006/main">
            <a:r>
              <a:t>源码：packages/durable/src/tools/read.ts:1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失败与恢复：摘要失败不能直接伪装为压缩成功；取消与任务恢复需要保留清晰状态。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练习：找出一项压缩测试，写出压缩前后仍应保留的信息及应变化的上下文内容。</a:t>
            </a:r>
          </a:p>
          <a:p xmlns:a="http://schemas.openxmlformats.org/drawingml/2006/main">
            <a:r>
              <a:t>参考判断：记录历史、模型投影和观察视图是三个层次，不能只断言消息数量减少。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后台压缩、溢出恢复与陈旧摘要处理</a:t>
            </a:r>
          </a:p>
          <a:p xmlns:a="http://schemas.openxmlformats.org/drawingml/2006/main">
            <a:r>
              <a:t>把压缩做成独立任务，允许会话继续，按边界放置摘要并处理过时 cut。</a:t>
            </a:r>
          </a:p>
          <a:p xmlns:a="http://schemas.openxmlformats.org/drawingml/2006/main">
            <a:r>
              <a:t>入口：Conversation.compact；CompactionTask；settings.compaction</a:t>
            </a:r>
          </a:p>
          <a:p xmlns:a="http://schemas.openxmlformats.org/drawingml/2006/main">
            <a:r>
              <a:t>边界：手动、后台和溢出压缩有不同触发；摘要费用计入用量，旧条目仍保留。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阻塞压缩失败与等待环检测</a:t>
            </a:r>
          </a:p>
          <a:p xmlns:a="http://schemas.openxmlformats.org/drawingml/2006/main">
            <a:r>
              <a:t>压缩失败使依赖它的生成停止并公开最近失败；任务调度拒绝形成等待环的等待关系。</a:t>
            </a:r>
          </a:p>
          <a:p xmlns:a="http://schemas.openxmlformats.org/drawingml/2006/main">
            <a:r>
              <a:t>入口：pi.live.compactionFailure / model_error / task wait</a:t>
            </a:r>
          </a:p>
          <a:p xmlns:a="http://schemas.openxmlformats.org/drawingml/2006/main">
            <a:r>
              <a:t>边界：成功摘要清除最近压缩失败；失败期间不继续发送本次模型请求。等待环错误需要修正任务依赖。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图像读取与可选 WASM 处理器</a:t>
            </a:r>
          </a:p>
          <a:p xmlns:a="http://schemas.openxmlformats.org/drawingml/2006/main">
            <a:r>
              <a:t>read 返回模型支持且符合限制的图像，注入 images 处理器可旋转、转换和缩小图片。</a:t>
            </a:r>
          </a:p>
          <a:p xmlns:a="http://schemas.openxmlformats.org/drawingml/2006/main">
            <a:r>
              <a:t>入口：createCodingTools({ images })；images/node；images/cloudflare</a:t>
            </a:r>
          </a:p>
          <a:p xmlns:a="http://schemas.openxmlformats.org/drawingml/2006/main">
            <a:r>
              <a:t>边界：Node loader 在 worker 中处理图像，空闲 30 秒后退出；模型无图像输入能力时返回占位诊断。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DUR-27 · 手动与后台压缩 [实验／库] 可并行生成摘要并在空闲或轮次边界安放，过期摘要按 stale 处理；支持提前后台压缩。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DUR-28 · 溢出恢复与自定义压缩 [实验／库] 模型拒绝过长上下文时压缩后重试一次；扩展可以阻止或提供自己的摘要。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DUR-42 · 图片定向、转换与缩放 [实验／库] 可选 Photon WASM 处理器解码图片，按 EXIF 转正、BMP 转 PNG，并缩放到模型限制；默认限制 2000×2000 和 4.5 MB base64。非视觉模型得到占位说明。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DUR-43 · Node 图片后台处理 [实验／库] /images/node 默认在 worker 准备图片，避免大图阻塞事件循环；空闲 30 秒释放线程及 WASM 内存。Cloudflare／通用加载器在调用线程处理，不保证相同隔离。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DUR-69 · 压缩失败状态与阻塞策略 [实验／库] pi.live.compactionFailure 保留最近失败直到新摘要成功；compaction_end 携带 error。阻塞阈值压缩失败会使生成以 model_error 结束，不再继续发送超限请求；无内容或 Hook 拒绝可继续。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durable-context / 持久压缩、阻塞恢复与上下文观察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场景：长时间运行的持久会话需要缩减上下文，并在重启后保持相同边界。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决定压缩任务</a:t>
            </a:r>
          </a:p>
          <a:p xmlns:a="http://schemas.openxmlformats.org/drawingml/2006/main">
            <a:r>
              <a:t>读取压缩配置、触发条件和记录边界，区分普通生成和摘要任务。</a:t>
            </a:r>
          </a:p>
          <a:p xmlns:a="http://schemas.openxmlformats.org/drawingml/2006/main">
            <a:r>
              <a:t>输入：长会话与限制</a:t>
            </a:r>
          </a:p>
          <a:p xmlns:a="http://schemas.openxmlformats.org/drawingml/2006/main">
            <a:r>
              <a:t>输出：压缩计划</a:t>
            </a:r>
          </a:p>
          <a:p xmlns:a="http://schemas.openxmlformats.org/drawingml/2006/main">
            <a:r>
              <a:t>入口：Conversation.compact；CompactionTask；settings.compaction</a:t>
            </a:r>
          </a:p>
          <a:p xmlns:a="http://schemas.openxmlformats.org/drawingml/2006/main">
            <a:r>
              <a:t>行为与边界：手动、后台和溢出压缩有不同触发；摘要费用计入用量，旧条目仍保留。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处理阻塞与失败</a:t>
            </a:r>
          </a:p>
          <a:p xmlns:a="http://schemas.openxmlformats.org/drawingml/2006/main">
            <a:r>
              <a:t>观察 generation 被压缩阻塞的检查点，以及失败后允许怎样恢复。</a:t>
            </a:r>
          </a:p>
          <a:p xmlns:a="http://schemas.openxmlformats.org/drawingml/2006/main">
            <a:r>
              <a:t>输入：压缩进行中或失败</a:t>
            </a:r>
          </a:p>
          <a:p xmlns:a="http://schemas.openxmlformats.org/drawingml/2006/main">
            <a:r>
              <a:t>输出：可解释的等待/失败状态</a:t>
            </a:r>
          </a:p>
          <a:p xmlns:a="http://schemas.openxmlformats.org/drawingml/2006/main">
            <a:r>
              <a:t>入口：pi.live.compactionFailure / model_error / task wait</a:t>
            </a:r>
          </a:p>
          <a:p xmlns:a="http://schemas.openxmlformats.org/drawingml/2006/main">
            <a:r>
              <a:t>行为与边界：成功摘要清除最近压缩失败；失败期间不继续发送本次模型请求。等待环错误需要修正任务依赖。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提交摘要与视图</a:t>
            </a:r>
          </a:p>
          <a:p xmlns:a="http://schemas.openxmlformats.org/drawingml/2006/main">
            <a:r>
              <a:t>检查摘要提交后下一轮上下文和观察视图怎样改变，保留原始条目的归属。</a:t>
            </a:r>
          </a:p>
          <a:p xmlns:a="http://schemas.openxmlformats.org/drawingml/2006/main">
            <a:r>
              <a:t>输入：摘要和保留记录</a:t>
            </a:r>
          </a:p>
          <a:p xmlns:a="http://schemas.openxmlformats.org/drawingml/2006/main">
            <a:r>
              <a:t>输出：新的模型上下文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核对图像预算</a:t>
            </a:r>
          </a:p>
          <a:p xmlns:a="http://schemas.openxmlformats.org/drawingml/2006/main">
            <a:r>
              <a:t>检查图像输入和模型限制，在持久消息与请求投影之间核对处理阶段。</a:t>
            </a:r>
          </a:p>
          <a:p xmlns:a="http://schemas.openxmlformats.org/drawingml/2006/main">
            <a:r>
              <a:t>输入：图像消息与模型能力</a:t>
            </a:r>
          </a:p>
          <a:p xmlns:a="http://schemas.openxmlformats.org/drawingml/2006/main">
            <a:r>
              <a:t>输出：符合当前请求条件的输入</a:t>
            </a:r>
          </a:p>
          <a:p xmlns:a="http://schemas.openxmlformats.org/drawingml/2006/main">
            <a:r>
              <a:t>入口：createCodingTools({ images })；images/node；images/cloudflare</a:t>
            </a:r>
          </a:p>
          <a:p xmlns:a="http://schemas.openxmlformats.org/drawingml/2006/main">
            <a:r>
              <a:t>行为与边界：Node loader 在 worker 中处理图像，空闲 30 秒后退出；模型无图像输入能力时返回占位诊断。</a:t>
            </a:r>
          </a:p>
          <a:p xmlns:a="http://schemas.openxmlformats.org/drawingml/2006/main">
            <a:r>
              <a:t>源码：packages/durable/src/images/cloudflare.ts:1</a:t>
            </a:r>
          </a:p>
          <a:p xmlns:a="http://schemas.openxmlformats.org/drawingml/2006/main">
            <a:r>
              <a:t>源码：packages/durable/src/images/exif.ts:1</a:t>
            </a:r>
          </a:p>
          <a:p xmlns:a="http://schemas.openxmlformats.org/drawingml/2006/main">
            <a:r>
              <a:t>源码：packages/durable/src/images/index.ts:1</a:t>
            </a:r>
          </a:p>
          <a:p xmlns:a="http://schemas.openxmlformats.org/drawingml/2006/main">
            <a:r>
              <a:t>源码：packages/durable/src/images/node-worker.ts:1</a:t>
            </a:r>
          </a:p>
          <a:p xmlns:a="http://schemas.openxmlformats.org/drawingml/2006/main">
            <a:r>
              <a:t>源码：packages/durable/src/images/node.ts:1</a:t>
            </a:r>
          </a:p>
          <a:p xmlns:a="http://schemas.openxmlformats.org/drawingml/2006/main">
            <a:r>
              <a:t>源码：packages/durable/src/images/photon-wasm.d.ts:1</a:t>
            </a:r>
          </a:p>
          <a:p xmlns:a="http://schemas.openxmlformats.org/drawingml/2006/main">
            <a:r>
              <a:t>源码：packages/durable/src/tools/image-processor.ts:1</a:t>
            </a:r>
          </a:p>
          <a:p xmlns:a="http://schemas.openxmlformats.org/drawingml/2006/main">
            <a:r>
              <a:t>源码：packages/durable/src/tools/image.ts:1</a:t>
            </a:r>
          </a:p>
          <a:p xmlns:a="http://schemas.openxmlformats.org/drawingml/2006/main">
            <a:r>
              <a:t>源码：packages/durable/src/tools/read.ts:1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失败与恢复：摘要失败不能直接伪装为压缩成功；取消与任务恢复需要保留清晰状态。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练习：找出一项压缩测试，写出压缩前后仍应保留的信息及应变化的上下文内容。</a:t>
            </a:r>
          </a:p>
          <a:p xmlns:a="http://schemas.openxmlformats.org/drawingml/2006/main">
            <a:r>
              <a:t>参考判断：记录历史、模型投影和观察视图是三个层次，不能只断言消息数量减少。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后台压缩、溢出恢复与陈旧摘要处理</a:t>
            </a:r>
          </a:p>
          <a:p xmlns:a="http://schemas.openxmlformats.org/drawingml/2006/main">
            <a:r>
              <a:t>把压缩做成独立任务，允许会话继续，按边界放置摘要并处理过时 cut。</a:t>
            </a:r>
          </a:p>
          <a:p xmlns:a="http://schemas.openxmlformats.org/drawingml/2006/main">
            <a:r>
              <a:t>入口：Conversation.compact；CompactionTask；settings.compaction</a:t>
            </a:r>
          </a:p>
          <a:p xmlns:a="http://schemas.openxmlformats.org/drawingml/2006/main">
            <a:r>
              <a:t>边界：手动、后台和溢出压缩有不同触发；摘要费用计入用量，旧条目仍保留。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阻塞压缩失败与等待环检测</a:t>
            </a:r>
          </a:p>
          <a:p xmlns:a="http://schemas.openxmlformats.org/drawingml/2006/main">
            <a:r>
              <a:t>压缩失败使依赖它的生成停止并公开最近失败；任务调度拒绝形成等待环的等待关系。</a:t>
            </a:r>
          </a:p>
          <a:p xmlns:a="http://schemas.openxmlformats.org/drawingml/2006/main">
            <a:r>
              <a:t>入口：pi.live.compactionFailure / model_error / task wait</a:t>
            </a:r>
          </a:p>
          <a:p xmlns:a="http://schemas.openxmlformats.org/drawingml/2006/main">
            <a:r>
              <a:t>边界：成功摘要清除最近压缩失败；失败期间不继续发送本次模型请求。等待环错误需要修正任务依赖。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图像读取与可选 WASM 处理器</a:t>
            </a:r>
          </a:p>
          <a:p xmlns:a="http://schemas.openxmlformats.org/drawingml/2006/main">
            <a:r>
              <a:t>read 返回模型支持且符合限制的图像，注入 images 处理器可旋转、转换和缩小图片。</a:t>
            </a:r>
          </a:p>
          <a:p xmlns:a="http://schemas.openxmlformats.org/drawingml/2006/main">
            <a:r>
              <a:t>入口：createCodingTools({ images })；images/node；images/cloudflare</a:t>
            </a:r>
          </a:p>
          <a:p xmlns:a="http://schemas.openxmlformats.org/drawingml/2006/main">
            <a:r>
              <a:t>边界：Node loader 在 worker 中处理图像，空闲 30 秒后退出；模型无图像输入能力时返回占位诊断。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DUR-27 · 手动与后台压缩 [实验／库] 可并行生成摘要并在空闲或轮次边界安放，过期摘要按 stale 处理；支持提前后台压缩。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DUR-28 · 溢出恢复与自定义压缩 [实验／库] 模型拒绝过长上下文时压缩后重试一次；扩展可以阻止或提供自己的摘要。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DUR-42 · 图片定向、转换与缩放 [实验／库] 可选 Photon WASM 处理器解码图片，按 EXIF 转正、BMP 转 PNG，并缩放到模型限制；默认限制 2000×2000 和 4.5 MB base64。非视觉模型得到占位说明。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DUR-43 · Node 图片后台处理 [实验／库] /images/node 默认在 worker 准备图片，避免大图阻塞事件循环；空闲 30 秒释放线程及 WASM 内存。Cloudflare／通用加载器在调用线程处理，不保证相同隔离。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DUR-69 · 压缩失败状态与阻塞策略 [实验／库] pi.live.compactionFailure 保留最近失败直到新摘要成功；compaction_end 携带 error。阻塞阈值压缩失败会使生成以 model_error 结束，不再继续发送超限请求；无内容或 Hook 拒绝可继续。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durable-context / 持久压缩、阻塞恢复与上下文观察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场景：长时间运行的持久会话需要缩减上下文，并在重启后保持相同边界。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决定压缩任务</a:t>
            </a:r>
          </a:p>
          <a:p xmlns:a="http://schemas.openxmlformats.org/drawingml/2006/main">
            <a:r>
              <a:t>读取压缩配置、触发条件和记录边界，区分普通生成和摘要任务。</a:t>
            </a:r>
          </a:p>
          <a:p xmlns:a="http://schemas.openxmlformats.org/drawingml/2006/main">
            <a:r>
              <a:t>输入：长会话与限制</a:t>
            </a:r>
          </a:p>
          <a:p xmlns:a="http://schemas.openxmlformats.org/drawingml/2006/main">
            <a:r>
              <a:t>输出：压缩计划</a:t>
            </a:r>
          </a:p>
          <a:p xmlns:a="http://schemas.openxmlformats.org/drawingml/2006/main">
            <a:r>
              <a:t>入口：Conversation.compact；CompactionTask；settings.compaction</a:t>
            </a:r>
          </a:p>
          <a:p xmlns:a="http://schemas.openxmlformats.org/drawingml/2006/main">
            <a:r>
              <a:t>行为与边界：手动、后台和溢出压缩有不同触发；摘要费用计入用量，旧条目仍保留。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处理阻塞与失败</a:t>
            </a:r>
          </a:p>
          <a:p xmlns:a="http://schemas.openxmlformats.org/drawingml/2006/main">
            <a:r>
              <a:t>观察 generation 被压缩阻塞的检查点，以及失败后允许怎样恢复。</a:t>
            </a:r>
          </a:p>
          <a:p xmlns:a="http://schemas.openxmlformats.org/drawingml/2006/main">
            <a:r>
              <a:t>输入：压缩进行中或失败</a:t>
            </a:r>
          </a:p>
          <a:p xmlns:a="http://schemas.openxmlformats.org/drawingml/2006/main">
            <a:r>
              <a:t>输出：可解释的等待/失败状态</a:t>
            </a:r>
          </a:p>
          <a:p xmlns:a="http://schemas.openxmlformats.org/drawingml/2006/main">
            <a:r>
              <a:t>入口：pi.live.compactionFailure / model_error / task wait</a:t>
            </a:r>
          </a:p>
          <a:p xmlns:a="http://schemas.openxmlformats.org/drawingml/2006/main">
            <a:r>
              <a:t>行为与边界：成功摘要清除最近压缩失败；失败期间不继续发送本次模型请求。等待环错误需要修正任务依赖。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>源码：packages/durable/src/harness/compaction.ts:1</a:t>
            </a:r>
          </a:p>
          <a:p xmlns:a="http://schemas.openxmlformats.org/drawingml/2006/main">
            <a:r>
              <a:t>源码：packages/durable/src/harness/generation.ts:1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源码：packages/durable/src/harness/scheduler.ts:1</a:t>
            </a:r>
          </a:p>
          <a:p xmlns:a="http://schemas.openxmlformats.org/drawingml/2006/main">
            <a:r>
              <a:t>源码：packages/durable/src/session/transaction.ts:1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提交摘要与视图</a:t>
            </a:r>
          </a:p>
          <a:p xmlns:a="http://schemas.openxmlformats.org/drawingml/2006/main">
            <a:r>
              <a:t>检查摘要提交后下一轮上下文和观察视图怎样改变，保留原始条目的归属。</a:t>
            </a:r>
          </a:p>
          <a:p xmlns:a="http://schemas.openxmlformats.org/drawingml/2006/main">
            <a:r>
              <a:t>输入：摘要和保留记录</a:t>
            </a:r>
          </a:p>
          <a:p xmlns:a="http://schemas.openxmlformats.org/drawingml/2006/main">
            <a:r>
              <a:t>输出：新的模型上下文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行为与边界：状态提交后才对外展示；慢监听超过有界积压后收到最新整份快照。旧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>源码：packages/durable/src/harness/live.ts:1</a:t>
            </a:r>
          </a:p>
          <a:p xmlns:a="http://schemas.openxmlformats.org/drawingml/2006/main">
            <a:r>
              <a:t>源码：packages/durable/src/harness/view.ts:1</a:t>
            </a:r>
          </a:p>
          <a:p xmlns:a="http://schemas.openxmlformats.org/drawingml/2006/main">
            <a:r>
              <a:t>源码：packages/durable/src/session/session.ts:1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核对图像预算</a:t>
            </a:r>
          </a:p>
          <a:p xmlns:a="http://schemas.openxmlformats.org/drawingml/2006/main">
            <a:r>
              <a:t>检查图像输入和模型限制，在持久消息与请求投影之间核对处理阶段。</a:t>
            </a:r>
          </a:p>
          <a:p xmlns:a="http://schemas.openxmlformats.org/drawingml/2006/main">
            <a:r>
              <a:t>输入：图像消息与模型能力</a:t>
            </a:r>
          </a:p>
          <a:p xmlns:a="http://schemas.openxmlformats.org/drawingml/2006/main">
            <a:r>
              <a:t>输出：符合当前请求条件的输入</a:t>
            </a:r>
          </a:p>
          <a:p xmlns:a="http://schemas.openxmlformats.org/drawingml/2006/main">
            <a:r>
              <a:t>入口：createCodingTools({ images })；images/node；images/cloudflare</a:t>
            </a:r>
          </a:p>
          <a:p xmlns:a="http://schemas.openxmlformats.org/drawingml/2006/main">
            <a:r>
              <a:t>行为与边界：Node loader 在 worker 中处理图像，空闲 30 秒后退出；模型无图像输入能力时返回占位诊断。</a:t>
            </a:r>
          </a:p>
          <a:p xmlns:a="http://schemas.openxmlformats.org/drawingml/2006/main">
            <a:r>
              <a:t>源码：packages/durable/src/images/cloudflare.ts:1</a:t>
            </a:r>
          </a:p>
          <a:p xmlns:a="http://schemas.openxmlformats.org/drawingml/2006/main">
            <a:r>
              <a:t>源码：packages/durable/src/images/exif.ts:1</a:t>
            </a:r>
          </a:p>
          <a:p xmlns:a="http://schemas.openxmlformats.org/drawingml/2006/main">
            <a:r>
              <a:t>源码：packages/durable/src/images/index.ts:1</a:t>
            </a:r>
          </a:p>
          <a:p xmlns:a="http://schemas.openxmlformats.org/drawingml/2006/main">
            <a:r>
              <a:t>源码：packages/durable/src/images/node-worker.ts:1</a:t>
            </a:r>
          </a:p>
          <a:p xmlns:a="http://schemas.openxmlformats.org/drawingml/2006/main">
            <a:r>
              <a:t>源码：packages/durable/src/images/node.ts:1</a:t>
            </a:r>
          </a:p>
          <a:p xmlns:a="http://schemas.openxmlformats.org/drawingml/2006/main">
            <a:r>
              <a:t>源码：packages/durable/src/images/photon-wasm.d.ts:1</a:t>
            </a:r>
          </a:p>
          <a:p xmlns:a="http://schemas.openxmlformats.org/drawingml/2006/main">
            <a:r>
              <a:t>源码：packages/durable/src/tools/image-processor.ts:1</a:t>
            </a:r>
          </a:p>
          <a:p xmlns:a="http://schemas.openxmlformats.org/drawingml/2006/main">
            <a:r>
              <a:t>源码：packages/durable/src/tools/image.ts:1</a:t>
            </a:r>
          </a:p>
          <a:p xmlns:a="http://schemas.openxmlformats.org/drawingml/2006/main">
            <a:r>
              <a:t>源码：packages/durable/src/tools/read.ts:1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失败与恢复：摘要失败不能直接伪装为压缩成功；取消与任务恢复需要保留清晰状态。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练习：找出一项压缩测试，写出压缩前后仍应保留的信息及应变化的上下文内容。</a:t>
            </a:r>
          </a:p>
          <a:p xmlns:a="http://schemas.openxmlformats.org/drawingml/2006/main">
            <a:r>
              <a:t>参考判断：记录历史、模型投影和观察视图是三个层次，不能只断言消息数量减少。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后台压缩、溢出恢复与陈旧摘要处理</a:t>
            </a:r>
          </a:p>
          <a:p xmlns:a="http://schemas.openxmlformats.org/drawingml/2006/main">
            <a:r>
              <a:t>把压缩做成独立任务，允许会话继续，按边界放置摘要并处理过时 cut。</a:t>
            </a:r>
          </a:p>
          <a:p xmlns:a="http://schemas.openxmlformats.org/drawingml/2006/main">
            <a:r>
              <a:t>入口：Conversation.compact；CompactionTask；settings.compaction</a:t>
            </a:r>
          </a:p>
          <a:p xmlns:a="http://schemas.openxmlformats.org/drawingml/2006/main">
            <a:r>
              <a:t>边界：手动、后台和溢出压缩有不同触发；摘要费用计入用量，旧条目仍保留。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阻塞压缩失败与等待环检测</a:t>
            </a:r>
          </a:p>
          <a:p xmlns:a="http://schemas.openxmlformats.org/drawingml/2006/main">
            <a:r>
              <a:t>压缩失败使依赖它的生成停止并公开最近失败；任务调度拒绝形成等待环的等待关系。</a:t>
            </a:r>
          </a:p>
          <a:p xmlns:a="http://schemas.openxmlformats.org/drawingml/2006/main">
            <a:r>
              <a:t>入口：pi.live.compactionFailure / model_error / task wait</a:t>
            </a:r>
          </a:p>
          <a:p xmlns:a="http://schemas.openxmlformats.org/drawingml/2006/main">
            <a:r>
              <a:t>边界：成功摘要清除最近压缩失败；失败期间不继续发送本次模型请求。等待环错误需要修正任务依赖。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提交后结构视图、Watch 与背压</a:t>
            </a:r>
          </a:p>
          <a:p xmlns:a="http://schemas.openxmlformats.org/drawingml/2006/main">
            <a:r>
              <a:t>向 UI 提供会话条目、live、inbox、agent、usage 的提交后快照与逐提交 operations，观察统一使用 Chord Watch。</a:t>
            </a:r>
          </a:p>
          <a:p xmlns:a="http://schemas.openxmlformats.org/drawingml/2006/main">
            <a:r>
              <a:t>入口：Conversation.watch；Session.watchDoc；Harness.watchTaskGraph</a:t>
            </a:r>
          </a:p>
          <a:p xmlns:a="http://schemas.openxmlformats.org/drawingml/2006/main">
            <a:r>
              <a:t>边界：状态提交后才对外展示；慢监听超过有界积压后收到最新整份快照。旧 documentState/viewState/taskGraph getter 已移除；退休由显式事件表示。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图像读取与可选 WASM 处理器</a:t>
            </a:r>
          </a:p>
          <a:p xmlns:a="http://schemas.openxmlformats.org/drawingml/2006/main">
            <a:r>
              <a:t>read 返回模型支持且符合限制的图像，注入 images 处理器可旋转、转换和缩小图片。</a:t>
            </a:r>
          </a:p>
          <a:p xmlns:a="http://schemas.openxmlformats.org/drawingml/2006/main">
            <a:r>
              <a:t>入口：createCodingTools({ images })；images/node；images/cloudflare</a:t>
            </a:r>
          </a:p>
          <a:p xmlns:a="http://schemas.openxmlformats.org/drawingml/2006/main">
            <a:r>
              <a:t>边界：Node loader 在 worker 中处理图像，空闲 30 秒后退出；模型无图像输入能力时返回占位诊断。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packages/durable/test/session-adoption.test.ts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DUR-21 · 结构化对话视图 [实验／库] 一次读取活动记录与 pi.live、pi.inbox、pi.usage 等文档，供 TUI 或其他界面一致渲染。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DUR-22 · 精确提交观察 [实验／库] 订阅值和该次提交的 Chord 操作，支持远程复制；慢观察者积压超过上限时替换成最新完整视图。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DUR-27 · 手动与后台压缩 [实验／库] 可并行生成摘要并在空闲或轮次边界安放，过期摘要按 stale 处理；支持提前后台压缩。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DUR-28 · 溢出恢复与自定义压缩 [实验／库] 模型拒绝过长上下文时压缩后重试一次；扩展可以阻止或提供自己的摘要。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DUR-37 · 文档初始化与单独订阅 [实验／库] 会话创建回调或 init 在创建事务中初始化文档；可仅订阅某份文档而非整个会话。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DUR-42 · 图片定向、转换与缩放 [实验／库] 可选 Photon WASM 处理器解码图片，按 EXIF 转正、BMP 转 PNG，并缩放到模型限制；默认限制 2000×2000 和 4.5 MB base64。非视觉模型得到占位说明。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DUR-43 · Node 图片后台处理 [实验／库] /images/node 默认在 worker 准备图片，避免大图阻塞事件循环；空闲 30 秒释放线程及 WASM 内存。Cloudflare／通用加载器在调用线程处理，不保证相同隔离。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DUR-69 · 压缩失败状态与阻塞策略 [实验／库] pi.live.compactionFailure 保留最近失败直到新摘要成功；compaction_end 携带 error。阻塞阈值压缩失败会使生成以 model_error 结束，不再继续发送超限请求；无内容或 Hook 拒绝可继续。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durable-codemode / 持久脚本、工具发现与模型子操作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场景：在可恢复任务里执行脚本，同时允许按需工具发现与分类/图像调用。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配置脚本能力</a:t>
            </a:r>
          </a:p>
          <a:p xmlns:a="http://schemas.openxmlformats.org/drawingml/2006/main">
            <a:r>
              <a:t>从 harness 的 codemode 装配确定注入工具、存储和运行环境。</a:t>
            </a:r>
          </a:p>
          <a:p xmlns:a="http://schemas.openxmlformats.org/drawingml/2006/main">
            <a:r>
              <a:t>输入：会话设置和 registry</a:t>
            </a:r>
          </a:p>
          <a:p xmlns:a="http://schemas.openxmlformats.org/drawingml/2006/main">
            <a:r>
              <a:t>输出：可恢复脚本任务</a:t>
            </a:r>
          </a:p>
          <a:p xmlns:a="http://schemas.openxmlformats.org/drawingml/2006/main">
            <a:r>
              <a:t>入口：createCodemodeExtension / createCodemodeTool / CODEMODE_MODULE_VERSION</a:t>
            </a:r>
          </a:p>
          <a:p xmlns:a="http://schemas.openxmlformats.org/drawingml/2006/main">
            <a:r>
              <a:t>行为与边界：已完成子调用不重复执行；代码指纹、版本或响应顺序不匹配时失败。关闭沙箱不等于确定脚本最终结果。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发现并调用工具</a:t>
            </a:r>
          </a:p>
          <a:p xmlns:a="http://schemas.openxmlformats.org/drawingml/2006/main">
            <a:r>
              <a:t>比较工具搜索与脚本声明的关系，确认发现结果如何进入下一次执行。</a:t>
            </a:r>
          </a:p>
          <a:p xmlns:a="http://schemas.openxmlformats.org/drawingml/2006/main">
            <a:r>
              <a:t>输入：查询与工具目录</a:t>
            </a:r>
          </a:p>
          <a:p xmlns:a="http://schemas.openxmlformats.org/drawingml/2006/main">
            <a:r>
              <a:t>输出：可执行工具引用</a:t>
            </a:r>
          </a:p>
          <a:p xmlns:a="http://schemas.openxmlformats.org/drawingml/2006/main">
            <a:r>
              <a:t>入口：searchTools / describeTool / describeNamespace</a:t>
            </a:r>
          </a:p>
          <a:p xmlns:a="http://schemas.openxmlformats.org/drawingml/2006/main">
            <a:r>
              <a:t>行为与边界：默认内联预算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源码：packages/durable/src/codemode/describe.ts:1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执行模型子操作</a:t>
            </a:r>
          </a:p>
          <a:p xmlns:a="http://schemas.openxmlformats.org/drawingml/2006/main">
            <a:r>
              <a:t>检查 classify / generateImages 的输入、结果与 usage，核对持久任务中的关联。</a:t>
            </a:r>
          </a:p>
          <a:p xmlns:a="http://schemas.openxmlformats.org/drawingml/2006/main">
            <a:r>
              <a:t>输入：脚本模型调用</a:t>
            </a:r>
          </a:p>
          <a:p xmlns:a="http://schemas.openxmlformats.org/drawingml/2006/main">
            <a:r>
              <a:t>输出：分类/图像结果与用量</a:t>
            </a:r>
          </a:p>
          <a:p xmlns:a="http://schemas.openxmlformats.org/drawingml/2006/main">
            <a:r>
              <a:t>入口：models.classify / models.generateImages / models: false</a:t>
            </a:r>
          </a:p>
          <a:p xmlns:a="http://schemas.openxmlformats.org/drawingml/2006/main">
            <a:r>
              <a:t>行为与边界：可以禁用模型助手；执行与恢复仍遵循持久任务和提供商契约。</a:t>
            </a:r>
          </a:p>
          <a:p xmlns:a="http://schemas.openxmlformats.org/drawingml/2006/main">
            <a:r>
              <a:t>源码：packages/durable/src/codemode/models.ts:1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提交状态和输出</a:t>
            </a:r>
          </a:p>
          <a:p xmlns:a="http://schemas.openxmlformats.org/drawingml/2006/main">
            <a:r>
              <a:t>标出脚本状态、输出文件和嵌套任务结果的提交与保留点。</a:t>
            </a:r>
          </a:p>
          <a:p xmlns:a="http://schemas.openxmlformats.org/drawingml/2006/main">
            <a:r>
              <a:t>输入：执行结果与 storeWrites</a:t>
            </a:r>
          </a:p>
          <a:p xmlns:a="http://schemas.openxmlformats.org/drawingml/2006/main">
            <a:r>
              <a:t>输出：可恢复的脚本状态</a:t>
            </a:r>
          </a:p>
          <a:p xmlns:a="http://schemas.openxmlformats.org/drawingml/2006/main">
            <a:r>
              <a:t>入口：CodemodeStoreDoc / store / load / output</a:t>
            </a:r>
          </a:p>
          <a:p xmlns:a="http://schemas.openxmlformats.org/drawingml/2006/main">
            <a:r>
              <a:t>行为与边界：完整大文本写临时文件；结构化错误值的返回与抛错由工具 schema 和输出决定。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源码：packages/durable/src/codemode/output.ts:1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失败与恢复：脚本可恢复不等于宿主副作用可随意重跑；工具发现结果也不能绕过授权或校验。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练习：对照持久 codemode 测试，追踪一个嵌套调用从脚本到工具任务再回到结果。</a:t>
            </a:r>
          </a:p>
          <a:p xmlns:a="http://schemas.openxmlformats.org/drawingml/2006/main">
            <a:r>
              <a:t>参考判断：应保留嵌套调用身份与检查点，并说明成功写入和失败状态的处理区别。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持久脚本、日志重放与嵌套工具</a:t>
            </a:r>
          </a:p>
          <a:p xmlns:a="http://schemas.openxmlformats.org/drawingml/2006/main">
            <a:r>
              <a:t>将脚本执行注册为持久工具，先记录外部响应再交付虚拟机，重启时重放日志并重新关联未完成子调用。</a:t>
            </a:r>
          </a:p>
          <a:p xmlns:a="http://schemas.openxmlformats.org/drawingml/2006/main">
            <a:r>
              <a:t>入口：createCodemodeExtension / createCodemodeTool / CODEMODE_MODULE_VERSION</a:t>
            </a:r>
          </a:p>
          <a:p xmlns:a="http://schemas.openxmlformats.org/drawingml/2006/main">
            <a:r>
              <a:t>边界：已完成子调用不重复执行；代码指纹、版本或响应顺序不匹配时失败。关闭沙箱不等于确定脚本最终结果。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脚本工具声明、按需发现与命名空间</a:t>
            </a:r>
          </a:p>
          <a:p xmlns:a="http://schemas.openxmlformats.org/drawingml/2006/main">
            <a:r>
              <a:t>按命名空间生成脚本可用声明，控制内联预算并提供 searchTools、describeTool 等发现接口。</a:t>
            </a:r>
          </a:p>
          <a:p xmlns:a="http://schemas.openxmlformats.org/drawingml/2006/main">
            <a:r>
              <a:t>入口：searchTools / describeTool / describeNamespace</a:t>
            </a:r>
          </a:p>
          <a:p xmlns:a="http://schemas.openxmlformats.org/drawingml/2006/main">
            <a:r>
              <a:t>边界：默认内联预算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持久脚本分类与图像模型</a:t>
            </a:r>
          </a:p>
          <a:p xmlns:a="http://schemas.openxmlformats.org/drawingml/2006/main">
            <a:r>
              <a:t>将模型目录、分类和图像生成接到可恢复的嵌套调用。</a:t>
            </a:r>
          </a:p>
          <a:p xmlns:a="http://schemas.openxmlformats.org/drawingml/2006/main">
            <a:r>
              <a:t>入口：models.classify / models.generateImages / models: false</a:t>
            </a:r>
          </a:p>
          <a:p xmlns:a="http://schemas.openxmlformats.org/drawingml/2006/main">
            <a:r>
              <a:t>边界：可以禁用模型助手；执行与恢复仍遵循持久任务和提供商契约。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脚本结果、调用清单与跨轮存储</a:t>
            </a:r>
          </a:p>
          <a:p xmlns:a="http://schemas.openxmlformats.org/drawingml/2006/main">
            <a:r>
              <a:t>组织脚本、耗时、文本、控制台、图像文件和嵌套调用状态，并维护会话分支中的 store/load。</a:t>
            </a:r>
          </a:p>
          <a:p xmlns:a="http://schemas.openxmlformats.org/drawingml/2006/main">
            <a:r>
              <a:t>入口：CodemodeStoreDoc / store / load / output</a:t>
            </a:r>
          </a:p>
          <a:p xmlns:a="http://schemas.openxmlformats.org/drawingml/2006/main">
            <a:r>
              <a:t>边界：完整大文本写临时文件；结构化错误值的返回与抛错由工具 schema 和输出决定。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延迟工具检索与模型工具装载</a:t>
            </a:r>
          </a:p>
          <a:p xmlns:a="http://schemas.openxmlformats.org/drawingml/2006/main">
            <a:r>
              <a:t>以 BM25 检索延迟工具元数据与参数 schema，将命中项加入模型后续请求的工具声明。</a:t>
            </a:r>
          </a:p>
          <a:p xmlns:a="http://schemas.openxmlformats.org/drawingml/2006/main">
            <a:r>
              <a:t>入口：deferred / tool_search / control.addTools / modelTools</a:t>
            </a:r>
          </a:p>
          <a:p xmlns:a="http://schemas.openxmlformats.org/drawingml/2006/main">
            <a:r>
              <a:t>边界：默认最多 8 项；此工具只允许模型调用，且可安全重放。模型声明与工具执行资格分开。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DUR-62 · 可恢复 Codemode 工具 [实验／库] 独立扩展将脚本工具接入 Harness，脚本调用均为持久嵌套工具；崩溃后可继续脚本，不再运行已经完成并记入日志的调用。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DUR-63 · 脚本结果日志与分歧检查 [实验／库] 每次交付 VM 前先持久化结果，重启按顺序重放并凭 key 重新附着调用；脚本分歧、沙箱指纹／模块版本改变或已过 deadline 会使调用失败，在途子调用遵守自己的 replay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DUR-64 · 持久脚本发现与命名空间 [实验／库] codemode 提示区块按预算展示 TypeScript 工具声明，name prefix 划分 namespaces，脚本用 searchTools／describeTool／describeNamespace 查其他工具。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DUR-65 · 持久脚本模型调用与输出 [实验／库] models 目录、分类和图像生成由内部嵌套工具处理，模型调用最多四路；支持图像保存、分块日志和超长结果临时文件，可传 RemoteCodemodeSandbox 运行于 Cloudflare。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DUR-66 · 脚本分支状态 [实验／库] store/load 按 conversation 持久保存 JSON，fork 读取分叉条目时的值；关闭沙箱是宿主停机而非脚本最终结果，下进程可恢复。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DUR-67 · 延迟声明工具与搜索加载 [实验／库] deferred 工具暂不向模型声明但仍可由工具调用；tool_search 用 BM25 搜索并以 control.addTools 加入 modelTools，加载顺序追加，分支和压缩后保留。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durable-codemode / 持久脚本、工具发现与模型子操作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场景：在可恢复任务里执行脚本，同时允许按需工具发现与分类/图像调用。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配置脚本能力</a:t>
            </a:r>
          </a:p>
          <a:p xmlns:a="http://schemas.openxmlformats.org/drawingml/2006/main">
            <a:r>
              <a:t>从 harness 的 codemode 装配确定注入工具、存储和运行环境。</a:t>
            </a:r>
          </a:p>
          <a:p xmlns:a="http://schemas.openxmlformats.org/drawingml/2006/main">
            <a:r>
              <a:t>输入：会话设置和 registry</a:t>
            </a:r>
          </a:p>
          <a:p xmlns:a="http://schemas.openxmlformats.org/drawingml/2006/main">
            <a:r>
              <a:t>输出：可恢复脚本任务</a:t>
            </a:r>
          </a:p>
          <a:p xmlns:a="http://schemas.openxmlformats.org/drawingml/2006/main">
            <a:r>
              <a:t>入口：createCodemodeExtension / createCodemodeTool / CODEMODE_MODULE_VERSION</a:t>
            </a:r>
          </a:p>
          <a:p xmlns:a="http://schemas.openxmlformats.org/drawingml/2006/main">
            <a:r>
              <a:t>行为与边界：已完成子调用不重复执行；代码指纹、版本或响应顺序不匹配时失败。关闭沙箱不等于确定脚本最终结果。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发现并调用工具</a:t>
            </a:r>
          </a:p>
          <a:p xmlns:a="http://schemas.openxmlformats.org/drawingml/2006/main">
            <a:r>
              <a:t>比较工具搜索与脚本声明的关系，确认发现结果如何进入下一次执行。</a:t>
            </a:r>
          </a:p>
          <a:p xmlns:a="http://schemas.openxmlformats.org/drawingml/2006/main">
            <a:r>
              <a:t>输入：查询与工具目录</a:t>
            </a:r>
          </a:p>
          <a:p xmlns:a="http://schemas.openxmlformats.org/drawingml/2006/main">
            <a:r>
              <a:t>输出：可执行工具引用</a:t>
            </a:r>
          </a:p>
          <a:p xmlns:a="http://schemas.openxmlformats.org/drawingml/2006/main">
            <a:r>
              <a:t>入口：searchTools / describeTool / describeNamespace</a:t>
            </a:r>
          </a:p>
          <a:p xmlns:a="http://schemas.openxmlformats.org/drawingml/2006/main">
            <a:r>
              <a:t>行为与边界：默认内联预算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源码：packages/durable/src/codemode/describe.ts:1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执行模型子操作</a:t>
            </a:r>
          </a:p>
          <a:p xmlns:a="http://schemas.openxmlformats.org/drawingml/2006/main">
            <a:r>
              <a:t>检查 classify / generateImages 的输入、结果与 usage，核对持久任务中的关联。</a:t>
            </a:r>
          </a:p>
          <a:p xmlns:a="http://schemas.openxmlformats.org/drawingml/2006/main">
            <a:r>
              <a:t>输入：脚本模型调用</a:t>
            </a:r>
          </a:p>
          <a:p xmlns:a="http://schemas.openxmlformats.org/drawingml/2006/main">
            <a:r>
              <a:t>输出：分类/图像结果与用量</a:t>
            </a:r>
          </a:p>
          <a:p xmlns:a="http://schemas.openxmlformats.org/drawingml/2006/main">
            <a:r>
              <a:t>入口：models.classify / models.generateImages / models: false</a:t>
            </a:r>
          </a:p>
          <a:p xmlns:a="http://schemas.openxmlformats.org/drawingml/2006/main">
            <a:r>
              <a:t>行为与边界：可以禁用模型助手；执行与恢复仍遵循持久任务和提供商契约。</a:t>
            </a:r>
          </a:p>
          <a:p xmlns:a="http://schemas.openxmlformats.org/drawingml/2006/main">
            <a:r>
              <a:t>源码：packages/durable/src/codemode/models.ts:1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提交状态和输出</a:t>
            </a:r>
          </a:p>
          <a:p xmlns:a="http://schemas.openxmlformats.org/drawingml/2006/main">
            <a:r>
              <a:t>标出脚本状态、输出文件和嵌套任务结果的提交与保留点。</a:t>
            </a:r>
          </a:p>
          <a:p xmlns:a="http://schemas.openxmlformats.org/drawingml/2006/main">
            <a:r>
              <a:t>输入：执行结果与 storeWrites</a:t>
            </a:r>
          </a:p>
          <a:p xmlns:a="http://schemas.openxmlformats.org/drawingml/2006/main">
            <a:r>
              <a:t>输出：可恢复的脚本状态</a:t>
            </a:r>
          </a:p>
          <a:p xmlns:a="http://schemas.openxmlformats.org/drawingml/2006/main">
            <a:r>
              <a:t>入口：CodemodeStoreDoc / store / load / output</a:t>
            </a:r>
          </a:p>
          <a:p xmlns:a="http://schemas.openxmlformats.org/drawingml/2006/main">
            <a:r>
              <a:t>行为与边界：完整大文本写临时文件；结构化错误值的返回与抛错由工具 schema 和输出决定。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源码：packages/durable/src/codemode/output.ts:1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失败与恢复：脚本可恢复不等于宿主副作用可随意重跑；工具发现结果也不能绕过授权或校验。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练习：对照持久 codemode 测试，追踪一个嵌套调用从脚本到工具任务再回到结果。</a:t>
            </a:r>
          </a:p>
          <a:p xmlns:a="http://schemas.openxmlformats.org/drawingml/2006/main">
            <a:r>
              <a:t>参考判断：应保留嵌套调用身份与检查点，并说明成功写入和失败状态的处理区别。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持久脚本、日志重放与嵌套工具</a:t>
            </a:r>
          </a:p>
          <a:p xmlns:a="http://schemas.openxmlformats.org/drawingml/2006/main">
            <a:r>
              <a:t>将脚本执行注册为持久工具，先记录外部响应再交付虚拟机，重启时重放日志并重新关联未完成子调用。</a:t>
            </a:r>
          </a:p>
          <a:p xmlns:a="http://schemas.openxmlformats.org/drawingml/2006/main">
            <a:r>
              <a:t>入口：createCodemodeExtension / createCodemodeTool / CODEMODE_MODULE_VERSION</a:t>
            </a:r>
          </a:p>
          <a:p xmlns:a="http://schemas.openxmlformats.org/drawingml/2006/main">
            <a:r>
              <a:t>边界：已完成子调用不重复执行；代码指纹、版本或响应顺序不匹配时失败。关闭沙箱不等于确定脚本最终结果。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脚本工具声明、按需发现与命名空间</a:t>
            </a:r>
          </a:p>
          <a:p xmlns:a="http://schemas.openxmlformats.org/drawingml/2006/main">
            <a:r>
              <a:t>按命名空间生成脚本可用声明，控制内联预算并提供 searchTools、describeTool 等发现接口。</a:t>
            </a:r>
          </a:p>
          <a:p xmlns:a="http://schemas.openxmlformats.org/drawingml/2006/main">
            <a:r>
              <a:t>入口：searchTools / describeTool / describeNamespace</a:t>
            </a:r>
          </a:p>
          <a:p xmlns:a="http://schemas.openxmlformats.org/drawingml/2006/main">
            <a:r>
              <a:t>边界：默认内联预算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持久脚本分类与图像模型</a:t>
            </a:r>
          </a:p>
          <a:p xmlns:a="http://schemas.openxmlformats.org/drawingml/2006/main">
            <a:r>
              <a:t>将模型目录、分类和图像生成接到可恢复的嵌套调用。</a:t>
            </a:r>
          </a:p>
          <a:p xmlns:a="http://schemas.openxmlformats.org/drawingml/2006/main">
            <a:r>
              <a:t>入口：models.classify / models.generateImages / models: false</a:t>
            </a:r>
          </a:p>
          <a:p xmlns:a="http://schemas.openxmlformats.org/drawingml/2006/main">
            <a:r>
              <a:t>边界：可以禁用模型助手；执行与恢复仍遵循持久任务和提供商契约。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脚本结果、调用清单与跨轮存储</a:t>
            </a:r>
          </a:p>
          <a:p xmlns:a="http://schemas.openxmlformats.org/drawingml/2006/main">
            <a:r>
              <a:t>组织脚本、耗时、文本、控制台、图像文件和嵌套调用状态，并维护会话分支中的 store/load。</a:t>
            </a:r>
          </a:p>
          <a:p xmlns:a="http://schemas.openxmlformats.org/drawingml/2006/main">
            <a:r>
              <a:t>入口：CodemodeStoreDoc / store / load / output</a:t>
            </a:r>
          </a:p>
          <a:p xmlns:a="http://schemas.openxmlformats.org/drawingml/2006/main">
            <a:r>
              <a:t>边界：完整大文本写临时文件；结构化错误值的返回与抛错由工具 schema 和输出决定。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延迟工具检索与模型工具装载</a:t>
            </a:r>
          </a:p>
          <a:p xmlns:a="http://schemas.openxmlformats.org/drawingml/2006/main">
            <a:r>
              <a:t>以 BM25 检索延迟工具元数据与参数 schema，将命中项加入模型后续请求的工具声明。</a:t>
            </a:r>
          </a:p>
          <a:p xmlns:a="http://schemas.openxmlformats.org/drawingml/2006/main">
            <a:r>
              <a:t>入口：deferred / tool_search / control.addTools / modelTools</a:t>
            </a:r>
          </a:p>
          <a:p xmlns:a="http://schemas.openxmlformats.org/drawingml/2006/main">
            <a:r>
              <a:t>边界：默认最多 8 项；此工具只允许模型调用，且可安全重放。模型声明与工具执行资格分开。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DUR-62 · 可恢复 Codemode 工具 [实验／库] 独立扩展将脚本工具接入 Harness，脚本调用均为持久嵌套工具；崩溃后可继续脚本，不再运行已经完成并记入日志的调用。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DUR-63 · 脚本结果日志与分歧检查 [实验／库] 每次交付 VM 前先持久化结果，重启按顺序重放并凭 key 重新附着调用；脚本分歧、沙箱指纹／模块版本改变或已过 deadline 会使调用失败，在途子调用遵守自己的 replay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DUR-64 · 持久脚本发现与命名空间 [实验／库] codemode 提示区块按预算展示 TypeScript 工具声明，name prefix 划分 namespaces，脚本用 searchTools／describeTool／describeNamespace 查其他工具。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DUR-65 · 持久脚本模型调用与输出 [实验／库] models 目录、分类和图像生成由内部嵌套工具处理，模型调用最多四路；支持图像保存、分块日志和超长结果临时文件，可传 RemoteCodemodeSandbox 运行于 Cloudflare。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DUR-66 · 脚本分支状态 [实验／库] store/load 按 conversation 持久保存 JSON，fork 读取分叉条目时的值；关闭沙箱是宿主停机而非脚本最终结果，下进程可恢复。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DUR-67 · 延迟声明工具与搜索加载 [实验／库] deferred 工具暂不向模型声明但仍可由工具调用；tool_search 用 BM25 搜索并以 control.addTools 加入 modelTools，加载顺序追加，分支和压缩后保留。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durable-codemode / 持久脚本、工具发现与模型子操作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场景：在可恢复任务里执行脚本，同时允许按需工具发现与分类/图像调用。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配置脚本能力</a:t>
            </a:r>
          </a:p>
          <a:p xmlns:a="http://schemas.openxmlformats.org/drawingml/2006/main">
            <a:r>
              <a:t>从 harness 的 codemode 装配确定注入工具、存储和运行环境。</a:t>
            </a:r>
          </a:p>
          <a:p xmlns:a="http://schemas.openxmlformats.org/drawingml/2006/main">
            <a:r>
              <a:t>输入：会话设置和 registry</a:t>
            </a:r>
          </a:p>
          <a:p xmlns:a="http://schemas.openxmlformats.org/drawingml/2006/main">
            <a:r>
              <a:t>输出：可恢复脚本任务</a:t>
            </a:r>
          </a:p>
          <a:p xmlns:a="http://schemas.openxmlformats.org/drawingml/2006/main">
            <a:r>
              <a:t>入口：createCodemodeExtension / createCodemodeTool / CODEMODE_MODULE_VERSION</a:t>
            </a:r>
          </a:p>
          <a:p xmlns:a="http://schemas.openxmlformats.org/drawingml/2006/main">
            <a:r>
              <a:t>行为与边界：已完成子调用不重复执行；代码指纹、版本或响应顺序不匹配时失败。关闭沙箱不等于确定脚本最终结果。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发现并调用工具</a:t>
            </a:r>
          </a:p>
          <a:p xmlns:a="http://schemas.openxmlformats.org/drawingml/2006/main">
            <a:r>
              <a:t>比较工具搜索与脚本声明的关系，确认发现结果如何进入下一次执行。</a:t>
            </a:r>
          </a:p>
          <a:p xmlns:a="http://schemas.openxmlformats.org/drawingml/2006/main">
            <a:r>
              <a:t>输入：查询与工具目录</a:t>
            </a:r>
          </a:p>
          <a:p xmlns:a="http://schemas.openxmlformats.org/drawingml/2006/main">
            <a:r>
              <a:t>输出：可执行工具引用</a:t>
            </a:r>
          </a:p>
          <a:p xmlns:a="http://schemas.openxmlformats.org/drawingml/2006/main">
            <a:r>
              <a:t>入口：searchTools / describeTool / describeNamespace</a:t>
            </a:r>
          </a:p>
          <a:p xmlns:a="http://schemas.openxmlformats.org/drawingml/2006/main">
            <a:r>
              <a:t>行为与边界：默认内联预算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源码：packages/durable/src/codemode/describe.ts:1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执行模型子操作</a:t>
            </a:r>
          </a:p>
          <a:p xmlns:a="http://schemas.openxmlformats.org/drawingml/2006/main">
            <a:r>
              <a:t>检查 classify / generateImages 的输入、结果与 usage，核对持久任务中的关联。</a:t>
            </a:r>
          </a:p>
          <a:p xmlns:a="http://schemas.openxmlformats.org/drawingml/2006/main">
            <a:r>
              <a:t>输入：脚本模型调用</a:t>
            </a:r>
          </a:p>
          <a:p xmlns:a="http://schemas.openxmlformats.org/drawingml/2006/main">
            <a:r>
              <a:t>输出：分类/图像结果与用量</a:t>
            </a:r>
          </a:p>
          <a:p xmlns:a="http://schemas.openxmlformats.org/drawingml/2006/main">
            <a:r>
              <a:t>入口：models.classify / models.generateImages / models: false</a:t>
            </a:r>
          </a:p>
          <a:p xmlns:a="http://schemas.openxmlformats.org/drawingml/2006/main">
            <a:r>
              <a:t>行为与边界：可以禁用模型助手；执行与恢复仍遵循持久任务和提供商契约。</a:t>
            </a:r>
          </a:p>
          <a:p xmlns:a="http://schemas.openxmlformats.org/drawingml/2006/main">
            <a:r>
              <a:t>源码：packages/durable/src/codemode/models.ts:1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提交状态和输出</a:t>
            </a:r>
          </a:p>
          <a:p xmlns:a="http://schemas.openxmlformats.org/drawingml/2006/main">
            <a:r>
              <a:t>标出脚本状态、输出文件和嵌套任务结果的提交与保留点。</a:t>
            </a:r>
          </a:p>
          <a:p xmlns:a="http://schemas.openxmlformats.org/drawingml/2006/main">
            <a:r>
              <a:t>输入：执行结果与 storeWrites</a:t>
            </a:r>
          </a:p>
          <a:p xmlns:a="http://schemas.openxmlformats.org/drawingml/2006/main">
            <a:r>
              <a:t>输出：可恢复的脚本状态</a:t>
            </a:r>
          </a:p>
          <a:p xmlns:a="http://schemas.openxmlformats.org/drawingml/2006/main">
            <a:r>
              <a:t>入口：CodemodeStoreDoc / store / load / output</a:t>
            </a:r>
          </a:p>
          <a:p xmlns:a="http://schemas.openxmlformats.org/drawingml/2006/main">
            <a:r>
              <a:t>行为与边界：完整大文本写临时文件；结构化错误值的返回与抛错由工具 schema 和输出决定。</a:t>
            </a:r>
          </a:p>
          <a:p xmlns:a="http://schemas.openxmlformats.org/drawingml/2006/main">
            <a:r>
              <a:t>源码：packages/durable/src/codemode/codemode.ts:1</a:t>
            </a:r>
          </a:p>
          <a:p xmlns:a="http://schemas.openxmlformats.org/drawingml/2006/main">
            <a:r>
              <a:t>源码：packages/durable/src/codemode/output.ts:1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失败与恢复：脚本可恢复不等于宿主副作用可随意重跑；工具发现结果也不能绕过授权或校验。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练习：对照持久 codemode 测试，追踪一个嵌套调用从脚本到工具任务再回到结果。</a:t>
            </a:r>
          </a:p>
          <a:p xmlns:a="http://schemas.openxmlformats.org/drawingml/2006/main">
            <a:r>
              <a:t>参考判断：应保留嵌套调用身份与检查点，并说明成功写入和失败状态的处理区别。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持久脚本、日志重放与嵌套工具</a:t>
            </a:r>
          </a:p>
          <a:p xmlns:a="http://schemas.openxmlformats.org/drawingml/2006/main">
            <a:r>
              <a:t>将脚本执行注册为持久工具，先记录外部响应再交付虚拟机，重启时重放日志并重新关联未完成子调用。</a:t>
            </a:r>
          </a:p>
          <a:p xmlns:a="http://schemas.openxmlformats.org/drawingml/2006/main">
            <a:r>
              <a:t>入口：createCodemodeExtension / createCodemodeTool / CODEMODE_MODULE_VERSION</a:t>
            </a:r>
          </a:p>
          <a:p xmlns:a="http://schemas.openxmlformats.org/drawingml/2006/main">
            <a:r>
              <a:t>边界：已完成子调用不重复执行；代码指纹、版本或响应顺序不匹配时失败。关闭沙箱不等于确定脚本最终结果。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脚本工具声明、按需发现与命名空间</a:t>
            </a:r>
          </a:p>
          <a:p xmlns:a="http://schemas.openxmlformats.org/drawingml/2006/main">
            <a:r>
              <a:t>按命名空间生成脚本可用声明，控制内联预算并提供 searchTools、describeTool 等发现接口。</a:t>
            </a:r>
          </a:p>
          <a:p xmlns:a="http://schemas.openxmlformats.org/drawingml/2006/main">
            <a:r>
              <a:t>入口：searchTools / describeTool / describeNamespace</a:t>
            </a:r>
          </a:p>
          <a:p xmlns:a="http://schemas.openxmlformats.org/drawingml/2006/main">
            <a:r>
              <a:t>边界：默认内联预算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持久脚本分类与图像模型</a:t>
            </a:r>
          </a:p>
          <a:p xmlns:a="http://schemas.openxmlformats.org/drawingml/2006/main">
            <a:r>
              <a:t>将模型目录、分类和图像生成接到可恢复的嵌套调用。</a:t>
            </a:r>
          </a:p>
          <a:p xmlns:a="http://schemas.openxmlformats.org/drawingml/2006/main">
            <a:r>
              <a:t>入口：models.classify / models.generateImages / models: false</a:t>
            </a:r>
          </a:p>
          <a:p xmlns:a="http://schemas.openxmlformats.org/drawingml/2006/main">
            <a:r>
              <a:t>边界：可以禁用模型助手；执行与恢复仍遵循持久任务和提供商契约。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脚本结果、调用清单与跨轮存储</a:t>
            </a:r>
          </a:p>
          <a:p xmlns:a="http://schemas.openxmlformats.org/drawingml/2006/main">
            <a:r>
              <a:t>组织脚本、耗时、文本、控制台、图像文件和嵌套调用状态，并维护会话分支中的 store/load。</a:t>
            </a:r>
          </a:p>
          <a:p xmlns:a="http://schemas.openxmlformats.org/drawingml/2006/main">
            <a:r>
              <a:t>入口：CodemodeStoreDoc / store / load / output</a:t>
            </a:r>
          </a:p>
          <a:p xmlns:a="http://schemas.openxmlformats.org/drawingml/2006/main">
            <a:r>
              <a:t>边界：完整大文本写临时文件；结构化错误值的返回与抛错由工具 schema 和输出决定。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延迟工具检索与模型工具装载</a:t>
            </a:r>
          </a:p>
          <a:p xmlns:a="http://schemas.openxmlformats.org/drawingml/2006/main">
            <a:r>
              <a:t>以 BM25 检索延迟工具元数据与参数 schema，将命中项加入模型后续请求的工具声明。</a:t>
            </a:r>
          </a:p>
          <a:p xmlns:a="http://schemas.openxmlformats.org/drawingml/2006/main">
            <a:r>
              <a:t>入口：deferred / tool_search / control.addTools / modelTools</a:t>
            </a:r>
          </a:p>
          <a:p xmlns:a="http://schemas.openxmlformats.org/drawingml/2006/main">
            <a:r>
              <a:t>边界：默认最多 8 项；此工具只允许模型调用，且可安全重放。模型声明与工具执行资格分开。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DUR-62 · 可恢复 Codemode 工具 [实验／库] 独立扩展将脚本工具接入 Harness，脚本调用均为持久嵌套工具；崩溃后可继续脚本，不再运行已经完成并记入日志的调用。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DUR-63 · 脚本结果日志与分歧检查 [实验／库] 每次交付 VM 前先持久化结果，重启按顺序重放并凭 key 重新附着调用；脚本分歧、沙箱指纹／模块版本改变或已过 deadline 会使调用失败，在途子调用遵守自己的 replay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DUR-64 · 持久脚本发现与命名空间 [实验／库] codemode 提示区块按预算展示 TypeScript 工具声明，name prefix 划分 namespaces，脚本用 searchTools／describeTool／describeNamespace 查其他工具。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DUR-65 · 持久脚本模型调用与输出 [实验／库] models 目录、分类和图像生成由内部嵌套工具处理，模型调用最多四路；支持图像保存、分块日志和超长结果临时文件，可传 RemoteCodemodeSandbox 运行于 Cloudflare。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DUR-66 · 脚本分支状态 [实验／库] store/load 按 conversation 持久保存 JSON，fork 读取分叉条目时的值；关闭沙箱是宿主停机而非脚本最终结果，下进程可恢复。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DUR-67 · 延迟声明工具与搜索加载 [实验／库] deferred 工具暂不向模型声明但仍可由工具调用；tool_search 用 BM25 搜索并以 control.addTools 加入 modelTools，加载顺序追加，分支和压缩后保留。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chord-objects / Chord 契约、Host、句柄与生命周期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场景：让多个调用者访问同一对象，并在作用域结束时释放资源。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定义契约和变体</a:t>
            </a:r>
          </a:p>
          <a:p xmlns:a="http://schemas.openxmlformats.org/drawingml/2006/main">
            <a:r>
              <a:t>从 remote/local/method 的 schema 明确对象输入、方法与状态，检查 principal 相关变体。</a:t>
            </a:r>
          </a:p>
          <a:p xmlns:a="http://schemas.openxmlformats.org/drawingml/2006/main">
            <a:r>
              <a:t>输入：对象能力要求</a:t>
            </a:r>
          </a:p>
          <a:p xmlns:a="http://schemas.openxmlformats.org/drawingml/2006/main">
            <a:r>
              <a:t>输出：契约和允许的方法</a:t>
            </a:r>
          </a:p>
          <a:p xmlns:a="http://schemas.openxmlformats.org/drawingml/2006/main">
            <a:r>
              <a:t>入口：local / remote / method / opaque / bind / coverage</a:t>
            </a:r>
          </a:p>
          <a:p xmlns:a="http://schemas.openxmlformats.org/drawingml/2006/main">
            <a:r>
              <a:t>行为与边界：契约版本和 schema 参与兼容性检查；principal 变体只限定对象能力，完整认证由宿主负责。</a:t>
            </a:r>
          </a:p>
          <a:p xmlns:a="http://schemas.openxmlformats.org/drawingml/2006/main">
            <a:r>
              <a:t>源码：packages/chord/src/contract.ts:1</a:t>
            </a:r>
          </a:p>
          <a:p xmlns:a="http://schemas.openxmlformats.org/drawingml/2006/main">
            <a:r>
              <a:t>源码：packages/chord/src/schema.ts:1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提供对象实现</a:t>
            </a:r>
          </a:p>
          <a:p xmlns:a="http://schemas.openxmlformats.org/drawingml/2006/main">
            <a:r>
              <a:t>跟踪 serve、root 和 await get，检查 host 放置、self principal、规范化输入与 principalKey 如何参与对象身份。</a:t>
            </a:r>
          </a:p>
          <a:p xmlns:a="http://schemas.openxmlformats.org/drawingml/2006/main">
            <a:r>
              <a:t>输入：对象类型与输入</a:t>
            </a:r>
          </a:p>
          <a:p xmlns:a="http://schemas.openxmlformats.org/drawingml/2006/main">
            <a:r>
              <a:t>输出：live 且初始状态就绪的 Ref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行为与边界：createHost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源码：packages/chord/src/object.ts:1</a:t>
            </a:r>
          </a:p>
          <a:p xmlns:a="http://schemas.openxmlformats.org/drawingml/2006/main">
            <a:r>
              <a:t>源码：packages/chord/src/types.ts:1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传递调用上下文</a:t>
            </a:r>
          </a:p>
          <a:p xmlns:a="http://schemas.openxmlformats.org/drawingml/2006/main">
            <a:r>
              <a:t>沿取消、deadline 和 scope value 观察调用传递；Context 不是自动认证系统。</a:t>
            </a:r>
          </a:p>
          <a:p xmlns:a="http://schemas.openxmlformats.org/drawingml/2006/main">
            <a:r>
              <a:t>输入：调用上下文</a:t>
            </a:r>
          </a:p>
          <a:p xmlns:a="http://schemas.openxmlformats.org/drawingml/2006/main">
            <a:r>
              <a:t>输出：受范围约束的执行</a:t>
            </a:r>
          </a:p>
          <a:p xmlns:a="http://schemas.openxmlformats.org/drawingml/2006/main">
            <a:r>
              <a:t>入口：Context / withCancel / withContextValue</a:t>
            </a:r>
          </a:p>
          <a:p xmlns:a="http://schemas.openxmlformats.org/drawingml/2006/main">
            <a:r>
              <a:t>行为与边界：调用方负责提供上下文；上下文不是认证系统。</a:t>
            </a:r>
          </a:p>
          <a:p xmlns:a="http://schemas.openxmlformats.org/drawingml/2006/main">
            <a:r>
              <a:t>源码：packages/chord/src/context/index.ts:1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释放持有与资源</a:t>
            </a:r>
          </a:p>
          <a:p xmlns:a="http://schemas.openxmlformats.org/drawingml/2006/main">
            <a:r>
              <a:t>检查 root 结束、依赖持有和 resource 清理，区分句柄存在与对象仍被有效持有。</a:t>
            </a:r>
          </a:p>
          <a:p xmlns:a="http://schemas.openxmlformats.org/drawingml/2006/main">
            <a:r>
              <a:t>输入：作用域结束</a:t>
            </a:r>
          </a:p>
          <a:p xmlns:a="http://schemas.openxmlformats.org/drawingml/2006/main">
            <a:r>
              <a:t>输出：资源释放或剩余持有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行为与边界：Ref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>源码：packages/chord/src/cell.ts:1</a:t>
            </a:r>
          </a:p>
          <a:p xmlns:a="http://schemas.openxmlformats.org/drawingml/2006/main">
            <a:r>
              <a:t>源码：packages/chord/src/declare.ts:1</a:t>
            </a:r>
          </a:p>
          <a:p xmlns:a="http://schemas.openxmlformats.org/drawingml/2006/main">
            <a:r>
              <a:t>源码：packages/chord/src/publish.ts:1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失败与恢复：不同 principal 的句柄和状态不能任意共享；调用返回不总意味着所有对象立即销毁。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 Counter 教程追踪两个 root 获取同一对象，再逐个结束，说明资源何时释放。</a:t>
            </a:r>
          </a:p>
          <a:p xmlns:a="http://schemas.openxmlformats.org/drawingml/2006/main">
            <a:r>
              <a:t>参考判断：答案取决于身份与持有关系；应引用 host 和 lifecycle 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契约、变体与方法声明</a:t>
            </a:r>
          </a:p>
          <a:p xmlns:a="http://schemas.openxmlformats.org/drawingml/2006/main">
            <a:r>
              <a:t>以 TypeBox 描述对象输入、状态和方法，区分本地与可远程传输的契约。</a:t>
            </a:r>
          </a:p>
          <a:p xmlns:a="http://schemas.openxmlformats.org/drawingml/2006/main">
            <a:r>
              <a:t>入口：local / remote / method / opaque / bind / coverage</a:t>
            </a:r>
          </a:p>
          <a:p xmlns:a="http://schemas.openxmlformats.org/drawingml/2006/main">
            <a:r>
              <a:t>边界：契约版本和 schema 参与兼容性检查；principal 变体只限定对象能力，完整认证由宿主负责。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取消上下文与调用数据</a:t>
            </a:r>
          </a:p>
          <a:p xmlns:a="http://schemas.openxmlformats.org/drawingml/2006/main">
            <a:r>
              <a:t>显式传递取消、截止时间和调用范围值。</a:t>
            </a:r>
          </a:p>
          <a:p xmlns:a="http://schemas.openxmlformats.org/drawingml/2006/main">
            <a:r>
              <a:t>入口：Context / withCancel / withContextValue</a:t>
            </a:r>
          </a:p>
          <a:p xmlns:a="http://schemas.openxmlformats.org/drawingml/2006/main">
            <a:r>
              <a:t>边界：调用方负责提供上下文；上下文不是认证系统。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会话执行、注册表与调度</a:t>
            </a:r>
          </a:p>
          <a:p xmlns:a="http://schemas.openxmlformats.org/drawingml/2006/main">
            <a:r>
              <a:t>组合模型与工具注册、会话配置及任务调度。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边界：以当前实现为准；设计文档不代表所有计划已经落地。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有界输出与进度节奏</a:t>
            </a:r>
          </a:p>
          <a:p xmlns:a="http://schemas.openxmlformats.org/drawingml/2006/main">
            <a:r>
              <a:t>共享 OutputBuffer、boundOutput 和 Progress，控制流式输出窗口及提交频率。</a:t>
            </a:r>
          </a:p>
          <a:p xmlns:a="http://schemas.openxmlformats.org/drawingml/2006/main">
            <a:r>
              <a:t>入口：@earendil-works/chord/output</a:t>
            </a:r>
          </a:p>
          <a:p xmlns:a="http://schemas.openxmlformats.org/drawingml/2006/main">
            <a:r>
              <a:t>边界：ProgressClock 可注入 now/setTimer，当前默认 Date.now 和 setTimeout；定时回调再次检查时钟。节奏按提交起点计算，限制输出不代表回滚已经产生的操作。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通用 SQLite、迁移与驱动</a:t>
            </a:r>
          </a:p>
          <a:p xmlns:a="http://schemas.openxmlformats.org/drawingml/2006/main">
            <a:r>
              <a:t>提供数据库契约、原子迁移、前缀校验以及 Node / Cloudflare 驱动。</a:t>
            </a:r>
          </a:p>
          <a:p xmlns:a="http://schemas.openxmlformats.org/drawingml/2006/main">
            <a:r>
              <a:t>入口：@earendil-works/chord/sqlite</a:t>
            </a:r>
          </a:p>
          <a:p xmlns:a="http://schemas.openxmlformats.org/drawingml/2006/main">
            <a:r>
              <a:t>边界：从 Durable 迁入共享层；Durable 自身存储与 schema 迁移仍在 durable，版本从 1 连续递增。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packages/chord/test/contract.test.ts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packages/chord/test/replicated-state-delivery.test.ts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packages/chord/test/watch.test.ts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packages/durable/test-workers/wake.test.ts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packages/chord/test/output-skip.test.ts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packages/chord/test/sqlite/helpers.ts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packages/chord/test/telemetry-sqlite-store.test.ts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packages/chord/test/telemetry-sqlite.test.ts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CHR-01 · 本地／远程类型契约 [库／当前源码] 以 TypeBox runtime schema 描述对象输入、状态、方法及远程变体，推导 TypeScript 类型；local 可声明原生 opaque 成员，remote 只传受校验数据。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CHR-02 · 规范化对象身份 [库／当前源码] 对象按 type、规范化 input、principalKey 定位；应用默认值、移除未知输入并省略等于默认值的字段，使相同地址共享 record。改变默认值语义需新类型名。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CHR-03 · 契约版本兼容检查 [库／当前源码] 同版本要求提供者覆盖消费者所需字段和方法；跨版本通过 accepts 适配，缺少适配或漏升版本的破坏性变更拒绝绑定。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CHR-04 · 按需激活与稳定引用 [库／当前源码] host.hold 同步返回 Ref；host.get/ctx.get 等待激活及默认状态水合，默认 readyTimeout 为 60 秒。相同对象身份共享激活，各引用独立释放。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CHR-05 · 异步资源与依赖激活 [库／当前源码] 同步工厂通过 self.resource 和 self.get 声明资源及依赖，再等待打开与就绪；激活失败传播到等待者，失去持有者时清理未完成激活。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CHR-06 · 启动就绪屏障 [库／当前源码] lifetime:host 的本地对象在加载时启动；load/install 默认等待该批 host 对象，awaitHostObjects:false 可分阶段等待，host.ready 等待当前集合。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CHR-07 · 主体身份隔离 [库／当前源码] createHost、连接及路由显式声明应用类型化 principal；对象身份包含 principalKey，接收方决定身份，调用者不能自行伪造。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CHR-08 · 远程能力变体 [库／当前源码] 工厂返回已声明的 variant，只暴露对应状态和方法。1.3 接口以 Ref.variant 判别，不再使用 kind；参数和所有者仍由业务授权。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CHR-09 · 身份撤销与对象失效 [库／当前源码] 撤销匹配主体后强制释放相关对象、取消在途调用并更新或关闭连接；句柄进入 gone，重新 get 才能以新授权建立对象。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CHR-10 · 引用状态与延迟调用 [库／当前源码] RefStatus 描述 loading、live、released、gone。未就绪时读取复制状态会抛错；方法等待就绪并响应取消，释放后不可继续使用。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CHR-11 · 有主引用生命周期 [库／当前源码] 引用、调用、连接或宿主持有对象；referenced 生命周期允许 linger，host 生命周期限本地空输入且不配置 linger。销毁取消任务、监听、资源和依赖。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CHR-12 · 命名单元状态与原子修改 [库／当前源码] 以 self.state(name, schema, initial, {version,migrate}) 声明命名状态；状态版本按单元维护。change 成功时发布一次修订，抛错不生效。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CHR-13 · 派生状态 [库／当前源码] self.derive(sources, fn) 从状态源计算视图；重载创建新的派生节点，不能依赖旧版“派生节点跨重载保留”的假设。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CHR-15 · 资源修订与独占替换 [库／当前源码] self.resource(name, {version,deps,exclusive,open,close}) 管理跨重载资源。version/deps 决定复用；独占资源在切换屏障替换，失败尝试恢复。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CHR-16 · 跨重载监听保持 [库／当前源码] self.on(name, source, [select], handler) 声明监听；来源变化或状态替换会重新订阅并协调当前值，不再使用 self.listen/listener 声明表。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CHR-17 · 后台代码任务 [库／当前源码] self.task(fn) 声明后台任务；重载取消旧代码任务并启动新任务。FacetApi.signal 控制 facet 生命周期，任务收尾有期限，不能持有已退休代码。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CHR-18 · 调用树与代次固定 [库／当前源码] 调用树携带 rootId 和 codeVersion，使嵌套调用沿同代代码执行；短调用结束释放范围持有，过期上下文被拒绝。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CHR-32 · Durable 宿主组合 [库／当前源码] 可把 Harness 作为 lifetime:host 的 local 资源，注册表贡献 Durable 扩展；正在运行的 Durable 阶段保持自己的快照，下阶段再使用新扩展。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CHR-37 · 显式取消与上下文值 [库／当前源码] 保留 Context、AbortSignal 桥接及调用范围数据，辅助跨层传播取消；与对象方法 ctx 的 root／codeVersion 职责配合。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CHR-39 · 有界输出与进度节奏 [库] 共享 OutputBuffer、boundOutput 和 Progress，控制流式输出窗口及提交频率。 ProgressClock 可注入 now/setTimer；限制输出不代表回滚产生输出的操作。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CHR-40 · 通用 SQLite、迁移与驱动 [库] 提供数据库契约、原子迁移、前缀校验以及 Node / Cloudflare 驱动。 从 Durable 迁入共享层；Durable 自身存储与 schema 迁移仍在 durable，版本从 1 连续递增。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chord-objects / Chord 契约、Host、句柄与生命周期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场景：让多个调用者访问同一对象，并在作用域结束时释放资源。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定义契约和变体</a:t>
            </a:r>
          </a:p>
          <a:p xmlns:a="http://schemas.openxmlformats.org/drawingml/2006/main">
            <a:r>
              <a:t>从 remote/local/method 的 schema 明确对象输入、方法与状态，检查 principal 相关变体。</a:t>
            </a:r>
          </a:p>
          <a:p xmlns:a="http://schemas.openxmlformats.org/drawingml/2006/main">
            <a:r>
              <a:t>输入：对象能力要求</a:t>
            </a:r>
          </a:p>
          <a:p xmlns:a="http://schemas.openxmlformats.org/drawingml/2006/main">
            <a:r>
              <a:t>输出：契约和允许的方法</a:t>
            </a:r>
          </a:p>
          <a:p xmlns:a="http://schemas.openxmlformats.org/drawingml/2006/main">
            <a:r>
              <a:t>入口：local / remote / method / opaque / bind / coverage</a:t>
            </a:r>
          </a:p>
          <a:p xmlns:a="http://schemas.openxmlformats.org/drawingml/2006/main">
            <a:r>
              <a:t>行为与边界：契约版本和 schema 参与兼容性检查；principal 变体只限定对象能力，完整认证由宿主负责。</a:t>
            </a:r>
          </a:p>
          <a:p xmlns:a="http://schemas.openxmlformats.org/drawingml/2006/main">
            <a:r>
              <a:t>源码：packages/chord/src/contract.ts:1</a:t>
            </a:r>
          </a:p>
          <a:p xmlns:a="http://schemas.openxmlformats.org/drawingml/2006/main">
            <a:r>
              <a:t>源码：packages/chord/src/schema.ts:1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提供对象实现</a:t>
            </a:r>
          </a:p>
          <a:p xmlns:a="http://schemas.openxmlformats.org/drawingml/2006/main">
            <a:r>
              <a:t>跟踪 serve、root 和 await get，检查 host 放置、self principal、规范化输入与 principalKey 如何参与对象身份。</a:t>
            </a:r>
          </a:p>
          <a:p xmlns:a="http://schemas.openxmlformats.org/drawingml/2006/main">
            <a:r>
              <a:t>输入：对象类型与输入</a:t>
            </a:r>
          </a:p>
          <a:p xmlns:a="http://schemas.openxmlformats.org/drawingml/2006/main">
            <a:r>
              <a:t>输出：live 且初始状态就绪的 Ref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行为与边界：createHost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源码：packages/chord/src/object.ts:1</a:t>
            </a:r>
          </a:p>
          <a:p xmlns:a="http://schemas.openxmlformats.org/drawingml/2006/main">
            <a:r>
              <a:t>源码：packages/chord/src/types.ts:1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传递调用上下文</a:t>
            </a:r>
          </a:p>
          <a:p xmlns:a="http://schemas.openxmlformats.org/drawingml/2006/main">
            <a:r>
              <a:t>沿取消、deadline 和 scope value 观察调用传递；Context 不是自动认证系统。</a:t>
            </a:r>
          </a:p>
          <a:p xmlns:a="http://schemas.openxmlformats.org/drawingml/2006/main">
            <a:r>
              <a:t>输入：调用上下文</a:t>
            </a:r>
          </a:p>
          <a:p xmlns:a="http://schemas.openxmlformats.org/drawingml/2006/main">
            <a:r>
              <a:t>输出：受范围约束的执行</a:t>
            </a:r>
          </a:p>
          <a:p xmlns:a="http://schemas.openxmlformats.org/drawingml/2006/main">
            <a:r>
              <a:t>入口：Context / withCancel / withContextValue</a:t>
            </a:r>
          </a:p>
          <a:p xmlns:a="http://schemas.openxmlformats.org/drawingml/2006/main">
            <a:r>
              <a:t>行为与边界：调用方负责提供上下文；上下文不是认证系统。</a:t>
            </a:r>
          </a:p>
          <a:p xmlns:a="http://schemas.openxmlformats.org/drawingml/2006/main">
            <a:r>
              <a:t>源码：packages/chord/src/context/index.ts:1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释放持有与资源</a:t>
            </a:r>
          </a:p>
          <a:p xmlns:a="http://schemas.openxmlformats.org/drawingml/2006/main">
            <a:r>
              <a:t>检查 root 结束、依赖持有和 resource 清理，区分句柄存在与对象仍被有效持有。</a:t>
            </a:r>
          </a:p>
          <a:p xmlns:a="http://schemas.openxmlformats.org/drawingml/2006/main">
            <a:r>
              <a:t>输入：作用域结束</a:t>
            </a:r>
          </a:p>
          <a:p xmlns:a="http://schemas.openxmlformats.org/drawingml/2006/main">
            <a:r>
              <a:t>输出：资源释放或剩余持有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行为与边界：Ref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>源码：packages/chord/src/cell.ts:1</a:t>
            </a:r>
          </a:p>
          <a:p xmlns:a="http://schemas.openxmlformats.org/drawingml/2006/main">
            <a:r>
              <a:t>源码：packages/chord/src/declare.ts:1</a:t>
            </a:r>
          </a:p>
          <a:p xmlns:a="http://schemas.openxmlformats.org/drawingml/2006/main">
            <a:r>
              <a:t>源码：packages/chord/src/publish.ts:1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失败与恢复：不同 principal 的句柄和状态不能任意共享；调用返回不总意味着所有对象立即销毁。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 Counter 教程追踪两个 root 获取同一对象，再逐个结束，说明资源何时释放。</a:t>
            </a:r>
          </a:p>
          <a:p xmlns:a="http://schemas.openxmlformats.org/drawingml/2006/main">
            <a:r>
              <a:t>参考判断：答案取决于身份与持有关系；应引用 host 和 lifecycle 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契约、变体与方法声明</a:t>
            </a:r>
          </a:p>
          <a:p xmlns:a="http://schemas.openxmlformats.org/drawingml/2006/main">
            <a:r>
              <a:t>以 TypeBox 描述对象输入、状态和方法，区分本地与可远程传输的契约。</a:t>
            </a:r>
          </a:p>
          <a:p xmlns:a="http://schemas.openxmlformats.org/drawingml/2006/main">
            <a:r>
              <a:t>入口：local / remote / method / opaque / bind / coverage</a:t>
            </a:r>
          </a:p>
          <a:p xmlns:a="http://schemas.openxmlformats.org/drawingml/2006/main">
            <a:r>
              <a:t>边界：契约版本和 schema 参与兼容性检查；principal 变体只限定对象能力，完整认证由宿主负责。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取消上下文与调用数据</a:t>
            </a:r>
          </a:p>
          <a:p xmlns:a="http://schemas.openxmlformats.org/drawingml/2006/main">
            <a:r>
              <a:t>显式传递取消、截止时间和调用范围值。</a:t>
            </a:r>
          </a:p>
          <a:p xmlns:a="http://schemas.openxmlformats.org/drawingml/2006/main">
            <a:r>
              <a:t>入口：Context / withCancel / withContextValue</a:t>
            </a:r>
          </a:p>
          <a:p xmlns:a="http://schemas.openxmlformats.org/drawingml/2006/main">
            <a:r>
              <a:t>边界：调用方负责提供上下文；上下文不是认证系统。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会话执行、注册表与调度</a:t>
            </a:r>
          </a:p>
          <a:p xmlns:a="http://schemas.openxmlformats.org/drawingml/2006/main">
            <a:r>
              <a:t>组合模型与工具注册、会话配置及任务调度。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边界：以当前实现为准；设计文档不代表所有计划已经落地。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有界输出与进度节奏</a:t>
            </a:r>
          </a:p>
          <a:p xmlns:a="http://schemas.openxmlformats.org/drawingml/2006/main">
            <a:r>
              <a:t>共享 OutputBuffer、boundOutput 和 Progress，控制流式输出窗口及提交频率。</a:t>
            </a:r>
          </a:p>
          <a:p xmlns:a="http://schemas.openxmlformats.org/drawingml/2006/main">
            <a:r>
              <a:t>入口：@earendil-works/chord/output</a:t>
            </a:r>
          </a:p>
          <a:p xmlns:a="http://schemas.openxmlformats.org/drawingml/2006/main">
            <a:r>
              <a:t>边界：ProgressClock 可注入 now/setTimer，当前默认 Date.now 和 setTimeout；定时回调再次检查时钟。节奏按提交起点计算，限制输出不代表回滚已经产生的操作。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通用 SQLite、迁移与驱动</a:t>
            </a:r>
          </a:p>
          <a:p xmlns:a="http://schemas.openxmlformats.org/drawingml/2006/main">
            <a:r>
              <a:t>提供数据库契约、原子迁移、前缀校验以及 Node / Cloudflare 驱动。</a:t>
            </a:r>
          </a:p>
          <a:p xmlns:a="http://schemas.openxmlformats.org/drawingml/2006/main">
            <a:r>
              <a:t>入口：@earendil-works/chord/sqlite</a:t>
            </a:r>
          </a:p>
          <a:p xmlns:a="http://schemas.openxmlformats.org/drawingml/2006/main">
            <a:r>
              <a:t>边界：从 Durable 迁入共享层；Durable 自身存储与 schema 迁移仍在 durable，版本从 1 连续递增。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packages/chord/test/contract.test.ts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packages/chord/test/replicated-state-delivery.test.ts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packages/chord/test/watch.test.ts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packages/durable/test-workers/wake.test.ts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packages/chord/test/output-skip.test.ts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packages/chord/test/sqlite/helpers.ts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packages/chord/test/telemetry-sqlite-store.test.ts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packages/chord/test/telemetry-sqlite.test.ts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CHR-01 · 本地／远程类型契约 [库／当前源码] 以 TypeBox runtime schema 描述对象输入、状态、方法及远程变体，推导 TypeScript 类型；local 可声明原生 opaque 成员，remote 只传受校验数据。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CHR-02 · 规范化对象身份 [库／当前源码] 对象按 type、规范化 input、principalKey 定位；应用默认值、移除未知输入并省略等于默认值的字段，使相同地址共享 record。改变默认值语义需新类型名。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CHR-03 · 契约版本兼容检查 [库／当前源码] 同版本要求提供者覆盖消费者所需字段和方法；跨版本通过 accepts 适配，缺少适配或漏升版本的破坏性变更拒绝绑定。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CHR-04 · 按需激活与稳定引用 [库／当前源码] host.hold 同步返回 Ref；host.get/ctx.get 等待激活及默认状态水合，默认 readyTimeout 为 60 秒。相同对象身份共享激活，各引用独立释放。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CHR-05 · 异步资源与依赖激活 [库／当前源码] 同步工厂通过 self.resource 和 self.get 声明资源及依赖，再等待打开与就绪；激活失败传播到等待者，失去持有者时清理未完成激活。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CHR-06 · 启动就绪屏障 [库／当前源码] lifetime:host 的本地对象在加载时启动；load/install 默认等待该批 host 对象，awaitHostObjects:false 可分阶段等待，host.ready 等待当前集合。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CHR-07 · 主体身份隔离 [库／当前源码] createHost、连接及路由显式声明应用类型化 principal；对象身份包含 principalKey，接收方决定身份，调用者不能自行伪造。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CHR-08 · 远程能力变体 [库／当前源码] 工厂返回已声明的 variant，只暴露对应状态和方法。1.3 接口以 Ref.variant 判别，不再使用 kind；参数和所有者仍由业务授权。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CHR-09 · 身份撤销与对象失效 [库／当前源码] 撤销匹配主体后强制释放相关对象、取消在途调用并更新或关闭连接；句柄进入 gone，重新 get 才能以新授权建立对象。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CHR-10 · 引用状态与延迟调用 [库／当前源码] RefStatus 描述 loading、live、released、gone。未就绪时读取复制状态会抛错；方法等待就绪并响应取消，释放后不可继续使用。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CHR-11 · 有主引用生命周期 [库／当前源码] 引用、调用、连接或宿主持有对象；referenced 生命周期允许 linger，host 生命周期限本地空输入且不配置 linger。销毁取消任务、监听、资源和依赖。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CHR-12 · 命名单元状态与原子修改 [库／当前源码] 以 self.state(name, schema, initial, {version,migrate}) 声明命名状态；状态版本按单元维护。change 成功时发布一次修订，抛错不生效。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CHR-13 · 派生状态 [库／当前源码] self.derive(sources, fn) 从状态源计算视图；重载创建新的派生节点，不能依赖旧版“派生节点跨重载保留”的假设。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CHR-15 · 资源修订与独占替换 [库／当前源码] self.resource(name, {version,deps,exclusive,open,close}) 管理跨重载资源。version/deps 决定复用；独占资源在切换屏障替换，失败尝试恢复。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CHR-16 · 跨重载监听保持 [库／当前源码] self.on(name, source, [select], handler) 声明监听；来源变化或状态替换会重新订阅并协调当前值，不再使用 self.listen/listener 声明表。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CHR-17 · 后台代码任务 [库／当前源码] self.task(fn) 声明后台任务；重载取消旧代码任务并启动新任务。FacetApi.signal 控制 facet 生命周期，任务收尾有期限，不能持有已退休代码。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CHR-18 · 调用树与代次固定 [库／当前源码] 调用树携带 rootId 和 codeVersion，使嵌套调用沿同代代码执行；短调用结束释放范围持有，过期上下文被拒绝。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CHR-32 · Durable 宿主组合 [库／当前源码] 可把 Harness 作为 lifetime:host 的 local 资源，注册表贡献 Durable 扩展；正在运行的 Durable 阶段保持自己的快照，下阶段再使用新扩展。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CHR-37 · 显式取消与上下文值 [库／当前源码] 保留 Context、AbortSignal 桥接及调用范围数据，辅助跨层传播取消；与对象方法 ctx 的 root／codeVersion 职责配合。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CHR-39 · 有界输出与进度节奏 [库] 共享 OutputBuffer、boundOutput 和 Progress，控制流式输出窗口及提交频率。 ProgressClock 可注入 now/setTimer；限制输出不代表回滚产生输出的操作。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CHR-40 · 通用 SQLite、迁移与驱动 [库] 提供数据库契约、原子迁移、前缀校验以及 Node / Cloudflare 驱动。 从 Durable 迁入共享层；Durable 自身存储与 schema 迁移仍在 durable，版本从 1 连续递增。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chord-objects / Chord 契约、Host、句柄与生命周期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场景：让多个调用者访问同一对象，并在作用域结束时释放资源。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定义契约和变体</a:t>
            </a:r>
          </a:p>
          <a:p xmlns:a="http://schemas.openxmlformats.org/drawingml/2006/main">
            <a:r>
              <a:t>从 remote/local/method 的 schema 明确对象输入、方法与状态，检查 principal 相关变体。</a:t>
            </a:r>
          </a:p>
          <a:p xmlns:a="http://schemas.openxmlformats.org/drawingml/2006/main">
            <a:r>
              <a:t>输入：对象能力要求</a:t>
            </a:r>
          </a:p>
          <a:p xmlns:a="http://schemas.openxmlformats.org/drawingml/2006/main">
            <a:r>
              <a:t>输出：契约和允许的方法</a:t>
            </a:r>
          </a:p>
          <a:p xmlns:a="http://schemas.openxmlformats.org/drawingml/2006/main">
            <a:r>
              <a:t>入口：local / remote / method / opaque / bind / coverage</a:t>
            </a:r>
          </a:p>
          <a:p xmlns:a="http://schemas.openxmlformats.org/drawingml/2006/main">
            <a:r>
              <a:t>行为与边界：契约版本和 schema 参与兼容性检查；principal 变体只限定对象能力，完整认证由宿主负责。</a:t>
            </a:r>
          </a:p>
          <a:p xmlns:a="http://schemas.openxmlformats.org/drawingml/2006/main">
            <a:r>
              <a:t>源码：packages/chord/src/contract.ts:1</a:t>
            </a:r>
          </a:p>
          <a:p xmlns:a="http://schemas.openxmlformats.org/drawingml/2006/main">
            <a:r>
              <a:t>源码：packages/chord/src/schema.ts:1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提供对象实现</a:t>
            </a:r>
          </a:p>
          <a:p xmlns:a="http://schemas.openxmlformats.org/drawingml/2006/main">
            <a:r>
              <a:t>跟踪 serve、root 和 await get，检查 host 放置、self principal、规范化输入与 principalKey 如何参与对象身份。</a:t>
            </a:r>
          </a:p>
          <a:p xmlns:a="http://schemas.openxmlformats.org/drawingml/2006/main">
            <a:r>
              <a:t>输入：对象类型与输入</a:t>
            </a:r>
          </a:p>
          <a:p xmlns:a="http://schemas.openxmlformats.org/drawingml/2006/main">
            <a:r>
              <a:t>输出：live 且初始状态就绪的 Ref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行为与边界：createHost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源码：packages/chord/src/object.ts:1</a:t>
            </a:r>
          </a:p>
          <a:p xmlns:a="http://schemas.openxmlformats.org/drawingml/2006/main">
            <a:r>
              <a:t>源码：packages/chord/src/types.ts:1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传递调用上下文</a:t>
            </a:r>
          </a:p>
          <a:p xmlns:a="http://schemas.openxmlformats.org/drawingml/2006/main">
            <a:r>
              <a:t>沿取消、deadline 和 scope value 观察调用传递；Context 不是自动认证系统。</a:t>
            </a:r>
          </a:p>
          <a:p xmlns:a="http://schemas.openxmlformats.org/drawingml/2006/main">
            <a:r>
              <a:t>输入：调用上下文</a:t>
            </a:r>
          </a:p>
          <a:p xmlns:a="http://schemas.openxmlformats.org/drawingml/2006/main">
            <a:r>
              <a:t>输出：受范围约束的执行</a:t>
            </a:r>
          </a:p>
          <a:p xmlns:a="http://schemas.openxmlformats.org/drawingml/2006/main">
            <a:r>
              <a:t>入口：Context / withCancel / withContextValue</a:t>
            </a:r>
          </a:p>
          <a:p xmlns:a="http://schemas.openxmlformats.org/drawingml/2006/main">
            <a:r>
              <a:t>行为与边界：调用方负责提供上下文；上下文不是认证系统。</a:t>
            </a:r>
          </a:p>
          <a:p xmlns:a="http://schemas.openxmlformats.org/drawingml/2006/main">
            <a:r>
              <a:t>源码：packages/chord/src/context/index.ts:1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释放持有与资源</a:t>
            </a:r>
          </a:p>
          <a:p xmlns:a="http://schemas.openxmlformats.org/drawingml/2006/main">
            <a:r>
              <a:t>检查 root 结束、依赖持有和 resource 清理，区分句柄存在与对象仍被有效持有。</a:t>
            </a:r>
          </a:p>
          <a:p xmlns:a="http://schemas.openxmlformats.org/drawingml/2006/main">
            <a:r>
              <a:t>输入：作用域结束</a:t>
            </a:r>
          </a:p>
          <a:p xmlns:a="http://schemas.openxmlformats.org/drawingml/2006/main">
            <a:r>
              <a:t>输出：资源释放或剩余持有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行为与边界：Ref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>源码：packages/chord/src/cell.ts:1</a:t>
            </a:r>
          </a:p>
          <a:p xmlns:a="http://schemas.openxmlformats.org/drawingml/2006/main">
            <a:r>
              <a:t>源码：packages/chord/src/declare.ts:1</a:t>
            </a:r>
          </a:p>
          <a:p xmlns:a="http://schemas.openxmlformats.org/drawingml/2006/main">
            <a:r>
              <a:t>源码：packages/chord/src/publish.ts:1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失败与恢复：不同 principal 的句柄和状态不能任意共享；调用返回不总意味着所有对象立即销毁。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 Counter 教程追踪两个 root 获取同一对象，再逐个结束，说明资源何时释放。</a:t>
            </a:r>
          </a:p>
          <a:p xmlns:a="http://schemas.openxmlformats.org/drawingml/2006/main">
            <a:r>
              <a:t>参考判断：答案取决于身份与持有关系；应引用 host 和 lifecycle 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契约、变体与方法声明</a:t>
            </a:r>
          </a:p>
          <a:p xmlns:a="http://schemas.openxmlformats.org/drawingml/2006/main">
            <a:r>
              <a:t>以 TypeBox 描述对象输入、状态和方法，区分本地与可远程传输的契约。</a:t>
            </a:r>
          </a:p>
          <a:p xmlns:a="http://schemas.openxmlformats.org/drawingml/2006/main">
            <a:r>
              <a:t>入口：local / remote / method / opaque / bind / coverage</a:t>
            </a:r>
          </a:p>
          <a:p xmlns:a="http://schemas.openxmlformats.org/drawingml/2006/main">
            <a:r>
              <a:t>边界：契约版本和 schema 参与兼容性检查；principal 变体只限定对象能力，完整认证由宿主负责。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取消上下文与调用数据</a:t>
            </a:r>
          </a:p>
          <a:p xmlns:a="http://schemas.openxmlformats.org/drawingml/2006/main">
            <a:r>
              <a:t>显式传递取消、截止时间和调用范围值。</a:t>
            </a:r>
          </a:p>
          <a:p xmlns:a="http://schemas.openxmlformats.org/drawingml/2006/main">
            <a:r>
              <a:t>入口：Context / withCancel / withContextValue</a:t>
            </a:r>
          </a:p>
          <a:p xmlns:a="http://schemas.openxmlformats.org/drawingml/2006/main">
            <a:r>
              <a:t>边界：调用方负责提供上下文；上下文不是认证系统。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会话执行、注册表与调度</a:t>
            </a:r>
          </a:p>
          <a:p xmlns:a="http://schemas.openxmlformats.org/drawingml/2006/main">
            <a:r>
              <a:t>组合模型与工具注册、会话配置及任务调度。</a:t>
            </a:r>
          </a:p>
          <a:p xmlns:a="http://schemas.openxmlformats.org/drawingml/2006/main">
            <a:r>
              <a:t>入口：Harness / createRegistry</a:t>
            </a:r>
          </a:p>
          <a:p xmlns:a="http://schemas.openxmlformats.org/drawingml/2006/main">
            <a:r>
              <a:t>边界：以当前实现为准；设计文档不代表所有计划已经落地。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有界输出与进度节奏</a:t>
            </a:r>
          </a:p>
          <a:p xmlns:a="http://schemas.openxmlformats.org/drawingml/2006/main">
            <a:r>
              <a:t>共享 OutputBuffer、boundOutput 和 Progress，控制流式输出窗口及提交频率。</a:t>
            </a:r>
          </a:p>
          <a:p xmlns:a="http://schemas.openxmlformats.org/drawingml/2006/main">
            <a:r>
              <a:t>入口：@earendil-works/chord/output</a:t>
            </a:r>
          </a:p>
          <a:p xmlns:a="http://schemas.openxmlformats.org/drawingml/2006/main">
            <a:r>
              <a:t>边界：ProgressClock 可注入 now/setTimer，当前默认 Date.now 和 setTimeout；定时回调再次检查时钟。节奏按提交起点计算，限制输出不代表回滚已经产生的操作。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通用 SQLite、迁移与驱动</a:t>
            </a:r>
          </a:p>
          <a:p xmlns:a="http://schemas.openxmlformats.org/drawingml/2006/main">
            <a:r>
              <a:t>提供数据库契约、原子迁移、前缀校验以及 Node / Cloudflare 驱动。</a:t>
            </a:r>
          </a:p>
          <a:p xmlns:a="http://schemas.openxmlformats.org/drawingml/2006/main">
            <a:r>
              <a:t>入口：@earendil-works/chord/sqlite</a:t>
            </a:r>
          </a:p>
          <a:p xmlns:a="http://schemas.openxmlformats.org/drawingml/2006/main">
            <a:r>
              <a:t>边界：从 Durable 迁入共享层；Durable 自身存储与 schema 迁移仍在 durable，版本从 1 连续递增。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packages/chord/test/contract.test.ts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packages/chord/test/replicated-state-delivery.test.ts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packages/chord/test/watch.test.ts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packages/durable/test-workers/wake.test.ts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packages/durable/test/indexeddb-storage.test.ts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packages/chord/test/output-skip.test.ts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packages/chord/test/sqlite/cloudflare.test.ts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packages/chord/test/sqlite/helpers.ts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packages/chord/test/telemetry-sqlite-store.test.ts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packages/durable/test-workers/storage.test.ts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packages/chord/test/sqlite/node.test.ts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packages/chord/test/telemetry-sqlite.test.ts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CHR-01 · 本地／远程类型契约 [库／当前源码] 以 TypeBox runtime schema 描述对象输入、状态、方法及远程变体，推导 TypeScript 类型；local 可声明原生 opaque 成员，remote 只传受校验数据。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CHR-02 · 规范化对象身份 [库／当前源码] 对象按 type、规范化 input、principalKey 定位；应用默认值、移除未知输入并省略等于默认值的字段，使相同地址共享 record。改变默认值语义需新类型名。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CHR-03 · 契约版本兼容检查 [库／当前源码] 同版本要求提供者覆盖消费者所需字段和方法；跨版本通过 accepts 适配，缺少适配或漏升版本的破坏性变更拒绝绑定。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CHR-04 · 按需激活与稳定引用 [库／当前源码] host.hold 同步返回 Ref；host.get/ctx.get 等待激活及默认状态水合，默认 readyTimeout 为 60 秒。相同对象身份共享激活，各引用独立释放。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CHR-05 · 异步资源与依赖激活 [库／当前源码] 同步工厂通过 self.resource 和 self.get 声明资源及依赖，再等待打开与就绪；激活失败传播到等待者，失去持有者时清理未完成激活。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CHR-06 · 启动就绪屏障 [库／当前源码] lifetime:host 的本地对象在加载时启动；load/install 默认等待该批 host 对象，awaitHostObjects:false 可分阶段等待，host.ready 等待当前集合。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CHR-07 · 主体身份隔离 [库／当前源码] createHost、连接及路由显式声明应用类型化 principal；对象身份包含 principalKey，接收方决定身份，调用者不能自行伪造。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CHR-08 · 远程能力变体 [库／当前源码] 工厂返回已声明的 variant，只暴露对应状态和方法。1.3 接口以 Ref.variant 判别，不再使用 kind；参数和所有者仍由业务授权。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CHR-09 · 身份撤销与对象失效 [库／当前源码] 撤销匹配主体后强制释放相关对象、取消在途调用并更新或关闭连接；句柄进入 gone，重新 get 才能以新授权建立对象。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CHR-10 · 引用状态与延迟调用 [库／当前源码] RefStatus 描述 loading、live、released、gone。未就绪时读取复制状态会抛错；方法等待就绪并响应取消，释放后不可继续使用。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CHR-11 · 有主引用生命周期 [库／当前源码] 引用、调用、连接或宿主持有对象；referenced 生命周期允许 linger，host 生命周期限本地空输入且不配置 linger。销毁取消任务、监听、资源和依赖。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CHR-12 · 命名单元状态与原子修改 [库／当前源码] 以 self.state(name, schema, initial, {version,migrate}) 声明命名状态；状态版本按单元维护。change 成功时发布一次修订，抛错不生效。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CHR-13 · 派生状态 [库／当前源码] self.derive(sources, fn) 从状态源计算视图；重载创建新的派生节点，不能依赖旧版“派生节点跨重载保留”的假设。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CHR-15 · 资源修订与独占替换 [库／当前源码] self.resource(name, {version,deps,exclusive,open,close}) 管理跨重载资源。version/deps 决定复用；独占资源在切换屏障替换，失败尝试恢复。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CHR-16 · 跨重载监听保持 [库／当前源码] self.on(name, source, [select], handler) 声明监听；来源变化或状态替换会重新订阅并协调当前值，不再使用 self.listen/listener 声明表。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CHR-17 · 后台代码任务 [库／当前源码] self.task(fn) 声明后台任务；重载取消旧代码任务并启动新任务。FacetApi.signal 控制 facet 生命周期，任务收尾有期限，不能持有已退休代码。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CHR-18 · 调用树与代次固定 [库／当前源码] 调用树携带 rootId 和 codeVersion，使嵌套调用沿同代代码执行；短调用结束释放范围持有，过期上下文被拒绝。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CHR-32 · Durable 宿主组合 [库／当前源码] 可把 Harness 作为 lifetime:host 的 local 资源，注册表贡献 Durable 扩展；正在运行的 Durable 阶段保持自己的快照，下阶段再使用新扩展。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CHR-37 · 显式取消与上下文值 [库／当前源码] 保留 Context、AbortSignal 桥接及调用范围数据，辅助跨层传播取消；与对象方法 ctx 的 root／codeVersion 职责配合。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CHR-39 · 有界输出与进度节奏 [库] 共享 OutputBuffer、boundOutput 和 Progress，控制流式输出窗口及提交频率。 ProgressClock 可注入 now/setTimer；限制输出不代表回滚产生输出的操作。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CHR-40 · 通用 SQLite、迁移与驱动 [库] 提供数据库契约、原子迁移、前缀校验以及 Node / Cloudflare 驱动。 从 Durable 迁入共享层；Durable 自身存储与 schema 迁移仍在 durable，版本从 1 连续递增。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chord-state / JSON 所有权、delta 与复制状态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场景：订阅者要看到一致状态，而更新计算可能失败。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JSON 边界</a:t>
            </a:r>
          </a:p>
          <a:p xmlns:a="http://schemas.openxmlformats.org/drawingml/2006/main">
            <a:r>
              <a:t>检查合法 JSON、复制与所有权约定，发布后不直接改共享容器。</a:t>
            </a:r>
          </a:p>
          <a:p xmlns:a="http://schemas.openxmlformats.org/drawingml/2006/main">
            <a:r>
              <a:t>输入：调用者持有的 JSON</a:t>
            </a:r>
          </a:p>
          <a:p xmlns:a="http://schemas.openxmlformats.org/drawingml/2006/main">
            <a:r>
              <a:t>输出：可安全交给运行时的值</a:t>
            </a:r>
          </a:p>
          <a:p xmlns:a="http://schemas.openxmlformats.org/drawingml/2006/main">
            <a:r>
              <a:t>入口：copyJson / isJsonValue / ChordError</a:t>
            </a:r>
          </a:p>
          <a:p xmlns:a="http://schemas.openxmlformats.org/drawingml/2006/main">
            <a:r>
              <a:t>行为与边界：转移所有权后的值不得继续修改；在可变信任边界复制或序列化。</a:t>
            </a:r>
          </a:p>
          <a:p xmlns:a="http://schemas.openxmlformats.org/drawingml/2006/main">
            <a:r>
              <a:t>源码：packages/chord/src/errors.ts:1</a:t>
            </a:r>
          </a:p>
          <a:p xmlns:a="http://schemas.openxmlformats.org/drawingml/2006/main">
            <a:r>
              <a:t>源码：packages/chord/src/json.ts:1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准备增量</a:t>
            </a:r>
          </a:p>
          <a:p xmlns:a="http://schemas.openxmlformats.org/drawingml/2006/main">
            <a:r>
              <a:t>跟踪 track/prepare，理解候选变更尚未成为权威版本。</a:t>
            </a:r>
          </a:p>
          <a:p xmlns:a="http://schemas.openxmlformats.org/drawingml/2006/main">
            <a:r>
              <a:t>输入：旧版本和修改</a:t>
            </a:r>
          </a:p>
          <a:p xmlns:a="http://schemas.openxmlformats.org/drawingml/2006/main">
            <a:r>
              <a:t>输出：候选 delta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行为与边界：replicatedState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源码：packages/chord/src/delta/README.md:1</a:t>
            </a:r>
          </a:p>
          <a:p xmlns:a="http://schemas.openxmlformats.org/drawingml/2006/main">
            <a:r>
              <a:t>源码：packages/chord/src/delta/apply-immutable-trusted.ts:1</a:t>
            </a:r>
          </a:p>
          <a:p xmlns:a="http://schemas.openxmlformats.org/drawingml/2006/main">
            <a:r>
              <a:t>源码：packages/chord/src/delta/diff.ts:1</a:t>
            </a:r>
          </a:p>
          <a:p xmlns:a="http://schemas.openxmlformats.org/drawingml/2006/main">
            <a:r>
              <a:t>源码：packages/chord/src/delta/draft.ts:1</a:t>
            </a:r>
          </a:p>
          <a:p xmlns:a="http://schemas.openxmlformats.org/drawingml/2006/main">
            <a:r>
              <a:t>源码：packages/chord/src/delta/index.ts:1</a:t>
            </a:r>
          </a:p>
          <a:p xmlns:a="http://schemas.openxmlformats.org/drawingml/2006/main">
            <a:r>
              <a:t>源码：packages/chord/src/delta/revision-validator.ts:1</a:t>
            </a:r>
          </a:p>
          <a:p xmlns:a="http://schemas.openxmlformats.org/drawingml/2006/main">
            <a:r>
              <a:t>源码：packages/chord/src/delta/tracker.ts:1</a:t>
            </a:r>
          </a:p>
          <a:p xmlns:a="http://schemas.openxmlformats.org/drawingml/2006/main">
            <a:r>
              <a:t>源码：packages/chord/src/state.ts:1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提交并发布</a:t>
            </a:r>
          </a:p>
          <a:p xmlns:a="http://schemas.openxmlformats.org/drawingml/2006/main">
            <a:r>
              <a:t>对照 adopt 与 applyImmutable，标记版本切换和订阅者可见点。</a:t>
            </a:r>
          </a:p>
          <a:p xmlns:a="http://schemas.openxmlformats.org/drawingml/2006/main">
            <a:r>
              <a:t>输入：已验证候选变更</a:t>
            </a:r>
          </a:p>
          <a:p xmlns:a="http://schemas.openxmlformats.org/drawingml/2006/main">
            <a:r>
              <a:t>输出：新权威状态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行为与边界：replicatedState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源码：packages/chord/src/delta/README.md:1</a:t>
            </a:r>
          </a:p>
          <a:p xmlns:a="http://schemas.openxmlformats.org/drawingml/2006/main">
            <a:r>
              <a:t>源码：packages/chord/src/delta/apply-immutable-trusted.ts:1</a:t>
            </a:r>
          </a:p>
          <a:p xmlns:a="http://schemas.openxmlformats.org/drawingml/2006/main">
            <a:r>
              <a:t>源码：packages/chord/src/delta/diff.ts:1</a:t>
            </a:r>
          </a:p>
          <a:p xmlns:a="http://schemas.openxmlformats.org/drawingml/2006/main">
            <a:r>
              <a:t>源码：packages/chord/src/delta/draft.ts:1</a:t>
            </a:r>
          </a:p>
          <a:p xmlns:a="http://schemas.openxmlformats.org/drawingml/2006/main">
            <a:r>
              <a:t>源码：packages/chord/src/delta/index.ts:1</a:t>
            </a:r>
          </a:p>
          <a:p xmlns:a="http://schemas.openxmlformats.org/drawingml/2006/main">
            <a:r>
              <a:t>源码：packages/chord/src/delta/revision-validator.ts:1</a:t>
            </a:r>
          </a:p>
          <a:p xmlns:a="http://schemas.openxmlformats.org/drawingml/2006/main">
            <a:r>
              <a:t>源码：packages/chord/src/delta/tracker.ts:1</a:t>
            </a:r>
          </a:p>
          <a:p xmlns:a="http://schemas.openxmlformats.org/drawingml/2006/main">
            <a:r>
              <a:t>源码：packages/chord/src/state.ts:1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观察积压行为</a:t>
            </a:r>
          </a:p>
          <a:p xmlns:a="http://schemas.openxmlformats.org/drawingml/2006/main">
            <a:r>
              <a:t>比较对象 state 与 replicatedState 的订阅语义，核对慢消费者的合并边界。</a:t>
            </a:r>
          </a:p>
          <a:p xmlns:a="http://schemas.openxmlformats.org/drawingml/2006/main">
            <a:r>
              <a:t>输入：连续状态更新</a:t>
            </a:r>
          </a:p>
          <a:p xmlns:a="http://schemas.openxmlformats.org/drawingml/2006/main">
            <a:r>
              <a:t>输出：订阅者得到的状态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行为与边界：Ref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>源码：packages/chord/src/cell.ts:1</a:t>
            </a:r>
          </a:p>
          <a:p xmlns:a="http://schemas.openxmlformats.org/drawingml/2006/main">
            <a:r>
              <a:t>源码：packages/chord/src/declare.ts:1</a:t>
            </a:r>
          </a:p>
          <a:p xmlns:a="http://schemas.openxmlformats.org/drawingml/2006/main">
            <a:r>
              <a:t>源码：packages/chord/src/publish.ts:1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失败与恢复：replicatedState 的完整值积压会合并为最新值，不能当作无损审计事件流；需要审计时保存事件记录。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 prepare 后抛错而不 adopt 的测试，证明权威版本不改变。</a:t>
            </a:r>
          </a:p>
          <a:p xmlns:a="http://schemas.openxmlformats.org/drawingml/2006/main">
            <a:r>
              <a:t>参考判断：候选状态与已提交状态必须隔离；观察到最新值不证明中间每次值都被消费。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严格 JSON 边界与错误契约</a:t>
            </a:r>
          </a:p>
          <a:p xmlns:a="http://schemas.openxmlformats.org/drawingml/2006/main">
            <a:r>
              <a:t>校验和复制 JSON 值，表达 invalid、forbidden 等运行时错误。</a:t>
            </a:r>
          </a:p>
          <a:p xmlns:a="http://schemas.openxmlformats.org/drawingml/2006/main">
            <a:r>
              <a:t>入口：copyJson / isJsonValue / ChordError</a:t>
            </a:r>
          </a:p>
          <a:p xmlns:a="http://schemas.openxmlformats.org/drawingml/2006/main">
            <a:r>
              <a:t>边界：转移所有权后的值不得继续修改；在可变信任边界复制或序列化。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不可变 delta 与复制状态</a:t>
            </a:r>
          </a:p>
          <a:p xmlns:a="http://schemas.openxmlformats.org/drawingml/2006/main">
            <a:r>
              <a:t>跟踪 JSON 修改、原子发布版本并供 Durable 文档、视图和任务图订阅。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句柄、快照与结束原因</a:t>
            </a:r>
          </a:p>
          <a:p xmlns:a="http://schemas.openxmlformats.org/drawingml/2006/main">
            <a:r>
              <a:t>提供共享的 Watch、WatchHandle 与 WatchEnd，实现有界积压、快照恢复和显式结束。</a:t>
            </a:r>
          </a:p>
          <a:p xmlns:a="http://schemas.openxmlformats.org/drawingml/2006/main">
            <a:r>
              <a:t>入口：Watch / WatchHandle / WatchEnd</a:t>
            </a:r>
          </a:p>
          <a:p xmlns:a="http://schemas.openxmlformats.org/drawingml/2006/main">
            <a:r>
              <a:t>边界：retired 由显式退休帧表示，不从 null 值推断；结束后释放监听者。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有界输出与进度节奏</a:t>
            </a:r>
          </a:p>
          <a:p xmlns:a="http://schemas.openxmlformats.org/drawingml/2006/main">
            <a:r>
              <a:t>共享 OutputBuffer、boundOutput 和 Progress，控制流式输出窗口及提交频率。</a:t>
            </a:r>
          </a:p>
          <a:p xmlns:a="http://schemas.openxmlformats.org/drawingml/2006/main">
            <a:r>
              <a:t>入口：@earendil-works/chord/output</a:t>
            </a:r>
          </a:p>
          <a:p xmlns:a="http://schemas.openxmlformats.org/drawingml/2006/main">
            <a:r>
              <a:t>边界：ProgressClock 可注入 now/setTimer，当前默认 Date.now 和 setTimeout；定时回调再次检查时钟。节奏按提交起点计算，限制输出不代表回滚已经产生的操作。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packages/chord/test/delta-diff.test.ts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packages/chord/test/state-diff.test.ts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packages/chord/test/watch.test.ts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packages/chord/test/delta-benchmark/conversation-view-benchmark.worker.ts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packages/chord/test/delta-benchmark/memory-benchmark.worker.ts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packages/chord/test/delta-apply-immutable.test.ts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packages/chord/test/delta-tracker/retention.worker.ts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packages/chord/test/delta-tracker/tracker.test.ts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packages/chord/test/delta-traversal.bench.ts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packages/chord/test/provider-cost.test.ts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packages/chord/test/requests.test.ts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packages/chord/test/state-draft.test.ts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packages/chord/test/state-fuzz.test.ts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packages/durable/test/harness-live-deltas.test.ts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packages/durable/test/session-checkpoints-migrations.test.ts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packages/chord/test/output-skip.test.ts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CHR-05 · 异步资源与依赖激活 [库／当前源码] 同步工厂通过 self.resource 和 self.get 声明资源及依赖，再等待打开与就绪；激活失败传播到等待者，失去持有者时清理未完成激活。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CHR-12 · 命名单元状态与原子修改 [库／当前源码] 以 self.state(name, schema, initial, {version,migrate}) 声明命名状态；状态版本按单元维护。change 成功时发布一次修订，抛错不生效。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CHR-13 · 派生状态 [库／当前源码] self.derive(sources, fn) 从状态源计算视图；重载创建新的派生节点，不能依赖旧版“派生节点跨重载保留”的假设。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CHR-15 · 资源修订与独占替换 [库／当前源码] self.resource(name, {version,deps,exclusive,open,close}) 管理跨重载资源。version/deps 决定复用；独占资源在切换屏障替换，失败尝试恢复。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CHR-16 · 跨重载监听保持 [库／当前源码] self.on(name, source, [select], handler) 声明监听；来源变化或状态替换会重新订阅并协调当前值，不再使用 self.listen/listener 声明表。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CHR-33 · 独立事务 JSON Delta [库／当前源码] 保留不依赖 host 的 track、结构差异和 immutable apply，支持字符串追加／前截断、数组 splice／排列、设置和删除。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CHR-34 · 准备与采用分离 [库／当前源码] prepare 计算候选值和操作，adopt 才切换权威修订；适合先持久化后通知消费者，修改草稿会复制新赋值容器。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CHR-35 · 独立可复制状态 [库／当前源码] replicatedState 可自主管理值，也可挂到权威 revision source 按已提交帧发布；它仍是 Chord 独立能力；当前 Durable 已改用 Watch，不再通过 replicatedState 发布文档和视图。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CHR-36 · 有界完整值订阅 [库／当前源码] 独立 replicatedState 的每订阅异步回调串行，最多保留 100 个待投递完整值，超限折叠为最新值；取消清空待处理但不取消正在执行回调。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CHR-38 · 类型化失败原因 [库／当前源码] 用 ChordError 区分无权限、无效输入、未就绪、失效句柄、契约冲突、升级冲突、代次退休和不可达，供宿主决定重新获取或重试。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CHR-39 · 有界输出与进度节奏 [库] 共享 OutputBuffer、boundOutput 和 Progress，控制流式输出窗口及提交频率。 ProgressClock 可注入 now/setTimer；限制输出不代表回滚产生输出的操作。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chord-state / JSON 所有权、delta 与复制状态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场景：订阅者要看到一致状态，而更新计算可能失败。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JSON 边界</a:t>
            </a:r>
          </a:p>
          <a:p xmlns:a="http://schemas.openxmlformats.org/drawingml/2006/main">
            <a:r>
              <a:t>检查合法 JSON、复制与所有权约定，发布后不直接改共享容器。</a:t>
            </a:r>
          </a:p>
          <a:p xmlns:a="http://schemas.openxmlformats.org/drawingml/2006/main">
            <a:r>
              <a:t>输入：调用者持有的 JSON</a:t>
            </a:r>
          </a:p>
          <a:p xmlns:a="http://schemas.openxmlformats.org/drawingml/2006/main">
            <a:r>
              <a:t>输出：可安全交给运行时的值</a:t>
            </a:r>
          </a:p>
          <a:p xmlns:a="http://schemas.openxmlformats.org/drawingml/2006/main">
            <a:r>
              <a:t>入口：copyJson / isJsonValue / ChordError</a:t>
            </a:r>
          </a:p>
          <a:p xmlns:a="http://schemas.openxmlformats.org/drawingml/2006/main">
            <a:r>
              <a:t>行为与边界：转移所有权后的值不得继续修改；在可变信任边界复制或序列化。</a:t>
            </a:r>
          </a:p>
          <a:p xmlns:a="http://schemas.openxmlformats.org/drawingml/2006/main">
            <a:r>
              <a:t>源码：packages/chord/src/errors.ts:1</a:t>
            </a:r>
          </a:p>
          <a:p xmlns:a="http://schemas.openxmlformats.org/drawingml/2006/main">
            <a:r>
              <a:t>源码：packages/chord/src/json.ts:1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准备增量</a:t>
            </a:r>
          </a:p>
          <a:p xmlns:a="http://schemas.openxmlformats.org/drawingml/2006/main">
            <a:r>
              <a:t>跟踪 track/prepare，理解候选变更尚未成为权威版本。</a:t>
            </a:r>
          </a:p>
          <a:p xmlns:a="http://schemas.openxmlformats.org/drawingml/2006/main">
            <a:r>
              <a:t>输入：旧版本和修改</a:t>
            </a:r>
          </a:p>
          <a:p xmlns:a="http://schemas.openxmlformats.org/drawingml/2006/main">
            <a:r>
              <a:t>输出：候选 delta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行为与边界：replicatedState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源码：packages/chord/src/delta/README.md:1</a:t>
            </a:r>
          </a:p>
          <a:p xmlns:a="http://schemas.openxmlformats.org/drawingml/2006/main">
            <a:r>
              <a:t>源码：packages/chord/src/delta/apply-immutable-trusted.ts:1</a:t>
            </a:r>
          </a:p>
          <a:p xmlns:a="http://schemas.openxmlformats.org/drawingml/2006/main">
            <a:r>
              <a:t>源码：packages/chord/src/delta/diff.ts:1</a:t>
            </a:r>
          </a:p>
          <a:p xmlns:a="http://schemas.openxmlformats.org/drawingml/2006/main">
            <a:r>
              <a:t>源码：packages/chord/src/delta/draft.ts:1</a:t>
            </a:r>
          </a:p>
          <a:p xmlns:a="http://schemas.openxmlformats.org/drawingml/2006/main">
            <a:r>
              <a:t>源码：packages/chord/src/delta/index.ts:1</a:t>
            </a:r>
          </a:p>
          <a:p xmlns:a="http://schemas.openxmlformats.org/drawingml/2006/main">
            <a:r>
              <a:t>源码：packages/chord/src/delta/revision-validator.ts:1</a:t>
            </a:r>
          </a:p>
          <a:p xmlns:a="http://schemas.openxmlformats.org/drawingml/2006/main">
            <a:r>
              <a:t>源码：packages/chord/src/delta/tracker.ts:1</a:t>
            </a:r>
          </a:p>
          <a:p xmlns:a="http://schemas.openxmlformats.org/drawingml/2006/main">
            <a:r>
              <a:t>源码：packages/chord/src/state.ts:1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提交并发布</a:t>
            </a:r>
          </a:p>
          <a:p xmlns:a="http://schemas.openxmlformats.org/drawingml/2006/main">
            <a:r>
              <a:t>对照 adopt 与 applyImmutable，标记版本切换和订阅者可见点。</a:t>
            </a:r>
          </a:p>
          <a:p xmlns:a="http://schemas.openxmlformats.org/drawingml/2006/main">
            <a:r>
              <a:t>输入：已验证候选变更</a:t>
            </a:r>
          </a:p>
          <a:p xmlns:a="http://schemas.openxmlformats.org/drawingml/2006/main">
            <a:r>
              <a:t>输出：新权威状态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行为与边界：replicatedState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源码：packages/chord/src/delta/README.md:1</a:t>
            </a:r>
          </a:p>
          <a:p xmlns:a="http://schemas.openxmlformats.org/drawingml/2006/main">
            <a:r>
              <a:t>源码：packages/chord/src/delta/apply-immutable-trusted.ts:1</a:t>
            </a:r>
          </a:p>
          <a:p xmlns:a="http://schemas.openxmlformats.org/drawingml/2006/main">
            <a:r>
              <a:t>源码：packages/chord/src/delta/diff.ts:1</a:t>
            </a:r>
          </a:p>
          <a:p xmlns:a="http://schemas.openxmlformats.org/drawingml/2006/main">
            <a:r>
              <a:t>源码：packages/chord/src/delta/draft.ts:1</a:t>
            </a:r>
          </a:p>
          <a:p xmlns:a="http://schemas.openxmlformats.org/drawingml/2006/main">
            <a:r>
              <a:t>源码：packages/chord/src/delta/index.ts:1</a:t>
            </a:r>
          </a:p>
          <a:p xmlns:a="http://schemas.openxmlformats.org/drawingml/2006/main">
            <a:r>
              <a:t>源码：packages/chord/src/delta/revision-validator.ts:1</a:t>
            </a:r>
          </a:p>
          <a:p xmlns:a="http://schemas.openxmlformats.org/drawingml/2006/main">
            <a:r>
              <a:t>源码：packages/chord/src/delta/tracker.ts:1</a:t>
            </a:r>
          </a:p>
          <a:p xmlns:a="http://schemas.openxmlformats.org/drawingml/2006/main">
            <a:r>
              <a:t>源码：packages/chord/src/state.ts:1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观察积压行为</a:t>
            </a:r>
          </a:p>
          <a:p xmlns:a="http://schemas.openxmlformats.org/drawingml/2006/main">
            <a:r>
              <a:t>比较对象 state 与 replicatedState 的订阅语义，核对慢消费者的合并边界。</a:t>
            </a:r>
          </a:p>
          <a:p xmlns:a="http://schemas.openxmlformats.org/drawingml/2006/main">
            <a:r>
              <a:t>输入：连续状态更新</a:t>
            </a:r>
          </a:p>
          <a:p xmlns:a="http://schemas.openxmlformats.org/drawingml/2006/main">
            <a:r>
              <a:t>输出：订阅者得到的状态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行为与边界：Ref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>源码：packages/chord/src/cell.ts:1</a:t>
            </a:r>
          </a:p>
          <a:p xmlns:a="http://schemas.openxmlformats.org/drawingml/2006/main">
            <a:r>
              <a:t>源码：packages/chord/src/declare.ts:1</a:t>
            </a:r>
          </a:p>
          <a:p xmlns:a="http://schemas.openxmlformats.org/drawingml/2006/main">
            <a:r>
              <a:t>源码：packages/chord/src/publish.ts:1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失败与恢复：replicatedState 的完整值积压会合并为最新值，不能当作无损审计事件流；需要审计时保存事件记录。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 prepare 后抛错而不 adopt 的测试，证明权威版本不改变。</a:t>
            </a:r>
          </a:p>
          <a:p xmlns:a="http://schemas.openxmlformats.org/drawingml/2006/main">
            <a:r>
              <a:t>参考判断：候选状态与已提交状态必须隔离；观察到最新值不证明中间每次值都被消费。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严格 JSON 边界与错误契约</a:t>
            </a:r>
          </a:p>
          <a:p xmlns:a="http://schemas.openxmlformats.org/drawingml/2006/main">
            <a:r>
              <a:t>校验和复制 JSON 值，表达 invalid、forbidden 等运行时错误。</a:t>
            </a:r>
          </a:p>
          <a:p xmlns:a="http://schemas.openxmlformats.org/drawingml/2006/main">
            <a:r>
              <a:t>入口：copyJson / isJsonValue / ChordError</a:t>
            </a:r>
          </a:p>
          <a:p xmlns:a="http://schemas.openxmlformats.org/drawingml/2006/main">
            <a:r>
              <a:t>边界：转移所有权后的值不得继续修改；在可变信任边界复制或序列化。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不可变 delta 与复制状态</a:t>
            </a:r>
          </a:p>
          <a:p xmlns:a="http://schemas.openxmlformats.org/drawingml/2006/main">
            <a:r>
              <a:t>跟踪 JSON 修改、原子发布版本并供 Durable 文档、视图和任务图订阅。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句柄、快照与结束原因</a:t>
            </a:r>
          </a:p>
          <a:p xmlns:a="http://schemas.openxmlformats.org/drawingml/2006/main">
            <a:r>
              <a:t>提供共享的 Watch、WatchHandle 与 WatchEnd，实现有界积压、快照恢复和显式结束。</a:t>
            </a:r>
          </a:p>
          <a:p xmlns:a="http://schemas.openxmlformats.org/drawingml/2006/main">
            <a:r>
              <a:t>入口：Watch / WatchHandle / WatchEnd</a:t>
            </a:r>
          </a:p>
          <a:p xmlns:a="http://schemas.openxmlformats.org/drawingml/2006/main">
            <a:r>
              <a:t>边界：retired 由显式退休帧表示，不从 null 值推断；结束后释放监听者。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有界输出与进度节奏</a:t>
            </a:r>
          </a:p>
          <a:p xmlns:a="http://schemas.openxmlformats.org/drawingml/2006/main">
            <a:r>
              <a:t>共享 OutputBuffer、boundOutput 和 Progress，控制流式输出窗口及提交频率。</a:t>
            </a:r>
          </a:p>
          <a:p xmlns:a="http://schemas.openxmlformats.org/drawingml/2006/main">
            <a:r>
              <a:t>入口：@earendil-works/chord/output</a:t>
            </a:r>
          </a:p>
          <a:p xmlns:a="http://schemas.openxmlformats.org/drawingml/2006/main">
            <a:r>
              <a:t>边界：ProgressClock 可注入 now/setTimer，当前默认 Date.now 和 setTimeout；定时回调再次检查时钟。节奏按提交起点计算，限制输出不代表回滚已经产生的操作。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packages/chord/test/delta-diff.test.ts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packages/chord/test/state-diff.test.ts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packages/chord/test/watch.test.ts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packages/chord/test/delta-benchmark/conversation-view-benchmark.worker.ts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packages/chord/test/delta-benchmark/memory-benchmark.worker.ts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packages/chord/test/delta-apply-immutable.test.ts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packages/chord/test/delta-tracker/retention.worker.ts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packages/chord/test/delta-tracker/tracker.test.ts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packages/chord/test/delta-traversal.bench.ts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packages/chord/test/provider-cost.test.ts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packages/chord/test/requests.test.ts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packages/chord/test/state-draft.test.ts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packages/chord/test/state-fuzz.test.ts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packages/durable/test/harness-live-deltas.test.ts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packages/durable/test/session-checkpoints-migrations.test.ts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packages/chord/test/output-skip.test.ts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CHR-05 · 异步资源与依赖激活 [库／当前源码] 同步工厂通过 self.resource 和 self.get 声明资源及依赖，再等待打开与就绪；激活失败传播到等待者，失去持有者时清理未完成激活。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CHR-12 · 命名单元状态与原子修改 [库／当前源码] 以 self.state(name, schema, initial, {version,migrate}) 声明命名状态；状态版本按单元维护。change 成功时发布一次修订，抛错不生效。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CHR-13 · 派生状态 [库／当前源码] self.derive(sources, fn) 从状态源计算视图；重载创建新的派生节点，不能依赖旧版“派生节点跨重载保留”的假设。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CHR-15 · 资源修订与独占替换 [库／当前源码] self.resource(name, {version,deps,exclusive,open,close}) 管理跨重载资源。version/deps 决定复用；独占资源在切换屏障替换，失败尝试恢复。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CHR-16 · 跨重载监听保持 [库／当前源码] self.on(name, source, [select], handler) 声明监听；来源变化或状态替换会重新订阅并协调当前值，不再使用 self.listen/listener 声明表。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CHR-33 · 独立事务 JSON Delta [库／当前源码] 保留不依赖 host 的 track、结构差异和 immutable apply，支持字符串追加／前截断、数组 splice／排列、设置和删除。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CHR-34 · 准备与采用分离 [库／当前源码] prepare 计算候选值和操作，adopt 才切换权威修订；适合先持久化后通知消费者，修改草稿会复制新赋值容器。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CHR-35 · 独立可复制状态 [库／当前源码] replicatedState 可自主管理值，也可挂到权威 revision source 按已提交帧发布；它仍是 Chord 独立能力；当前 Durable 已改用 Watch，不再通过 replicatedState 发布文档和视图。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CHR-36 · 有界完整值订阅 [库／当前源码] 独立 replicatedState 的每订阅异步回调串行，最多保留 100 个待投递完整值，超限折叠为最新值；取消清空待处理但不取消正在执行回调。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CHR-38 · 类型化失败原因 [库／当前源码] 用 ChordError 区分无权限、无效输入、未就绪、失效句柄、契约冲突、升级冲突、代次退休和不可达，供宿主决定重新获取或重试。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CHR-39 · 有界输出与进度节奏 [库] 共享 OutputBuffer、boundOutput 和 Progress，控制流式输出窗口及提交频率。 ProgressClock 可注入 now/setTimer；限制输出不代表回滚产生输出的操作。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chord-state / JSON 所有权、delta 与复制状态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场景：订阅者要看到一致状态，而更新计算可能失败。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JSON 边界</a:t>
            </a:r>
          </a:p>
          <a:p xmlns:a="http://schemas.openxmlformats.org/drawingml/2006/main">
            <a:r>
              <a:t>检查合法 JSON、复制与所有权约定，发布后不直接改共享容器。</a:t>
            </a:r>
          </a:p>
          <a:p xmlns:a="http://schemas.openxmlformats.org/drawingml/2006/main">
            <a:r>
              <a:t>输入：调用者持有的 JSON</a:t>
            </a:r>
          </a:p>
          <a:p xmlns:a="http://schemas.openxmlformats.org/drawingml/2006/main">
            <a:r>
              <a:t>输出：可安全交给运行时的值</a:t>
            </a:r>
          </a:p>
          <a:p xmlns:a="http://schemas.openxmlformats.org/drawingml/2006/main">
            <a:r>
              <a:t>入口：copyJson / isJsonValue / ChordError</a:t>
            </a:r>
          </a:p>
          <a:p xmlns:a="http://schemas.openxmlformats.org/drawingml/2006/main">
            <a:r>
              <a:t>行为与边界：转移所有权后的值不得继续修改；在可变信任边界复制或序列化。</a:t>
            </a:r>
          </a:p>
          <a:p xmlns:a="http://schemas.openxmlformats.org/drawingml/2006/main">
            <a:r>
              <a:t>源码：packages/chord/src/errors.ts:1</a:t>
            </a:r>
          </a:p>
          <a:p xmlns:a="http://schemas.openxmlformats.org/drawingml/2006/main">
            <a:r>
              <a:t>源码：packages/chord/src/json.ts:1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准备增量</a:t>
            </a:r>
          </a:p>
          <a:p xmlns:a="http://schemas.openxmlformats.org/drawingml/2006/main">
            <a:r>
              <a:t>跟踪 track/prepare，理解候选变更尚未成为权威版本。</a:t>
            </a:r>
          </a:p>
          <a:p xmlns:a="http://schemas.openxmlformats.org/drawingml/2006/main">
            <a:r>
              <a:t>输入：旧版本和修改</a:t>
            </a:r>
          </a:p>
          <a:p xmlns:a="http://schemas.openxmlformats.org/drawingml/2006/main">
            <a:r>
              <a:t>输出：候选 delta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行为与边界：replicatedState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源码：packages/chord/src/delta/README.md:1</a:t>
            </a:r>
          </a:p>
          <a:p xmlns:a="http://schemas.openxmlformats.org/drawingml/2006/main">
            <a:r>
              <a:t>源码：packages/chord/src/delta/apply-immutable-trusted.ts:1</a:t>
            </a:r>
          </a:p>
          <a:p xmlns:a="http://schemas.openxmlformats.org/drawingml/2006/main">
            <a:r>
              <a:t>源码：packages/chord/src/delta/diff.ts:1</a:t>
            </a:r>
          </a:p>
          <a:p xmlns:a="http://schemas.openxmlformats.org/drawingml/2006/main">
            <a:r>
              <a:t>源码：packages/chord/src/delta/draft.ts:1</a:t>
            </a:r>
          </a:p>
          <a:p xmlns:a="http://schemas.openxmlformats.org/drawingml/2006/main">
            <a:r>
              <a:t>源码：packages/chord/src/delta/index.ts:1</a:t>
            </a:r>
          </a:p>
          <a:p xmlns:a="http://schemas.openxmlformats.org/drawingml/2006/main">
            <a:r>
              <a:t>源码：packages/chord/src/delta/revision-validator.ts:1</a:t>
            </a:r>
          </a:p>
          <a:p xmlns:a="http://schemas.openxmlformats.org/drawingml/2006/main">
            <a:r>
              <a:t>源码：packages/chord/src/delta/tracker.ts:1</a:t>
            </a:r>
          </a:p>
          <a:p xmlns:a="http://schemas.openxmlformats.org/drawingml/2006/main">
            <a:r>
              <a:t>源码：packages/chord/src/state.ts:1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提交并发布</a:t>
            </a:r>
          </a:p>
          <a:p xmlns:a="http://schemas.openxmlformats.org/drawingml/2006/main">
            <a:r>
              <a:t>对照 adopt 与 applyImmutable，标记版本切换和订阅者可见点。</a:t>
            </a:r>
          </a:p>
          <a:p xmlns:a="http://schemas.openxmlformats.org/drawingml/2006/main">
            <a:r>
              <a:t>输入：已验证候选变更</a:t>
            </a:r>
          </a:p>
          <a:p xmlns:a="http://schemas.openxmlformats.org/drawingml/2006/main">
            <a:r>
              <a:t>输出：新权威状态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行为与边界：replicatedState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源码：packages/chord/src/delta/README.md:1</a:t>
            </a:r>
          </a:p>
          <a:p xmlns:a="http://schemas.openxmlformats.org/drawingml/2006/main">
            <a:r>
              <a:t>源码：packages/chord/src/delta/apply-immutable-trusted.ts:1</a:t>
            </a:r>
          </a:p>
          <a:p xmlns:a="http://schemas.openxmlformats.org/drawingml/2006/main">
            <a:r>
              <a:t>源码：packages/chord/src/delta/diff.ts:1</a:t>
            </a:r>
          </a:p>
          <a:p xmlns:a="http://schemas.openxmlformats.org/drawingml/2006/main">
            <a:r>
              <a:t>源码：packages/chord/src/delta/draft.ts:1</a:t>
            </a:r>
          </a:p>
          <a:p xmlns:a="http://schemas.openxmlformats.org/drawingml/2006/main">
            <a:r>
              <a:t>源码：packages/chord/src/delta/index.ts:1</a:t>
            </a:r>
          </a:p>
          <a:p xmlns:a="http://schemas.openxmlformats.org/drawingml/2006/main">
            <a:r>
              <a:t>源码：packages/chord/src/delta/revision-validator.ts:1</a:t>
            </a:r>
          </a:p>
          <a:p xmlns:a="http://schemas.openxmlformats.org/drawingml/2006/main">
            <a:r>
              <a:t>源码：packages/chord/src/delta/tracker.ts:1</a:t>
            </a:r>
          </a:p>
          <a:p xmlns:a="http://schemas.openxmlformats.org/drawingml/2006/main">
            <a:r>
              <a:t>源码：packages/chord/src/state.ts:1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观察积压行为</a:t>
            </a:r>
          </a:p>
          <a:p xmlns:a="http://schemas.openxmlformats.org/drawingml/2006/main">
            <a:r>
              <a:t>比较对象 state 与 replicatedState 的订阅语义，核对慢消费者的合并边界。</a:t>
            </a:r>
          </a:p>
          <a:p xmlns:a="http://schemas.openxmlformats.org/drawingml/2006/main">
            <a:r>
              <a:t>输入：连续状态更新</a:t>
            </a:r>
          </a:p>
          <a:p xmlns:a="http://schemas.openxmlformats.org/drawingml/2006/main">
            <a:r>
              <a:t>输出：订阅者得到的状态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行为与边界：Ref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>源码：packages/chord/src/cell.ts:1</a:t>
            </a:r>
          </a:p>
          <a:p xmlns:a="http://schemas.openxmlformats.org/drawingml/2006/main">
            <a:r>
              <a:t>源码：packages/chord/src/declare.ts:1</a:t>
            </a:r>
          </a:p>
          <a:p xmlns:a="http://schemas.openxmlformats.org/drawingml/2006/main">
            <a:r>
              <a:t>源码：packages/chord/src/publish.ts:1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失败与恢复：replicatedState 的完整值积压会合并为最新值，不能当作无损审计事件流；需要审计时保存事件记录。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 prepare 后抛错而不 adopt 的测试，证明权威版本不改变。</a:t>
            </a:r>
          </a:p>
          <a:p xmlns:a="http://schemas.openxmlformats.org/drawingml/2006/main">
            <a:r>
              <a:t>参考判断：候选状态与已提交状态必须隔离；观察到最新值不证明中间每次值都被消费。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严格 JSON 边界与错误契约</a:t>
            </a:r>
          </a:p>
          <a:p xmlns:a="http://schemas.openxmlformats.org/drawingml/2006/main">
            <a:r>
              <a:t>校验和复制 JSON 值，表达 invalid、forbidden 等运行时错误。</a:t>
            </a:r>
          </a:p>
          <a:p xmlns:a="http://schemas.openxmlformats.org/drawingml/2006/main">
            <a:r>
              <a:t>入口：copyJson / isJsonValue / ChordError</a:t>
            </a:r>
          </a:p>
          <a:p xmlns:a="http://schemas.openxmlformats.org/drawingml/2006/main">
            <a:r>
              <a:t>边界：转移所有权后的值不得继续修改；在可变信任边界复制或序列化。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不可变 delta 与复制状态</a:t>
            </a:r>
          </a:p>
          <a:p xmlns:a="http://schemas.openxmlformats.org/drawingml/2006/main">
            <a:r>
              <a:t>跟踪 JSON 修改、原子发布版本并供 Durable 文档、视图和任务图订阅。</a:t>
            </a:r>
          </a:p>
          <a:p xmlns:a="http://schemas.openxmlformats.org/drawingml/2006/main">
            <a:r>
              <a:t>入口：track / applyImmutable / replicatedState</a:t>
            </a:r>
          </a:p>
          <a:p xmlns:a="http://schemas.openxmlformats.org/drawingml/2006/main">
            <a:r>
              <a:t>边界：replicatedState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句柄、快照与结束原因</a:t>
            </a:r>
          </a:p>
          <a:p xmlns:a="http://schemas.openxmlformats.org/drawingml/2006/main">
            <a:r>
              <a:t>提供共享的 Watch、WatchHandle 与 WatchEnd，实现有界积压、快照恢复和显式结束。</a:t>
            </a:r>
          </a:p>
          <a:p xmlns:a="http://schemas.openxmlformats.org/drawingml/2006/main">
            <a:r>
              <a:t>入口：Watch / WatchHandle / WatchEnd</a:t>
            </a:r>
          </a:p>
          <a:p xmlns:a="http://schemas.openxmlformats.org/drawingml/2006/main">
            <a:r>
              <a:t>边界：retired 由显式退休帧表示，不从 null 值推断；结束后释放监听者。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有界输出与进度节奏</a:t>
            </a:r>
          </a:p>
          <a:p xmlns:a="http://schemas.openxmlformats.org/drawingml/2006/main">
            <a:r>
              <a:t>共享 OutputBuffer、boundOutput 和 Progress，控制流式输出窗口及提交频率。</a:t>
            </a:r>
          </a:p>
          <a:p xmlns:a="http://schemas.openxmlformats.org/drawingml/2006/main">
            <a:r>
              <a:t>入口：@earendil-works/chord/output</a:t>
            </a:r>
          </a:p>
          <a:p xmlns:a="http://schemas.openxmlformats.org/drawingml/2006/main">
            <a:r>
              <a:t>边界：ProgressClock 可注入 now/setTimer，当前默认 Date.now 和 setTimeout；定时回调再次检查时钟。节奏按提交起点计算，限制输出不代表回滚已经产生的操作。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packages/chord/test/delta-diff.test.ts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packages/chord/test/state-diff.test.ts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packages/chord/test/watch.test.ts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packages/chord/test/delta-benchmark/conversation-view-benchmark.worker.ts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packages/chord/test/delta-benchmark/memory-benchmark.worker.ts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packages/chord/test/delta-apply-immutable.test.ts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packages/chord/test/delta-tracker/retention.worker.ts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packages/chord/test/delta-tracker/tracker.test.ts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packages/chord/test/delta-traversal.bench.ts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packages/chord/test/delta.test.ts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packages/chord/test/provider-cost.test.ts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packages/chord/test/requests.test.ts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packages/chord/test/state-draft.test.ts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packages/chord/test/state-fuzz.test.ts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packages/chord/test/state.test.ts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packages/durable/test/harness-live-deltas.test.ts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packages/durable/test/session-checkpoints-migrations.test.ts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packages/chord/test/output-skip.test.ts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CHR-05 · 异步资源与依赖激活 [库／当前源码] 同步工厂通过 self.resource 和 self.get 声明资源及依赖，再等待打开与就绪；激活失败传播到等待者，失去持有者时清理未完成激活。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CHR-12 · 命名单元状态与原子修改 [库／当前源码] 以 self.state(name, schema, initial, {version,migrate}) 声明命名状态；状态版本按单元维护。change 成功时发布一次修订，抛错不生效。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CHR-13 · 派生状态 [库／当前源码] self.derive(sources, fn) 从状态源计算视图；重载创建新的派生节点，不能依赖旧版“派生节点跨重载保留”的假设。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CHR-15 · 资源修订与独占替换 [库／当前源码] self.resource(name, {version,deps,exclusive,open,close}) 管理跨重载资源。version/deps 决定复用；独占资源在切换屏障替换，失败尝试恢复。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CHR-16 · 跨重载监听保持 [库／当前源码] self.on(name, source, [select], handler) 声明监听；来源变化或状态替换会重新订阅并协调当前值，不再使用 self.listen/listener 声明表。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CHR-33 · 独立事务 JSON Delta [库／当前源码] 保留不依赖 host 的 track、结构差异和 immutable apply，支持字符串追加／前截断、数组 splice／排列、设置和删除。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CHR-34 · 准备与采用分离 [库／当前源码] prepare 计算候选值和操作，adopt 才切换权威修订；适合先持久化后通知消费者，修改草稿会复制新赋值容器。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CHR-35 · 独立可复制状态 [库／当前源码] replicatedState 可自主管理值，也可挂到权威 revision source 按已提交帧发布；它仍是 Chord 独立能力；当前 Durable 已改用 Watch，不再通过 replicatedState 发布文档和视图。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CHR-36 · 有界完整值订阅 [库／当前源码] 独立 replicatedState 的每订阅异步回调串行，最多保留 100 个待投递完整值，超限折叠为最新值；取消清空待处理但不取消正在执行回调。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CHR-38 · 类型化失败原因 [库／当前源码] 用 ChordError 区分无权限、无效输入、未就绪、失效句柄、契约冲突、升级冲突、代次退休和不可达，供宿主决定重新获取或重试。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CHR-39 · 有界输出与进度节奏 [库] 共享 OutputBuffer、boundOutput 和 Progress，控制流式输出窗口及提交频率。 ProgressClock 可注入 now/setTimer；限制输出不代表回滚产生输出的操作。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chord-links-reload / 跨进程连接、动态注册与热重载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场景：代码变化时，希望对象状态保持，同时已有请求能够收尾。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连通两个 Host</a:t>
            </a:r>
          </a:p>
          <a:p xmlns:a="http://schemas.openxmlformats.org/drawingml/2006/main">
            <a:r>
              <a:t>先用 memoryLinkPair 跟踪 JSON 帧，再比较 IPC/WebSocket 的 accept 与调用。</a:t>
            </a:r>
          </a:p>
          <a:p xmlns:a="http://schemas.openxmlformats.org/drawingml/2006/main">
            <a:r>
              <a:t>输入：两端 Host</a:t>
            </a:r>
          </a:p>
          <a:p xmlns:a="http://schemas.openxmlformats.org/drawingml/2006/main">
            <a:r>
              <a:t>输出：远程句柄与状态连接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行为与边界：断线拒绝未完成调用；不支持连接恢复，断线不证明远端操作尚未执行。</a:t>
            </a:r>
          </a:p>
          <a:p xmlns:a="http://schemas.openxmlformats.org/drawingml/2006/main">
            <a:r>
              <a:t>源码：packages/chord/src/cluster.ts:1</a:t>
            </a:r>
          </a:p>
          <a:p xmlns:a="http://schemas.openxmlformats.org/drawingml/2006/main">
            <a:r>
              <a:t>源码：packages/chord/src/connection.ts:1</a:t>
            </a:r>
          </a:p>
          <a:p xmlns:a="http://schemas.openxmlformats.org/drawingml/2006/main">
            <a:r>
              <a:t>源码：packages/chord/src/link.ts:1</a:t>
            </a:r>
          </a:p>
          <a:p xmlns:a="http://schemas.openxmlformats.org/drawingml/2006/main">
            <a:r>
              <a:t>源码：packages/chord/src/remote.ts:1</a:t>
            </a:r>
          </a:p>
          <a:p xmlns:a="http://schemas.openxmlformats.org/drawingml/2006/main">
            <a:r>
              <a:t>源码：packages/chord/src/websocket.ts:1</a:t>
            </a:r>
          </a:p>
          <a:p xmlns:a="http://schemas.openxmlformats.org/drawingml/2006/main">
            <a:r>
              <a:t>源码：packages/chord/src/wire.ts:1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 Facet 与注册表</a:t>
            </a:r>
          </a:p>
          <a:p xmlns:a="http://schemas.openxmlformats.org/drawingml/2006/main">
            <a:r>
              <a:t>查看 defineFacet/setup 和 defineRegistry，辨认实现装配与对象契约的关系。</a:t>
            </a:r>
          </a:p>
          <a:p xmlns:a="http://schemas.openxmlformats.org/drawingml/2006/main">
            <a:r>
              <a:t>输入：模块和提供者</a:t>
            </a:r>
          </a:p>
          <a:p xmlns:a="http://schemas.openxmlformats.org/drawingml/2006/main">
            <a:r>
              <a:t>输出：动态可见能力</a:t>
            </a:r>
          </a:p>
          <a:p xmlns:a="http://schemas.openxmlformats.org/drawingml/2006/main">
            <a:r>
              <a:t>入口：defineFacet / defineRegistry</a:t>
            </a:r>
          </a:p>
          <a:p xmlns:a="http://schemas.openxmlformats.org/drawingml/2006/main">
            <a:r>
              <a:t>行为与边界：新版 defineFacet 属于对象运行时；旧 createFacetHost、defineService 接口已移除。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源码：packages/chord/src/registry.ts:1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管理子宿主</a:t>
            </a:r>
          </a:p>
          <a:p xmlns:a="http://schemas.openxmlformats.org/drawingml/2006/main">
            <a:r>
              <a:t>检查 nodeLoader、forkDriver 和进程锁，明确进程所有权与关闭责任。</a:t>
            </a:r>
          </a:p>
          <a:p xmlns:a="http://schemas.openxmlformats.org/drawingml/2006/main">
            <a:r>
              <a:t>输入：子进程配置</a:t>
            </a:r>
          </a:p>
          <a:p xmlns:a="http://schemas.openxmlformats.org/drawingml/2006/main">
            <a:r>
              <a:t>输出：受管理的 Host</a:t>
            </a:r>
          </a:p>
          <a:p xmlns:a="http://schemas.openxmlformats.org/drawingml/2006/main">
            <a:r>
              <a:t>入口：createHostManager / forkDriver / childControl / processLock / nodeLoader</a:t>
            </a:r>
          </a:p>
          <a:p xmlns:a="http://schemas.openxmlformats.org/drawingml/2006/main">
            <a:r>
              <a:t>行为与边界：Node 专用入口与浏览器可用根入口分离。</a:t>
            </a:r>
          </a:p>
          <a:p xmlns:a="http://schemas.openxmlformats.org/drawingml/2006/main">
            <a:r>
              <a:t>源码：packages/chord/src/loader.ts:1</a:t>
            </a:r>
          </a:p>
          <a:p xmlns:a="http://schemas.openxmlformats.org/drawingml/2006/main">
            <a:r>
              <a:t>源码：packages/chord/src/manager.ts:1</a:t>
            </a:r>
          </a:p>
          <a:p xmlns:a="http://schemas.openxmlformats.org/drawingml/2006/main">
            <a:r>
              <a:t>源码：packages/chord/src/node.ts:1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切换 codeVersion 并迁移</a:t>
            </a:r>
          </a:p>
          <a:p xmlns:a="http://schemas.openxmlformats.org/drawingml/2006/main">
            <a:r>
              <a:t>沿准备、阻塞进入、迁移与提交，观察在途调用继续使用旧代码版本的边界。旧 epoch 名称已改为 codeVersion。</a:t>
            </a:r>
          </a:p>
          <a:p xmlns:a="http://schemas.openxmlformats.org/drawingml/2006/main">
            <a:r>
              <a:t>输入：新实现和现有状态</a:t>
            </a:r>
          </a:p>
          <a:p xmlns:a="http://schemas.openxmlformats.org/drawingml/2006/main">
            <a:r>
              <a:t>输出：新代码及收尾中的旧代码</a:t>
            </a:r>
          </a:p>
          <a:p xmlns:a="http://schemas.openxmlformats.org/drawingml/2006/main">
            <a:r>
              <a:t>入口：host.reload / ReloadOptions / ReloadReport</a:t>
            </a:r>
          </a:p>
          <a:p xmlns:a="http://schemas.openxmlformats.org/drawingml/2006/main">
            <a:r>
              <a:t>行为与边界：在途工作沿原 codeVersion 收尾；保留当前与前一个代码版本，cell version/migrate 决定状态迁移。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源码：packages/chord/src/reload.ts:1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失败与恢复：断线拒绝未完成调用且不提供连接恢复保证；断线不证明远端操作未执行。热重载也不是任意不兼容修改都能透明迁移。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 reload 测试，标出旧调用、新调用和状态迁移各自采用哪个 codeVersion。</a:t>
            </a:r>
          </a:p>
          <a:p xmlns:a="http://schemas.openxmlformats.org/drawingml/2006/main">
            <a:r>
              <a:t>参考判断：应区分代码切换和连接状态；在途调用有其原版本生命周期，迁移需满足契约。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动态注册表与 Facet 装配</a:t>
            </a:r>
          </a:p>
          <a:p xmlns:a="http://schemas.openxmlformats.org/drawingml/2006/main">
            <a:r>
              <a:t>组合对象提供者与可观察注册项，Facet 的 setup 向宿主登记能力。</a:t>
            </a:r>
          </a:p>
          <a:p xmlns:a="http://schemas.openxmlformats.org/drawingml/2006/main">
            <a:r>
              <a:t>入口：defineFacet / defineRegistry</a:t>
            </a:r>
          </a:p>
          <a:p xmlns:a="http://schemas.openxmlformats.org/drawingml/2006/main">
            <a:r>
              <a:t>边界：新版 defineFacet 属于对象运行时；旧 createFacetHost、defineService 接口已移除。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子进程宿主、加载器与进程锁</a:t>
            </a:r>
          </a:p>
          <a:p xmlns:a="http://schemas.openxmlformats.org/drawingml/2006/main">
            <a:r>
              <a:t>创建和管理 Node 子宿主，加载 Facet 模块并管理控制与所有权。</a:t>
            </a:r>
          </a:p>
          <a:p xmlns:a="http://schemas.openxmlformats.org/drawingml/2006/main">
            <a:r>
              <a:t>入口：createHostManager / forkDriver / childControl / processLock / nodeLoader</a:t>
            </a:r>
          </a:p>
          <a:p xmlns:a="http://schemas.openxmlformats.org/drawingml/2006/main">
            <a:r>
              <a:t>边界：Node 专用入口与浏览器可用根入口分离。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代码热重载、迁移与 codeVersion</a:t>
            </a:r>
          </a:p>
          <a:p xmlns:a="http://schemas.openxmlformats.org/drawingml/2006/main">
            <a:r>
              <a:t>准备新实现，在迁移或独占资源需要时阻塞进入，再提交新代码并退休旧版本。</a:t>
            </a:r>
          </a:p>
          <a:p xmlns:a="http://schemas.openxmlformats.org/drawingml/2006/main">
            <a:r>
              <a:t>入口：host.reload / ReloadOptions / ReloadReport</a:t>
            </a:r>
          </a:p>
          <a:p xmlns:a="http://schemas.openxmlformats.org/drawingml/2006/main">
            <a:r>
              <a:t>边界：在途工作沿原 codeVersion 收尾；保留当前与前一个代码版本，cell version/migrate 决定状态迁移。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packages/chord/test/fixtures/loader.ts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packages/chord/test/fixtures/worker.ts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CHR-10 · 引用状态与延迟调用 [库／当前源码] RefStatus 描述 loading、live、released、gone。未就绪时读取复制状态会抛错；方法等待就绪并响应取消，释放后不可继续使用。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CHR-19 · 注册表原子切换 [库／当前源码] 只有 host 生命周期对象贡献注册项；每个 codeVersion 保存对应注册表，重载原子切换，旧调用仍读取所属代次的表。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CHR-20 · 按宿主拆分插件 [库／当前源码] 插件按 server／worker／browser 等宿主拆 facet，通过 defineFacet 注册对象工厂；加载代码为受信任的进程内代码。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CHR-21 · 模块代际加载 [库／当前源码] nodeLoader 对 facet 模块目录传播缓存破坏查询参数，使相对导入也获得新代码；模块不会被卸载，不提供插件安全隔离。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CHR-22 · 兼容代码热替换 [库／当前源码] 按 load、prepare、必要时 gate、commit、retire 流程更新；准备期禁止状态写入并校验契约，兼容变化无需等待旧 root 完成即可提交。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CHR-23 · 状态升级与安全切换 [库／当前源码] 每个命名状态单元使用 version 与 migrate；升级等待已进入对象的旧调用离开，冲突及超时使重载失败。版本属于 self.state 的选项，不再是整个 serve 的 state 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CHR-24 · 两代共存与退休 [库／当前源码] 同时保留 current 与 previous codeVersion；旧调用继续使用对应行为，无法匹配的版本报 superseded。Shape 不再公开 codeVersion，不应从远程 shape 推断代次。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CHR-25 · 多插件联合重载 [库／当前源码] 同批准备相互依赖的新工厂和契约，使生产者与消费者可一起升级，失败保留原运行状态。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CHR-26 · 跨宿主重载协调 [库／当前源码] 协调宿主对直接子宿主进行准备、投票和提交，报告各子宿主结果；落后 worker 在路由前对齐代次，浏览器通过 shape／reset 感知变化。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CHR-27 · 内存、IPC 和 WebSocket 链路 [库／当前源码] 以 JSON 帧连接浏览器、Node 和多个宿主；提供内存测试链路、Node IPC 以及结构化 WebSocket 适配，不依赖旧 CBOR Pi 协议包。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CHR-28 · 按前缀路由与中继 [库／当前源码] server 可按目标名前缀解析或启动 worker，路由前后检查 authorize，并把浏览器或其他 worker 的对象访问转发到目标。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CHR-29 · 链路验证与失连处理 [库／当前源码] 校验帧 schema、重复 ID 和控制帧来源，ping 检测失活；断链释放持有，在途调用报 unavailable，不保证请求是否执行，也不自动重放。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CHR-30 · 子宿主进程管理 [库／当前源码] Node manager 串行启动、停止和替换子进程，等待控制 ready，处理 fatal；根据 activeCalls、viewers、durableTasks 和 idleFor 执行 keepAlive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CHR-31 · 跨进程所有权锁 [库／当前源码] 子进程在打开存储前获取内核锁，Linux／Android 用抽象 socket，Windows 用命名管道，其他平台用探测式 socket 文件，限制同锁名多进程占用。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chord-links-reload / 跨进程连接、动态注册与热重载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场景：代码变化时，希望对象状态保持，同时已有请求能够收尾。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连通两个 Host</a:t>
            </a:r>
          </a:p>
          <a:p xmlns:a="http://schemas.openxmlformats.org/drawingml/2006/main">
            <a:r>
              <a:t>先用 memoryLinkPair 跟踪 JSON 帧，再比较 IPC/WebSocket 的 accept 与调用。</a:t>
            </a:r>
          </a:p>
          <a:p xmlns:a="http://schemas.openxmlformats.org/drawingml/2006/main">
            <a:r>
              <a:t>输入：两端 Host</a:t>
            </a:r>
          </a:p>
          <a:p xmlns:a="http://schemas.openxmlformats.org/drawingml/2006/main">
            <a:r>
              <a:t>输出：远程句柄与状态连接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行为与边界：断线拒绝未完成调用；不支持连接恢复，断线不证明远端操作尚未执行。</a:t>
            </a:r>
          </a:p>
          <a:p xmlns:a="http://schemas.openxmlformats.org/drawingml/2006/main">
            <a:r>
              <a:t>源码：packages/chord/src/cluster.ts:1</a:t>
            </a:r>
          </a:p>
          <a:p xmlns:a="http://schemas.openxmlformats.org/drawingml/2006/main">
            <a:r>
              <a:t>源码：packages/chord/src/connection.ts:1</a:t>
            </a:r>
          </a:p>
          <a:p xmlns:a="http://schemas.openxmlformats.org/drawingml/2006/main">
            <a:r>
              <a:t>源码：packages/chord/src/link.ts:1</a:t>
            </a:r>
          </a:p>
          <a:p xmlns:a="http://schemas.openxmlformats.org/drawingml/2006/main">
            <a:r>
              <a:t>源码：packages/chord/src/remote.ts:1</a:t>
            </a:r>
          </a:p>
          <a:p xmlns:a="http://schemas.openxmlformats.org/drawingml/2006/main">
            <a:r>
              <a:t>源码：packages/chord/src/websocket.ts:1</a:t>
            </a:r>
          </a:p>
          <a:p xmlns:a="http://schemas.openxmlformats.org/drawingml/2006/main">
            <a:r>
              <a:t>源码：packages/chord/src/wire.ts:1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 Facet 与注册表</a:t>
            </a:r>
          </a:p>
          <a:p xmlns:a="http://schemas.openxmlformats.org/drawingml/2006/main">
            <a:r>
              <a:t>查看 defineFacet/setup 和 defineRegistry，辨认实现装配与对象契约的关系。</a:t>
            </a:r>
          </a:p>
          <a:p xmlns:a="http://schemas.openxmlformats.org/drawingml/2006/main">
            <a:r>
              <a:t>输入：模块和提供者</a:t>
            </a:r>
          </a:p>
          <a:p xmlns:a="http://schemas.openxmlformats.org/drawingml/2006/main">
            <a:r>
              <a:t>输出：动态可见能力</a:t>
            </a:r>
          </a:p>
          <a:p xmlns:a="http://schemas.openxmlformats.org/drawingml/2006/main">
            <a:r>
              <a:t>入口：defineFacet / defineRegistry</a:t>
            </a:r>
          </a:p>
          <a:p xmlns:a="http://schemas.openxmlformats.org/drawingml/2006/main">
            <a:r>
              <a:t>行为与边界：新版 defineFacet 属于对象运行时；旧 createFacetHost、defineService 接口已移除。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源码：packages/chord/src/registry.ts:1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管理子宿主</a:t>
            </a:r>
          </a:p>
          <a:p xmlns:a="http://schemas.openxmlformats.org/drawingml/2006/main">
            <a:r>
              <a:t>检查 nodeLoader、forkDriver 和进程锁，明确进程所有权与关闭责任。</a:t>
            </a:r>
          </a:p>
          <a:p xmlns:a="http://schemas.openxmlformats.org/drawingml/2006/main">
            <a:r>
              <a:t>输入：子进程配置</a:t>
            </a:r>
          </a:p>
          <a:p xmlns:a="http://schemas.openxmlformats.org/drawingml/2006/main">
            <a:r>
              <a:t>输出：受管理的 Host</a:t>
            </a:r>
          </a:p>
          <a:p xmlns:a="http://schemas.openxmlformats.org/drawingml/2006/main">
            <a:r>
              <a:t>入口：createHostManager / forkDriver / childControl / processLock / nodeLoader</a:t>
            </a:r>
          </a:p>
          <a:p xmlns:a="http://schemas.openxmlformats.org/drawingml/2006/main">
            <a:r>
              <a:t>行为与边界：Node 专用入口与浏览器可用根入口分离。</a:t>
            </a:r>
          </a:p>
          <a:p xmlns:a="http://schemas.openxmlformats.org/drawingml/2006/main">
            <a:r>
              <a:t>源码：packages/chord/src/loader.ts:1</a:t>
            </a:r>
          </a:p>
          <a:p xmlns:a="http://schemas.openxmlformats.org/drawingml/2006/main">
            <a:r>
              <a:t>源码：packages/chord/src/manager.ts:1</a:t>
            </a:r>
          </a:p>
          <a:p xmlns:a="http://schemas.openxmlformats.org/drawingml/2006/main">
            <a:r>
              <a:t>源码：packages/chord/src/node.ts:1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切换 codeVersion 并迁移</a:t>
            </a:r>
          </a:p>
          <a:p xmlns:a="http://schemas.openxmlformats.org/drawingml/2006/main">
            <a:r>
              <a:t>沿准备、阻塞进入、迁移与提交，观察在途调用继续使用旧代码版本的边界。旧 epoch 名称已改为 codeVersion。</a:t>
            </a:r>
          </a:p>
          <a:p xmlns:a="http://schemas.openxmlformats.org/drawingml/2006/main">
            <a:r>
              <a:t>输入：新实现和现有状态</a:t>
            </a:r>
          </a:p>
          <a:p xmlns:a="http://schemas.openxmlformats.org/drawingml/2006/main">
            <a:r>
              <a:t>输出：新代码及收尾中的旧代码</a:t>
            </a:r>
          </a:p>
          <a:p xmlns:a="http://schemas.openxmlformats.org/drawingml/2006/main">
            <a:r>
              <a:t>入口：host.reload / ReloadOptions / ReloadReport</a:t>
            </a:r>
          </a:p>
          <a:p xmlns:a="http://schemas.openxmlformats.org/drawingml/2006/main">
            <a:r>
              <a:t>行为与边界：在途工作沿原 codeVersion 收尾；保留当前与前一个代码版本，cell version/migrate 决定状态迁移。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源码：packages/chord/src/reload.ts:1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失败与恢复：断线拒绝未完成调用且不提供连接恢复保证；断线不证明远端操作未执行。热重载也不是任意不兼容修改都能透明迁移。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 reload 测试，标出旧调用、新调用和状态迁移各自采用哪个 codeVersion。</a:t>
            </a:r>
          </a:p>
          <a:p xmlns:a="http://schemas.openxmlformats.org/drawingml/2006/main">
            <a:r>
              <a:t>参考判断：应区分代码切换和连接状态；在途调用有其原版本生命周期，迁移需满足契约。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动态注册表与 Facet 装配</a:t>
            </a:r>
          </a:p>
          <a:p xmlns:a="http://schemas.openxmlformats.org/drawingml/2006/main">
            <a:r>
              <a:t>组合对象提供者与可观察注册项，Facet 的 setup 向宿主登记能力。</a:t>
            </a:r>
          </a:p>
          <a:p xmlns:a="http://schemas.openxmlformats.org/drawingml/2006/main">
            <a:r>
              <a:t>入口：defineFacet / defineRegistry</a:t>
            </a:r>
          </a:p>
          <a:p xmlns:a="http://schemas.openxmlformats.org/drawingml/2006/main">
            <a:r>
              <a:t>边界：新版 defineFacet 属于对象运行时；旧 createFacetHost、defineService 接口已移除。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子进程宿主、加载器与进程锁</a:t>
            </a:r>
          </a:p>
          <a:p xmlns:a="http://schemas.openxmlformats.org/drawingml/2006/main">
            <a:r>
              <a:t>创建和管理 Node 子宿主，加载 Facet 模块并管理控制与所有权。</a:t>
            </a:r>
          </a:p>
          <a:p xmlns:a="http://schemas.openxmlformats.org/drawingml/2006/main">
            <a:r>
              <a:t>入口：createHostManager / forkDriver / childControl / processLock / nodeLoader</a:t>
            </a:r>
          </a:p>
          <a:p xmlns:a="http://schemas.openxmlformats.org/drawingml/2006/main">
            <a:r>
              <a:t>边界：Node 专用入口与浏览器可用根入口分离。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代码热重载、迁移与 codeVersion</a:t>
            </a:r>
          </a:p>
          <a:p xmlns:a="http://schemas.openxmlformats.org/drawingml/2006/main">
            <a:r>
              <a:t>准备新实现，在迁移或独占资源需要时阻塞进入，再提交新代码并退休旧版本。</a:t>
            </a:r>
          </a:p>
          <a:p xmlns:a="http://schemas.openxmlformats.org/drawingml/2006/main">
            <a:r>
              <a:t>入口：host.reload / ReloadOptions / ReloadReport</a:t>
            </a:r>
          </a:p>
          <a:p xmlns:a="http://schemas.openxmlformats.org/drawingml/2006/main">
            <a:r>
              <a:t>边界：在途工作沿原 codeVersion 收尾；保留当前与前一个代码版本，cell version/migrate 决定状态迁移。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packages/chord/test/fixtures/loader.ts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packages/chord/test/fixtures/worker.ts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CHR-10 · 引用状态与延迟调用 [库／当前源码] RefStatus 描述 loading、live、released、gone。未就绪时读取复制状态会抛错；方法等待就绪并响应取消，释放后不可继续使用。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CHR-19 · 注册表原子切换 [库／当前源码] 只有 host 生命周期对象贡献注册项；每个 codeVersion 保存对应注册表，重载原子切换，旧调用仍读取所属代次的表。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CHR-20 · 按宿主拆分插件 [库／当前源码] 插件按 server／worker／browser 等宿主拆 facet，通过 defineFacet 注册对象工厂；加载代码为受信任的进程内代码。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CHR-21 · 模块代际加载 [库／当前源码] nodeLoader 对 facet 模块目录传播缓存破坏查询参数，使相对导入也获得新代码；模块不会被卸载，不提供插件安全隔离。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CHR-22 · 兼容代码热替换 [库／当前源码] 按 load、prepare、必要时 gate、commit、retire 流程更新；准备期禁止状态写入并校验契约，兼容变化无需等待旧 root 完成即可提交。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CHR-23 · 状态升级与安全切换 [库／当前源码] 每个命名状态单元使用 version 与 migrate；升级等待已进入对象的旧调用离开，冲突及超时使重载失败。版本属于 self.state 的选项，不再是整个 serve 的 state 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CHR-24 · 两代共存与退休 [库／当前源码] 同时保留 current 与 previous codeVersion；旧调用继续使用对应行为，无法匹配的版本报 superseded。Shape 不再公开 codeVersion，不应从远程 shape 推断代次。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CHR-25 · 多插件联合重载 [库／当前源码] 同批准备相互依赖的新工厂和契约，使生产者与消费者可一起升级，失败保留原运行状态。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CHR-26 · 跨宿主重载协调 [库／当前源码] 协调宿主对直接子宿主进行准备、投票和提交，报告各子宿主结果；落后 worker 在路由前对齐代次，浏览器通过 shape／reset 感知变化。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CHR-27 · 内存、IPC 和 WebSocket 链路 [库／当前源码] 以 JSON 帧连接浏览器、Node 和多个宿主；提供内存测试链路、Node IPC 以及结构化 WebSocket 适配，不依赖旧 CBOR Pi 协议包。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CHR-28 · 按前缀路由与中继 [库／当前源码] server 可按目标名前缀解析或启动 worker，路由前后检查 authorize，并把浏览器或其他 worker 的对象访问转发到目标。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CHR-29 · 链路验证与失连处理 [库／当前源码] 校验帧 schema、重复 ID 和控制帧来源，ping 检测失活；断链释放持有，在途调用报 unavailable，不保证请求是否执行，也不自动重放。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CHR-30 · 子宿主进程管理 [库／当前源码] Node manager 串行启动、停止和替换子进程，等待控制 ready，处理 fatal；根据 activeCalls、viewers、durableTasks 和 idleFor 执行 keepAlive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CHR-31 · 跨进程所有权锁 [库／当前源码] 子进程在打开存储前获取内核锁，Linux／Android 用抽象 socket，Windows 用命名管道，其他平台用探测式 socket 文件，限制同锁名多进程占用。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chord-links-reload / 跨进程连接、动态注册与热重载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场景：代码变化时，希望对象状态保持，同时已有请求能够收尾。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连通两个 Host</a:t>
            </a:r>
          </a:p>
          <a:p xmlns:a="http://schemas.openxmlformats.org/drawingml/2006/main">
            <a:r>
              <a:t>先用 memoryLinkPair 跟踪 JSON 帧，再比较 IPC/WebSocket 的 accept 与调用。</a:t>
            </a:r>
          </a:p>
          <a:p xmlns:a="http://schemas.openxmlformats.org/drawingml/2006/main">
            <a:r>
              <a:t>输入：两端 Host</a:t>
            </a:r>
          </a:p>
          <a:p xmlns:a="http://schemas.openxmlformats.org/drawingml/2006/main">
            <a:r>
              <a:t>输出：远程句柄与状态连接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行为与边界：断线拒绝未完成调用；不支持连接恢复，断线不证明远端操作尚未执行。</a:t>
            </a:r>
          </a:p>
          <a:p xmlns:a="http://schemas.openxmlformats.org/drawingml/2006/main">
            <a:r>
              <a:t>源码：packages/chord/src/cluster.ts:1</a:t>
            </a:r>
          </a:p>
          <a:p xmlns:a="http://schemas.openxmlformats.org/drawingml/2006/main">
            <a:r>
              <a:t>源码：packages/chord/src/connection.ts:1</a:t>
            </a:r>
          </a:p>
          <a:p xmlns:a="http://schemas.openxmlformats.org/drawingml/2006/main">
            <a:r>
              <a:t>源码：packages/chord/src/link.ts:1</a:t>
            </a:r>
          </a:p>
          <a:p xmlns:a="http://schemas.openxmlformats.org/drawingml/2006/main">
            <a:r>
              <a:t>源码：packages/chord/src/remote.ts:1</a:t>
            </a:r>
          </a:p>
          <a:p xmlns:a="http://schemas.openxmlformats.org/drawingml/2006/main">
            <a:r>
              <a:t>源码：packages/chord/src/websocket.ts:1</a:t>
            </a:r>
          </a:p>
          <a:p xmlns:a="http://schemas.openxmlformats.org/drawingml/2006/main">
            <a:r>
              <a:t>源码：packages/chord/src/wire.ts:1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 Facet 与注册表</a:t>
            </a:r>
          </a:p>
          <a:p xmlns:a="http://schemas.openxmlformats.org/drawingml/2006/main">
            <a:r>
              <a:t>查看 defineFacet/setup 和 defineRegistry，辨认实现装配与对象契约的关系。</a:t>
            </a:r>
          </a:p>
          <a:p xmlns:a="http://schemas.openxmlformats.org/drawingml/2006/main">
            <a:r>
              <a:t>输入：模块和提供者</a:t>
            </a:r>
          </a:p>
          <a:p xmlns:a="http://schemas.openxmlformats.org/drawingml/2006/main">
            <a:r>
              <a:t>输出：动态可见能力</a:t>
            </a:r>
          </a:p>
          <a:p xmlns:a="http://schemas.openxmlformats.org/drawingml/2006/main">
            <a:r>
              <a:t>入口：defineFacet / defineRegistry</a:t>
            </a:r>
          </a:p>
          <a:p xmlns:a="http://schemas.openxmlformats.org/drawingml/2006/main">
            <a:r>
              <a:t>行为与边界：新版 defineFacet 属于对象运行时；旧 createFacetHost、defineService 接口已移除。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源码：packages/chord/src/registry.ts:1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管理子宿主</a:t>
            </a:r>
          </a:p>
          <a:p xmlns:a="http://schemas.openxmlformats.org/drawingml/2006/main">
            <a:r>
              <a:t>检查 nodeLoader、forkDriver 和进程锁，明确进程所有权与关闭责任。</a:t>
            </a:r>
          </a:p>
          <a:p xmlns:a="http://schemas.openxmlformats.org/drawingml/2006/main">
            <a:r>
              <a:t>输入：子进程配置</a:t>
            </a:r>
          </a:p>
          <a:p xmlns:a="http://schemas.openxmlformats.org/drawingml/2006/main">
            <a:r>
              <a:t>输出：受管理的 Host</a:t>
            </a:r>
          </a:p>
          <a:p xmlns:a="http://schemas.openxmlformats.org/drawingml/2006/main">
            <a:r>
              <a:t>入口：createHostManager / forkDriver / childControl / processLock / nodeLoader</a:t>
            </a:r>
          </a:p>
          <a:p xmlns:a="http://schemas.openxmlformats.org/drawingml/2006/main">
            <a:r>
              <a:t>行为与边界：Node 专用入口与浏览器可用根入口分离。</a:t>
            </a:r>
          </a:p>
          <a:p xmlns:a="http://schemas.openxmlformats.org/drawingml/2006/main">
            <a:r>
              <a:t>源码：packages/chord/src/loader.ts:1</a:t>
            </a:r>
          </a:p>
          <a:p xmlns:a="http://schemas.openxmlformats.org/drawingml/2006/main">
            <a:r>
              <a:t>源码：packages/chord/src/manager.ts:1</a:t>
            </a:r>
          </a:p>
          <a:p xmlns:a="http://schemas.openxmlformats.org/drawingml/2006/main">
            <a:r>
              <a:t>源码：packages/chord/src/node.ts:1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切换 codeVersion 并迁移</a:t>
            </a:r>
          </a:p>
          <a:p xmlns:a="http://schemas.openxmlformats.org/drawingml/2006/main">
            <a:r>
              <a:t>沿准备、阻塞进入、迁移与提交，观察在途调用继续使用旧代码版本的边界。旧 epoch 名称已改为 codeVersion。</a:t>
            </a:r>
          </a:p>
          <a:p xmlns:a="http://schemas.openxmlformats.org/drawingml/2006/main">
            <a:r>
              <a:t>输入：新实现和现有状态</a:t>
            </a:r>
          </a:p>
          <a:p xmlns:a="http://schemas.openxmlformats.org/drawingml/2006/main">
            <a:r>
              <a:t>输出：新代码及收尾中的旧代码</a:t>
            </a:r>
          </a:p>
          <a:p xmlns:a="http://schemas.openxmlformats.org/drawingml/2006/main">
            <a:r>
              <a:t>入口：host.reload / ReloadOptions / ReloadReport</a:t>
            </a:r>
          </a:p>
          <a:p xmlns:a="http://schemas.openxmlformats.org/drawingml/2006/main">
            <a:r>
              <a:t>行为与边界：在途工作沿原 codeVersion 收尾；保留当前与前一个代码版本，cell version/migrate 决定状态迁移。</a:t>
            </a:r>
          </a:p>
          <a:p xmlns:a="http://schemas.openxmlformats.org/drawingml/2006/main">
            <a:r>
              <a:t>源码：packages/chord/src/host.ts:1</a:t>
            </a:r>
          </a:p>
          <a:p xmlns:a="http://schemas.openxmlformats.org/drawingml/2006/main">
            <a:r>
              <a:t>源码：packages/chord/src/reload.ts:1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失败与恢复：断线拒绝未完成调用且不提供连接恢复保证；断线不证明远端操作未执行。热重载也不是任意不兼容修改都能透明迁移。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 reload 测试，标出旧调用、新调用和状态迁移各自采用哪个 codeVersion。</a:t>
            </a:r>
          </a:p>
          <a:p xmlns:a="http://schemas.openxmlformats.org/drawingml/2006/main">
            <a:r>
              <a:t>参考判断：应区分代码切换和连接状态；在途调用有其原版本生命周期，迁移需满足契约。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跨进程句柄、连接与 JSON 帧</a:t>
            </a:r>
          </a:p>
          <a:p xmlns:a="http://schemas.openxmlformats.org/drawingml/2006/main">
            <a:r>
              <a:t>通过内存、IPC 或 WebSocket 连接交换对象调用和状态更新。</a:t>
            </a:r>
          </a:p>
          <a:p xmlns:a="http://schemas.openxmlformats.org/drawingml/2006/main">
            <a:r>
              <a:t>入口：memoryLinkPair / ipcLink / webSocketLink / acceptWebSockets</a:t>
            </a:r>
          </a:p>
          <a:p xmlns:a="http://schemas.openxmlformats.org/drawingml/2006/main">
            <a:r>
              <a:t>边界：断线拒绝未完成调用；不支持连接恢复，断线不证明远端操作尚未执行。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动态注册表与 Facet 装配</a:t>
            </a:r>
          </a:p>
          <a:p xmlns:a="http://schemas.openxmlformats.org/drawingml/2006/main">
            <a:r>
              <a:t>组合对象提供者与可观察注册项，Facet 的 setup 向宿主登记能力。</a:t>
            </a:r>
          </a:p>
          <a:p xmlns:a="http://schemas.openxmlformats.org/drawingml/2006/main">
            <a:r>
              <a:t>入口：defineFacet / defineRegistry</a:t>
            </a:r>
          </a:p>
          <a:p xmlns:a="http://schemas.openxmlformats.org/drawingml/2006/main">
            <a:r>
              <a:t>边界：新版 defineFacet 属于对象运行时；旧 createFacetHost、defineService 接口已移除。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子进程宿主、加载器与进程锁</a:t>
            </a:r>
          </a:p>
          <a:p xmlns:a="http://schemas.openxmlformats.org/drawingml/2006/main">
            <a:r>
              <a:t>创建和管理 Node 子宿主，加载 Facet 模块并管理控制与所有权。</a:t>
            </a:r>
          </a:p>
          <a:p xmlns:a="http://schemas.openxmlformats.org/drawingml/2006/main">
            <a:r>
              <a:t>入口：createHostManager / forkDriver / childControl / processLock / nodeLoader</a:t>
            </a:r>
          </a:p>
          <a:p xmlns:a="http://schemas.openxmlformats.org/drawingml/2006/main">
            <a:r>
              <a:t>边界：Node 专用入口与浏览器可用根入口分离。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代码热重载、迁移与 codeVersion</a:t>
            </a:r>
          </a:p>
          <a:p xmlns:a="http://schemas.openxmlformats.org/drawingml/2006/main">
            <a:r>
              <a:t>准备新实现，在迁移或独占资源需要时阻塞进入，再提交新代码并退休旧版本。</a:t>
            </a:r>
          </a:p>
          <a:p xmlns:a="http://schemas.openxmlformats.org/drawingml/2006/main">
            <a:r>
              <a:t>入口：host.reload / ReloadOptions / ReloadReport</a:t>
            </a:r>
          </a:p>
          <a:p xmlns:a="http://schemas.openxmlformats.org/drawingml/2006/main">
            <a:r>
              <a:t>边界：在途工作沿原 codeVersion 收尾；保留当前与前一个代码版本，cell version/migrate 决定状态迁移。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宿主、对象创建与根调用</a:t>
            </a:r>
          </a:p>
          <a:p xmlns:a="http://schemas.openxmlformats.org/drawingml/2006/main">
            <a:r>
              <a:t>按类型、规范化输入和 principalKey 定位对象，按需创建并通过 Ref 访问。</a:t>
            </a:r>
          </a:p>
          <a:p xmlns:a="http://schemas.openxmlformats.org/drawingml/2006/main">
            <a:r>
              <a:t>入口：createHost / host.serve / host.root / await ctx.get</a:t>
            </a:r>
          </a:p>
          <a:p xmlns:a="http://schemas.openxmlformats.org/drawingml/2006/main">
            <a:r>
              <a:t>边界：createHost 提供 self principal，remote 声明 hostNamed/hostFamily；工厂返回 variant。await get 等待引用 live 且初始状态就绪，root 结束释放该调用持有的对象。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状态单元、派生与资源声明</a:t>
            </a:r>
          </a:p>
          <a:p xmlns:a="http://schemas.openxmlformats.org/drawingml/2006/main">
            <a:r>
              <a:t>将可观察 JSON 状态、派生值、监听与资源纳入对象生命周期。</a:t>
            </a:r>
          </a:p>
          <a:p xmlns:a="http://schemas.openxmlformats.org/drawingml/2006/main">
            <a:r>
              <a:t>入口：self.state / self.derive / self.on / self.resource / self.task</a:t>
            </a:r>
          </a:p>
          <a:p xmlns:a="http://schemas.openxmlformats.org/drawingml/2006/main">
            <a:r>
              <a:t>边界：Ref 可跨兼容重载保留；命名 state 按 version/migrate 迁移，派生节点重建，替换来源的监听重新订阅，资源按 version/deps 与独占规则替换。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packages/chord/test/flow-units.test.ts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packages/chord/test/host-objects-reload.test.ts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packages/chord/test/fixtures/loader.ts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packages/chord/test/fixtures/worker.ts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packages/chord/test/manager.test.ts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CHR-10 · 引用状态与延迟调用 [库／当前源码] RefStatus 描述 loading、live、released、gone。未就绪时读取复制状态会抛错；方法等待就绪并响应取消，释放后不可继续使用。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CHR-14 · 持有驱动的远程状态复制 [库／当前源码] 默认持有远程 Ref 就持续订阅状态，即使没有外部 listener；先水合再应用增量。state:false 可明确关闭，其他持有者需要状态时共享绑定仍会订阅。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CHR-19 · 注册表原子切换 [库／当前源码] 只有 host 生命周期对象贡献注册项；每个 codeVersion 保存对应注册表，重载原子切换，旧调用仍读取所属代次的表。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CHR-20 · 按宿主拆分插件 [库／当前源码] 插件按 server／worker／browser 等宿主拆 facet，通过 defineFacet 注册对象工厂；加载代码为受信任的进程内代码。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CHR-21 · 模块代际加载 [库／当前源码] nodeLoader 对 facet 模块目录传播缓存破坏查询参数，使相对导入也获得新代码；模块不会被卸载，不提供插件安全隔离。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CHR-22 · 兼容代码热替换 [库／当前源码] 按 load、prepare、必要时 gate、commit、retire 流程更新；准备期禁止状态写入并校验契约，兼容变化无需等待旧 root 完成即可提交。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CHR-23 · 状态升级与安全切换 [库／当前源码] 每个命名状态单元使用 version 与 migrate；升级等待已进入对象的旧调用离开，冲突及超时使重载失败。版本属于 self.state 的选项，不再是整个 serve 的 state 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CHR-24 · 两代共存与退休 [库／当前源码] 同时保留 current 与 previous codeVersion；旧调用继续使用对应行为，无法匹配的版本报 superseded。Shape 不再公开 codeVersion，不应从远程 shape 推断代次。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CHR-25 · 多插件联合重载 [库／当前源码] 同批准备相互依赖的新工厂和契约，使生产者与消费者可一起升级，失败保留原运行状态。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CHR-26 · 跨宿主重载协调 [库／当前源码] 协调宿主对直接子宿主进行准备、投票和提交，报告各子宿主结果；落后 worker 在路由前对齐代次，浏览器通过 shape／reset 感知变化。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CHR-27 · 内存、IPC 和 WebSocket 链路 [库／当前源码] 以 JSON 帧连接浏览器、Node 和多个宿主；提供内存测试链路、Node IPC 以及结构化 WebSocket 适配，不依赖旧 CBOR Pi 协议包。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CHR-28 · 按前缀路由与中继 [库／当前源码] server 可按目标名前缀解析或启动 worker，路由前后检查 authorize，并把浏览器或其他 worker 的对象访问转发到目标。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CHR-29 · 链路验证与失连处理 [库／当前源码] 校验帧 schema、重复 ID 和控制帧来源，ping 检测失活；断链释放持有，在途调用报 unavailable，不保证请求是否执行，也不自动重放。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CHR-30 · 子宿主进程管理 [库／当前源码] Node manager 串行启动、停止和替换子进程，等待控制 ready，处理 fatal；根据 activeCalls、viewers、durableTasks 和 idleFor 执行 keepAlive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CHR-31 · 跨进程所有权锁 [库／当前源码] 子进程在打开存储前获取内核锁，Linux／Android 用抽象 socket，Windows 用命名管道，其他平台用探测式 socket 文件，限制同锁名多进程占用。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remote-env / SSH、远程文件操作与终端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场景：模型与会话留在本地，把文件修改和命令运行放到远端。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检查主机与信任</a:t>
            </a:r>
          </a:p>
          <a:p xmlns:a="http://schemas.openxmlformats.org/drawingml/2006/main">
            <a:r>
              <a:t>阅读指纹扫描、acceptHostKey 与严格 known-hosts 校验，检查 daemon 部署的平台条件。</a:t>
            </a:r>
          </a:p>
          <a:p xmlns:a="http://schemas.openxmlformats.org/drawingml/2006/main">
            <a:r>
              <a:t>输入：目标主机和身份</a:t>
            </a:r>
          </a:p>
          <a:p xmlns:a="http://schemas.openxmlformats.org/drawingml/2006/main">
            <a:r>
              <a:t>输出：已确认的 SSH 连接条件</a:t>
            </a:r>
          </a:p>
          <a:p xmlns:a="http://schemas.openxmlformats.org/drawingml/2006/main">
            <a:r>
              <a:t>入口：scanHostKey；acceptHostKey；connectSsh；sshConnection</a:t>
            </a:r>
          </a:p>
          <a:p xmlns:a="http://schemas.openxmlformats.org/drawingml/2006/main">
            <a:r>
              <a:t>行为与边界：主机指纹由用户带外确认；严格检查应用独立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>源码：packages/env/src/ssh.ts:1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建立帧协议会话</a:t>
            </a:r>
          </a:p>
          <a:p xmlns:a="http://schemas.openxmlformats.org/drawingml/2006/main">
            <a:r>
              <a:t>沿 Connection 的 hello、request ID、result/event 与取消查看请求生命周期。</a:t>
            </a:r>
          </a:p>
          <a:p xmlns:a="http://schemas.openxmlformats.org/drawingml/2006/main">
            <a:r>
              <a:t>输入：daemon 进程与协议</a:t>
            </a:r>
          </a:p>
          <a:p xmlns:a="http://schemas.openxmlformats.org/drawingml/2006/main">
            <a:r>
              <a:t>输出：远程会话</a:t>
            </a:r>
          </a:p>
          <a:p xmlns:a="http://schemas.openxmlformats.org/drawingml/2006/main">
            <a:r>
              <a:t>入口：RemoteExecutionEnv；Connection</a:t>
            </a:r>
          </a:p>
          <a:p xmlns:a="http://schemas.openxmlformats.org/drawingml/2006/main">
            <a:r>
              <a:t>行为与边界：远端执行文件和命令操作，Durable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>源码：packages/env/src/connection.ts:1</a:t>
            </a:r>
          </a:p>
          <a:p xmlns:a="http://schemas.openxmlformats.org/drawingml/2006/main">
            <a:r>
              <a:t>源码：packages/env/src/errors.ts:1</a:t>
            </a:r>
          </a:p>
          <a:p xmlns:a="http://schemas.openxmlformats.org/drawingml/2006/main">
            <a:r>
              <a:t>源码：packages/env/src/index.ts:1</a:t>
            </a:r>
          </a:p>
          <a:p xmlns:a="http://schemas.openxmlformats.org/drawingml/2006/main">
            <a:r>
              <a:t>源码：packages/env/src/remote-env.ts:1</a:t>
            </a:r>
          </a:p>
          <a:p xmlns:a="http://schemas.openxmlformats.org/drawingml/2006/main">
            <a:r>
              <a:t>源码：packages/env/src/watch.ts:1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注入 ExecutionEnv</a:t>
            </a:r>
          </a:p>
          <a:p xmlns:a="http://schemas.openxmlformats.org/drawingml/2006/main">
            <a:r>
              <a:t>把 RemoteExecutionEnv 接入文件与命令工具，比较本地环境的路径、句柄与输出语义。</a:t>
            </a:r>
          </a:p>
          <a:p xmlns:a="http://schemas.openxmlformats.org/drawingml/2006/main">
            <a:r>
              <a:t>输入：远程 cwd 和环境</a:t>
            </a:r>
          </a:p>
          <a:p xmlns:a="http://schemas.openxmlformats.org/drawingml/2006/main">
            <a:r>
              <a:t>输出：远端执行的工具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行为与边界：abort、timeout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>源码：packages/durable/src/env/decode.ts:1</a:t>
            </a:r>
          </a:p>
          <a:p xmlns:a="http://schemas.openxmlformats.org/drawingml/2006/main">
            <a:r>
              <a:t>源码：packages/durable/src/env/index.ts:1</a:t>
            </a:r>
          </a:p>
          <a:p xmlns:a="http://schemas.openxmlformats.org/drawingml/2006/main">
            <a:r>
              <a:t>源码：packages/durable/src/env/line-scan.ts:1</a:t>
            </a:r>
          </a:p>
          <a:p xmlns:a="http://schemas.openxmlformats.org/drawingml/2006/main">
            <a:r>
              <a:t>源码：packages/durable/src/env/node-watch.ts:1</a:t>
            </a:r>
          </a:p>
          <a:p xmlns:a="http://schemas.openxmlformats.org/drawingml/2006/main">
            <a:r>
              <a:t>源码：packages/durable/src/env/node.ts:1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单独管理 PTY</a:t>
            </a:r>
          </a:p>
          <a:p xmlns:a="http://schemas.openxmlformats.org/drawingml/2006/main">
            <a:r>
              <a:t>检查终端输入、输出、resize 与关闭；PTY 是独立能力，需要符合当前平台支持范围。</a:t>
            </a:r>
          </a:p>
          <a:p xmlns:a="http://schemas.openxmlformats.org/drawingml/2006/main">
            <a:r>
              <a:t>输入：终端请求</a:t>
            </a:r>
          </a:p>
          <a:p xmlns:a="http://schemas.openxmlformats.org/drawingml/2006/main">
            <a:r>
              <a:t>输出：交互进程与退出状态</a:t>
            </a:r>
          </a:p>
          <a:p xmlns:a="http://schemas.openxmlformats.org/drawingml/2006/main">
            <a:r>
              <a:t>入口：openTerminal / localDaemon / RemoteTerminal.foreground</a:t>
            </a:r>
          </a:p>
          <a:p xmlns:a="http://schemas.openxmlformats.org/drawingml/2006/main">
            <a:r>
              <a:t>行为与边界：当前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>源码：packages/env/src/connection.ts:1</a:t>
            </a:r>
          </a:p>
          <a:p xmlns:a="http://schemas.openxmlformats.org/drawingml/2006/main">
            <a:r>
              <a:t>源码：packages/env/src/terminal.ts:1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失败与恢复：旧文件句柄不能跨 daemon 会话复用；当前 Windows PTY 支持边界以包文档为准。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练习：对照协议测试画出普通 execute 与 terminal 的消息序列，不实际连接用户主机。</a:t>
            </a:r>
          </a:p>
          <a:p xmlns:a="http://schemas.openxmlformats.org/drawingml/2006/main">
            <a:r>
              <a:t>参考判断：远程协议不是 MCP；连接、工具操作与 PTY 各有生命周期和取消语义。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SSH 主机信任与 daemon 部署</a:t>
            </a:r>
          </a:p>
          <a:p xmlns:a="http://schemas.openxmlformats.org/drawingml/2006/main">
            <a:r>
              <a:t>发现远端系统、部署按 SHA-256 命名的 daemon，并在启动前校验；也可在首个操作时惰性连接。</a:t>
            </a:r>
          </a:p>
          <a:p xmlns:a="http://schemas.openxmlformats.org/drawingml/2006/main">
            <a:r>
              <a:t>入口：scanHostKey；acceptHostKey；connectSsh；sshConnection</a:t>
            </a:r>
          </a:p>
          <a:p xmlns:a="http://schemas.openxmlformats.org/drawingml/2006/main">
            <a:r>
              <a:t>边界：主机指纹由用户带外确认；严格检查应用独立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远程文件、命令与连接</a:t>
            </a:r>
          </a:p>
          <a:p xmlns:a="http://schemas.openxmlformats.org/drawingml/2006/main">
            <a:r>
              <a:t>通过分帧 stdio 协议连接远端 Rust daemon，为 Durable 工具提供远程 ExecutionEnv。</a:t>
            </a:r>
          </a:p>
          <a:p xmlns:a="http://schemas.openxmlformats.org/drawingml/2006/main">
            <a:r>
              <a:t>入口：RemoteExecutionEnv；Connection</a:t>
            </a:r>
          </a:p>
          <a:p xmlns:a="http://schemas.openxmlformats.org/drawingml/2006/main">
            <a:r>
              <a:t>边界：远端执行文件和命令操作，Durable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执行环境与输出捕获</a:t>
            </a:r>
          </a:p>
          <a:p xmlns:a="http://schemas.openxmlformats.org/drawingml/2006/main">
            <a:r>
              <a:t>提供文件/进程环境与可截断输出管理。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远端 PTY、窗口大小与前台进程</a:t>
            </a:r>
          </a:p>
          <a:p xmlns:a="http://schemas.openxmlformats.org/drawingml/2006/main">
            <a:r>
              <a:t>通过 daemon 打开交互伪终端，接收原始字节、写入输入、调整尺寸并查询退出与前台程序。</a:t>
            </a:r>
          </a:p>
          <a:p xmlns:a="http://schemas.openxmlformats.org/drawingml/2006/main">
            <a:r>
              <a:t>入口：openTerminal / localDaemon / RemoteTerminal.foreground</a:t>
            </a:r>
          </a:p>
          <a:p xmlns:a="http://schemas.openxmlformats.org/drawingml/2006/main">
            <a:r>
              <a:t>边界：当前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文件监视、字节解码与大文件扫描</a:t>
            </a:r>
          </a:p>
          <a:p xmlns:a="http://schemas.openxmlformats.org/drawingml/2006/main">
            <a:r>
              <a:t>为执行环境提供可靠监视、分块解码、行扫描、目录分页与字节范围读取。</a:t>
            </a:r>
          </a:p>
          <a:p xmlns:a="http://schemas.openxmlformats.org/drawingml/2006/main">
            <a:r>
              <a:t>入口：NodeExecutionEnv；openBinaryReader；openDirReader</a:t>
            </a:r>
          </a:p>
          <a:p xmlns:a="http://schemas.openxmlformats.org/drawingml/2006/main">
            <a:r>
              <a:t>边界：Windows 监视采用轮询以避免目录句柄阻止重命名；实际平台分支以实现为准。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持久嵌套调用与结构化输出</a:t>
            </a:r>
          </a:p>
          <a:p xmlns:a="http://schemas.openxmlformats.org/drawingml/2006/main">
            <a:r>
              <a:t>executeTool 将子调用记录为调用者拥有的 pi.tool 任务，经过校验、hook、输出限制和重放策略；structuredOutput 给程序调用者使用。</a:t>
            </a:r>
          </a:p>
          <a:p xmlns:a="http://schemas.openxmlformats.org/drawingml/2006/main">
            <a:r>
              <a:t>入口：ToolExecutionApi.executeTool；structuredOutputSchema；ToolRegistration.callers</a:t>
            </a:r>
          </a:p>
          <a:p xmlns:a="http://schemas.openxmlformats.org/drawingml/2006/main">
            <a:r>
              <a:t>边界：模型结果使用 output；嵌套调用以 key 重新关联，调用者结束前取消遗留子调用。modelTools 与 callers 分开控制模型声明和调用资格。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extensions/sandbox · 示例</a:t>
            </a:r>
          </a:p>
          <a:p xmlns:a="http://schemas.openxmlformats.org/drawingml/2006/main">
            <a:r>
              <a:t>展示 extensions/sandbox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入口：packages/coding-agent/examples/extensions/sandbox/index.ts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extensions/gondolin · 示例</a:t>
            </a:r>
          </a:p>
          <a:p xmlns:a="http://schemas.openxmlformats.org/drawingml/2006/main">
            <a:r>
              <a:t>展示 extensions/gondolin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入口：packages/coding-agent/examples/extensions/gondolin/index.ts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extensions/ssh · 示例</a:t>
            </a:r>
          </a:p>
          <a:p xmlns:a="http://schemas.openxmlformats.org/drawingml/2006/main">
            <a:r>
              <a:t>展示 extensions/ssh.ts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入口：packages/coding-agent/examples/extensions/ssh.ts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packages/env/docs/semantics.md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packages/env/src/connection.ts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packages/coding-agent/docs/containerization.md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DUR-12 · 执行环境抽象 [实验／库] ExecutionEnv 统一会话文件和进程接口，允许宿主选择目录、容器或远端后端。本地 Node 执行环境提供文件和命令操作；本分支增强 abort、timeout、cleanup 后的进程树收尾。Windows 使用 IPC supervisor 与 taskkill/MSYS 清理，等待终止再完成；不把进程隔离称为 OS 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DUR-13 · 宿主文件和进程访问 [实验／库] 环境支持二进制区间读取、目录分页及无 Shell 的 argv 执行，并区分 stdout/stderr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DUR-59 · 文件变更监听与按行扫描 [实验／库] ExecutionEnv 可监听文件／目录、递归与排除路径，报告 overflow/error；Node 在 Windows 和网络／FUSE 文件系统轮询。scanLines 在环境内扫描行跨度，read 避免整文件载入。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DUR-60 · 远程输出窗口与省略计数 [实验／库] Shell 可在源端省略保留尾部以外的输出并报告 skipped；工具传递 outputWindow，使远程后端减少无用传输且保持截断统计。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ENV-01 · 远程执行与本地代理分离 [库] 文件和命令在远端运行，Durable worker、存储与模型凭据保留本地；实现与远端 NodeExecutionEnv 对齐的契约。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ENV-02 · SSH 立即／惰性连接 [库] connectSsh 立即探测和部署；sshConnection 在首次操作时执行，连接失败成为该操作的错误，下一操作重新尝试。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ENV-03 · 平台探测与守护进程部署 [库] 识别远端 OS 和架构，从随包二进制选择 Rust daemon；以 SHA-256 命名、缺失时部署且每次启动前校验。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ENV-04 · 主机密钥显式信任 [库／需宿主交互] 扫描指纹供所有者独立核对，接受或移除后保存在应用独立 known-hosts 中；连接严格检查固定别名，不自动信任未知或已变密钥。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ENV-05 · SSH 连接约束 [库] 使用 BatchMode、严格 host-key 验证，禁用转发、共享连接及配置中的命令，不转发本地 locale，减少 SSH 用户配置对执行行为的意外影响。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ENV-06 · 跨平台远程运行 [平台支持] 支持 Linux、macOS、Android Termux、Windows 的 x86-64／arm64；Windows 探测部署经 PowerShell，字符串命令用 Git Bash，argv 命令直接执行。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ENV-07 · 路径与文件操作 [库] 按远端规则解析相对路径、home、file URI 和 Windows 驱动器路径；支持元数据、读写追加、截断、重命名、建删目录、临时目录及 fsync。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ENV-08 · 区间读取与目录分页 [库] 在远端打开文件句柄读取字节范围、扫描行跨度、分批取目录项；noFollow 可拒绝最终路径符号链接，避免大文件和目录全量传回。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ENV-09 · 命令执行与环境定制 [库] 支持 Shell 字符串或无 Shell argv，设置 cwd、环境继承、shellEnv 和超时；按 stdout／stderr 区分输出，完整超长结果可落盘远端。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ENV-10 · 输出窗口与传输背压 [库] 在远端合并节流输出，只传保留窗口并报告省略字节／换行；没有窗口时限制积压并反向减速命令，控制消息优先于批量输出。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ENV-11 · 远程文件监听 [库] daemon 在文件旁执行快照差异与原生事件／轮询，支持递归和排除；失去原生覆盖会报告 overflow 并轮询，断连后新 daemon 重新建立监听并提示重扫。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ENV-12 · 取消与断线进程回收 [库] 单请求取消 exec 会终止进程组；cleanup 按杀进程结果收尾。每五秒 ping，daemon 在三十秒无字节或 stdin 关闭时清理其进程组并退出。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ENV-13 · 连接丢失与句柄失效 [库] 丢线请求以 lost:true 失败，后续请求可新建 daemon；旧文件句柄拒绝使用，不偷偷转到新连接或重放已经发出的副作用操作。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ENV-14 · 二进制分帧与并发请求 [库] 协议 v1 用长度前缀、请求 ID、JSON 元数据及原始二进制 payload，单帧上限 16 MiB；支持事件、取消、ping，并过滤 SSH 启动杂音。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ENV-15 · 执行环境一致性验证 [开发测试支持] 仓库提供 Durable conformance、随机操作差分及真实 SSH 可选测试，比较 RemoteExecutionEnv 与同平台 NodeExecutionEnv 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ENV-16 · 远程交互伪终端 [库／非 Windows] 在 daemon 中启动指定程序或用户 login shell，提供按序原始字节输出、输入及退出码，用于编辑器或完整交互终端，区别于 exec 文本输出。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ENV-17 · 终端尺寸与前台任务 [库／非 Windows] resize 更新行列并发 SIGWINCH；foreground 查询前台进程组及可用名称，区分 shell 提示与运行中的编辑器／任务，不列后台作业。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ENV-18 · 本地 daemon 终端与关闭 [库／平台相关] localDaemon 可直接连接本机随包 daemon，无需 SSH；close 或连接丢失终止终端工作，exited 报告结果，关闭后输入丢弃。Windows 目前不支持 PTY。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ENV-19 · 显式传输进程环境 [库] ConnectionOptions.env 可替换传输子进程环境；省略时继承宿主。Windows 隐藏子进程窗口。环境筛选用于限制继承内容，不等于系统隔离。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OTH-06 · 操作系统沙箱示例 [示例／外部依赖] 集成 sandbox-runtime，并读取项目配置限制命令运行环境；需对应平台和依赖。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OTH-07 · Gondolin 微虚拟机 [示例／外部依赖] 将所覆盖内置文件工具和用户 `!` 命令交给 Linux micro-VM，Pi 界面留在宿主；不覆盖所有扩展执行。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OTH-17 · SSH 工具后端 [示例] 通过可替换 operations 把工具执行委派到远程机器，复用本地工具的接口与展示。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OTH-78 · 整进程 Docker 隔离方案 [外部集成指南] 把 Pi、工具和扩展全部放入容器，通过挂载与网络配置决定可访问资源；这是外部隔离方案。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OTH-79 · Docker Sandboxes 凭据代理方案 [外部集成指南] 管理沙箱运行完整 Pi，并由代理替换占位凭据，使真实 provider key 可留在宿主。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OTH-80 · OpenShell 策略隔离方案 [外部集成指南] 通过外部网关与 sandbox 管理文件、进程、网络、凭据和推理路由，适合需要系统级边界的运行方式。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remote-env / SSH、远程文件操作与终端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场景：模型与会话留在本地，把文件修改和命令运行放到远端。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检查主机与信任</a:t>
            </a:r>
          </a:p>
          <a:p xmlns:a="http://schemas.openxmlformats.org/drawingml/2006/main">
            <a:r>
              <a:t>阅读指纹扫描、acceptHostKey 与严格 known-hosts 校验，检查 daemon 部署的平台条件。</a:t>
            </a:r>
          </a:p>
          <a:p xmlns:a="http://schemas.openxmlformats.org/drawingml/2006/main">
            <a:r>
              <a:t>输入：目标主机和身份</a:t>
            </a:r>
          </a:p>
          <a:p xmlns:a="http://schemas.openxmlformats.org/drawingml/2006/main">
            <a:r>
              <a:t>输出：已确认的 SSH 连接条件</a:t>
            </a:r>
          </a:p>
          <a:p xmlns:a="http://schemas.openxmlformats.org/drawingml/2006/main">
            <a:r>
              <a:t>入口：scanHostKey；acceptHostKey；connectSsh；sshConnection</a:t>
            </a:r>
          </a:p>
          <a:p xmlns:a="http://schemas.openxmlformats.org/drawingml/2006/main">
            <a:r>
              <a:t>行为与边界：主机指纹由用户带外确认；严格检查应用独立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>源码：packages/env/src/ssh.ts:1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建立帧协议会话</a:t>
            </a:r>
          </a:p>
          <a:p xmlns:a="http://schemas.openxmlformats.org/drawingml/2006/main">
            <a:r>
              <a:t>沿 Connection 的 hello、request ID、result/event 与取消查看请求生命周期。</a:t>
            </a:r>
          </a:p>
          <a:p xmlns:a="http://schemas.openxmlformats.org/drawingml/2006/main">
            <a:r>
              <a:t>输入：daemon 进程与协议</a:t>
            </a:r>
          </a:p>
          <a:p xmlns:a="http://schemas.openxmlformats.org/drawingml/2006/main">
            <a:r>
              <a:t>输出：远程会话</a:t>
            </a:r>
          </a:p>
          <a:p xmlns:a="http://schemas.openxmlformats.org/drawingml/2006/main">
            <a:r>
              <a:t>入口：RemoteExecutionEnv；Connection</a:t>
            </a:r>
          </a:p>
          <a:p xmlns:a="http://schemas.openxmlformats.org/drawingml/2006/main">
            <a:r>
              <a:t>行为与边界：远端执行文件和命令操作，Durable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>源码：packages/env/src/connection.ts:1</a:t>
            </a:r>
          </a:p>
          <a:p xmlns:a="http://schemas.openxmlformats.org/drawingml/2006/main">
            <a:r>
              <a:t>源码：packages/env/src/errors.ts:1</a:t>
            </a:r>
          </a:p>
          <a:p xmlns:a="http://schemas.openxmlformats.org/drawingml/2006/main">
            <a:r>
              <a:t>源码：packages/env/src/index.ts:1</a:t>
            </a:r>
          </a:p>
          <a:p xmlns:a="http://schemas.openxmlformats.org/drawingml/2006/main">
            <a:r>
              <a:t>源码：packages/env/src/remote-env.ts:1</a:t>
            </a:r>
          </a:p>
          <a:p xmlns:a="http://schemas.openxmlformats.org/drawingml/2006/main">
            <a:r>
              <a:t>源码：packages/env/src/watch.ts:1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注入 ExecutionEnv</a:t>
            </a:r>
          </a:p>
          <a:p xmlns:a="http://schemas.openxmlformats.org/drawingml/2006/main">
            <a:r>
              <a:t>把 RemoteExecutionEnv 接入文件与命令工具，比较本地环境的路径、句柄与输出语义。</a:t>
            </a:r>
          </a:p>
          <a:p xmlns:a="http://schemas.openxmlformats.org/drawingml/2006/main">
            <a:r>
              <a:t>输入：远程 cwd 和环境</a:t>
            </a:r>
          </a:p>
          <a:p xmlns:a="http://schemas.openxmlformats.org/drawingml/2006/main">
            <a:r>
              <a:t>输出：远端执行的工具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行为与边界：abort、timeout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>源码：packages/durable/src/env/decode.ts:1</a:t>
            </a:r>
          </a:p>
          <a:p xmlns:a="http://schemas.openxmlformats.org/drawingml/2006/main">
            <a:r>
              <a:t>源码：packages/durable/src/env/index.ts:1</a:t>
            </a:r>
          </a:p>
          <a:p xmlns:a="http://schemas.openxmlformats.org/drawingml/2006/main">
            <a:r>
              <a:t>源码：packages/durable/src/env/line-scan.ts:1</a:t>
            </a:r>
          </a:p>
          <a:p xmlns:a="http://schemas.openxmlformats.org/drawingml/2006/main">
            <a:r>
              <a:t>源码：packages/durable/src/env/node-watch.ts:1</a:t>
            </a:r>
          </a:p>
          <a:p xmlns:a="http://schemas.openxmlformats.org/drawingml/2006/main">
            <a:r>
              <a:t>源码：packages/durable/src/env/node.ts:1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单独管理 PTY</a:t>
            </a:r>
          </a:p>
          <a:p xmlns:a="http://schemas.openxmlformats.org/drawingml/2006/main">
            <a:r>
              <a:t>检查终端输入、输出、resize 与关闭；PTY 是独立能力，需要符合当前平台支持范围。</a:t>
            </a:r>
          </a:p>
          <a:p xmlns:a="http://schemas.openxmlformats.org/drawingml/2006/main">
            <a:r>
              <a:t>输入：终端请求</a:t>
            </a:r>
          </a:p>
          <a:p xmlns:a="http://schemas.openxmlformats.org/drawingml/2006/main">
            <a:r>
              <a:t>输出：交互进程与退出状态</a:t>
            </a:r>
          </a:p>
          <a:p xmlns:a="http://schemas.openxmlformats.org/drawingml/2006/main">
            <a:r>
              <a:t>入口：openTerminal / localDaemon / RemoteTerminal.foreground</a:t>
            </a:r>
          </a:p>
          <a:p xmlns:a="http://schemas.openxmlformats.org/drawingml/2006/main">
            <a:r>
              <a:t>行为与边界：当前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>源码：packages/env/src/connection.ts:1</a:t>
            </a:r>
          </a:p>
          <a:p xmlns:a="http://schemas.openxmlformats.org/drawingml/2006/main">
            <a:r>
              <a:t>源码：packages/env/src/terminal.ts:1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失败与恢复：旧文件句柄不能跨 daemon 会话复用；当前 Windows PTY 支持边界以包文档为准。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练习：对照协议测试画出普通 execute 与 terminal 的消息序列，不实际连接用户主机。</a:t>
            </a:r>
          </a:p>
          <a:p xmlns:a="http://schemas.openxmlformats.org/drawingml/2006/main">
            <a:r>
              <a:t>参考判断：远程协议不是 MCP；连接、工具操作与 PTY 各有生命周期和取消语义。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SSH 主机信任与 daemon 部署</a:t>
            </a:r>
          </a:p>
          <a:p xmlns:a="http://schemas.openxmlformats.org/drawingml/2006/main">
            <a:r>
              <a:t>发现远端系统、部署按 SHA-256 命名的 daemon，并在启动前校验；也可在首个操作时惰性连接。</a:t>
            </a:r>
          </a:p>
          <a:p xmlns:a="http://schemas.openxmlformats.org/drawingml/2006/main">
            <a:r>
              <a:t>入口：scanHostKey；acceptHostKey；connectSsh；sshConnection</a:t>
            </a:r>
          </a:p>
          <a:p xmlns:a="http://schemas.openxmlformats.org/drawingml/2006/main">
            <a:r>
              <a:t>边界：主机指纹由用户带外确认；严格检查应用独立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远程文件、命令与连接</a:t>
            </a:r>
          </a:p>
          <a:p xmlns:a="http://schemas.openxmlformats.org/drawingml/2006/main">
            <a:r>
              <a:t>通过分帧 stdio 协议连接远端 Rust daemon，为 Durable 工具提供远程 ExecutionEnv。</a:t>
            </a:r>
          </a:p>
          <a:p xmlns:a="http://schemas.openxmlformats.org/drawingml/2006/main">
            <a:r>
              <a:t>入口：RemoteExecutionEnv；Connection</a:t>
            </a:r>
          </a:p>
          <a:p xmlns:a="http://schemas.openxmlformats.org/drawingml/2006/main">
            <a:r>
              <a:t>边界：远端执行文件和命令操作，Durable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执行环境与输出捕获</a:t>
            </a:r>
          </a:p>
          <a:p xmlns:a="http://schemas.openxmlformats.org/drawingml/2006/main">
            <a:r>
              <a:t>提供文件/进程环境与可截断输出管理。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远端 PTY、窗口大小与前台进程</a:t>
            </a:r>
          </a:p>
          <a:p xmlns:a="http://schemas.openxmlformats.org/drawingml/2006/main">
            <a:r>
              <a:t>通过 daemon 打开交互伪终端，接收原始字节、写入输入、调整尺寸并查询退出与前台程序。</a:t>
            </a:r>
          </a:p>
          <a:p xmlns:a="http://schemas.openxmlformats.org/drawingml/2006/main">
            <a:r>
              <a:t>入口：openTerminal / localDaemon / RemoteTerminal.foreground</a:t>
            </a:r>
          </a:p>
          <a:p xmlns:a="http://schemas.openxmlformats.org/drawingml/2006/main">
            <a:r>
              <a:t>边界：当前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文件监视、字节解码与大文件扫描</a:t>
            </a:r>
          </a:p>
          <a:p xmlns:a="http://schemas.openxmlformats.org/drawingml/2006/main">
            <a:r>
              <a:t>为执行环境提供可靠监视、分块解码、行扫描、目录分页与字节范围读取。</a:t>
            </a:r>
          </a:p>
          <a:p xmlns:a="http://schemas.openxmlformats.org/drawingml/2006/main">
            <a:r>
              <a:t>入口：NodeExecutionEnv；openBinaryReader；openDirReader</a:t>
            </a:r>
          </a:p>
          <a:p xmlns:a="http://schemas.openxmlformats.org/drawingml/2006/main">
            <a:r>
              <a:t>边界：Windows 监视采用轮询以避免目录句柄阻止重命名；实际平台分支以实现为准。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持久嵌套调用与结构化输出</a:t>
            </a:r>
          </a:p>
          <a:p xmlns:a="http://schemas.openxmlformats.org/drawingml/2006/main">
            <a:r>
              <a:t>executeTool 将子调用记录为调用者拥有的 pi.tool 任务，经过校验、hook、输出限制和重放策略；structuredOutput 给程序调用者使用。</a:t>
            </a:r>
          </a:p>
          <a:p xmlns:a="http://schemas.openxmlformats.org/drawingml/2006/main">
            <a:r>
              <a:t>入口：ToolExecutionApi.executeTool；structuredOutputSchema；ToolRegistration.callers</a:t>
            </a:r>
          </a:p>
          <a:p xmlns:a="http://schemas.openxmlformats.org/drawingml/2006/main">
            <a:r>
              <a:t>边界：模型结果使用 output；嵌套调用以 key 重新关联，调用者结束前取消遗留子调用。modelTools 与 callers 分开控制模型声明和调用资格。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extensions/sandbox · 示例</a:t>
            </a:r>
          </a:p>
          <a:p xmlns:a="http://schemas.openxmlformats.org/drawingml/2006/main">
            <a:r>
              <a:t>展示 extensions/sandbox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入口：packages/coding-agent/examples/extensions/sandbox/index.ts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extensions/gondolin · 示例</a:t>
            </a:r>
          </a:p>
          <a:p xmlns:a="http://schemas.openxmlformats.org/drawingml/2006/main">
            <a:r>
              <a:t>展示 extensions/gondolin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入口：packages/coding-agent/examples/extensions/gondolin/index.ts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extensions/ssh · 示例</a:t>
            </a:r>
          </a:p>
          <a:p xmlns:a="http://schemas.openxmlformats.org/drawingml/2006/main">
            <a:r>
              <a:t>展示 extensions/ssh.ts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入口：packages/coding-agent/examples/extensions/ssh.ts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packages/env/docs/semantics.md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packages/env/src/connection.ts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packages/coding-agent/docs/containerization.md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DUR-12 · 执行环境抽象 [实验／库] ExecutionEnv 统一会话文件和进程接口，允许宿主选择目录、容器或远端后端。本地 Node 执行环境提供文件和命令操作；本分支增强 abort、timeout、cleanup 后的进程树收尾。Windows 使用 IPC supervisor 与 taskkill/MSYS 清理，等待终止再完成；不把进程隔离称为 OS 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DUR-13 · 宿主文件和进程访问 [实验／库] 环境支持二进制区间读取、目录分页及无 Shell 的 argv 执行，并区分 stdout/stderr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DUR-59 · 文件变更监听与按行扫描 [实验／库] ExecutionEnv 可监听文件／目录、递归与排除路径，报告 overflow/error；Node 在 Windows 和网络／FUSE 文件系统轮询。scanLines 在环境内扫描行跨度，read 避免整文件载入。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DUR-60 · 远程输出窗口与省略计数 [实验／库] Shell 可在源端省略保留尾部以外的输出并报告 skipped；工具传递 outputWindow，使远程后端减少无用传输且保持截断统计。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ENV-01 · 远程执行与本地代理分离 [库] 文件和命令在远端运行，Durable worker、存储与模型凭据保留本地；实现与远端 NodeExecutionEnv 对齐的契约。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ENV-02 · SSH 立即／惰性连接 [库] connectSsh 立即探测和部署；sshConnection 在首次操作时执行，连接失败成为该操作的错误，下一操作重新尝试。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ENV-03 · 平台探测与守护进程部署 [库] 识别远端 OS 和架构，从随包二进制选择 Rust daemon；以 SHA-256 命名、缺失时部署且每次启动前校验。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ENV-04 · 主机密钥显式信任 [库／需宿主交互] 扫描指纹供所有者独立核对，接受或移除后保存在应用独立 known-hosts 中；连接严格检查固定别名，不自动信任未知或已变密钥。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ENV-05 · SSH 连接约束 [库] 使用 BatchMode、严格 host-key 验证，禁用转发、共享连接及配置中的命令，不转发本地 locale，减少 SSH 用户配置对执行行为的意外影响。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ENV-06 · 跨平台远程运行 [平台支持] 支持 Linux、macOS、Android Termux、Windows 的 x86-64／arm64；Windows 探测部署经 PowerShell，字符串命令用 Git Bash，argv 命令直接执行。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ENV-07 · 路径与文件操作 [库] 按远端规则解析相对路径、home、file URI 和 Windows 驱动器路径；支持元数据、读写追加、截断、重命名、建删目录、临时目录及 fsync。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ENV-08 · 区间读取与目录分页 [库] 在远端打开文件句柄读取字节范围、扫描行跨度、分批取目录项；noFollow 可拒绝最终路径符号链接，避免大文件和目录全量传回。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ENV-09 · 命令执行与环境定制 [库] 支持 Shell 字符串或无 Shell argv，设置 cwd、环境继承、shellEnv 和超时；按 stdout／stderr 区分输出，完整超长结果可落盘远端。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ENV-10 · 输出窗口与传输背压 [库] 在远端合并节流输出，只传保留窗口并报告省略字节／换行；没有窗口时限制积压并反向减速命令，控制消息优先于批量输出。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ENV-11 · 远程文件监听 [库] daemon 在文件旁执行快照差异与原生事件／轮询，支持递归和排除；失去原生覆盖会报告 overflow 并轮询，断连后新 daemon 重新建立监听并提示重扫。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ENV-12 · 取消与断线进程回收 [库] 单请求取消 exec 会终止进程组；cleanup 按杀进程结果收尾。每五秒 ping，daemon 在三十秒无字节或 stdin 关闭时清理其进程组并退出。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ENV-13 · 连接丢失与句柄失效 [库] 丢线请求以 lost:true 失败，后续请求可新建 daemon；旧文件句柄拒绝使用，不偷偷转到新连接或重放已经发出的副作用操作。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ENV-14 · 二进制分帧与并发请求 [库] 协议 v1 用长度前缀、请求 ID、JSON 元数据及原始二进制 payload，单帧上限 16 MiB；支持事件、取消、ping，并过滤 SSH 启动杂音。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ENV-15 · 执行环境一致性验证 [开发测试支持] 仓库提供 Durable conformance、随机操作差分及真实 SSH 可选测试，比较 RemoteExecutionEnv 与同平台 NodeExecutionEnv 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ENV-16 · 远程交互伪终端 [库／非 Windows] 在 daemon 中启动指定程序或用户 login shell，提供按序原始字节输出、输入及退出码，用于编辑器或完整交互终端，区别于 exec 文本输出。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ENV-17 · 终端尺寸与前台任务 [库／非 Windows] resize 更新行列并发 SIGWINCH；foreground 查询前台进程组及可用名称，区分 shell 提示与运行中的编辑器／任务，不列后台作业。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ENV-18 · 本地 daemon 终端与关闭 [库／平台相关] localDaemon 可直接连接本机随包 daemon，无需 SSH；close 或连接丢失终止终端工作，exited 报告结果，关闭后输入丢弃。Windows 目前不支持 PTY。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ENV-19 · 显式传输进程环境 [库] ConnectionOptions.env 可替换传输子进程环境；省略时继承宿主。Windows 隐藏子进程窗口。环境筛选用于限制继承内容，不等于系统隔离。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OTH-06 · 操作系统沙箱示例 [示例／外部依赖] 集成 sandbox-runtime，并读取项目配置限制命令运行环境；需对应平台和依赖。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OTH-07 · Gondolin 微虚拟机 [示例／外部依赖] 将所覆盖内置文件工具和用户 `!` 命令交给 Linux micro-VM，Pi 界面留在宿主；不覆盖所有扩展执行。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OTH-17 · SSH 工具后端 [示例] 通过可替换 operations 把工具执行委派到远程机器，复用本地工具的接口与展示。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OTH-78 · 整进程 Docker 隔离方案 [外部集成指南] 把 Pi、工具和扩展全部放入容器，通过挂载与网络配置决定可访问资源；这是外部隔离方案。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OTH-79 · Docker Sandboxes 凭据代理方案 [外部集成指南] 管理沙箱运行完整 Pi，并由代理替换占位凭据，使真实 provider key 可留在宿主。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OTH-80 · OpenShell 策略隔离方案 [外部集成指南] 通过外部网关与 sandbox 管理文件、进程、网络、凭据和推理路由，适合需要系统级边界的运行方式。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课程：06 持久化与跨进程 / remote-env / SSH、远程文件操作与终端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场景：模型与会话留在本地，把文件修改和命令运行放到远端。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检查主机与信任</a:t>
            </a:r>
          </a:p>
          <a:p xmlns:a="http://schemas.openxmlformats.org/drawingml/2006/main">
            <a:r>
              <a:t>阅读指纹扫描、acceptHostKey 与严格 known-hosts 校验，检查 daemon 部署的平台条件。</a:t>
            </a:r>
          </a:p>
          <a:p xmlns:a="http://schemas.openxmlformats.org/drawingml/2006/main">
            <a:r>
              <a:t>输入：目标主机和身份</a:t>
            </a:r>
          </a:p>
          <a:p xmlns:a="http://schemas.openxmlformats.org/drawingml/2006/main">
            <a:r>
              <a:t>输出：已确认的 SSH 连接条件</a:t>
            </a:r>
          </a:p>
          <a:p xmlns:a="http://schemas.openxmlformats.org/drawingml/2006/main">
            <a:r>
              <a:t>入口：scanHostKey；acceptHostKey；connectSsh；sshConnection</a:t>
            </a:r>
          </a:p>
          <a:p xmlns:a="http://schemas.openxmlformats.org/drawingml/2006/main">
            <a:r>
              <a:t>行为与边界：主机指纹由用户带外确认；严格检查应用独立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>源码：packages/env/src/ssh.ts:1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建立帧协议会话</a:t>
            </a:r>
          </a:p>
          <a:p xmlns:a="http://schemas.openxmlformats.org/drawingml/2006/main">
            <a:r>
              <a:t>沿 Connection 的 hello、request ID、result/event 与取消查看请求生命周期。</a:t>
            </a:r>
          </a:p>
          <a:p xmlns:a="http://schemas.openxmlformats.org/drawingml/2006/main">
            <a:r>
              <a:t>输入：daemon 进程与协议</a:t>
            </a:r>
          </a:p>
          <a:p xmlns:a="http://schemas.openxmlformats.org/drawingml/2006/main">
            <a:r>
              <a:t>输出：远程会话</a:t>
            </a:r>
          </a:p>
          <a:p xmlns:a="http://schemas.openxmlformats.org/drawingml/2006/main">
            <a:r>
              <a:t>入口：RemoteExecutionEnv；Connection</a:t>
            </a:r>
          </a:p>
          <a:p xmlns:a="http://schemas.openxmlformats.org/drawingml/2006/main">
            <a:r>
              <a:t>行为与边界：远端执行文件和命令操作，Durable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>源码：packages/env/src/connection.ts:1</a:t>
            </a:r>
          </a:p>
          <a:p xmlns:a="http://schemas.openxmlformats.org/drawingml/2006/main">
            <a:r>
              <a:t>源码：packages/env/src/errors.ts:1</a:t>
            </a:r>
          </a:p>
          <a:p xmlns:a="http://schemas.openxmlformats.org/drawingml/2006/main">
            <a:r>
              <a:t>源码：packages/env/src/index.ts:1</a:t>
            </a:r>
          </a:p>
          <a:p xmlns:a="http://schemas.openxmlformats.org/drawingml/2006/main">
            <a:r>
              <a:t>源码：packages/env/src/remote-env.ts:1</a:t>
            </a:r>
          </a:p>
          <a:p xmlns:a="http://schemas.openxmlformats.org/drawingml/2006/main">
            <a:r>
              <a:t>源码：packages/env/src/watch.ts:1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注入 ExecutionEnv</a:t>
            </a:r>
          </a:p>
          <a:p xmlns:a="http://schemas.openxmlformats.org/drawingml/2006/main">
            <a:r>
              <a:t>把 RemoteExecutionEnv 接入文件与命令工具，比较本地环境的路径、句柄与输出语义。</a:t>
            </a:r>
          </a:p>
          <a:p xmlns:a="http://schemas.openxmlformats.org/drawingml/2006/main">
            <a:r>
              <a:t>输入：远程 cwd 和环境</a:t>
            </a:r>
          </a:p>
          <a:p xmlns:a="http://schemas.openxmlformats.org/drawingml/2006/main">
            <a:r>
              <a:t>输出：远端执行的工具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行为与边界：abort、timeout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>源码：packages/durable/src/env/decode.ts:1</a:t>
            </a:r>
          </a:p>
          <a:p xmlns:a="http://schemas.openxmlformats.org/drawingml/2006/main">
            <a:r>
              <a:t>源码：packages/durable/src/env/index.ts:1</a:t>
            </a:r>
          </a:p>
          <a:p xmlns:a="http://schemas.openxmlformats.org/drawingml/2006/main">
            <a:r>
              <a:t>源码：packages/durable/src/env/line-scan.ts:1</a:t>
            </a:r>
          </a:p>
          <a:p xmlns:a="http://schemas.openxmlformats.org/drawingml/2006/main">
            <a:r>
              <a:t>源码：packages/durable/src/env/node-watch.ts:1</a:t>
            </a:r>
          </a:p>
          <a:p xmlns:a="http://schemas.openxmlformats.org/drawingml/2006/main">
            <a:r>
              <a:t>源码：packages/durable/src/env/node.ts:1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单独管理 PTY</a:t>
            </a:r>
          </a:p>
          <a:p xmlns:a="http://schemas.openxmlformats.org/drawingml/2006/main">
            <a:r>
              <a:t>检查终端输入、输出、resize 与关闭；PTY 是独立能力，需要符合当前平台支持范围。</a:t>
            </a:r>
          </a:p>
          <a:p xmlns:a="http://schemas.openxmlformats.org/drawingml/2006/main">
            <a:r>
              <a:t>输入：终端请求</a:t>
            </a:r>
          </a:p>
          <a:p xmlns:a="http://schemas.openxmlformats.org/drawingml/2006/main">
            <a:r>
              <a:t>输出：交互进程与退出状态</a:t>
            </a:r>
          </a:p>
          <a:p xmlns:a="http://schemas.openxmlformats.org/drawingml/2006/main">
            <a:r>
              <a:t>入口：openTerminal / localDaemon / RemoteTerminal.foreground</a:t>
            </a:r>
          </a:p>
          <a:p xmlns:a="http://schemas.openxmlformats.org/drawingml/2006/main">
            <a:r>
              <a:t>行为与边界：当前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>源码：packages/env/src/connection.ts:1</a:t>
            </a:r>
          </a:p>
          <a:p xmlns:a="http://schemas.openxmlformats.org/drawingml/2006/main">
            <a:r>
              <a:t>源码：packages/env/src/terminal.ts:1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失败与恢复：旧文件句柄不能跨 daemon 会话复用；当前 Windows PTY 支持边界以包文档为准。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练习：对照协议测试画出普通 execute 与 terminal 的消息序列，不实际连接用户主机。</a:t>
            </a:r>
          </a:p>
          <a:p xmlns:a="http://schemas.openxmlformats.org/drawingml/2006/main">
            <a:r>
              <a:t>参考判断：远程协议不是 MCP；连接、工具操作与 PTY 各有生命周期和取消语义。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SSH 主机信任与 daemon 部署</a:t>
            </a:r>
          </a:p>
          <a:p xmlns:a="http://schemas.openxmlformats.org/drawingml/2006/main">
            <a:r>
              <a:t>发现远端系统、部署按 SHA-256 命名的 daemon，并在启动前校验；也可在首个操作时惰性连接。</a:t>
            </a:r>
          </a:p>
          <a:p xmlns:a="http://schemas.openxmlformats.org/drawingml/2006/main">
            <a:r>
              <a:t>入口：scanHostKey；acceptHostKey；connectSsh；sshConnection</a:t>
            </a:r>
          </a:p>
          <a:p xmlns:a="http://schemas.openxmlformats.org/drawingml/2006/main">
            <a:r>
              <a:t>边界：主机指纹由用户带外确认；严格检查应用独立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远程文件、命令与连接</a:t>
            </a:r>
          </a:p>
          <a:p xmlns:a="http://schemas.openxmlformats.org/drawingml/2006/main">
            <a:r>
              <a:t>通过分帧 stdio 协议连接远端 Rust daemon，为 Durable 工具提供远程 ExecutionEnv。</a:t>
            </a:r>
          </a:p>
          <a:p xmlns:a="http://schemas.openxmlformats.org/drawingml/2006/main">
            <a:r>
              <a:t>入口：RemoteExecutionEnv；Connection</a:t>
            </a:r>
          </a:p>
          <a:p xmlns:a="http://schemas.openxmlformats.org/drawingml/2006/main">
            <a:r>
              <a:t>边界：远端执行文件和命令操作，Durable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执行环境与输出捕获</a:t>
            </a:r>
          </a:p>
          <a:p xmlns:a="http://schemas.openxmlformats.org/drawingml/2006/main">
            <a:r>
              <a:t>提供文件/进程环境与可截断输出管理。</a:t>
            </a:r>
          </a:p>
          <a:p xmlns:a="http://schemas.openxmlformats.org/drawingml/2006/main">
            <a:r>
              <a:t>入口：env 子路径</a:t>
            </a:r>
          </a:p>
          <a:p xmlns:a="http://schemas.openxmlformats.org/drawingml/2006/main">
            <a:r>
              <a:t>边界：abort、timeout 与 cleanup 等待所属命令收尾。Windows 使用 IPC supervisor 与 taskkill/MSYS 子树清理；POSIX 使用进程组。执行环境不是操作系统沙箱。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远端 PTY、窗口大小与前台进程</a:t>
            </a:r>
          </a:p>
          <a:p xmlns:a="http://schemas.openxmlformats.org/drawingml/2006/main">
            <a:r>
              <a:t>通过 daemon 打开交互伪终端，接收原始字节、写入输入、调整尺寸并查询退出与前台程序。</a:t>
            </a:r>
          </a:p>
          <a:p xmlns:a="http://schemas.openxmlformats.org/drawingml/2006/main">
            <a:r>
              <a:t>入口：openTerminal / localDaemon / RemoteTerminal.foreground</a:t>
            </a:r>
          </a:p>
          <a:p xmlns:a="http://schemas.openxmlformats.org/drawingml/2006/main">
            <a:r>
              <a:t>边界：当前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文件监视、字节解码与大文件扫描</a:t>
            </a:r>
          </a:p>
          <a:p xmlns:a="http://schemas.openxmlformats.org/drawingml/2006/main">
            <a:r>
              <a:t>为执行环境提供可靠监视、分块解码、行扫描、目录分页与字节范围读取。</a:t>
            </a:r>
          </a:p>
          <a:p xmlns:a="http://schemas.openxmlformats.org/drawingml/2006/main">
            <a:r>
              <a:t>入口：NodeExecutionEnv；openBinaryReader；openDirReader</a:t>
            </a:r>
          </a:p>
          <a:p xmlns:a="http://schemas.openxmlformats.org/drawingml/2006/main">
            <a:r>
              <a:t>边界：Windows 监视采用轮询以避免目录句柄阻止重命名；实际平台分支以实现为准。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持久嵌套调用与结构化输出</a:t>
            </a:r>
          </a:p>
          <a:p xmlns:a="http://schemas.openxmlformats.org/drawingml/2006/main">
            <a:r>
              <a:t>executeTool 将子调用记录为调用者拥有的 pi.tool 任务，经过校验、hook、输出限制和重放策略；structuredOutput 给程序调用者使用。</a:t>
            </a:r>
          </a:p>
          <a:p xmlns:a="http://schemas.openxmlformats.org/drawingml/2006/main">
            <a:r>
              <a:t>入口：ToolExecutionApi.executeTool；structuredOutputSchema；ToolRegistration.callers</a:t>
            </a:r>
          </a:p>
          <a:p xmlns:a="http://schemas.openxmlformats.org/drawingml/2006/main">
            <a:r>
              <a:t>边界：模型结果使用 output；嵌套调用以 key 重新关联，调用者结束前取消遗留子调用。modelTools 与 callers 分开控制模型声明和调用资格。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extensions/sandbox · 示例</a:t>
            </a:r>
          </a:p>
          <a:p xmlns:a="http://schemas.openxmlformats.org/drawingml/2006/main">
            <a:r>
              <a:t>展示 extensions/sandbox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入口：packages/coding-agent/examples/extensions/sandbox/index.ts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extensions/gondolin · 示例</a:t>
            </a:r>
          </a:p>
          <a:p xmlns:a="http://schemas.openxmlformats.org/drawingml/2006/main">
            <a:r>
              <a:t>展示 extensions/gondolin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入口：packages/coding-agent/examples/extensions/gondolin/index.ts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extensions/ssh · 示例</a:t>
            </a:r>
          </a:p>
          <a:p xmlns:a="http://schemas.openxmlformats.org/drawingml/2006/main">
            <a:r>
              <a:t>展示 extensions/ssh.ts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入口：packages/coding-agent/examples/extensions/ssh.ts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packages/env/docs/protocol.md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packages/env/docs/semantics.md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packages/env/src/connection.ts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packages/coding-agent/docs/containerization.md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packages/env/test/terminal.test.ts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packages/durable/test/codemode-checkpoints.test.ts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DUR-12 · 执行环境抽象 [实验／库] ExecutionEnv 统一会话文件和进程接口，允许宿主选择目录、容器或远端后端。本地 Node 执行环境提供文件和命令操作；本分支增强 abort、timeout、cleanup 后的进程树收尾。Windows 使用 IPC supervisor 与 taskkill/MSYS 清理，等待终止再完成；不把进程隔离称为 OS 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DUR-13 · 宿主文件和进程访问 [实验／库] 环境支持二进制区间读取、目录分页及无 Shell 的 argv 执行，并区分 stdout/stderr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DUR-59 · 文件变更监听与按行扫描 [实验／库] ExecutionEnv 可监听文件／目录、递归与排除路径，报告 overflow/error；Node 在 Windows 和网络／FUSE 文件系统轮询。scanLines 在环境内扫描行跨度，read 避免整文件载入。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DUR-60 · 远程输出窗口与省略计数 [实验／库] Shell 可在源端省略保留尾部以外的输出并报告 skipped；工具传递 outputWindow，使远程后端减少无用传输且保持截断统计。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ENV-01 · 远程执行与本地代理分离 [库] 文件和命令在远端运行，Durable worker、存储与模型凭据保留本地；实现与远端 NodeExecutionEnv 对齐的契约。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ENV-02 · SSH 立即／惰性连接 [库] connectSsh 立即探测和部署；sshConnection 在首次操作时执行，连接失败成为该操作的错误，下一操作重新尝试。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ENV-03 · 平台探测与守护进程部署 [库] 识别远端 OS 和架构，从随包二进制选择 Rust daemon；以 SHA-256 命名、缺失时部署且每次启动前校验。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ENV-04 · 主机密钥显式信任 [库／需宿主交互] 扫描指纹供所有者独立核对，接受或移除后保存在应用独立 known-hosts 中；连接严格检查固定别名，不自动信任未知或已变密钥。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ENV-05 · SSH 连接约束 [库] 使用 BatchMode、严格 host-key 验证，禁用转发、共享连接及配置中的命令，不转发本地 locale，减少 SSH 用户配置对执行行为的意外影响。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ENV-06 · 跨平台远程运行 [平台支持] 支持 Linux、macOS、Android Termux、Windows 的 x86-64／arm64；Windows 探测部署经 PowerShell，字符串命令用 Git Bash，argv 命令直接执行。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ENV-07 · 路径与文件操作 [库] 按远端规则解析相对路径、home、file URI 和 Windows 驱动器路径；支持元数据、读写追加、截断、重命名、建删目录、临时目录及 fsync。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ENV-08 · 区间读取与目录分页 [库] 在远端打开文件句柄读取字节范围、扫描行跨度、分批取目录项；noFollow 可拒绝最终路径符号链接，避免大文件和目录全量传回。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ENV-09 · 命令执行与环境定制 [库] 支持 Shell 字符串或无 Shell argv，设置 cwd、环境继承、shellEnv 和超时；按 stdout／stderr 区分输出，完整超长结果可落盘远端。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ENV-10 · 输出窗口与传输背压 [库] 在远端合并节流输出，只传保留窗口并报告省略字节／换行；没有窗口时限制积压并反向减速命令，控制消息优先于批量输出。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ENV-11 · 远程文件监听 [库] daemon 在文件旁执行快照差异与原生事件／轮询，支持递归和排除；失去原生覆盖会报告 overflow 并轮询，断连后新 daemon 重新建立监听并提示重扫。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ENV-12 · 取消与断线进程回收 [库] 单请求取消 exec 会终止进程组；cleanup 按杀进程结果收尾。每五秒 ping，daemon 在三十秒无字节或 stdin 关闭时清理其进程组并退出。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ENV-13 · 连接丢失与句柄失效 [库] 丢线请求以 lost:true 失败，后续请求可新建 daemon；旧文件句柄拒绝使用，不偷偷转到新连接或重放已经发出的副作用操作。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ENV-14 · 二进制分帧与并发请求 [库] 协议 v1 用长度前缀、请求 ID、JSON 元数据及原始二进制 payload，单帧上限 16 MiB；支持事件、取消、ping，并过滤 SSH 启动杂音。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ENV-15 · 执行环境一致性验证 [开发测试支持] 仓库提供 Durable conformance、随机操作差分及真实 SSH 可选测试，比较 RemoteExecutionEnv 与同平台 NodeExecutionEnv 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ENV-16 · 远程交互伪终端 [库／非 Windows] 在 daemon 中启动指定程序或用户 login shell，提供按序原始字节输出、输入及退出码，用于编辑器或完整交互终端，区别于 exec 文本输出。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ENV-17 · 终端尺寸与前台任务 [库／非 Windows] resize 更新行列并发 SIGWINCH；foreground 查询前台进程组及可用名称，区分 shell 提示与运行中的编辑器／任务，不列后台作业。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ENV-18 · 本地 daemon 终端与关闭 [库／平台相关] localDaemon 可直接连接本机随包 daemon，无需 SSH；close 或连接丢失终止终端工作，exited 报告结果，关闭后输入丢弃。Windows 目前不支持 PTY。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ENV-19 · 显式传输进程环境 [库] ConnectionOptions.env 可替换传输子进程环境；省略时继承宿主。Windows 隐藏子进程窗口。环境筛选用于限制继承内容，不等于系统隔离。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OTH-06 · 操作系统沙箱示例 [示例／外部依赖] 集成 sandbox-runtime，并读取项目配置限制命令运行环境；需对应平台和依赖。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OTH-07 · Gondolin 微虚拟机 [示例／外部依赖] 将所覆盖内置文件工具和用户 `!` 命令交给 Linux micro-VM，Pi 界面留在宿主；不覆盖所有扩展执行。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OTH-17 · SSH 工具后端 [示例] 通过可替换 operations 把工具执行委派到远程机器，复用本地工具的接口与展示。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OTH-78 · 整进程 Docker 隔离方案 [外部集成指南] 把 Pi、工具和扩展全部放入容器，通过挂载与网络配置决定可访问资源；这是外部隔离方案。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OTH-79 · Docker Sandboxes 凭据代理方案 [外部集成指南] 管理沙箱运行完整 Pi，并由代理替换占位凭据，使真实 provider key 可留在宿主。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OTH-80 · OpenShell 策略隔离方案 [外部集成指南] 通过外部网关与 sandbox 管理文件、进程、网络、凭据和推理路由，适合需要系统级边界的运行方式。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82968d8144f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a1d80cf8c46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912973c74e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b2925180f4a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c091d53d641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23b419cd048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152FD7-2D56-4994-8241-3DC71B6A7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84E25C-D002-4B4E-855E-887CC2A8E9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6B8F0B-C9AA-472B-A022-88DA35CB1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9C5ADE-FBA9-40DA-8D0B-5D03FABEE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AE6C24-666E-4BFD-BAA5-27CBB309B9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D1458C-A0E9-47D0-B434-0C87E33E0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D389AF-82E9-4578-A3DB-CA4C04543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EF1A6F-04F1-4ECC-A2B8-EB6BD1205F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51FB5D-1AC3-4C08-BA15-252B73806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4032C2-1CCA-40E8-BFD6-833B891AC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bdf1c23644ac6" /><Relationship Type="http://schemas.openxmlformats.org/officeDocument/2006/relationships/slideLayout" Target="/ppt/slideLayouts/slideLayout1.xml" Id="Rde0f2bcf10e84bb7" /><Relationship Type="http://schemas.openxmlformats.org/officeDocument/2006/relationships/slideLayout" Target="/ppt/slideLayouts/slideLayout2.xml" Id="Ra8512c880937415b" /><Relationship Type="http://schemas.openxmlformats.org/officeDocument/2006/relationships/slideLayout" Target="/ppt/slideLayouts/slideLayout3.xml" Id="Rd916fde121d04512" /><Relationship Type="http://schemas.openxmlformats.org/officeDocument/2006/relationships/slideLayout" Target="/ppt/slideLayouts/slideLayout4.xml" Id="R38267af40c1e471a" /><Relationship Type="http://schemas.openxmlformats.org/officeDocument/2006/relationships/slideLayout" Target="/ppt/slideLayouts/slideLayout5.xml" Id="R2f33ef89ac4944a9" /><Relationship Type="http://schemas.openxmlformats.org/officeDocument/2006/relationships/slideLayout" Target="/ppt/slideLayouts/slideLayout6.xml" Id="R74877a5892a342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0f2bcf10e84bb7"/>
    <p:sldLayoutId xmlns:r="http://schemas.openxmlformats.org/officeDocument/2006/relationships" id="2147483650" r:id="Ra8512c880937415b"/>
    <p:sldLayoutId xmlns:r="http://schemas.openxmlformats.org/officeDocument/2006/relationships" id="2147483651" r:id="Rd916fde121d04512"/>
    <p:sldLayoutId xmlns:r="http://schemas.openxmlformats.org/officeDocument/2006/relationships" id="2147483652" r:id="R38267af40c1e471a"/>
    <p:sldLayoutId xmlns:r="http://schemas.openxmlformats.org/officeDocument/2006/relationships" id="2147483653" r:id="R2f33ef89ac4944a9"/>
    <p:sldLayoutId xmlns:r="http://schemas.openxmlformats.org/officeDocument/2006/relationships" id="2147483654" r:id="R74877a5892a3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157d8f2f44f52" /><Relationship Type="http://schemas.openxmlformats.org/officeDocument/2006/relationships/notesSlide" Target="/ppt/notesSlides/notesSlide1.xml" Id="R4ea53403da3c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d9aa745e541a9" /><Relationship Type="http://schemas.openxmlformats.org/officeDocument/2006/relationships/notesSlide" Target="/ppt/notesSlides/notesSlide2.xml" Id="Reb6c62c2484a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20b1963be449f" /><Relationship Type="http://schemas.openxmlformats.org/officeDocument/2006/relationships/notesSlide" Target="/ppt/notesSlides/notesSlide3.xml" Id="R281274fc242e49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8b67ba7f04d8a" /><Relationship Type="http://schemas.openxmlformats.org/officeDocument/2006/relationships/notesSlide" Target="/ppt/notesSlides/notesSlide4.xml" Id="Rd0d1348b353c40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d6ba5b95e463f" /><Relationship Type="http://schemas.openxmlformats.org/officeDocument/2006/relationships/notesSlide" Target="/ppt/notesSlides/notesSlide5.xml" Id="Rad24b9c8c48447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0fa0360ce49e1" /><Relationship Type="http://schemas.openxmlformats.org/officeDocument/2006/relationships/notesSlide" Target="/ppt/notesSlides/notesSlide6.xml" Id="R43bd3af33b4d40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f69b823e54032" /><Relationship Type="http://schemas.openxmlformats.org/officeDocument/2006/relationships/notesSlide" Target="/ppt/notesSlides/notesSlide7.xml" Id="Rf57b31fd4e0041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6c89989014146" /><Relationship Type="http://schemas.openxmlformats.org/officeDocument/2006/relationships/notesSlide" Target="/ppt/notesSlides/notesSlide8.xml" Id="R268f8af8cc4b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5e12b5993450c" /><Relationship Type="http://schemas.openxmlformats.org/officeDocument/2006/relationships/notesSlide" Target="/ppt/notesSlides/notesSlide9.xml" Id="Rd81a9b3758164c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ae3db546d4fef" /><Relationship Type="http://schemas.openxmlformats.org/officeDocument/2006/relationships/notesSlide" Target="/ppt/notesSlides/notesSlide10.xml" Id="Rc5ae1087b1e745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98366ceef410a" /><Relationship Type="http://schemas.openxmlformats.org/officeDocument/2006/relationships/notesSlide" Target="/ppt/notesSlides/notesSlide11.xml" Id="R9a2a1ed3520d45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f17483b5b4a0f" /><Relationship Type="http://schemas.openxmlformats.org/officeDocument/2006/relationships/notesSlide" Target="/ppt/notesSlides/notesSlide12.xml" Id="R9f7e84f31cf246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bdec33cac4bc7" /><Relationship Type="http://schemas.openxmlformats.org/officeDocument/2006/relationships/notesSlide" Target="/ppt/notesSlides/notesSlide13.xml" Id="Rc586a5b4fbfb4d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9f2c0376c4fb4" /><Relationship Type="http://schemas.openxmlformats.org/officeDocument/2006/relationships/notesSlide" Target="/ppt/notesSlides/notesSlide14.xml" Id="Rd05ce2f873f740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89faf2fb94cd3" /><Relationship Type="http://schemas.openxmlformats.org/officeDocument/2006/relationships/notesSlide" Target="/ppt/notesSlides/notesSlide15.xml" Id="R00284b67e3334e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1a29cdc0b468e" /><Relationship Type="http://schemas.openxmlformats.org/officeDocument/2006/relationships/notesSlide" Target="/ppt/notesSlides/notesSlide16.xml" Id="R10aca0bcc4e048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63a57c8a24906" /><Relationship Type="http://schemas.openxmlformats.org/officeDocument/2006/relationships/notesSlide" Target="/ppt/notesSlides/notesSlide17.xml" Id="Re5c111033e414e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e783e4c154b9d" /><Relationship Type="http://schemas.openxmlformats.org/officeDocument/2006/relationships/notesSlide" Target="/ppt/notesSlides/notesSlide18.xml" Id="R4d4cd1fecf6d49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bf4f959d94738" /><Relationship Type="http://schemas.openxmlformats.org/officeDocument/2006/relationships/notesSlide" Target="/ppt/notesSlides/notesSlide19.xml" Id="Rad155100760d4f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5b01fbe06450e" /><Relationship Type="http://schemas.openxmlformats.org/officeDocument/2006/relationships/notesSlide" Target="/ppt/notesSlides/notesSlide20.xml" Id="R984b9385d4244a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0276377be4979" /><Relationship Type="http://schemas.openxmlformats.org/officeDocument/2006/relationships/notesSlide" Target="/ppt/notesSlides/notesSlide21.xml" Id="Rfa9b2fc6f2e94cc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c26a21f534516" /><Relationship Type="http://schemas.openxmlformats.org/officeDocument/2006/relationships/notesSlide" Target="/ppt/notesSlides/notesSlide22.xml" Id="R5b630b6bfaa948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e15097a4e4642" /><Relationship Type="http://schemas.openxmlformats.org/officeDocument/2006/relationships/notesSlide" Target="/ppt/notesSlides/notesSlide23.xml" Id="Rf8eb9155c28e44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a917572b64f4f" /><Relationship Type="http://schemas.openxmlformats.org/officeDocument/2006/relationships/notesSlide" Target="/ppt/notesSlides/notesSlide24.xml" Id="R0081d85d41dc4f6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d408df101405a" /><Relationship Type="http://schemas.openxmlformats.org/officeDocument/2006/relationships/notesSlide" Target="/ppt/notesSlides/notesSlide25.xml" Id="Rabadffdc4d3340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00fa35bbc4638" /><Relationship Type="http://schemas.openxmlformats.org/officeDocument/2006/relationships/notesSlide" Target="/ppt/notesSlides/notesSlide26.xml" Id="R53c12ae7a7884a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3cc6de0394ad4" /><Relationship Type="http://schemas.openxmlformats.org/officeDocument/2006/relationships/notesSlide" Target="/ppt/notesSlides/notesSlide27.xml" Id="R9b1be8e8810840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3b0d7183c48f8" /><Relationship Type="http://schemas.openxmlformats.org/officeDocument/2006/relationships/notesSlide" Target="/ppt/notesSlides/notesSlide28.xml" Id="R984f3939a7d949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9795f25fa4953" /><Relationship Type="http://schemas.openxmlformats.org/officeDocument/2006/relationships/notesSlide" Target="/ppt/notesSlides/notesSlide29.xml" Id="R5ffe263ae22947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87a125ff34a8a" /><Relationship Type="http://schemas.openxmlformats.org/officeDocument/2006/relationships/notesSlide" Target="/ppt/notesSlides/notesSlide30.xml" Id="R73481221bbe447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a979637d84d39" /><Relationship Type="http://schemas.openxmlformats.org/officeDocument/2006/relationships/notesSlide" Target="/ppt/notesSlides/notesSlide31.xml" Id="R1a1f08ea830b4c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7f70788284e06" /><Relationship Type="http://schemas.openxmlformats.org/officeDocument/2006/relationships/notesSlide" Target="/ppt/notesSlides/notesSlide32.xml" Id="Rddd5926a011047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d972ee0a645a8" /><Relationship Type="http://schemas.openxmlformats.org/officeDocument/2006/relationships/notesSlide" Target="/ppt/notesSlides/notesSlide33.xml" Id="R3fb83ab1b42e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A0FBCE3-8641-42A3-842A-54CC505D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AD2AAB-8154-4B76-9B5A-5C82613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持久记录、事务与可恢复会话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0643A7A-1A22-4731-AF8D-0B0DC60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进程退出后，应用仍要知道已接纳输入、文档和任务到了哪一步。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D7D17DD-5BA6-4D79-965D-5A6B4AB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50776FC9-69AB-416F-912F-ED3D6DC4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文档、条目、任务与 ID 契约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B73C16E0-B127-4226-BEFA-405E8E0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会话事务、分叉与观察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BA0A794-D806-4843-B489-1FBFE1C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内存存储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374F594C-2313-48C8-B74A-08FF43F4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提交后结构视图、Watch 与背压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5A646B8-9593-48DD-8603-AB23AD5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durable-basics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60239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5E8648B-382E-44D0-9516-5B91E65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A9DC91-284D-4E99-BA62-9E79D5A9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持久记录、事务与可恢复会话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C5A1E21-762A-47A6-8B92-E7E53A86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认识四类记录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823E3B23-27D9-483B-A873-EA8EDDE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输入：业务状态和消息    输出：记录类型选择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B1DC80A-59F4-4D89-984D-AAE4A09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创建事务并提交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964EE5BC-32C5-44D1-B440-FDEADB5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输入：一组关联变更    输出：持久提交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C33438A4-3779-4280-8550-087DD1C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选择存储实现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08FE8817-0794-4375-BCEB-DF0F28BF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输入：Storage 接口    输出：存储后端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007CA18B-6C70-4CC5-8287-6FEE0EF9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观察提交后的结果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6F856176-789A-4E3E-BD45-69A5331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输入：提交序列与游标    输出：可消费的变化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C69FE08-028F-43A7-BF6D-3B7F9C5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durable-basics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28006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04E8807-1411-43AB-BD32-02B1877D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9E63FE-1B6F-4F47-84E4-49D01621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持久记录、事务与可恢复会话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9871733A-BE50-460D-B39C-FE5016AE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17F2DE09-A3BE-45B1-BF3F-A8434A8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内存后端不提供进程退出后的恢复；事务也无法自动回滚已经发生的网络或文件副作用。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6ED78F3-D4BE-4C7B-9092-7C59107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3F85517A-FC07-4882-9354-86AEDE9C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构造两个文档同时更新的事务，解释失败时观察者应看到什么。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57C457B-DBDC-423D-AE85-8F409D5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durable-basics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9441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3F6E366-6E18-4D7C-95AD-3B58485F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5148D5-E51E-4729-9E43-BD5DBBA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输入接纳、Inbox 与持久生成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440CC2D-B332-475D-9D2C-E3454F1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客户端提交一次输入，连接中断后重试仍不能重复工作。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91883D3-3369-426B-9440-9D806587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50D3DFB1-BEE7-49FD-92A9-19A5C34B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会话执行、注册表与调度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5360032-4AD6-4022-B390-EEA5C60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持久输入队列、幂等提交与撤回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1BE3709-A732-41FE-9DB2-376739A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提示区块、上下文投影与位置化系统条目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00FAC28F-3B56-4491-8833-F51AEEF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持久模型生成、重试与续轮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1982DA2-BA0F-4646-B18C-94ECF644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durable-submission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90599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52A3593-F49D-4C46-B4F1-9B0C7B6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D56CB5-0BF5-4780-8A10-BBC7BBE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输入接纳、Inbox 与持久生成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7A6052D4-0DC5-49F1-8772-1A86E3B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装配 Harness 与注册表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786A107-D5B6-483A-B310-99366036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输入：宿主配置    输出：Harness 与 Conversation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67D3114-282F-47FB-A804-E8624B8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接纳输入与去重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C6B6B50A-FA22-4057-9545-D4AE06B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输入：输入与 requestId    输出：持久接纳结果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984260C-9999-42E7-BD11-3EDDA8A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构造生成上下文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C1C4809-2E48-4ECF-970B-D3EE43E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输入：当前记录与会话设置    输出：模型请求上下文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343E3B4-5F3F-45C1-AF7F-00D2484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持久化生成结果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01C68B1-CF58-43E3-BCC8-B5E7077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输入：模型输出    输出：已提交响应与后续任务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9AFD7CD-B237-45B6-B99B-7D9451A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durable-submission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5980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58FBA4E-7831-4844-B8F0-9F487EF0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4A5A80-BB19-49BE-B095-DC691B89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输入接纳、Inbox 与持久生成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751AEEC4-20A0-4BDE-BBE1-B17816C5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C6590BE-424F-428A-854E-EF38D965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取消等待不会自动取消已经接纳的输入。重连后重新提交不同 requestId 可能产生新的工作。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705538D9-B8BB-4BA7-9DF8-6641149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70041AA3-BD66-443F-8A39-44C6369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 19-inbox 和恢复示例，画出提交、断连、相同 requestId 重试、wait 的过程。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D51D463-D882-4C75-AD42-0DFE64E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durable-submission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88549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C054C68-D86F-45DA-941E-F9798D1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DA5017-0961-4904-93D7-7058FB7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工具意图、检查点与崩溃恢复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1663AECE-57F2-44CC-B297-EB60A30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工具执行到一半时进程退出，重启后必须避免重复危险副作用。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1A33325-D93F-476B-AE9F-B9033F9C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BC9F28D-FE55-49D6-B93D-B16F5414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扩展注册、工具覆写与在线替换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4B0ED35-C617-47E7-9D27-C1DDC87C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工具任务、重放安全与结果控制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86A2D825-5D4E-4818-9111-90D41739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存储故障与有界缓存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545E800-087F-4AAA-ADC3-BC44DD1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Durable 编码工具与环境隔离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FE100AF-0D48-4E8F-9F27-CD7AB4DB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durable-tool-recovery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64540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9B05457-A541-45DC-AA0A-37FFD96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F16BBB-9823-48D9-AA50-432F2940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工具意图、检查点与崩溃恢复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2592B42-01BC-47C6-B5E7-0E93976E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登记工具契约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17D078D0-E40A-4FD0-B196-C10DB33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输入：工具定义    输出：可调度工具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33CA74C2-A89E-43A4-8BF7-91DC6BE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先提交执行意图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EE84D681-23AF-4A90-ABA8-AE071DC1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 toolCall    输出：工具任务与执行状态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51CC2157-8436-4455-B450-A255EE6F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恢复中断任务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6082611E-13B6-4BAC-BD36-1CF6EBBC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输入：未完成检查点    输出：重跑、失败或人工处理分支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303DF78B-97F1-473F-AFC7-28431651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验证真实副作用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2D968A5-B465-46E3-B84F-0717C7C0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输入：执行环境和持久记录    输出：可解释的恢复结果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E3E45C3-65FF-4028-B639-7CD1745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durable-tool-recovery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738023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7A693A7-BBDD-40C3-9EC4-8E396B5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DAF22E-5CB8-420D-A544-75E2DEE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工具意图、检查点与崩溃恢复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68D790E-4DCF-4FA1-8CC5-F0361BFB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28E1A29-E2FC-46AF-82CD-E4079FF8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只有声明 replay: safe 的中断工具可走自动重放路径；该声明本身不能让非幂等操作变安全。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EE8D07A9-4C35-4003-91D9-AF0B8A7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759FD627-A032-48F4-9A59-3DE24847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设计一个计数器工具，分别在意图前、执行后和结果后模拟退出，写出允许的计数结果。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C934D7A-DC6E-4396-9E86-37DA5B0A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durable-tool-recovery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742697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F7A43318-71F1-4C12-BE27-C6D8CB4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092F86-7BCD-4181-8E7D-27058D14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JSONL、SQLite、IndexedDB 与一致性验证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22A14DA-75EA-4587-9339-CDBF33D5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把内存教程改成真正可关闭后重开的应用。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F7607D9-2556-4D96-9C1E-32662E2A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CC6D31AE-B7C2-4B92-A8F8-EB9A4162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存储一致性用例与基准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BB447931-AB25-4114-91A1-FA8FA4C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JSONL 存储与 Node 文件适配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67CA293-636D-416C-84FF-C827CF7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SQLite 存储、迁移与 Node 适配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AF8B83-BCC2-43C9-A738-BD17E69F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durable-storage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D2AAFB0-2417-4E75-875A-86380A14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存储一致性用例与基准</a:t>
            </a:r>
          </a:p>
        </p:txBody>
      </p:sp>
    </p:spTree>
    <p:extLst>
      <p:ext uri="{BB962C8B-B14F-4D97-AF65-F5344CB8AC3E}">
        <p14:creationId xmlns:p14="http://schemas.microsoft.com/office/powerpoint/2010/main" val="726786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305828B-61C8-4A39-8FDF-C6B5FE0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3FC671-8005-4F88-9FCB-E73F59A0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JSONL、SQLite、IndexedDB 与一致性验证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32E5609-E2BE-426F-BB85-07F1D90E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明确 Storage 契约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D3C61F6-0812-4C81-8DB5-836D420E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输入：存储使用场景    输出：必须满足的契约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DC0DEAB-0A29-405E-9BC6-6D30615E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跟踪 JSONL 提交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6448875-8BEF-41AA-B318-6853EB8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输入：持久提交    输出：文件记录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9A46D69-7061-4DD2-A7F9-4EC84BD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跟踪 SQLite 事务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32861BF-1501-4766-B7AA-4B7DEA1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输入：数据库与 schema 版本    输出：原子提交或回滚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512359B-14EE-475D-A77B-7E8B339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关闭后重开验证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CF77A833-06D0-498E-A74B-E169833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输入：已关闭存储    输出：相同的已提交状态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8CC175E-F483-4523-9A40-02A7F60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durable-storage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953517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0FA9B03-A4ED-42B5-9302-3626C95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D2D04C-E9F0-4183-97C6-62E2B53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JSONL、SQLite、IndexedDB 与一致性验证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15981120-6B5B-4C57-BE59-2B5AE1E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0452A00-2EA1-4DAE-89AE-AC3BCA8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多写入者、未完成迁移或错误事务句柄会破坏假设；必须按后端规定配置所有权。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9DA3A09-D277-460A-AA12-7C314EE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C84E4502-0D7D-474F-A4F9-409D6195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对照内存和一个磁盘后端，写出重开后应保持的记录、版本与任务状态。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C1949F5-C486-4491-B3B9-3872B005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durable-storage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434039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5C6FB8D-1B15-4C8A-A149-6AB8B97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E43E43-8F2C-4338-AECC-E9C24079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子会话、子任务与任务图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C1C6F0B9-6D75-488C-84B7-BD4CD662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主任务分出审查或检索子任务，并在重启后继续观察它们。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70F0DFE-6C0F-40E0-9E96-7AC67F9D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918AAF9C-BFB7-4EB0-91E2-AAECAFB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持久子会话、背景任务与取消传播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FC9AB142-1BCA-4AB3-A956-6F4E62BF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任务所有权、子任务等待与实时任务图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CB24CB2-896D-4652-BE7C-56EA0D4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提交后结构视图、Watch 与背压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F5F5FD42-0BB3-463D-8D6E-DA42353C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按模型、工具与会话累计用量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D51C19C-7C20-4905-9E4F-8AC9965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durable-subagents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535888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8C5AF8E-9BCA-442C-A1F1-FA67AEB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2DAE73-A22D-4D9D-AABC-FE1B106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子会话、子任务与任务图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CBEDF89-2D09-42ED-BFEA-B9A4ABD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确定会话所有权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87BA1CA-9D8D-4CEF-AA14-61C8D01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输入：父任务与子输入    输出：子会话和归属关系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400C19C-9241-4310-AAED-6721336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建立子任务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FC66B3A-9E71-4750-ABA4-F701F54C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输入：持久任务检查点    输出：父子任务图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C458A05-CCBF-4A46-B23B-5BC6AE1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重开并继续观察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437B9E9-A8CC-49C9-A42F-7E3E3C8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输入：恢复后的存储    输出：当前任务与会话视图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A84626DA-ED87-4F1F-BC64-AF1B6BD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汇总结果与用量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22FFF38-97B9-40A7-B95A-FE4698E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输入：已提交的子任务结果    输出：父流程可消费的结果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EFB3760-4DC0-480A-BB70-6754309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durable-subagents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6750778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401A403-962A-4DC8-B296-EB3657CE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A0A559-BE76-4C6B-9059-79B8355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子会话、子任务与任务图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2E3A513-B5B5-498F-AFF4-62848B4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58D883EC-86CC-42E9-8C49-103DEF1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父等待取消与子任务取消有不同语义；重启后需要从持久状态恢复关系。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A796D170-13AB-4300-A293-27353B7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273CAA3-E4B8-4239-98C2-D05DC42E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 21、22、23 三个示例，比较前台、后台与普通子任务如何让父流程继续。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1CA249D-3728-4DBD-AD7C-B96E3875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durable-subagents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705602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E703D13-63DA-40EC-8C88-F057722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B7EFFC-C4B3-4F87-975C-75728D9E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持久压缩、阻塞恢复与上下文观察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9B25C15-15DA-46BC-A7DC-F7E8D023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长时间运行的持久会话需要缩减上下文，并在重启后保持相同边界。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D08A4BE-C582-4893-9BF1-86AA5B9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849EEBA-1EC4-45CB-A4E7-B369B030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后台压缩、溢出恢复与陈旧摘要处理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698F130-26B2-48AE-AB9C-EF1F13C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阻塞压缩失败与等待环检测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87ECC4C-8D17-4851-877B-3DFCD449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提交后结构视图、Watch 与背压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C751A15-135A-4D29-A91B-E2FB598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图像读取与可选 WASM 处理器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4C74EB6-EF64-4F51-A90D-B55A1A22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durable-context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044010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9971AB22-04B2-4D11-B833-E2A3FC5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C5C114-DA1E-43CD-82A4-4AE7D18C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持久压缩、阻塞恢复与上下文观察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C8801176-EAC7-41D2-9893-6CC33BF5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决定压缩任务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7309F58-6222-4B48-B6A5-0B21C627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输入：长会话与限制    输出：压缩计划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5D1A146-BEA6-40F3-A31D-A20D10D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处理阻塞与失败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C0608B2-BFDB-4AD4-AC36-71D5C7D6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输入：压缩进行中或失败    输出：可解释的等待/失败状态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397B028-568B-4D77-A327-9494D44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提交摘要与视图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39498719-B170-49ED-B0F5-207826A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输入：摘要和保留记录    输出：新的模型上下文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86632EE5-F014-47EC-A288-D654863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核对图像预算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C81CC6A7-2B31-4C98-86B5-58E7BC4B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输入：图像消息与模型能力    输出：符合当前请求条件的输入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2B456D8-C9E9-4F70-9A0E-D68F7C0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durable-context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608685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10F855B-CD9B-4A43-82D4-1AAC1246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696DB3-1A1E-4C3D-8427-C486EA2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持久压缩、阻塞恢复与上下文观察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7D364D8E-B997-42C3-AC80-DD2DBC05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FCB6A1E-8B52-4C2E-A5DC-1DF212FA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摘要失败不能直接伪装为压缩成功；取消与任务恢复需要保留清晰状态。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473D1092-AB7B-4812-93AE-8FAB799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92773A14-475D-4557-9A1B-0A3C3FFF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找出一项压缩测试，写出压缩前后仍应保留的信息及应变化的上下文内容。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29FB51F-E26F-4295-8FCD-2A29AB24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durable-context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1206410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FE3E255-C832-4886-A265-646DB165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26C324-6643-4BB5-AA74-EE01E509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持久脚本、工具发现与模型子操作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7340274-E27F-45EF-8BD8-B233CD20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在可恢复任务里执行脚本，同时允许按需工具发现与分类/图像调用。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3A8A79A-D642-4D84-AC8F-D1C89CA3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40CFC705-CDBF-41F1-BC50-FD45140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持久脚本、日志重放与嵌套工具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CD89EF3-3D27-4023-88F4-AA43B159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脚本工具声明、按需发现与命名空间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5D68B452-EFEA-4295-AF03-A6C0EDE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持久脚本分类与图像模型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1FBD948E-2C2B-4521-BEB0-8E1249C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脚本结果、调用清单与跨轮存储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507CD49-8751-40D0-86B2-1E947E0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durable-codemode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1482673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C713317-1B0D-416D-BEFB-D1D14E17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4F2720-BACA-4927-B437-CE5CBA1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持久脚本、工具发现与模型子操作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1828D5E-6364-4B89-8C8D-0FA6AA2F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配置脚本能力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1D98966-29E1-4A54-B9DF-7C2559A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输入：会话设置和 registry    输出：可恢复脚本任务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FF33CF82-FB87-4D2A-9A8D-721D2001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发现并调用工具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B22DF8CE-592E-4F94-9B1D-6506B19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输入：查询与工具目录    输出：可执行工具引用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59965EC-5431-4547-ABDF-200C1C6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执行模型子操作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4AAD1DB9-8DF6-4495-AA3E-75B9F26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输入：脚本模型调用    输出：分类/图像结果与用量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7CAB329-4B0C-4253-B5C3-8545048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提交状态和输出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1505CBC-2356-4EF7-8384-E90F7A1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输入：执行结果与 storeWrites    输出：可恢复的脚本状态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1829AE7-02F1-46CC-8138-3730A081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durable-codemode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298237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C98C63-8844-464B-82B0-B66C9C9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912931-DA21-4873-91AE-C74A686E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持久脚本、工具发现与模型子操作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E928275D-9AC4-4198-B6E8-20C297FE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3242946C-0998-4B79-A524-7001303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脚本可恢复不等于宿主副作用可随意重跑；工具发现结果也不能绕过授权或校验。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09105DA5-EA60-450E-A365-3E777A1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D075989B-C546-4021-99BE-F071984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对照持久 codemode 测试，追踪一个嵌套调用从脚本到工具任务再回到结果。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F0DB48C-3350-4B45-85CF-5E93D0B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durable-codemode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8377174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4D55A35-522F-4414-81C8-002DFC3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1AC9DC-C3B7-46EA-A08C-B16FA41F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Chord 契约、Host、句柄与生命周期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3AE77E4-5564-40A9-825C-5ED7753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让多个调用者访问同一对象，并在作用域结束时释放资源。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8A9A5E6-E066-44FA-82F7-E79F6B8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56422C37-C28D-422A-98A9-A67BBAF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契约、变体与方法声明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15F39EF8-184B-4582-8F0F-9B361495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宿主、对象创建与根调用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84B669E-5FC7-44F1-9D3E-3A27ACA9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取消上下文与调用数据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EDBD46B6-4322-402B-8EA6-CE7FC48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状态单元、派生与资源声明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61C999D-C910-4543-B1DF-D013448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chord-objects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842055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51690FD-1B30-4617-83D2-8B690F9F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3EF2DE-88F3-46E0-90AD-ACBD4FB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Chord 契约、Host、句柄与生命周期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A047CDF9-9502-4085-97BF-8B2ED898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定义契约和变体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4B17295-DD5D-4371-8E17-9B9419D2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输入：对象能力要求    输出：契约和允许的方法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B7E765A-E700-4989-B659-CC6ED36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提供对象实现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C92DD69F-7628-4D6D-8182-E6C4063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输入：对象类型与输入    输出：live 且初始状态就绪的 Ref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C6BC035-6DFC-4497-862F-37D23CB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传递调用上下文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625E7F9-8DAA-41F9-A0E9-03E26C3B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输入：调用上下文    输出：受范围约束的执行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C176DB3-8D3D-41E7-BBEE-1D72836F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释放持有与资源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633E0831-1980-47CC-8817-C92CC3B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输入：作用域结束    输出：资源释放或剩余持有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0B67C0F-0AB8-4852-8E0C-D575CFC2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chord-objects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358756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9DE5473C-0798-449C-88B5-F4054E6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BAB587-4507-46C2-B731-45641EF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Chord 契约、Host、句柄与生命周期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D6064CD-FC3E-4BE0-A7BC-C04C4D4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D16BC427-C466-4536-9CDF-7788014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不同 principal 的句柄和状态不能任意共享；调用返回不总意味着所有对象立即销毁。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AB321DA-9F10-4131-BDF9-E21090CB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ECAEF996-000A-44B8-857A-164C10E6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 Counter 教程追踪两个 root 获取同一对象，再逐个结束，说明资源何时释放。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6CF36D7-5A02-463E-9275-094B559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chord-objects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064744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54ABDF1C-1A68-4A82-A5ED-8F1FE05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20FC4F-1BED-48C8-971F-991481D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 所有权、delta 与复制状态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56B7FFC-FD84-4D56-9AE5-5CA26163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订阅者要看到一致状态，而更新计算可能失败。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6DD7B85-812C-4263-BECD-B627220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6F9C838-1408-4EF1-B761-FE73AC6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严格 JSON 边界与错误契约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FAC79201-A19F-471F-AC77-AF42107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不可变 delta 与复制状态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AB89DBB5-40F1-4C2B-90C0-6E5B6351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不可变 delta 与复制状态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223FBEE-1A3C-41B0-8639-698C2599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chord-state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38EA8101-E2EF-4AE0-8E72-00815E5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状态单元、派生与资源声明</a:t>
            </a:r>
          </a:p>
        </p:txBody>
      </p:sp>
    </p:spTree>
    <p:extLst>
      <p:ext uri="{BB962C8B-B14F-4D97-AF65-F5344CB8AC3E}">
        <p14:creationId xmlns:p14="http://schemas.microsoft.com/office/powerpoint/2010/main" val="5576559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5E85538-5584-4D2C-9D10-352F493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89D96F-A412-4E4A-81DF-D9ED0A0C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 所有权、delta 与复制状态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A2D0D0ED-D129-45BB-B333-AB0BFB24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明确 JSON 边界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41FF925-1A1C-4BB5-ACA0-6EE9B10F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输入：调用者持有的 JSON    输出：可安全交给运行时的值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365AA601-6BF8-44F7-BF92-CF2B2037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准备增量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75A71AE-FB31-42B2-A04C-0A2D0FD3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输入：旧版本和修改    输出：候选 delta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447E273-A6F0-4B17-AEB5-E0F16C1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提交并发布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D9C59FE-5919-4BF1-BE8D-E60D153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输入：已验证候选变更    输出：新权威状态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D9C5FEA-4605-40C0-8508-0F6E017A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观察积压行为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342E51C-E034-4FC6-A517-317B856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输入：连续状态更新    输出：订阅者得到的状态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1923A92-78B3-4603-A85D-AEE6794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chord-state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415312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2D483EE-89C5-43BA-A62A-98D386C4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529C46-4A61-462E-9C9F-71E9F7AD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 所有权、delta 与复制状态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1DA0BC1-E04C-4D66-8752-590E4EB8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8132595-39D6-4C95-87CF-6241415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replicatedState 的完整值积压会合并为最新值，不能当作无损审计事件流；需要审计时保存事件记录。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83656A1-3A31-4089-A80A-D182EFE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8ED7E660-36B6-4212-8E6E-CC5F646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 prepare 后抛错而不 adopt 的测试，证明权威版本不改变。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0577782-80C7-436C-BC5A-F55BC9A5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chord-state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0242288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70A001A-6EFF-4F19-9723-70B7C891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C08766-63A1-44E0-B485-2F945E4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跨进程连接、动态注册与热重载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8EDD049-0D61-41D9-A785-76FB80D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代码变化时，希望对象状态保持，同时已有请求能够收尾。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B522A22-1A64-44C1-A164-643E7E39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39E7D42-3A29-4605-9DBE-F357B184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跨进程句柄、连接与 JSON 帧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F8AD1B7C-721A-45A6-B05A-04D98EFF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动态注册表与 Facet 装配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BDA6303-DB0C-4FB2-B798-85733E4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子进程宿主、加载器与进程锁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7B4CBE0-9071-42E2-882F-B8F0EB1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代码热重载、迁移与 codeVersion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04DD173-69B7-4E83-BB3F-83C53B1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chord-links-reload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7413639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4F0FCBB-1EE7-4812-AD66-8A9A93B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E83955-F226-4C4F-BD1C-863C5E1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跨进程连接、动态注册与热重载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76CB6DCA-7F8C-463D-95BE-5AC845BC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连通两个 Host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8A605F23-2424-4BAD-A846-D5BC566C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输入：两端 Host    输出：远程句柄与状态连接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FC5EFAE-149E-4C05-81E7-5D661B5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组织 Facet 与注册表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8773EDA-231A-42F7-A57E-8F4D48A9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输入：模块和提供者    输出：动态可见能力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BB672120-8007-49CD-809E-C1BBFA07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管理子宿主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3CA8DAA-7C7E-4F85-9EC5-188E95B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输入：子进程配置    输出：受管理的 Host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DB5191E-3798-436E-8092-ADEE25F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切换 codeVersion 并迁移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34B5046-0E75-4257-8927-E9AD2D7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输入：新实现和现有状态    输出：新代码及收尾中的旧代码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382EE37-CF65-47A4-B05F-F71685F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chord-links-reload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6200475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F0F5884-0BB0-4452-A910-238DA5B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1A6A66-C251-46EB-A355-ACA9A7B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跨进程连接、动态注册与热重载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F4EA2EDE-488E-4F9E-A5F8-4D166011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30F96444-C025-434F-8EF6-916C58A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断线拒绝未完成调用且不提供连接恢复保证；断线不证明远端操作未执行。热重载也不是任意不兼容修改都能透明迁移。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A3B23B42-8CDA-4ABE-8281-0BC91DD0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1404F80A-9E16-4CD5-9925-00CC2AEF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找一个 reload 测试，标出旧调用、新调用和状态迁移各自采用哪个 codeVersion。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4049E16-272E-4286-BA3E-355AA47C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chord-links-reload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9224423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633069B-5AC9-4001-A63C-1D8379DF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92F8-5840-4404-9017-10B1F43B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SSH、远程文件操作与终端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C1FC9A4-0B7C-4B2F-B1D4-47A7C73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模型与会话留在本地，把文件修改和命令运行放到远端。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2CA2C98-1FCF-43E8-B0E0-05966B40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932195C9-6916-43C7-8AF5-1640DCA5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SSH 主机信任与 daemon 部署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C2FD8497-7FB8-4812-A26B-FAE7AD2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远程文件、命令与连接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496E53E-0E58-4C28-AD1A-114A10E2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执行环境与输出捕获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36A49C7B-19D7-4E61-B34F-99293B2F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远端 PTY、窗口大小与前台进程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B942F5C-A83C-413F-910D-72DD199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remote-env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837640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2C09020-94E7-4796-8986-B724627F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7FB2F1-BC02-4336-970A-A554C3A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SSH、远程文件操作与终端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86F5F847-C2CF-4B30-9641-327C7CD6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检查主机与信任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1C8ADDE-677C-49A5-B58A-C85CFBDA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输入：目标主机和身份    输出：已确认的 SSH 连接条件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9C48CA93-DC7D-46DB-A240-CDAB673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建立帧协议会话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23F26086-90CE-4277-945E-C3F1D3F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输入：daemon 进程与协议    输出：远程会话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7DDB076-7AE6-4340-871F-28AC47D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注入 ExecutionEnv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E7A5943-6C88-45BC-AC07-EEC9D270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输入：远程 cwd 和环境    输出：远端执行的工具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4DF70FE-DF86-44DE-8571-E1631CA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单独管理 PTY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A59B7507-AB0A-4A94-B25F-969E66B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输入：终端请求    输出：交互进程与退出状态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D722E19-0BF4-4897-B17A-7151907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remote-env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6211947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752B5B9-D50A-4E66-8ABD-2486ADA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B6DA1C-C507-4D38-BBEF-A40D6E27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SSH、远程文件操作与终端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2FCA004-0530-4BCB-A976-94BE1F70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9BE292B-57DA-4C20-9BB2-9144B3D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旧文件句柄不能跨 daemon 会话复用；当前 Windows PTY 支持边界以包文档为准。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115899CB-8E68-4384-B4FD-8F9C6F5B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51C12A9-C62B-4CE5-AB0D-0074AA0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对照协议测试画出普通 execute 与 terminal 的消息序列，不实际连接用户主机。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17C634A-92C7-4CB6-A6E0-AE97CC04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remote-env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828679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2026-10-24T08:15:47.1200000Z</dcterms:created>
  <dcterms:modified xsi:type="dcterms:W3CDTF">2026-10-24T08:15:47.1200000Z</dcterms:modified>
</coreProperties>
</file>