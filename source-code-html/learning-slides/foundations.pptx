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3b5c2278ed4415" /><Relationship Type="http://schemas.openxmlformats.org/officeDocument/2006/relationships/extended-properties" Target="/docProps/app.xml" Id="R3fa75b3e99cd4810" /><Relationship Type="http://schemas.openxmlformats.org/officeDocument/2006/relationships/officeDocument" Target="/ppt/presentation.xml" Id="R8ed2578eed6b4935" /></Relationships>
</file>

<file path=ppt/presentation.xml><?xml version="1.0" encoding="utf-8"?>
<p:presentation xmlns:p="http://schemas.openxmlformats.org/presentationml/2006/main">
  <p:sldMasterIdLst>
    <p:sldMasterId xmlns:r="http://schemas.openxmlformats.org/officeDocument/2006/relationships" id="2147483648" r:id="Ra086e1cc6faa4053"/>
  </p:sldMasterIdLst>
  <p:notesMasterIdLst>
    <p:notesMasterId xmlns:r="http://schemas.openxmlformats.org/officeDocument/2006/relationships" r:id="R3cc03bbac69e4c54"/>
  </p:notesMasterIdLst>
  <p:sldIdLst>
    <p:sldId xmlns:r="http://schemas.openxmlformats.org/officeDocument/2006/relationships" id="256" r:id="Rec1082fbe66e470d"/>
    <p:sldId xmlns:r="http://schemas.openxmlformats.org/officeDocument/2006/relationships" id="257" r:id="Rb52b5cc8e6c042a8"/>
    <p:sldId xmlns:r="http://schemas.openxmlformats.org/officeDocument/2006/relationships" id="258" r:id="Raacf4276b08e472b"/>
    <p:sldId xmlns:r="http://schemas.openxmlformats.org/officeDocument/2006/relationships" id="259" r:id="R616f157a1cd441f2"/>
    <p:sldId xmlns:r="http://schemas.openxmlformats.org/officeDocument/2006/relationships" id="260" r:id="R7d5c9daf622b496a"/>
    <p:sldId xmlns:r="http://schemas.openxmlformats.org/officeDocument/2006/relationships" id="261" r:id="R56e9bcd6abe24b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5ca01744d54b07" /><Relationship Type="http://schemas.openxmlformats.org/officeDocument/2006/relationships/slideMaster" Target="/ppt/slideMasters/slideMaster1.xml" Id="Ra086e1cc6faa4053" /><Relationship Type="http://schemas.openxmlformats.org/officeDocument/2006/relationships/notesMaster" Target="/ppt/notesMasters/notesMaster1.xml" Id="R3cc03bbac69e4c54" /><Relationship Type="http://schemas.openxmlformats.org/officeDocument/2006/relationships/presProps" Target="/ppt/presProps.xml" Id="Rb0908771dd4c42aa" /><Relationship Type="http://schemas.openxmlformats.org/officeDocument/2006/relationships/tableStyles" Target="/ppt/tableStyles.xml" Id="R33cb250484244ec0" /><Relationship Type="http://schemas.openxmlformats.org/officeDocument/2006/relationships/slide" Target="/ppt/slides/slide1.xml" Id="Rec1082fbe66e470d" /><Relationship Type="http://schemas.openxmlformats.org/officeDocument/2006/relationships/slide" Target="/ppt/slides/slide2.xml" Id="Rb52b5cc8e6c042a8" /><Relationship Type="http://schemas.openxmlformats.org/officeDocument/2006/relationships/slide" Target="/ppt/slides/slide3.xml" Id="Raacf4276b08e472b" /><Relationship Type="http://schemas.openxmlformats.org/officeDocument/2006/relationships/slide" Target="/ppt/slides/slide4.xml" Id="R616f157a1cd441f2" /><Relationship Type="http://schemas.openxmlformats.org/officeDocument/2006/relationships/slide" Target="/ppt/slides/slide5.xml" Id="R7d5c9daf622b496a" /><Relationship Type="http://schemas.openxmlformats.org/officeDocument/2006/relationships/slide" Target="/ppt/slides/slide6.xml" Id="R56e9bcd6abe24b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0a9f791a974d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df957f874d4f14" /><Relationship Type="http://schemas.openxmlformats.org/officeDocument/2006/relationships/notesMaster" Target="/ppt/notesMasters/notesMaster1.xml" Id="R9d105cb4bf6f4a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3f0fa4d9df4d32" /><Relationship Type="http://schemas.openxmlformats.org/officeDocument/2006/relationships/notesMaster" Target="/ppt/notesMasters/notesMaster1.xml" Id="Rb367a029882c40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20ed2e16e74e67" /><Relationship Type="http://schemas.openxmlformats.org/officeDocument/2006/relationships/notesMaster" Target="/ppt/notesMasters/notesMaster1.xml" Id="Reeb3e252966941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dbc60867a144b0" /><Relationship Type="http://schemas.openxmlformats.org/officeDocument/2006/relationships/notesMaster" Target="/ppt/notesMasters/notesMaster1.xml" Id="Rfe470211224049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0c81dd2e394247" /><Relationship Type="http://schemas.openxmlformats.org/officeDocument/2006/relationships/notesMaster" Target="/ppt/notesMasters/notesMaster1.xml" Id="Rf2094c274fbe4f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fec77708284851" /><Relationship Type="http://schemas.openxmlformats.org/officeDocument/2006/relationships/notesMaster" Target="/ppt/notesMasters/notesMaster1.xml" Id="R457d2f9481da44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课程：01 读码基础 / read-map / 从目录找到功能与公开入口</a:t>
            </a:r>
          </a:p>
          <a:p xmlns:a="http://schemas.openxmlformats.org/drawingml/2006/main">
            <a:r>
              <a:t/>
            </a:r>
          </a:p>
          <a:p xmlns:a="http://schemas.openxmlformats.org/drawingml/2006/main">
            <a:r>
              <a:t>场景：你看到 packages 下许多目录，需要知道改一个功能应从哪个包进入。</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识别工作区和包清单</a:t>
            </a:r>
          </a:p>
          <a:p xmlns:a="http://schemas.openxmlformats.org/drawingml/2006/main">
            <a:r>
              <a:t>打开根 package.json 的 workspaces，再看一个子包的 exports。把发布入口和源码实现分别记在笔记中。</a:t>
            </a:r>
          </a:p>
          <a:p xmlns:a="http://schemas.openxmlformats.org/drawingml/2006/main">
            <a:r>
              <a:t>输入：仓库根目录</a:t>
            </a:r>
          </a:p>
          <a:p xmlns:a="http://schemas.openxmlformats.org/drawingml/2006/main">
            <a:r>
              <a:t>输出：工作区、包名和公开入口清单</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2. 区分产品装配与执行循环</a:t>
            </a:r>
          </a:p>
          <a:p xmlns:a="http://schemas.openxmlformats.org/drawingml/2006/main">
            <a:r>
              <a:t>从 createAgentSession 看到产品如何创建模型运行时、设置、资源和会话，再辨认 Agent 与 AgentSession 的职责。</a:t>
            </a:r>
          </a:p>
          <a:p xmlns:a="http://schemas.openxmlformats.org/drawingml/2006/main">
            <a:r>
              <a:t>输入：一个 SDK 调用</a:t>
            </a:r>
          </a:p>
          <a:p xmlns:a="http://schemas.openxmlformats.org/drawingml/2006/main">
            <a:r>
              <a:t>输出：产品装配依赖图</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3. 沿导入找到下一层</a:t>
            </a:r>
          </a:p>
          <a:p xmlns:a="http://schemas.openxmlformats.org/drawingml/2006/main">
            <a:r>
              <a:t>打开 Agent 的调用和 agent-loop 实现，按一次 prompt 找到模型请求边界与工具处理。先跟成功路径，再看其他分支。</a:t>
            </a:r>
          </a:p>
          <a:p xmlns:a="http://schemas.openxmlformats.org/drawingml/2006/main">
            <a:r>
              <a:t>输入：Agent.prompt</a:t>
            </a:r>
          </a:p>
          <a:p xmlns:a="http://schemas.openxmlformats.org/drawingml/2006/main">
            <a:r>
              <a:t>输出：一轮模型与工具循环</a:t>
            </a:r>
          </a:p>
          <a:p xmlns:a="http://schemas.openxmlformats.org/drawingml/2006/main">
            <a:r>
              <a:t>入口：Agent.prompt / continue / abort</a:t>
            </a:r>
          </a:p>
          <a:p xmlns:a="http://schemas.openxmlformats.org/drawingml/2006/main">
            <a:r>
              <a:t>行为与边界：当前 Agent 是内存运行循环；持久 Harness 在 pi-durable，CLI 会话由 coding-agent 管理。</a:t>
            </a:r>
          </a:p>
          <a:p xmlns:a="http://schemas.openxmlformats.org/drawingml/2006/main">
            <a:r>
              <a:t>源码：packages/agent/src/agent-loop.ts:1</a:t>
            </a:r>
          </a:p>
          <a:p xmlns:a="http://schemas.openxmlformats.org/drawingml/2006/main">
            <a:r>
              <a:t>源码：packages/agent/src/agent.ts:1</a:t>
            </a:r>
          </a:p>
          <a:p xmlns:a="http://schemas.openxmlformats.org/drawingml/2006/main">
            <a:r>
              <a:t>源码：packages/agent/src/stream-fn.ts:1</a:t>
            </a:r>
          </a:p>
          <a:p xmlns:a="http://schemas.openxmlformats.org/drawingml/2006/main">
            <a:r>
              <a:t>源码：packages/agent/src/types.ts:1</a:t>
            </a:r>
          </a:p>
          <a:p xmlns:a="http://schemas.openxmlformats.org/drawingml/2006/main">
            <a:r>
              <a:t/>
            </a:r>
          </a:p>
          <a:p xmlns:a="http://schemas.openxmlformats.org/drawingml/2006/main">
            <a:r>
              <a:t>4. 用类型确认数据形状</a:t>
            </a:r>
          </a:p>
          <a:p xmlns:a="http://schemas.openxmlformats.org/drawingml/2006/main">
            <a:r>
              <a:t>对照 Message、Tool 和事件的联合类型。找到 role/type 等判别字段，解释每个分支接收什么数据。</a:t>
            </a:r>
          </a:p>
          <a:p xmlns:a="http://schemas.openxmlformats.org/drawingml/2006/main">
            <a:r>
              <a:t>输入：类型声明和实现</a:t>
            </a:r>
          </a:p>
          <a:p xmlns:a="http://schemas.openxmlformats.org/drawingml/2006/main">
            <a:r>
              <a:t>输出：输入、输出及事件词汇表</a:t>
            </a:r>
          </a:p>
          <a:p xmlns:a="http://schemas.openxmlformats.org/drawingml/2006/main">
            <a:r>
              <a:t>入口：pi-ai 根导出</a:t>
            </a:r>
          </a:p>
          <a:p xmlns:a="http://schemas.openxmlformats.org/drawingml/2006/main">
            <a:r>
              <a:t>行为与边界：根入口保持核心能力；具体提供商通过子路径接入。</a:t>
            </a:r>
          </a:p>
          <a:p xmlns:a="http://schemas.openxmlformats.org/drawingml/2006/main">
            <a:r>
              <a:t>源码：packages/ai/src/models.ts:1</a:t>
            </a:r>
          </a:p>
          <a:p xmlns:a="http://schemas.openxmlformats.org/drawingml/2006/main">
            <a:r>
              <a:t>源码：packages/ai/src/session-resources.ts:1</a:t>
            </a:r>
          </a:p>
          <a:p xmlns:a="http://schemas.openxmlformats.org/drawingml/2006/main">
            <a:r>
              <a:t>源码：packages/ai/src/types.ts:1</a:t>
            </a:r>
          </a:p>
          <a:p xmlns:a="http://schemas.openxmlformats.org/drawingml/2006/main">
            <a:r>
              <a:t/>
            </a:r>
          </a:p>
          <a:p xmlns:a="http://schemas.openxmlformats.org/drawingml/2006/main">
            <a:r>
              <a:t>失败与恢复：旧目录可能只有 README 或被忽略的 dist。先核对 package.json 与当前 src，不按旧接口推断新实现。</a:t>
            </a:r>
          </a:p>
          <a:p xmlns:a="http://schemas.openxmlformats.org/drawingml/2006/main">
            <a:r>
              <a:t/>
            </a:r>
          </a:p>
          <a:p xmlns:a="http://schemas.openxmlformats.org/drawingml/2006/main">
            <a:r>
              <a:t>练习：任选一个编号功能，从编号打开专题、源码、依赖和测试，记录至少两个跨文件引用。</a:t>
            </a:r>
          </a:p>
          <a:p xmlns:a="http://schemas.openxmlformats.org/drawingml/2006/main">
            <a:r>
              <a:t>参考判断：应能区分源码文件的静态引用与实际运行调用，并说明公开 exports 和内部声明的差别。</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消息、工具与多轮循环</a:t>
            </a:r>
          </a:p>
          <a:p xmlns:a="http://schemas.openxmlformats.org/drawingml/2006/main">
            <a:r>
              <a:t>维护内存消息、工具批次、steering/follow-up、模型上下文变换与取消。</a:t>
            </a:r>
          </a:p>
          <a:p xmlns:a="http://schemas.openxmlformats.org/drawingml/2006/main">
            <a:r>
              <a:t>入口：Agent.prompt / continue / abort</a:t>
            </a:r>
          </a:p>
          <a:p xmlns:a="http://schemas.openxmlformats.org/drawingml/2006/main">
            <a:r>
              <a:t>边界：当前 Agent 是内存运行循环；持久 Harness 在 pi-durable，CLI 会话由 coding-agent 管理。</a:t>
            </a:r>
          </a:p>
          <a:p xmlns:a="http://schemas.openxmlformats.org/drawingml/2006/main">
            <a:r>
              <a:t/>
            </a:r>
          </a:p>
          <a:p xmlns:a="http://schemas.openxmlformats.org/drawingml/2006/main">
            <a:r>
              <a:t>统一消息、模型与工具契约</a:t>
            </a:r>
          </a:p>
          <a:p xmlns:a="http://schemas.openxmlformats.org/drawingml/2006/main">
            <a:r>
              <a:t>定义统一请求/响应、模型能力和工具调用数据。</a:t>
            </a:r>
          </a:p>
          <a:p xmlns:a="http://schemas.openxmlformats.org/drawingml/2006/main">
            <a:r>
              <a:t>入口：pi-ai 根导出</a:t>
            </a:r>
          </a:p>
          <a:p xmlns:a="http://schemas.openxmlformats.org/drawingml/2006/main">
            <a:r>
              <a:t>边界：根入口保持核心能力；具体提供商通过子路径接入。</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模型请求与轮询的显式遥测</a:t>
            </a:r>
          </a:p>
          <a:p xmlns:a="http://schemas.openxmlformats.org/drawingml/2006/main">
            <a:r>
              <a:t>提供 AI_TELEMETRY_SCHEMA 与 request/poll span、首事件、用量和指标。</a:t>
            </a:r>
          </a:p>
          <a:p xmlns:a="http://schemas.openxmlformats.org/drawingml/2006/main">
            <a:r>
              <a:t>入口：telemetry?: TelemetrySpan</a:t>
            </a:r>
          </a:p>
          <a:p xmlns:a="http://schemas.openxmlformats.org/drawingml/2006/main">
            <a:r>
              <a:t>边界：已替代 telemetryContext，无兼容别名；取消标记与 provider_error 分开，未知费用不推算。</a:t>
            </a:r>
          </a:p>
          <a:p xmlns:a="http://schemas.openxmlformats.org/drawingml/2006/main">
            <a:r>
              <a:t/>
            </a:r>
          </a:p>
          <a:p xmlns:a="http://schemas.openxmlformats.org/drawingml/2006/main">
            <a:r>
              <a:t>模型选择、目录与提供商组合</a:t>
            </a:r>
          </a:p>
          <a:p xmlns:a="http://schemas.openxmlformats.org/drawingml/2006/main">
            <a:r>
              <a:t>汇总可用模型、解析选择模式，并通过运行时派发请求。</a:t>
            </a:r>
          </a:p>
          <a:p xmlns:a="http://schemas.openxmlformats.org/drawingml/2006/main">
            <a:r>
              <a:t>入口：/model；--model；--models；models.json</a:t>
            </a:r>
          </a:p>
          <a:p xmlns:a="http://schemas.openxmlformats.org/drawingml/2006/main">
            <a:r>
              <a:t>边界：目录元数据不等同于可调用性；认证与具体提供商能力仍需满足。</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packages/agent/README.md</a:t>
            </a:r>
          </a:p>
          <a:p xmlns:a="http://schemas.openxmlformats.org/drawingml/2006/main">
            <a:r>
              <a:t/>
            </a:r>
          </a:p>
          <a:p xmlns:a="http://schemas.openxmlformats.org/drawingml/2006/main">
            <a:r>
              <a:t>packages/ai/README.md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packages/ai/CHANGELOG.md</a:t>
            </a:r>
          </a:p>
          <a:p xmlns:a="http://schemas.openxmlformats.org/drawingml/2006/main">
            <a:r>
              <a:t/>
            </a:r>
          </a:p>
          <a:p xmlns:a="http://schemas.openxmlformats.org/drawingml/2006/main">
            <a:r>
              <a:t>packages/coding-agent/docs/models.md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packages/agent/test/agent-loop.test.ts</a:t>
            </a:r>
          </a:p>
          <a:p xmlns:a="http://schemas.openxmlformats.org/drawingml/2006/main">
            <a:r>
              <a:t/>
            </a:r>
          </a:p>
          <a:p xmlns:a="http://schemas.openxmlformats.org/drawingml/2006/main">
            <a:r>
              <a:t>packages/agent/test/utils/calculate.ts</a:t>
            </a:r>
          </a:p>
          <a:p xmlns:a="http://schemas.openxmlformats.org/drawingml/2006/main">
            <a:r>
              <a:t/>
            </a:r>
          </a:p>
          <a:p xmlns:a="http://schemas.openxmlformats.org/drawingml/2006/main">
            <a:r>
              <a:t>packages/agent/test/utils/get-current-time.ts</a:t>
            </a:r>
          </a:p>
          <a:p xmlns:a="http://schemas.openxmlformats.org/drawingml/2006/main">
            <a:r>
              <a:t/>
            </a:r>
          </a:p>
          <a:p xmlns:a="http://schemas.openxmlformats.org/drawingml/2006/main">
            <a:r>
              <a:t>packages/ai/test/anthropic-auth-token.test.ts</a:t>
            </a:r>
          </a:p>
          <a:p xmlns:a="http://schemas.openxmlformats.org/drawingml/2006/main">
            <a:r>
              <a:t/>
            </a:r>
          </a:p>
          <a:p xmlns:a="http://schemas.openxmlformats.org/drawingml/2006/main">
            <a:r>
              <a:t>packages/ai/test/anthropic-federation.test.ts</a:t>
            </a:r>
          </a:p>
          <a:p xmlns:a="http://schemas.openxmlformats.org/drawingml/2006/main">
            <a:r>
              <a:t/>
            </a:r>
          </a:p>
          <a:p xmlns:a="http://schemas.openxmlformats.org/drawingml/2006/main">
            <a:r>
              <a:t>packages/ai/test/classifier-images-live.test.ts</a:t>
            </a:r>
          </a:p>
          <a:p xmlns:a="http://schemas.openxmlformats.org/drawingml/2006/main">
            <a:r>
              <a:t/>
            </a:r>
          </a:p>
          <a:p xmlns:a="http://schemas.openxmlformats.org/drawingml/2006/main">
            <a:r>
              <a:t>packages/ai/test/classifier-models.test.ts</a:t>
            </a:r>
          </a:p>
          <a:p xmlns:a="http://schemas.openxmlformats.org/drawingml/2006/main">
            <a:r>
              <a:t/>
            </a:r>
          </a:p>
          <a:p xmlns:a="http://schemas.openxmlformats.org/drawingml/2006/main">
            <a:r>
              <a:t>packages/ai/test/cloudflare-workers-ai-system-one.test.ts</a:t>
            </a:r>
          </a:p>
          <a:p xmlns:a="http://schemas.openxmlformats.org/drawingml/2006/main">
            <a:r>
              <a:t/>
            </a:r>
          </a:p>
          <a:p xmlns:a="http://schemas.openxmlformats.org/drawingml/2006/main">
            <a:r>
              <a:t>packages/ai/test/fireworks-model-generation.test.ts</a:t>
            </a:r>
          </a:p>
          <a:p xmlns:a="http://schemas.openxmlformats.org/drawingml/2006/main">
            <a:r>
              <a:t/>
            </a:r>
          </a:p>
          <a:p xmlns:a="http://schemas.openxmlformats.org/drawingml/2006/main">
            <a:r>
              <a:t>packages/ai/test/fireworks-models.test.ts</a:t>
            </a:r>
          </a:p>
          <a:p xmlns:a="http://schemas.openxmlformats.org/drawingml/2006/main">
            <a:r>
              <a:t/>
            </a:r>
          </a:p>
          <a:p xmlns:a="http://schemas.openxmlformats.org/drawingml/2006/main">
            <a:r>
              <a:t>packages/ai/test/github-copilot-anthropic.test.ts</a:t>
            </a:r>
          </a:p>
          <a:p xmlns:a="http://schemas.openxmlformats.org/drawingml/2006/main">
            <a:r>
              <a:t/>
            </a:r>
          </a:p>
          <a:p xmlns:a="http://schemas.openxmlformats.org/drawingml/2006/main">
            <a:r>
              <a:t>packages/ai/test/github-copilot-oauth.test.ts</a:t>
            </a:r>
          </a:p>
          <a:p xmlns:a="http://schemas.openxmlformats.org/drawingml/2006/main">
            <a:r>
              <a:t/>
            </a:r>
          </a:p>
          <a:p xmlns:a="http://schemas.openxmlformats.org/drawingml/2006/main">
            <a:r>
              <a:t>packages/ai/test/identity.test.ts</a:t>
            </a:r>
          </a:p>
          <a:p xmlns:a="http://schemas.openxmlformats.org/drawingml/2006/main">
            <a:r>
              <a:t/>
            </a:r>
          </a:p>
          <a:p xmlns:a="http://schemas.openxmlformats.org/drawingml/2006/main">
            <a:r>
              <a:t>packages/ai/test/images-models.test.ts</a:t>
            </a:r>
          </a:p>
          <a:p xmlns:a="http://schemas.openxmlformats.org/drawingml/2006/main">
            <a:r>
              <a:t/>
            </a:r>
          </a:p>
          <a:p xmlns:a="http://schemas.openxmlformats.org/drawingml/2006/main">
            <a:r>
              <a:t>packages/ai/test/model-types.test.ts</a:t>
            </a:r>
          </a:p>
          <a:p xmlns:a="http://schemas.openxmlformats.org/drawingml/2006/main">
            <a:r>
              <a:t/>
            </a:r>
          </a:p>
          <a:p xmlns:a="http://schemas.openxmlformats.org/drawingml/2006/main">
            <a:r>
              <a:t>packages/ai/test/models-runtime.test.ts</a:t>
            </a:r>
          </a:p>
          <a:p xmlns:a="http://schemas.openxmlformats.org/drawingml/2006/main">
            <a:r>
              <a:t/>
            </a:r>
          </a:p>
          <a:p xmlns:a="http://schemas.openxmlformats.org/drawingml/2006/main">
            <a:r>
              <a:t>packages/ai/test/oauth-auth.test.ts</a:t>
            </a:r>
          </a:p>
          <a:p xmlns:a="http://schemas.openxmlformats.org/drawingml/2006/main">
            <a:r>
              <a:t/>
            </a:r>
          </a:p>
          <a:p xmlns:a="http://schemas.openxmlformats.org/drawingml/2006/main">
            <a:r>
              <a:t>packages/ai/test/openrouter-oauth.test.ts</a:t>
            </a:r>
          </a:p>
          <a:p xmlns:a="http://schemas.openxmlformats.org/drawingml/2006/main">
            <a:r>
              <a:t/>
            </a:r>
          </a:p>
          <a:p xmlns:a="http://schemas.openxmlformats.org/drawingml/2006/main">
            <a:r>
              <a:t>packages/ai/test/openrouter-user-models.test.ts</a:t>
            </a:r>
          </a:p>
          <a:p xmlns:a="http://schemas.openxmlformats.org/drawingml/2006/main">
            <a:r>
              <a:t/>
            </a:r>
          </a:p>
          <a:p xmlns:a="http://schemas.openxmlformats.org/drawingml/2006/main">
            <a:r>
              <a:t>packages/ai/test/providers.test.ts</a:t>
            </a:r>
          </a:p>
          <a:p xmlns:a="http://schemas.openxmlformats.org/drawingml/2006/main">
            <a:r>
              <a:t/>
            </a:r>
          </a:p>
          <a:p xmlns:a="http://schemas.openxmlformats.org/drawingml/2006/main">
            <a:r>
              <a:t>packages/ai/test/radius-provider.test.ts</a:t>
            </a:r>
          </a:p>
          <a:p xmlns:a="http://schemas.openxmlformats.org/drawingml/2006/main">
            <a:r>
              <a:t/>
            </a:r>
          </a:p>
          <a:p xmlns:a="http://schemas.openxmlformats.org/drawingml/2006/main">
            <a:r>
              <a:t>packages/ai/test/scratch.ts</a:t>
            </a:r>
          </a:p>
          <a:p xmlns:a="http://schemas.openxmlformats.org/drawingml/2006/main">
            <a:r>
              <a:t/>
            </a:r>
          </a:p>
          <a:p xmlns:a="http://schemas.openxmlformats.org/drawingml/2006/main">
            <a:r>
              <a:t>packages/ai/test/telemetry-options.test.ts</a:t>
            </a:r>
          </a:p>
          <a:p xmlns:a="http://schemas.openxmlformats.org/drawingml/2006/main">
            <a:r>
              <a:t/>
            </a:r>
          </a:p>
          <a:p xmlns:a="http://schemas.openxmlformats.org/drawingml/2006/main">
            <a:r>
              <a:t>packages/ai/test/telemetry.test.ts</a:t>
            </a:r>
          </a:p>
          <a:p xmlns:a="http://schemas.openxmlformats.org/drawingml/2006/main">
            <a:r>
              <a:t/>
            </a:r>
          </a:p>
          <a:p xmlns:a="http://schemas.openxmlformats.org/drawingml/2006/main">
            <a:r>
              <a:t>packages/ai/test/xai-responses.test.ts</a:t>
            </a:r>
          </a:p>
          <a:p xmlns:a="http://schemas.openxmlformats.org/drawingml/2006/main">
            <a:r>
              <a:t/>
            </a:r>
          </a:p>
          <a:p xmlns:a="http://schemas.openxmlformats.org/drawingml/2006/main">
            <a:r>
              <a:t>packages/ai/test/xiaomi-models.test.ts</a:t>
            </a:r>
          </a:p>
          <a:p xmlns:a="http://schemas.openxmlformats.org/drawingml/2006/main">
            <a:r>
              <a:t/>
            </a:r>
          </a:p>
          <a:p xmlns:a="http://schemas.openxmlformats.org/drawingml/2006/main">
            <a:r>
              <a:t>packages/durable/test/codemode-bench.ts</a:t>
            </a:r>
          </a:p>
          <a:p xmlns:a="http://schemas.openxmlformats.org/drawingml/2006/main">
            <a:r>
              <a:t/>
            </a:r>
          </a:p>
          <a:p xmlns:a="http://schemas.openxmlformats.org/drawingml/2006/main">
            <a:r>
              <a:t>packages/durable/test/nested-images-bench.ts</a:t>
            </a:r>
          </a:p>
          <a:p xmlns:a="http://schemas.openxmlformats.org/drawingml/2006/main">
            <a:r>
              <a:t/>
            </a:r>
          </a:p>
          <a:p xmlns:a="http://schemas.openxmlformats.org/drawingml/2006/main">
            <a:r>
              <a:t>packages/durable/test/nested-tools-bench.ts</a:t>
            </a:r>
          </a:p>
          <a:p xmlns:a="http://schemas.openxmlformats.org/drawingml/2006/main">
            <a:r>
              <a:t/>
            </a:r>
          </a:p>
          <a:p xmlns:a="http://schemas.openxmlformats.org/drawingml/2006/main">
            <a:r>
              <a:t>packages/durable/test/scheduler-fanout-bench.ts</a:t>
            </a:r>
          </a:p>
          <a:p xmlns:a="http://schemas.openxmlformats.org/drawingml/2006/main">
            <a:r>
              <a:t/>
            </a:r>
          </a:p>
          <a:p xmlns:a="http://schemas.openxmlformats.org/drawingml/2006/main">
            <a:r>
              <a:t>packages/durable/test/scheduler-memory-bench.ts</a:t>
            </a:r>
          </a:p>
          <a:p xmlns:a="http://schemas.openxmlformats.org/drawingml/2006/main">
            <a:r>
              <a:t/>
            </a:r>
          </a:p>
          <a:p xmlns:a="http://schemas.openxmlformats.org/drawingml/2006/main">
            <a:r>
              <a:t>packages/durable/test/session-document-cache-bench.ts</a:t>
            </a:r>
          </a:p>
          <a:p xmlns:a="http://schemas.openxmlformats.org/drawingml/2006/main">
            <a:r>
              <a:t/>
            </a:r>
          </a:p>
          <a:p xmlns:a="http://schemas.openxmlformats.org/drawingml/2006/main">
            <a:r>
              <a:t>packages/durable/test/tool-output-bench.ts</a:t>
            </a:r>
          </a:p>
          <a:p xmlns:a="http://schemas.openxmlformats.org/drawingml/2006/main">
            <a:r>
              <a:t/>
            </a:r>
          </a:p>
          <a:p xmlns:a="http://schemas.openxmlformats.org/drawingml/2006/main">
            <a:r>
              <a:t>packages/ai/test/abort.test.ts</a:t>
            </a:r>
          </a:p>
          <a:p xmlns:a="http://schemas.openxmlformats.org/drawingml/2006/main">
            <a:r>
              <a:t/>
            </a:r>
          </a:p>
          <a:p xmlns:a="http://schemas.openxmlformats.org/drawingml/2006/main">
            <a:r>
              <a:t>packages/ai/test/anthropic-adaptive-thinking-models.test.ts</a:t>
            </a:r>
          </a:p>
          <a:p xmlns:a="http://schemas.openxmlformats.org/drawingml/2006/main">
            <a:r>
              <a:t/>
            </a:r>
          </a:p>
          <a:p xmlns:a="http://schemas.openxmlformats.org/drawingml/2006/main">
            <a:r>
              <a:t>packages/ai/test/anthropic-eager-tool-input-compat.test.ts</a:t>
            </a:r>
          </a:p>
          <a:p xmlns:a="http://schemas.openxmlformats.org/drawingml/2006/main">
            <a:r>
              <a:t/>
            </a:r>
          </a:p>
          <a:p xmlns:a="http://schemas.openxmlformats.org/drawingml/2006/main">
            <a:r>
              <a:t>packages/ai/test/anthropic-eager-tool-input-e2e.test.ts</a:t>
            </a:r>
          </a:p>
          <a:p xmlns:a="http://schemas.openxmlformats.org/drawingml/2006/main">
            <a:r>
              <a:t/>
            </a:r>
          </a:p>
          <a:p xmlns:a="http://schemas.openxmlformats.org/drawingml/2006/main">
            <a:r>
              <a:t>packages/ai/test/anthropic-empty-thinking-signature-compat.test.ts</a:t>
            </a:r>
          </a:p>
          <a:p xmlns:a="http://schemas.openxmlformats.org/drawingml/2006/main">
            <a:r>
              <a:t/>
            </a:r>
          </a:p>
          <a:p xmlns:a="http://schemas.openxmlformats.org/drawingml/2006/main">
            <a:r>
              <a:t>packages/ai/test/anthropic-error-tool-result-images.test.ts</a:t>
            </a:r>
          </a:p>
          <a:p xmlns:a="http://schemas.openxmlformats.org/drawingml/2006/main">
            <a:r>
              <a:t/>
            </a:r>
          </a:p>
          <a:p xmlns:a="http://schemas.openxmlformats.org/drawingml/2006/main">
            <a:r>
              <a:t>packages/ai/test/anthropic-federation-sdk.test.ts</a:t>
            </a:r>
          </a:p>
          <a:p xmlns:a="http://schemas.openxmlformats.org/drawingml/2006/main">
            <a:r>
              <a:t/>
            </a:r>
          </a:p>
          <a:p xmlns:a="http://schemas.openxmlformats.org/drawingml/2006/main">
            <a:r>
              <a:t>packages/ai/test/anthropic-force-adaptive-thinking.test.ts</a:t>
            </a:r>
          </a:p>
          <a:p xmlns:a="http://schemas.openxmlformats.org/drawingml/2006/main">
            <a:r>
              <a:t/>
            </a:r>
          </a:p>
          <a:p xmlns:a="http://schemas.openxmlformats.org/drawingml/2006/main">
            <a:r>
              <a:t>packages/ai/test/anthropic-long-cache-retention-e2e.test.ts</a:t>
            </a:r>
          </a:p>
          <a:p xmlns:a="http://schemas.openxmlformats.org/drawingml/2006/main">
            <a:r>
              <a:t/>
            </a:r>
          </a:p>
          <a:p xmlns:a="http://schemas.openxmlformats.org/drawingml/2006/main">
            <a:r>
              <a:t>packages/ai/test/anthropic-mid-conversation-effort.test.ts</a:t>
            </a:r>
          </a:p>
          <a:p xmlns:a="http://schemas.openxmlformats.org/drawingml/2006/main">
            <a:r>
              <a:t/>
            </a:r>
          </a:p>
          <a:p xmlns:a="http://schemas.openxmlformats.org/drawingml/2006/main">
            <a:r>
              <a:t>packages/ai/test/anthropic-opus-4-8-smoke.test.ts</a:t>
            </a:r>
          </a:p>
          <a:p xmlns:a="http://schemas.openxmlformats.org/drawingml/2006/main">
            <a:r>
              <a:t/>
            </a:r>
          </a:p>
          <a:p xmlns:a="http://schemas.openxmlformats.org/drawingml/2006/main">
            <a:r>
              <a:t>packages/ai/test/anthropic-sse-parsing.test.ts</a:t>
            </a:r>
          </a:p>
          <a:p xmlns:a="http://schemas.openxmlformats.org/drawingml/2006/main">
            <a:r>
              <a:t/>
            </a:r>
          </a:p>
          <a:p xmlns:a="http://schemas.openxmlformats.org/drawingml/2006/main">
            <a:r>
              <a:t>packages/ai/test/anthropic-strict-tool-fallback.test.ts</a:t>
            </a:r>
          </a:p>
          <a:p xmlns:a="http://schemas.openxmlformats.org/drawingml/2006/main">
            <a:r>
              <a:t/>
            </a:r>
          </a:p>
          <a:p xmlns:a="http://schemas.openxmlformats.org/drawingml/2006/main">
            <a:r>
              <a:t>packages/ai/test/anthropic-strict-tool-schema.test.ts</a:t>
            </a:r>
          </a:p>
          <a:p xmlns:a="http://schemas.openxmlformats.org/drawingml/2006/main">
            <a:r>
              <a:t/>
            </a:r>
          </a:p>
          <a:p xmlns:a="http://schemas.openxmlformats.org/drawingml/2006/main">
            <a:r>
              <a:t>packages/ai/test/anthropic-temperature-compat.test.ts</a:t>
            </a:r>
          </a:p>
          <a:p xmlns:a="http://schemas.openxmlformats.org/drawingml/2006/main">
            <a:r>
              <a:t/>
            </a:r>
          </a:p>
          <a:p xmlns:a="http://schemas.openxmlformats.org/drawingml/2006/main">
            <a:r>
              <a:t>packages/ai/test/anthropic-thinking-binding-e2e.test.ts</a:t>
            </a:r>
          </a:p>
          <a:p xmlns:a="http://schemas.openxmlformats.org/drawingml/2006/main">
            <a:r>
              <a:t/>
            </a:r>
          </a:p>
          <a:p xmlns:a="http://schemas.openxmlformats.org/drawingml/2006/main">
            <a:r>
              <a:t>packages/ai/test/anthropic-thinking-disable.test.ts</a:t>
            </a:r>
          </a:p>
          <a:p xmlns:a="http://schemas.openxmlformats.org/drawingml/2006/main">
            <a:r>
              <a:t/>
            </a:r>
          </a:p>
          <a:p xmlns:a="http://schemas.openxmlformats.org/drawingml/2006/main">
            <a:r>
              <a:t>packages/ai/test/anthropic-tool-name-normalization.test.ts</a:t>
            </a:r>
          </a:p>
          <a:p xmlns:a="http://schemas.openxmlformats.org/drawingml/2006/main">
            <a:r>
              <a:t/>
            </a:r>
          </a:p>
          <a:p xmlns:a="http://schemas.openxmlformats.org/drawingml/2006/main">
            <a:r>
              <a:t>packages/ai/test/azure-openai-base-url.test.ts</a:t>
            </a:r>
          </a:p>
          <a:p xmlns:a="http://schemas.openxmlformats.org/drawingml/2006/main">
            <a:r>
              <a:t/>
            </a:r>
          </a:p>
          <a:p xmlns:a="http://schemas.openxmlformats.org/drawingml/2006/main">
            <a:r>
              <a:t>packages/ai/test/azure-openai-completions.test.ts</a:t>
            </a:r>
          </a:p>
          <a:p xmlns:a="http://schemas.openxmlformats.org/drawingml/2006/main">
            <a:r>
              <a:t/>
            </a:r>
          </a:p>
          <a:p xmlns:a="http://schemas.openxmlformats.org/drawingml/2006/main">
            <a:r>
              <a:t>packages/ai/test/azure-openai-responses-reasoning-replay.test.ts</a:t>
            </a:r>
          </a:p>
          <a:p xmlns:a="http://schemas.openxmlformats.org/drawingml/2006/main">
            <a:r>
              <a:t/>
            </a:r>
          </a:p>
          <a:p xmlns:a="http://schemas.openxmlformats.org/drawingml/2006/main">
            <a:r>
              <a:t>packages/ai/test/azure-openai-tool-choice.test.ts</a:t>
            </a:r>
          </a:p>
          <a:p xmlns:a="http://schemas.openxmlformats.org/drawingml/2006/main">
            <a:r>
              <a:t/>
            </a:r>
          </a:p>
          <a:p xmlns:a="http://schemas.openxmlformats.org/drawingml/2006/main">
            <a:r>
              <a:t>packages/ai/test/bedrock-convert-messages.test.ts</a:t>
            </a:r>
          </a:p>
          <a:p xmlns:a="http://schemas.openxmlformats.org/drawingml/2006/main">
            <a:r>
              <a:t/>
            </a:r>
          </a:p>
          <a:p xmlns:a="http://schemas.openxmlformats.org/drawingml/2006/main">
            <a:r>
              <a:t>packages/ai/test/bedrock-credentials.test.ts</a:t>
            </a:r>
          </a:p>
          <a:p xmlns:a="http://schemas.openxmlformats.org/drawingml/2006/main">
            <a:r>
              <a:t/>
            </a:r>
          </a:p>
          <a:p xmlns:a="http://schemas.openxmlformats.org/drawingml/2006/main">
            <a:r>
              <a:t>packages/ai/test/bedrock-custom-headers.test.ts</a:t>
            </a:r>
          </a:p>
          <a:p xmlns:a="http://schemas.openxmlformats.org/drawingml/2006/main">
            <a:r>
              <a:t/>
            </a:r>
          </a:p>
          <a:p xmlns:a="http://schemas.openxmlformats.org/drawingml/2006/main">
            <a:r>
              <a:t>packages/ai/test/bedrock-endpoint-resolution.test.ts</a:t>
            </a:r>
          </a:p>
          <a:p xmlns:a="http://schemas.openxmlformats.org/drawingml/2006/main">
            <a:r>
              <a:t/>
            </a:r>
          </a:p>
          <a:p xmlns:a="http://schemas.openxmlformats.org/drawingml/2006/main">
            <a:r>
              <a:t>packages/ai/test/bedrock-error-metadata.test.ts</a:t>
            </a:r>
          </a:p>
          <a:p xmlns:a="http://schemas.openxmlformats.org/drawingml/2006/main">
            <a:r>
              <a:t/>
            </a:r>
          </a:p>
          <a:p xmlns:a="http://schemas.openxmlformats.org/drawingml/2006/main">
            <a:r>
              <a:t>packages/ai/test/bedrock-models.test.ts</a:t>
            </a:r>
          </a:p>
          <a:p xmlns:a="http://schemas.openxmlformats.org/drawingml/2006/main">
            <a:r>
              <a:t/>
            </a:r>
          </a:p>
          <a:p xmlns:a="http://schemas.openxmlformats.org/drawingml/2006/main">
            <a:r>
              <a:t>packages/ai/test/bedrock-raw-stop-reason.test.ts</a:t>
            </a:r>
          </a:p>
          <a:p xmlns:a="http://schemas.openxmlformats.org/drawingml/2006/main">
            <a:r>
              <a:t/>
            </a:r>
          </a:p>
          <a:p xmlns:a="http://schemas.openxmlformats.org/drawingml/2006/main">
            <a:r>
              <a:t>packages/ai/test/bedrock-redacted-reasoning.test.ts</a:t>
            </a:r>
          </a:p>
          <a:p xmlns:a="http://schemas.openxmlformats.org/drawingml/2006/main">
            <a:r>
              <a:t/>
            </a:r>
          </a:p>
          <a:p xmlns:a="http://schemas.openxmlformats.org/drawingml/2006/main">
            <a:r>
              <a:t>packages/ai/test/bedrock-response-headers.test.ts</a:t>
            </a:r>
          </a:p>
          <a:p xmlns:a="http://schemas.openxmlformats.org/drawingml/2006/main">
            <a:r>
              <a:t/>
            </a:r>
          </a:p>
          <a:p xmlns:a="http://schemas.openxmlformats.org/drawingml/2006/main">
            <a:r>
              <a:t>packages/ai/test/bedrock-thinking-payload.test.ts</a:t>
            </a:r>
          </a:p>
          <a:p xmlns:a="http://schemas.openxmlformats.org/drawingml/2006/main">
            <a:r>
              <a:t/>
            </a:r>
          </a:p>
          <a:p xmlns:a="http://schemas.openxmlformats.org/drawingml/2006/main">
            <a:r>
              <a:t>packages/ai/test/cache-retention.test.ts</a:t>
            </a:r>
          </a:p>
          <a:p xmlns:a="http://schemas.openxmlformats.org/drawingml/2006/main">
            <a:r>
              <a:t/>
            </a:r>
          </a:p>
          <a:p xmlns:a="http://schemas.openxmlformats.org/drawingml/2006/main">
            <a:r>
              <a:t>packages/ai/test/cloudflare-ai-binding.test.ts</a:t>
            </a:r>
          </a:p>
          <a:p xmlns:a="http://schemas.openxmlformats.org/drawingml/2006/main">
            <a:r>
              <a:t/>
            </a:r>
          </a:p>
          <a:p xmlns:a="http://schemas.openxmlformats.org/drawingml/2006/main">
            <a:r>
              <a:t>packages/ai/test/cloudflare-stream.test.ts</a:t>
            </a:r>
          </a:p>
          <a:p xmlns:a="http://schemas.openxmlformats.org/drawingml/2006/main">
            <a:r>
              <a:t/>
            </a:r>
          </a:p>
          <a:p xmlns:a="http://schemas.openxmlformats.org/drawingml/2006/main">
            <a:r>
              <a:t>packages/ai/test/codex-websocket-cached-probe.ts</a:t>
            </a:r>
          </a:p>
          <a:p xmlns:a="http://schemas.openxmlformats.org/drawingml/2006/main">
            <a:r>
              <a:t/>
            </a:r>
          </a:p>
          <a:p xmlns:a="http://schemas.openxmlformats.org/drawingml/2006/main">
            <a:r>
              <a:t>packages/ai/test/compat-env.test.ts</a:t>
            </a:r>
          </a:p>
          <a:p xmlns:a="http://schemas.openxmlformats.org/drawingml/2006/main">
            <a:r>
              <a:t/>
            </a:r>
          </a:p>
          <a:p xmlns:a="http://schemas.openxmlformats.org/drawingml/2006/main">
            <a:r>
              <a:t>packages/ai/test/constrained-sampling.test.ts</a:t>
            </a:r>
          </a:p>
          <a:p xmlns:a="http://schemas.openxmlformats.org/drawingml/2006/main">
            <a:r>
              <a:t/>
            </a:r>
          </a:p>
          <a:p xmlns:a="http://schemas.openxmlformats.org/drawingml/2006/main">
            <a:r>
              <a:t>packages/ai/test/context-estimate.test.ts</a:t>
            </a:r>
          </a:p>
          <a:p xmlns:a="http://schemas.openxmlformats.org/drawingml/2006/main">
            <a:r>
              <a:t/>
            </a:r>
          </a:p>
          <a:p xmlns:a="http://schemas.openxmlformats.org/drawingml/2006/main">
            <a:r>
              <a:t>packages/ai/test/context-overflow.test.ts</a:t>
            </a:r>
          </a:p>
          <a:p xmlns:a="http://schemas.openxmlformats.org/drawingml/2006/main">
            <a:r>
              <a:t/>
            </a:r>
          </a:p>
          <a:p xmlns:a="http://schemas.openxmlformats.org/drawingml/2006/main">
            <a:r>
              <a:t>packages/ai/test/cross-provider-handoff.test.ts</a:t>
            </a:r>
          </a:p>
          <a:p xmlns:a="http://schemas.openxmlformats.org/drawingml/2006/main">
            <a:r>
              <a:t/>
            </a:r>
          </a:p>
          <a:p xmlns:a="http://schemas.openxmlformats.org/drawingml/2006/main">
            <a:r>
              <a:t>packages/ai/test/empty.test.ts</a:t>
            </a:r>
          </a:p>
          <a:p xmlns:a="http://schemas.openxmlformats.org/drawingml/2006/main">
            <a:r>
              <a:t/>
            </a:r>
          </a:p>
          <a:p xmlns:a="http://schemas.openxmlformats.org/drawingml/2006/main">
            <a:r>
              <a:t>packages/ai/test/event-stream.test.ts</a:t>
            </a:r>
          </a:p>
          <a:p xmlns:a="http://schemas.openxmlformats.org/drawingml/2006/main">
            <a:r>
              <a:t/>
            </a:r>
          </a:p>
          <a:p xmlns:a="http://schemas.openxmlformats.org/drawingml/2006/main">
            <a:r>
              <a:t>packages/ai/test/faux-provider.test.ts</a:t>
            </a:r>
          </a:p>
          <a:p xmlns:a="http://schemas.openxmlformats.org/drawingml/2006/main">
            <a:r>
              <a:t/>
            </a:r>
          </a:p>
          <a:p xmlns:a="http://schemas.openxmlformats.org/drawingml/2006/main">
            <a:r>
              <a:t>packages/ai/test/fetch-option.test.ts</a:t>
            </a:r>
          </a:p>
          <a:p xmlns:a="http://schemas.openxmlformats.org/drawingml/2006/main">
            <a:r>
              <a:t/>
            </a:r>
          </a:p>
          <a:p xmlns:a="http://schemas.openxmlformats.org/drawingml/2006/main">
            <a:r>
              <a:t>packages/ai/test/github-copilot-request-size-overflow.test.ts</a:t>
            </a:r>
          </a:p>
          <a:p xmlns:a="http://schemas.openxmlformats.org/drawingml/2006/main">
            <a:r>
              <a:t/>
            </a:r>
          </a:p>
          <a:p xmlns:a="http://schemas.openxmlformats.org/drawingml/2006/main">
            <a:r>
              <a:t>packages/ai/test/google-raw-stop-reason.test.ts</a:t>
            </a:r>
          </a:p>
          <a:p xmlns:a="http://schemas.openxmlformats.org/drawingml/2006/main">
            <a:r>
              <a:t/>
            </a:r>
          </a:p>
          <a:p xmlns:a="http://schemas.openxmlformats.org/drawingml/2006/main">
            <a:r>
              <a:t>packages/ai/test/google-shared-convert-tools.test.ts</a:t>
            </a:r>
          </a:p>
          <a:p xmlns:a="http://schemas.openxmlformats.org/drawingml/2006/main">
            <a:r>
              <a:t/>
            </a:r>
          </a:p>
          <a:p xmlns:a="http://schemas.openxmlformats.org/drawingml/2006/main">
            <a:r>
              <a:t>packages/ai/test/google-shared-gemini3-unsigned-tool-call.test.ts</a:t>
            </a:r>
          </a:p>
          <a:p xmlns:a="http://schemas.openxmlformats.org/drawingml/2006/main">
            <a:r>
              <a:t/>
            </a:r>
          </a:p>
          <a:p xmlns:a="http://schemas.openxmlformats.org/drawingml/2006/main">
            <a:r>
              <a:t>packages/ai/test/google-shared-image-tool-result-routing.test.ts</a:t>
            </a:r>
          </a:p>
          <a:p xmlns:a="http://schemas.openxmlformats.org/drawingml/2006/main">
            <a:r>
              <a:t/>
            </a:r>
          </a:p>
          <a:p xmlns:a="http://schemas.openxmlformats.org/drawingml/2006/main">
            <a:r>
              <a:t>packages/ai/test/google-shared-signed-empty-blocks.test.ts</a:t>
            </a:r>
          </a:p>
          <a:p xmlns:a="http://schemas.openxmlformats.org/drawingml/2006/main">
            <a:r>
              <a:t/>
            </a:r>
          </a:p>
          <a:p xmlns:a="http://schemas.openxmlformats.org/drawingml/2006/main">
            <a:r>
              <a:t>packages/ai/test/google-thinking-disable.test.ts</a:t>
            </a:r>
          </a:p>
          <a:p xmlns:a="http://schemas.openxmlformats.org/drawingml/2006/main">
            <a:r>
              <a:t/>
            </a:r>
          </a:p>
          <a:p xmlns:a="http://schemas.openxmlformats.org/drawingml/2006/main">
            <a:r>
              <a:t>packages/ai/test/google-thinking-level-map.test.ts</a:t>
            </a:r>
          </a:p>
          <a:p xmlns:a="http://schemas.openxmlformats.org/drawingml/2006/main">
            <a:r>
              <a:t/>
            </a:r>
          </a:p>
          <a:p xmlns:a="http://schemas.openxmlformats.org/drawingml/2006/main">
            <a:r>
              <a:t>packages/ai/test/google-vertex-api-key-resolution.test.ts</a:t>
            </a:r>
          </a:p>
          <a:p xmlns:a="http://schemas.openxmlformats.org/drawingml/2006/main">
            <a:r>
              <a:t/>
            </a:r>
          </a:p>
          <a:p xmlns:a="http://schemas.openxmlformats.org/drawingml/2006/main">
            <a:r>
              <a:t>packages/ai/test/image-tool-result.test.ts</a:t>
            </a:r>
          </a:p>
          <a:p xmlns:a="http://schemas.openxmlformats.org/drawingml/2006/main">
            <a:r>
              <a:t/>
            </a:r>
          </a:p>
          <a:p xmlns:a="http://schemas.openxmlformats.org/drawingml/2006/main">
            <a:r>
              <a:t>packages/ai/test/images.test.ts</a:t>
            </a:r>
          </a:p>
          <a:p xmlns:a="http://schemas.openxmlformats.org/drawingml/2006/main">
            <a:r>
              <a:t/>
            </a:r>
          </a:p>
          <a:p xmlns:a="http://schemas.openxmlformats.org/drawingml/2006/main">
            <a:r>
              <a:t>packages/ai/test/interleaved-thinking.test.ts</a:t>
            </a:r>
          </a:p>
          <a:p xmlns:a="http://schemas.openxmlformats.org/drawingml/2006/main">
            <a:r>
              <a:t/>
            </a:r>
          </a:p>
          <a:p xmlns:a="http://schemas.openxmlformats.org/drawingml/2006/main">
            <a:r>
              <a:t>packages/ai/test/lax-message-content.test.ts</a:t>
            </a:r>
          </a:p>
          <a:p xmlns:a="http://schemas.openxmlformats.org/drawingml/2006/main">
            <a:r>
              <a:t/>
            </a:r>
          </a:p>
          <a:p xmlns:a="http://schemas.openxmlformats.org/drawingml/2006/main">
            <a:r>
              <a:t>packages/ai/test/llama-cpp-classify.test.ts</a:t>
            </a:r>
          </a:p>
          <a:p xmlns:a="http://schemas.openxmlformats.org/drawingml/2006/main">
            <a:r>
              <a:t/>
            </a:r>
          </a:p>
          <a:p xmlns:a="http://schemas.openxmlformats.org/drawingml/2006/main">
            <a:r>
              <a:t>packages/ai/test/max-thinking.test.ts</a:t>
            </a:r>
          </a:p>
          <a:p xmlns:a="http://schemas.openxmlformats.org/drawingml/2006/main">
            <a:r>
              <a:t/>
            </a:r>
          </a:p>
          <a:p xmlns:a="http://schemas.openxmlformats.org/drawingml/2006/main">
            <a:r>
              <a:t>packages/ai/test/message-types.test.ts</a:t>
            </a:r>
          </a:p>
          <a:p xmlns:a="http://schemas.openxmlformats.org/drawingml/2006/main">
            <a:r>
              <a:t/>
            </a:r>
          </a:p>
          <a:p xmlns:a="http://schemas.openxmlformats.org/drawingml/2006/main">
            <a:r>
              <a:t>packages/ai/test/mistral-http-transport.test.ts</a:t>
            </a:r>
          </a:p>
          <a:p xmlns:a="http://schemas.openxmlformats.org/drawingml/2006/main">
            <a:r>
              <a:t/>
            </a:r>
          </a:p>
          <a:p xmlns:a="http://schemas.openxmlformats.org/drawingml/2006/main">
            <a:r>
              <a:t>packages/ai/test/mistral-raw-stop-reason.test.ts</a:t>
            </a:r>
          </a:p>
          <a:p xmlns:a="http://schemas.openxmlformats.org/drawingml/2006/main">
            <a:r>
              <a:t/>
            </a:r>
          </a:p>
          <a:p xmlns:a="http://schemas.openxmlformats.org/drawingml/2006/main">
            <a:r>
              <a:t>packages/ai/test/mistral-reasoning-mode.test.ts</a:t>
            </a:r>
          </a:p>
          <a:p xmlns:a="http://schemas.openxmlformats.org/drawingml/2006/main">
            <a:r>
              <a:t/>
            </a:r>
          </a:p>
          <a:p xmlns:a="http://schemas.openxmlformats.org/drawingml/2006/main">
            <a:r>
              <a:t>packages/ai/test/mistral-tool-schema.test.ts</a:t>
            </a:r>
          </a:p>
          <a:p xmlns:a="http://schemas.openxmlformats.org/drawingml/2006/main">
            <a:r>
              <a:t/>
            </a:r>
          </a:p>
          <a:p xmlns:a="http://schemas.openxmlformats.org/drawingml/2006/main">
            <a:r>
              <a:t>packages/ai/test/openai-codex-cache-affinity-e2e.test.ts</a:t>
            </a:r>
          </a:p>
          <a:p xmlns:a="http://schemas.openxmlformats.org/drawingml/2006/main">
            <a:r>
              <a:t/>
            </a:r>
          </a:p>
          <a:p xmlns:a="http://schemas.openxmlformats.org/drawingml/2006/main">
            <a:r>
              <a:t>packages/ai/test/openai-codex-stream.test.ts</a:t>
            </a:r>
          </a:p>
          <a:p xmlns:a="http://schemas.openxmlformats.org/drawingml/2006/main">
            <a:r>
              <a:t/>
            </a:r>
          </a:p>
          <a:p xmlns:a="http://schemas.openxmlformats.org/drawingml/2006/main">
            <a:r>
              <a:t>packages/ai/test/openai-completions-cache-control-format.test.ts</a:t>
            </a:r>
          </a:p>
          <a:p xmlns:a="http://schemas.openxmlformats.org/drawingml/2006/main">
            <a:r>
              <a:t/>
            </a:r>
          </a:p>
          <a:p xmlns:a="http://schemas.openxmlformats.org/drawingml/2006/main">
            <a:r>
              <a:t>packages/ai/test/openai-completions-prompt-cache.test.ts</a:t>
            </a:r>
          </a:p>
          <a:p xmlns:a="http://schemas.openxmlformats.org/drawingml/2006/main">
            <a:r>
              <a:t/>
            </a:r>
          </a:p>
          <a:p xmlns:a="http://schemas.openxmlformats.org/drawingml/2006/main">
            <a:r>
              <a:t>packages/ai/test/openai-completions-provider-stream-event.test.ts</a:t>
            </a:r>
          </a:p>
          <a:p xmlns:a="http://schemas.openxmlformats.org/drawingml/2006/main">
            <a:r>
              <a:t/>
            </a:r>
          </a:p>
          <a:p xmlns:a="http://schemas.openxmlformats.org/drawingml/2006/main">
            <a:r>
              <a:t>packages/ai/test/openai-completions-raw-stop-reason.test.ts</a:t>
            </a:r>
          </a:p>
          <a:p xmlns:a="http://schemas.openxmlformats.org/drawingml/2006/main">
            <a:r>
              <a:t/>
            </a:r>
          </a:p>
          <a:p xmlns:a="http://schemas.openxmlformats.org/drawingml/2006/main">
            <a:r>
              <a:t>packages/ai/test/openai-completions-reasoning-details.test.ts</a:t>
            </a:r>
          </a:p>
          <a:p xmlns:a="http://schemas.openxmlformats.org/drawingml/2006/main">
            <a:r>
              <a:t/>
            </a:r>
          </a:p>
          <a:p xmlns:a="http://schemas.openxmlformats.org/drawingml/2006/main">
            <a:r>
              <a:t>packages/ai/test/openai-completions-response-model.test.ts</a:t>
            </a:r>
          </a:p>
          <a:p xmlns:a="http://schemas.openxmlformats.org/drawingml/2006/main">
            <a:r>
              <a:t/>
            </a:r>
          </a:p>
          <a:p xmlns:a="http://schemas.openxmlformats.org/drawingml/2006/main">
            <a:r>
              <a:t>packages/ai/test/openai-completions-retry.test.ts</a:t>
            </a:r>
          </a:p>
          <a:p xmlns:a="http://schemas.openxmlformats.org/drawingml/2006/main">
            <a:r>
              <a:t/>
            </a:r>
          </a:p>
          <a:p xmlns:a="http://schemas.openxmlformats.org/drawingml/2006/main">
            <a:r>
              <a:t>packages/ai/test/openai-completions-thinking-as-text.test.ts</a:t>
            </a:r>
          </a:p>
          <a:p xmlns:a="http://schemas.openxmlformats.org/drawingml/2006/main">
            <a:r>
              <a:t/>
            </a:r>
          </a:p>
          <a:p xmlns:a="http://schemas.openxmlformats.org/drawingml/2006/main">
            <a:r>
              <a:t>packages/ai/test/openai-completions-thinking-token-budget.test.ts</a:t>
            </a:r>
          </a:p>
          <a:p xmlns:a="http://schemas.openxmlformats.org/drawingml/2006/main">
            <a:r>
              <a:t/>
            </a:r>
          </a:p>
          <a:p xmlns:a="http://schemas.openxmlformats.org/drawingml/2006/main">
            <a:r>
              <a:t>packages/ai/test/openai-completions-tool-choice.test.ts</a:t>
            </a:r>
          </a:p>
          <a:p xmlns:a="http://schemas.openxmlformats.org/drawingml/2006/main">
            <a:r>
              <a:t/>
            </a:r>
          </a:p>
          <a:p xmlns:a="http://schemas.openxmlformats.org/drawingml/2006/main">
            <a:r>
              <a:t>packages/ai/test/openai-completions-tool-result-images.test.ts</a:t>
            </a:r>
          </a:p>
          <a:p xmlns:a="http://schemas.openxmlformats.org/drawingml/2006/main">
            <a:r>
              <a:t/>
            </a:r>
          </a:p>
          <a:p xmlns:a="http://schemas.openxmlformats.org/drawingml/2006/main">
            <a:r>
              <a:t>packages/ai/test/openai-completions-vllm-priority.test.ts</a:t>
            </a:r>
          </a:p>
          <a:p xmlns:a="http://schemas.openxmlformats.org/drawingml/2006/main">
            <a:r>
              <a:t/>
            </a:r>
          </a:p>
          <a:p xmlns:a="http://schemas.openxmlformats.org/drawingml/2006/main">
            <a:r>
              <a:t>packages/ai/test/openai-decisions.test.ts</a:t>
            </a:r>
          </a:p>
          <a:p xmlns:a="http://schemas.openxmlformats.org/drawingml/2006/main">
            <a:r>
              <a:t/>
            </a:r>
          </a:p>
          <a:p xmlns:a="http://schemas.openxmlformats.org/drawingml/2006/main">
            <a:r>
              <a:t>packages/ai/test/openai-responses-cache-affinity-e2e.test.ts</a:t>
            </a:r>
          </a:p>
          <a:p xmlns:a="http://schemas.openxmlformats.org/drawingml/2006/main">
            <a:r>
              <a:t/>
            </a:r>
          </a:p>
          <a:p xmlns:a="http://schemas.openxmlformats.org/drawingml/2006/main">
            <a:r>
              <a:t>packages/ai/test/openai-responses-chatgpt-sign-in.test.ts</a:t>
            </a:r>
          </a:p>
          <a:p xmlns:a="http://schemas.openxmlformats.org/drawingml/2006/main">
            <a:r>
              <a:t/>
            </a:r>
          </a:p>
          <a:p xmlns:a="http://schemas.openxmlformats.org/drawingml/2006/main">
            <a:r>
              <a:t>packages/ai/test/openai-responses-compat.test.ts</a:t>
            </a:r>
          </a:p>
          <a:p xmlns:a="http://schemas.openxmlformats.org/drawingml/2006/main">
            <a:r>
              <a:t/>
            </a:r>
          </a:p>
          <a:p xmlns:a="http://schemas.openxmlformats.org/drawingml/2006/main">
            <a:r>
              <a:t>packages/ai/test/openai-responses-empty-tool-result.test.ts</a:t>
            </a:r>
          </a:p>
          <a:p xmlns:a="http://schemas.openxmlformats.org/drawingml/2006/main">
            <a:r>
              <a:t/>
            </a:r>
          </a:p>
          <a:p xmlns:a="http://schemas.openxmlformats.org/drawingml/2006/main">
            <a:r>
              <a:t>packages/ai/test/openai-responses-foreign-toolcall-id.test.ts</a:t>
            </a:r>
          </a:p>
          <a:p xmlns:a="http://schemas.openxmlformats.org/drawingml/2006/main">
            <a:r>
              <a:t/>
            </a:r>
          </a:p>
          <a:p xmlns:a="http://schemas.openxmlformats.org/drawingml/2006/main">
            <a:r>
              <a:t>packages/ai/test/openai-responses-message-id.test.ts</a:t>
            </a:r>
          </a:p>
          <a:p xmlns:a="http://schemas.openxmlformats.org/drawingml/2006/main">
            <a:r>
              <a:t/>
            </a:r>
          </a:p>
          <a:p xmlns:a="http://schemas.openxmlformats.org/drawingml/2006/main">
            <a:r>
              <a:t>packages/ai/test/openai-responses-mid-convo-effort.test.ts</a:t>
            </a:r>
          </a:p>
          <a:p xmlns:a="http://schemas.openxmlformats.org/drawingml/2006/main">
            <a:r>
              <a:t/>
            </a:r>
          </a:p>
          <a:p xmlns:a="http://schemas.openxmlformats.org/drawingml/2006/main">
            <a:r>
              <a:t>packages/ai/test/openai-responses-namespace.test.ts</a:t>
            </a:r>
          </a:p>
          <a:p xmlns:a="http://schemas.openxmlformats.org/drawingml/2006/main">
            <a:r>
              <a:t/>
            </a:r>
          </a:p>
          <a:p xmlns:a="http://schemas.openxmlformats.org/drawingml/2006/main">
            <a:r>
              <a:t>packages/ai/test/openai-responses-partial-json-cleanup.test.ts</a:t>
            </a:r>
          </a:p>
          <a:p xmlns:a="http://schemas.openxmlformats.org/drawingml/2006/main">
            <a:r>
              <a:t/>
            </a:r>
          </a:p>
          <a:p xmlns:a="http://schemas.openxmlformats.org/drawingml/2006/main">
            <a:r>
              <a:t>packages/ai/test/openai-responses-reasoning-replay-e2e.test.ts</a:t>
            </a:r>
          </a:p>
          <a:p xmlns:a="http://schemas.openxmlformats.org/drawingml/2006/main">
            <a:r>
              <a:t/>
            </a:r>
          </a:p>
          <a:p xmlns:a="http://schemas.openxmlformats.org/drawingml/2006/main">
            <a:r>
              <a:t>packages/ai/test/openai-responses-terminal-event.test.ts</a:t>
            </a:r>
          </a:p>
          <a:p xmlns:a="http://schemas.openxmlformats.org/drawingml/2006/main">
            <a:r>
              <a:t/>
            </a:r>
          </a:p>
          <a:p xmlns:a="http://schemas.openxmlformats.org/drawingml/2006/main">
            <a:r>
              <a:t>packages/ai/test/openai-responses-usage-limit.test.ts</a:t>
            </a:r>
          </a:p>
          <a:p xmlns:a="http://schemas.openxmlformats.org/drawingml/2006/main">
            <a:r>
              <a:t/>
            </a:r>
          </a:p>
          <a:p xmlns:a="http://schemas.openxmlformats.org/drawingml/2006/main">
            <a:r>
              <a:t>packages/ai/test/opencode-provider-headers.test.ts</a:t>
            </a:r>
          </a:p>
          <a:p xmlns:a="http://schemas.openxmlformats.org/drawingml/2006/main">
            <a:r>
              <a:t/>
            </a:r>
          </a:p>
          <a:p xmlns:a="http://schemas.openxmlformats.org/drawingml/2006/main">
            <a:r>
              <a:t>packages/ai/test/openrouter-cost.test.ts</a:t>
            </a:r>
          </a:p>
          <a:p xmlns:a="http://schemas.openxmlformats.org/drawingml/2006/main">
            <a:r>
              <a:t/>
            </a:r>
          </a:p>
          <a:p xmlns:a="http://schemas.openxmlformats.org/drawingml/2006/main">
            <a:r>
              <a:t>packages/ai/test/openrouter-images.test.ts</a:t>
            </a:r>
          </a:p>
          <a:p xmlns:a="http://schemas.openxmlformats.org/drawingml/2006/main">
            <a:r>
              <a:t/>
            </a:r>
          </a:p>
          <a:p xmlns:a="http://schemas.openxmlformats.org/drawingml/2006/main">
            <a:r>
              <a:t>packages/ai/test/openrouter-reasoning-options.test.ts</a:t>
            </a:r>
          </a:p>
          <a:p xmlns:a="http://schemas.openxmlformats.org/drawingml/2006/main">
            <a:r>
              <a:t/>
            </a:r>
          </a:p>
          <a:p xmlns:a="http://schemas.openxmlformats.org/drawingml/2006/main">
            <a:r>
              <a:t>packages/ai/test/overflow.test.ts</a:t>
            </a:r>
          </a:p>
          <a:p xmlns:a="http://schemas.openxmlformats.org/drawingml/2006/main">
            <a:r>
              <a:t/>
            </a:r>
          </a:p>
          <a:p xmlns:a="http://schemas.openxmlformats.org/drawingml/2006/main">
            <a:r>
              <a:t>packages/ai/test/pi-messages.test.ts</a:t>
            </a:r>
          </a:p>
          <a:p xmlns:a="http://schemas.openxmlformats.org/drawingml/2006/main">
            <a:r>
              <a:t/>
            </a:r>
          </a:p>
          <a:p xmlns:a="http://schemas.openxmlformats.org/drawingml/2006/main">
            <a:r>
              <a:t>packages/ai/test/pre-generation-error.test.ts</a:t>
            </a:r>
          </a:p>
          <a:p xmlns:a="http://schemas.openxmlformats.org/drawingml/2006/main">
            <a:r>
              <a:t/>
            </a:r>
          </a:p>
          <a:p xmlns:a="http://schemas.openxmlformats.org/drawingml/2006/main">
            <a:r>
              <a:t>packages/ai/test/provider-error-body-passthrough.test.ts</a:t>
            </a:r>
          </a:p>
          <a:p xmlns:a="http://schemas.openxmlformats.org/drawingml/2006/main">
            <a:r>
              <a:t/>
            </a:r>
          </a:p>
          <a:p xmlns:a="http://schemas.openxmlformats.org/drawingml/2006/main">
            <a:r>
              <a:t>packages/ai/test/provider-error-body-regression.test.ts</a:t>
            </a:r>
          </a:p>
          <a:p xmlns:a="http://schemas.openxmlformats.org/drawingml/2006/main">
            <a:r>
              <a:t/>
            </a:r>
          </a:p>
          <a:p xmlns:a="http://schemas.openxmlformats.org/drawingml/2006/main">
            <a:r>
              <a:t>packages/ai/test/radius-thinking-replay-e2e.test.ts</a:t>
            </a:r>
          </a:p>
          <a:p xmlns:a="http://schemas.openxmlformats.org/drawingml/2006/main">
            <a:r>
              <a:t/>
            </a:r>
          </a:p>
          <a:p xmlns:a="http://schemas.openxmlformats.org/drawingml/2006/main">
            <a:r>
              <a:t>packages/ai/test/responseid.test.ts</a:t>
            </a:r>
          </a:p>
          <a:p xmlns:a="http://schemas.openxmlformats.org/drawingml/2006/main">
            <a:r>
              <a:t/>
            </a:r>
          </a:p>
          <a:p xmlns:a="http://schemas.openxmlformats.org/drawingml/2006/main">
            <a:r>
              <a:t>packages/ai/test/sampling-options.test.ts</a:t>
            </a:r>
          </a:p>
          <a:p xmlns:a="http://schemas.openxmlformats.org/drawingml/2006/main">
            <a:r>
              <a:t/>
            </a:r>
          </a:p>
          <a:p xmlns:a="http://schemas.openxmlformats.org/drawingml/2006/main">
            <a:r>
              <a:t>packages/ai/test/stream.test.ts</a:t>
            </a:r>
          </a:p>
          <a:p xmlns:a="http://schemas.openxmlformats.org/drawingml/2006/main">
            <a:r>
              <a:t/>
            </a:r>
          </a:p>
          <a:p xmlns:a="http://schemas.openxmlformats.org/drawingml/2006/main">
            <a:r>
              <a:t>packages/ai/test/system-message-replay.test.ts</a:t>
            </a:r>
          </a:p>
          <a:p xmlns:a="http://schemas.openxmlformats.org/drawingml/2006/main">
            <a:r>
              <a:t/>
            </a:r>
          </a:p>
          <a:p xmlns:a="http://schemas.openxmlformats.org/drawingml/2006/main">
            <a:r>
              <a:t>packages/ai/test/tokens.test.ts</a:t>
            </a:r>
          </a:p>
          <a:p xmlns:a="http://schemas.openxmlformats.org/drawingml/2006/main">
            <a:r>
              <a:t/>
            </a:r>
          </a:p>
          <a:p xmlns:a="http://schemas.openxmlformats.org/drawingml/2006/main">
            <a:r>
              <a:t>packages/ai/test/tool-call-id-normalization.test.ts</a:t>
            </a:r>
          </a:p>
          <a:p xmlns:a="http://schemas.openxmlformats.org/drawingml/2006/main">
            <a:r>
              <a:t/>
            </a:r>
          </a:p>
          <a:p xmlns:a="http://schemas.openxmlformats.org/drawingml/2006/main">
            <a:r>
              <a:t>packages/ai/test/tool-call-without-result.test.ts</a:t>
            </a:r>
          </a:p>
          <a:p xmlns:a="http://schemas.openxmlformats.org/drawingml/2006/main">
            <a:r>
              <a:t/>
            </a:r>
          </a:p>
          <a:p xmlns:a="http://schemas.openxmlformats.org/drawingml/2006/main">
            <a:r>
              <a:t>packages/ai/test/total-tokens.test.ts</a:t>
            </a:r>
          </a:p>
          <a:p xmlns:a="http://schemas.openxmlformats.org/drawingml/2006/main">
            <a:r>
              <a:t/>
            </a:r>
          </a:p>
          <a:p xmlns:a="http://schemas.openxmlformats.org/drawingml/2006/main">
            <a:r>
              <a:t>packages/ai/test/transcript-tool-changes.test.ts</a:t>
            </a:r>
          </a:p>
          <a:p xmlns:a="http://schemas.openxmlformats.org/drawingml/2006/main">
            <a:r>
              <a:t/>
            </a:r>
          </a:p>
          <a:p xmlns:a="http://schemas.openxmlformats.org/drawingml/2006/main">
            <a:r>
              <a:t>packages/ai/test/transform-messages-copilot-openai-to-anthropic.test.ts</a:t>
            </a:r>
          </a:p>
          <a:p xmlns:a="http://schemas.openxmlformats.org/drawingml/2006/main">
            <a:r>
              <a:t/>
            </a:r>
          </a:p>
          <a:p xmlns:a="http://schemas.openxmlformats.org/drawingml/2006/main">
            <a:r>
              <a:t>packages/ai/test/transform-messages-cross-model-thinking.test.ts</a:t>
            </a:r>
          </a:p>
          <a:p xmlns:a="http://schemas.openxmlformats.org/drawingml/2006/main">
            <a:r>
              <a:t/>
            </a:r>
          </a:p>
          <a:p xmlns:a="http://schemas.openxmlformats.org/drawingml/2006/main">
            <a:r>
              <a:t>packages/ai/test/typesafe-system-one.test.ts</a:t>
            </a:r>
          </a:p>
          <a:p xmlns:a="http://schemas.openxmlformats.org/drawingml/2006/main">
            <a:r>
              <a:t/>
            </a:r>
          </a:p>
          <a:p xmlns:a="http://schemas.openxmlformats.org/drawingml/2006/main">
            <a:r>
              <a:t>packages/ai/test/unicode-surrogate.test.ts</a:t>
            </a:r>
          </a:p>
          <a:p xmlns:a="http://schemas.openxmlformats.org/drawingml/2006/main">
            <a:r>
              <a:t/>
            </a:r>
          </a:p>
          <a:p xmlns:a="http://schemas.openxmlformats.org/drawingml/2006/main">
            <a:r>
              <a:t>packages/ai/test/validation.test.ts</a:t>
            </a:r>
          </a:p>
          <a:p xmlns:a="http://schemas.openxmlformats.org/drawingml/2006/main">
            <a:r>
              <a:t/>
            </a:r>
          </a:p>
          <a:p xmlns:a="http://schemas.openxmlformats.org/drawingml/2006/main">
            <a:r>
              <a:t>packages/ai/test/xhigh.test.ts</a:t>
            </a:r>
          </a:p>
          <a:p xmlns:a="http://schemas.openxmlformats.org/drawingml/2006/main">
            <a:r>
              <a:t/>
            </a:r>
          </a:p>
          <a:p xmlns:a="http://schemas.openxmlformats.org/drawingml/2006/main">
            <a:r>
              <a:t>packages/ai/test/xiaomi-token-plan-ams-anthropic-empty-signature-smoke.test.ts</a:t>
            </a:r>
          </a:p>
          <a:p xmlns:a="http://schemas.openxmlformats.org/drawingml/2006/main">
            <a:r>
              <a:t/>
            </a:r>
          </a:p>
          <a:p xmlns:a="http://schemas.openxmlformats.org/drawingml/2006/main">
            <a:r>
              <a:t>packages/ai/test/zen.test.ts</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packages/coding-agent/test/model-registry.test.ts</a:t>
            </a:r>
          </a:p>
          <a:p xmlns:a="http://schemas.openxmlformats.org/drawingml/2006/main">
            <a:r>
              <a:t/>
            </a:r>
          </a:p>
          <a:p xmlns:a="http://schemas.openxmlformats.org/drawingml/2006/main">
            <a:r>
              <a:t>packages/coding-agent/test/model-runtime-cloudflare-compat.test.ts</a:t>
            </a:r>
          </a:p>
          <a:p xmlns:a="http://schemas.openxmlformats.org/drawingml/2006/main">
            <a:r>
              <a:t/>
            </a:r>
          </a:p>
          <a:p xmlns:a="http://schemas.openxmlformats.org/drawingml/2006/main">
            <a:r>
              <a:t>packages/coding-agent/test/model-runtime-modify-models-compat.test.ts</a:t>
            </a:r>
          </a:p>
          <a:p xmlns:a="http://schemas.openxmlformats.org/drawingml/2006/main">
            <a:r>
              <a:t/>
            </a:r>
          </a:p>
          <a:p xmlns:a="http://schemas.openxmlformats.org/drawingml/2006/main">
            <a:r>
              <a:t>packages/coding-agent/test/model-runtime-test-utils.ts</a:t>
            </a:r>
          </a:p>
          <a:p xmlns:a="http://schemas.openxmlformats.org/drawingml/2006/main">
            <a:r>
              <a:t/>
            </a:r>
          </a:p>
          <a:p xmlns:a="http://schemas.openxmlformats.org/drawingml/2006/main">
            <a:r>
              <a:t>packages/coding-agent/test/suite/regressions/7027-credential-refresh-hang.test.ts</a:t>
            </a:r>
          </a:p>
          <a:p xmlns:a="http://schemas.openxmlformats.org/drawingml/2006/main">
            <a:r>
              <a:t/>
            </a:r>
          </a:p>
          <a:p xmlns:a="http://schemas.openxmlformats.org/drawingml/2006/main">
            <a:r>
              <a:t>packages/coding-agent/test/auth-check.test.ts</a:t>
            </a:r>
          </a:p>
          <a:p xmlns:a="http://schemas.openxmlformats.org/drawingml/2006/main">
            <a:r>
              <a:t/>
            </a:r>
          </a:p>
          <a:p xmlns:a="http://schemas.openxmlformats.org/drawingml/2006/main">
            <a:r>
              <a:t>packages/coding-agent/test/credential-print.test.ts</a:t>
            </a:r>
          </a:p>
          <a:p xmlns:a="http://schemas.openxmlformats.org/drawingml/2006/main">
            <a:r>
              <a:t/>
            </a:r>
          </a:p>
          <a:p xmlns:a="http://schemas.openxmlformats.org/drawingml/2006/main">
            <a:r>
              <a:t>packages/coding-agent/test/model-catalog-protocol.test.ts</a:t>
            </a:r>
          </a:p>
          <a:p xmlns:a="http://schemas.openxmlformats.org/drawingml/2006/main">
            <a:r>
              <a:t/>
            </a:r>
          </a:p>
          <a:p xmlns:a="http://schemas.openxmlformats.org/drawingml/2006/main">
            <a:r>
              <a:t>packages/coding-agent/test/model-runtime-auth-options.test.ts</a:t>
            </a:r>
          </a:p>
          <a:p xmlns:a="http://schemas.openxmlformats.org/drawingml/2006/main">
            <a:r>
              <a:t/>
            </a:r>
          </a:p>
          <a:p xmlns:a="http://schemas.openxmlformats.org/drawingml/2006/main">
            <a:r>
              <a:t>packages/coding-agent/test/model-runtime-classifiers.test.ts</a:t>
            </a:r>
          </a:p>
          <a:p xmlns:a="http://schemas.openxmlformats.org/drawingml/2006/main">
            <a:r>
              <a:t/>
            </a:r>
          </a:p>
          <a:p xmlns:a="http://schemas.openxmlformats.org/drawingml/2006/main">
            <a:r>
              <a:t>packages/coding-agent/test/model-runtime-credential-sync.test.ts</a:t>
            </a:r>
          </a:p>
          <a:p xmlns:a="http://schemas.openxmlformats.org/drawingml/2006/main">
            <a:r>
              <a:t/>
            </a:r>
          </a:p>
          <a:p xmlns:a="http://schemas.openxmlformats.org/drawingml/2006/main">
            <a:r>
              <a:t>packages/coding-agent/test/model-runtime-images.test.ts</a:t>
            </a:r>
          </a:p>
          <a:p xmlns:a="http://schemas.openxmlformats.org/drawingml/2006/main">
            <a:r>
              <a:t/>
            </a:r>
          </a:p>
          <a:p xmlns:a="http://schemas.openxmlformats.org/drawingml/2006/main">
            <a:r>
              <a:t>packages/coding-agent/test/package-command-paths.test.ts</a:t>
            </a:r>
          </a:p>
          <a:p xmlns:a="http://schemas.openxmlformats.org/drawingml/2006/main">
            <a:r>
              <a:t/>
            </a:r>
          </a:p>
          <a:p xmlns:a="http://schemas.openxmlformats.org/drawingml/2006/main">
            <a:r>
              <a:t>packages/coding-agent/test/radius.test.ts</a:t>
            </a:r>
          </a:p>
          <a:p xmlns:a="http://schemas.openxmlformats.org/drawingml/2006/main">
            <a:r>
              <a:t/>
            </a:r>
          </a:p>
          <a:p xmlns:a="http://schemas.openxmlformats.org/drawingml/2006/main">
            <a:r>
              <a:t>packages/coding-agent/test/models-store.test.ts</a:t>
            </a:r>
          </a:p>
          <a:p xmlns:a="http://schemas.openxmlformats.org/drawingml/2006/main">
            <a:r>
              <a:t/>
            </a:r>
          </a:p>
          <a:p xmlns:a="http://schemas.openxmlformats.org/drawingml/2006/main">
            <a:r>
              <a:t>packages/coding-agent/test/remote-catalog-provider.test.ts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AG-01 · 有状态 Agent [库] 保存模型、推理级别、可执行工具、消息、流式状态与待完成调用，供应用构建自己的智能体。</a:t>
            </a:r>
          </a:p>
          <a:p xmlns:a="http://schemas.openxmlformats.org/drawingml/2006/main">
            <a:r>
              <a:t/>
            </a:r>
          </a:p>
          <a:p xmlns:a="http://schemas.openxmlformats.org/drawingml/2006/main">
            <a:r>
              <a:t>AG-02 · 多轮工具循环 [库] 模型回答要求工具时先执行工具、加入结果，再调用模型，直到正常完成、错误、中止或调度控制结束。</a:t>
            </a:r>
          </a:p>
          <a:p xmlns:a="http://schemas.openxmlformats.org/drawingml/2006/main">
            <a:r>
              <a:t/>
            </a:r>
          </a:p>
          <a:p xmlns:a="http://schemas.openxmlformats.org/drawingml/2006/main">
            <a:r>
              <a:t>AG-03 · 上下文预处理 [库] 在模型格式转换前裁剪、注入或变换应用消息，便于构建检索或自定义历史管理。</a:t>
            </a:r>
          </a:p>
          <a:p xmlns:a="http://schemas.openxmlformats.org/drawingml/2006/main">
            <a:r>
              <a:t/>
            </a:r>
          </a:p>
          <a:p xmlns:a="http://schemas.openxmlformats.org/drawingml/2006/main">
            <a:r>
              <a:t>AG-04 · 自定义消息类型 [库] 扩展应用消息并转换成模型可识别的 user、assistant、toolResult 等结构，或过滤仅 UI 使用的消息。</a:t>
            </a:r>
          </a:p>
          <a:p xmlns:a="http://schemas.openxmlformats.org/drawingml/2006/main">
            <a:r>
              <a:t/>
            </a:r>
          </a:p>
          <a:p xmlns:a="http://schemas.openxmlformats.org/drawingml/2006/main">
            <a:r>
              <a:t>AG-05 · 文本与图片提示 [库] 支持文本、图片内容块或完整 AgentMessage 输入，让宿主以统一入口提供多模态任务。</a:t>
            </a:r>
          </a:p>
          <a:p xmlns:a="http://schemas.openxmlformats.org/drawingml/2006/main">
            <a:r>
              <a:t/>
            </a:r>
          </a:p>
          <a:p xmlns:a="http://schemas.openxmlformats.org/drawingml/2006/main">
            <a:r>
              <a:t>AG-06 · 并行工具批次 [库] 默认先顺序完成工具预检，再并行执行通过的调用；完成事件按完成顺序，历史结果仍按模型原始顺序保存。</a:t>
            </a:r>
          </a:p>
          <a:p xmlns:a="http://schemas.openxmlformats.org/drawingml/2006/main">
            <a:r>
              <a:t/>
            </a:r>
          </a:p>
          <a:p xmlns:a="http://schemas.openxmlformats.org/drawingml/2006/main">
            <a:r>
              <a:t>AG-07 · 串行工具约束 [库] 全局或单工具可要求串行；批次中存在串行工具时整批串行，保护共享可变状态。</a:t>
            </a:r>
          </a:p>
          <a:p xmlns:a="http://schemas.openxmlformats.org/drawingml/2006/main">
            <a:r>
              <a:t/>
            </a:r>
          </a:p>
          <a:p xmlns:a="http://schemas.openxmlformats.org/drawingml/2006/main">
            <a:r>
              <a:t>AG-10 · 终止结果提示 [库] 当一批所有最终工具结果都要求 terminate 时，跳过后续模型请求；混合批次仍正常继续。</a:t>
            </a:r>
          </a:p>
          <a:p xmlns:a="http://schemas.openxmlformats.org/drawingml/2006/main">
            <a:r>
              <a:t/>
            </a:r>
          </a:p>
          <a:p xmlns:a="http://schemas.openxmlformats.org/drawingml/2006/main">
            <a:r>
              <a:t>AG-11 · 请求准备屏障 [库] 每次模型请求前安装权威上下文，使持久化会话状态能成为实际请求来源。</a:t>
            </a:r>
          </a:p>
          <a:p xmlns:a="http://schemas.openxmlformats.org/drawingml/2006/main">
            <a:r>
              <a:t/>
            </a:r>
          </a:p>
          <a:p xmlns:a="http://schemas.openxmlformats.org/drawingml/2006/main">
            <a:r>
              <a:t>AG-12 · 轮次收尾决策 [库] 在助手与工具结果完成后决定结束或再请求一次；错误和中止仍是硬退出。</a:t>
            </a:r>
          </a:p>
          <a:p xmlns:a="http://schemas.openxmlformats.org/drawingml/2006/main">
            <a:r>
              <a:t/>
            </a:r>
          </a:p>
          <a:p xmlns:a="http://schemas.openxmlformats.org/drawingml/2006/main">
            <a:r>
              <a:t>AG-13 · Steering／follow-up 队列 [库] 分开管理当前任务纠偏和后续任务，支持逐条／整批、窥视和清理队列。</a:t>
            </a:r>
          </a:p>
          <a:p xmlns:a="http://schemas.openxmlformats.org/drawingml/2006/main">
            <a:r>
              <a:t/>
            </a:r>
          </a:p>
          <a:p xmlns:a="http://schemas.openxmlformats.org/drawingml/2006/main">
            <a:r>
              <a:t>AG-14 · 有序事件与异步订阅 [库] 发布 agent、turn、message、tool 全流程事件；Agent 的订阅按注册顺序等待，允许宿主把落盘操作作为屏障。</a:t>
            </a:r>
          </a:p>
          <a:p xmlns:a="http://schemas.openxmlformats.org/drawingml/2006/main">
            <a:r>
              <a:t/>
            </a:r>
          </a:p>
          <a:p xmlns:a="http://schemas.openxmlformats.org/drawingml/2006/main">
            <a:r>
              <a:t>AG-15 · 取消与真正空闲 [库] 传播取消并等待整个运行结算，包括 agent_end 订阅完成，而不只等待最后一块文本。</a:t>
            </a:r>
          </a:p>
          <a:p xmlns:a="http://schemas.openxmlformats.org/drawingml/2006/main">
            <a:r>
              <a:t/>
            </a:r>
          </a:p>
          <a:p xmlns:a="http://schemas.openxmlformats.org/drawingml/2006/main">
            <a:r>
              <a:t>AG-16 · 系统提示和工具变更记录 [库] 用系统消息记录提示与工具声明变化，请求前将可执行集合与会话声明对齐，支持准确重放。</a:t>
            </a:r>
          </a:p>
          <a:p xmlns:a="http://schemas.openxmlformats.org/drawingml/2006/main">
            <a:r>
              <a:t/>
            </a:r>
          </a:p>
          <a:p xmlns:a="http://schemas.openxmlformats.org/drawingml/2006/main">
            <a:r>
              <a:t>AG-17 · 动态认证与会话亲和 [库] 宿主提供动态凭据解析、sessionId 和推理预算，将认证刷新及提供商缓存接入循环。</a:t>
            </a:r>
          </a:p>
          <a:p xmlns:a="http://schemas.openxmlformats.org/drawingml/2006/main">
            <a:r>
              <a:t/>
            </a:r>
          </a:p>
          <a:p xmlns:a="http://schemas.openxmlformats.org/drawingml/2006/main">
            <a:r>
              <a:t>AG-18 · 底层无类循环 [库] 直接使用异步事件流驱动循环，便于定制宿主；底层流不会像 Agent 类那样等待消费者处理事件。</a:t>
            </a:r>
          </a:p>
          <a:p xmlns:a="http://schemas.openxmlformats.org/drawingml/2006/main">
            <a:r>
              <a:t/>
            </a:r>
          </a:p>
          <a:p xmlns:a="http://schemas.openxmlformats.org/drawingml/2006/main">
            <a:r>
              <a:t>AI-01 · 提供商集合 [库] 用一个 Models 实例管理多个提供商，把认证、模型目录和协议实现组合起来，按模型所属提供商分发调用。</a:t>
            </a:r>
          </a:p>
          <a:p xmlns:a="http://schemas.openxmlformats.org/drawingml/2006/main">
            <a:r>
              <a:t/>
            </a:r>
          </a:p>
          <a:p xmlns:a="http://schemas.openxmlformats.org/drawingml/2006/main">
            <a:r>
              <a:t>AI-02 · 统一流式／完整回答 [库] 使用相同 Context 调用各提供商，既可消费文本／推理／工具增量，也可等待完整 AssistantMessage。</a:t>
            </a:r>
          </a:p>
          <a:p xmlns:a="http://schemas.openxmlformats.org/drawingml/2006/main">
            <a:r>
              <a:t/>
            </a:r>
          </a:p>
          <a:p xmlns:a="http://schemas.openxmlformats.org/drawingml/2006/main">
            <a:r>
              <a:t>AI-03 · 简化推理接口 [库] 用统一 reasoning 级别调用不同协议，降低宿主对提供商特定推理参数的依赖。</a:t>
            </a:r>
          </a:p>
          <a:p xmlns:a="http://schemas.openxmlformats.org/drawingml/2006/main">
            <a:r>
              <a:t/>
            </a:r>
          </a:p>
          <a:p xmlns:a="http://schemas.openxmlformats.org/drawingml/2006/main">
            <a:r>
              <a:t>AI-04 · 提供商专属参数 [库] 需要细控时按 API 类型传递推理预算、采样、缓存和协议参数，保留类型检查。</a:t>
            </a:r>
          </a:p>
          <a:p xmlns:a="http://schemas.openxmlformats.org/drawingml/2006/main">
            <a:r>
              <a:t/>
            </a:r>
          </a:p>
          <a:p xmlns:a="http://schemas.openxmlformats.org/drawingml/2006/main">
            <a:r>
              <a:t>AI-05 · 标准内容块与消息 [库] 统一用户、助手、工具结果、文本、图片、推理和工具调用结构，便于跨模型和宿主共享数据。</a:t>
            </a:r>
          </a:p>
          <a:p xmlns:a="http://schemas.openxmlformats.org/drawingml/2006/main">
            <a:r>
              <a:t/>
            </a:r>
          </a:p>
          <a:p xmlns:a="http://schemas.openxmlformats.org/drawingml/2006/main">
            <a:r>
              <a:t>AI-20 · 视觉输入 [库／模型相关] 将用户或工具结果中的图片交给支持视觉的聊天模型；模型元数据表示是否具备图片输入能力。</a:t>
            </a:r>
          </a:p>
          <a:p xmlns:a="http://schemas.openxmlformats.org/drawingml/2006/main">
            <a:r>
              <a:t/>
            </a:r>
          </a:p>
          <a:p xmlns:a="http://schemas.openxmlformats.org/drawingml/2006/main">
            <a:r>
              <a:t>AI-24 · 停止原因与错误归一化 [库] 区分正常停止、长度限制、工具使用、错误和取消，失败结果可携带已收到的内容和用量。</a:t>
            </a:r>
          </a:p>
          <a:p xmlns:a="http://schemas.openxmlformats.org/drawingml/2006/main">
            <a:r>
              <a:t/>
            </a:r>
          </a:p>
          <a:p xmlns:a="http://schemas.openxmlformats.org/drawingml/2006/main">
            <a:r>
              <a:t>AI-27 · 自定义或混合协议提供商 [库] 组合模型、认证和 chat／image／classifier 实现；同一提供商可按模型 API 分派不同协议。</a:t>
            </a:r>
          </a:p>
          <a:p xmlns:a="http://schemas.openxmlformats.org/drawingml/2006/main">
            <a:r>
              <a:t/>
            </a:r>
          </a:p>
          <a:p xmlns:a="http://schemas.openxmlformats.org/drawingml/2006/main">
            <a:r>
              <a:t>AI-31 · JSON 上下文序列化 [库] 消息和模型定义为可序列化数据，应用可自行存入数据库、文件或其他存储再恢复。</a:t>
            </a:r>
          </a:p>
          <a:p xmlns:a="http://schemas.openxmlformats.org/drawingml/2006/main">
            <a:r>
              <a:t/>
            </a:r>
          </a:p>
          <a:p xmlns:a="http://schemas.openxmlformats.org/drawingml/2006/main">
            <a:r>
              <a:t>AI-40 · 模型请求与轮询的显式遥测 [库] 提供 AI_TELEMETRY_SCHEMA 与 request/poll span、首事件、用量和指标。 已替代 telemetryContext，无兼容别名；取消标记与 provider_error 分开，未知费用不推算。</a:t>
            </a:r>
          </a:p>
          <a:p xmlns:a="http://schemas.openxmlformats.org/drawingml/2006/main">
            <a:r>
              <a:t/>
            </a:r>
          </a:p>
          <a:p xmlns:a="http://schemas.openxmlformats.org/drawingml/2006/main">
            <a:r>
              <a:t>PROV-39 · 其他兼容端点 [可选] 自定义 Ollama、LM Studio、vLLM、SGLang 或企业代理，无需每种部署都新增一个内置 provider。</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课程：01 读码基础 / read-map / 从目录找到功能与公开入口</a:t>
            </a:r>
          </a:p>
          <a:p xmlns:a="http://schemas.openxmlformats.org/drawingml/2006/main">
            <a:r>
              <a:t/>
            </a:r>
          </a:p>
          <a:p xmlns:a="http://schemas.openxmlformats.org/drawingml/2006/main">
            <a:r>
              <a:t>场景：你看到 packages 下许多目录，需要知道改一个功能应从哪个包进入。</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识别工作区和包清单</a:t>
            </a:r>
          </a:p>
          <a:p xmlns:a="http://schemas.openxmlformats.org/drawingml/2006/main">
            <a:r>
              <a:t>打开根 package.json 的 workspaces，再看一个子包的 exports。把发布入口和源码实现分别记在笔记中。</a:t>
            </a:r>
          </a:p>
          <a:p xmlns:a="http://schemas.openxmlformats.org/drawingml/2006/main">
            <a:r>
              <a:t>输入：仓库根目录</a:t>
            </a:r>
          </a:p>
          <a:p xmlns:a="http://schemas.openxmlformats.org/drawingml/2006/main">
            <a:r>
              <a:t>输出：工作区、包名和公开入口清单</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2. 区分产品装配与执行循环</a:t>
            </a:r>
          </a:p>
          <a:p xmlns:a="http://schemas.openxmlformats.org/drawingml/2006/main">
            <a:r>
              <a:t>从 createAgentSession 看到产品如何创建模型运行时、设置、资源和会话，再辨认 Agent 与 AgentSession 的职责。</a:t>
            </a:r>
          </a:p>
          <a:p xmlns:a="http://schemas.openxmlformats.org/drawingml/2006/main">
            <a:r>
              <a:t>输入：一个 SDK 调用</a:t>
            </a:r>
          </a:p>
          <a:p xmlns:a="http://schemas.openxmlformats.org/drawingml/2006/main">
            <a:r>
              <a:t>输出：产品装配依赖图</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3. 沿导入找到下一层</a:t>
            </a:r>
          </a:p>
          <a:p xmlns:a="http://schemas.openxmlformats.org/drawingml/2006/main">
            <a:r>
              <a:t>打开 Agent 的调用和 agent-loop 实现，按一次 prompt 找到模型请求边界与工具处理。先跟成功路径，再看其他分支。</a:t>
            </a:r>
          </a:p>
          <a:p xmlns:a="http://schemas.openxmlformats.org/drawingml/2006/main">
            <a:r>
              <a:t>输入：Agent.prompt</a:t>
            </a:r>
          </a:p>
          <a:p xmlns:a="http://schemas.openxmlformats.org/drawingml/2006/main">
            <a:r>
              <a:t>输出：一轮模型与工具循环</a:t>
            </a:r>
          </a:p>
          <a:p xmlns:a="http://schemas.openxmlformats.org/drawingml/2006/main">
            <a:r>
              <a:t>入口：Agent.prompt / continue / abort</a:t>
            </a:r>
          </a:p>
          <a:p xmlns:a="http://schemas.openxmlformats.org/drawingml/2006/main">
            <a:r>
              <a:t>行为与边界：当前 Agent 是内存运行循环；持久 Harness 在 pi-durable，CLI 会话由 coding-agent 管理。</a:t>
            </a:r>
          </a:p>
          <a:p xmlns:a="http://schemas.openxmlformats.org/drawingml/2006/main">
            <a:r>
              <a:t>源码：packages/agent/src/agent-loop.ts:1</a:t>
            </a:r>
          </a:p>
          <a:p xmlns:a="http://schemas.openxmlformats.org/drawingml/2006/main">
            <a:r>
              <a:t>源码：packages/agent/src/agent.ts:1</a:t>
            </a:r>
          </a:p>
          <a:p xmlns:a="http://schemas.openxmlformats.org/drawingml/2006/main">
            <a:r>
              <a:t>源码：packages/agent/src/stream-fn.ts:1</a:t>
            </a:r>
          </a:p>
          <a:p xmlns:a="http://schemas.openxmlformats.org/drawingml/2006/main">
            <a:r>
              <a:t>源码：packages/agent/src/types.ts:1</a:t>
            </a:r>
          </a:p>
          <a:p xmlns:a="http://schemas.openxmlformats.org/drawingml/2006/main">
            <a:r>
              <a:t/>
            </a:r>
          </a:p>
          <a:p xmlns:a="http://schemas.openxmlformats.org/drawingml/2006/main">
            <a:r>
              <a:t>4. 用类型确认数据形状</a:t>
            </a:r>
          </a:p>
          <a:p xmlns:a="http://schemas.openxmlformats.org/drawingml/2006/main">
            <a:r>
              <a:t>对照 Message、Tool 和事件的联合类型。找到 role/type 等判别字段，解释每个分支接收什么数据。</a:t>
            </a:r>
          </a:p>
          <a:p xmlns:a="http://schemas.openxmlformats.org/drawingml/2006/main">
            <a:r>
              <a:t>输入：类型声明和实现</a:t>
            </a:r>
          </a:p>
          <a:p xmlns:a="http://schemas.openxmlformats.org/drawingml/2006/main">
            <a:r>
              <a:t>输出：输入、输出及事件词汇表</a:t>
            </a:r>
          </a:p>
          <a:p xmlns:a="http://schemas.openxmlformats.org/drawingml/2006/main">
            <a:r>
              <a:t>入口：pi-ai 根导出</a:t>
            </a:r>
          </a:p>
          <a:p xmlns:a="http://schemas.openxmlformats.org/drawingml/2006/main">
            <a:r>
              <a:t>行为与边界：根入口保持核心能力；具体提供商通过子路径接入。</a:t>
            </a:r>
          </a:p>
          <a:p xmlns:a="http://schemas.openxmlformats.org/drawingml/2006/main">
            <a:r>
              <a:t>源码：packages/ai/src/models.ts:1</a:t>
            </a:r>
          </a:p>
          <a:p xmlns:a="http://schemas.openxmlformats.org/drawingml/2006/main">
            <a:r>
              <a:t>源码：packages/ai/src/session-resources.ts:1</a:t>
            </a:r>
          </a:p>
          <a:p xmlns:a="http://schemas.openxmlformats.org/drawingml/2006/main">
            <a:r>
              <a:t>源码：packages/ai/src/types.ts:1</a:t>
            </a:r>
          </a:p>
          <a:p xmlns:a="http://schemas.openxmlformats.org/drawingml/2006/main">
            <a:r>
              <a:t/>
            </a:r>
          </a:p>
          <a:p xmlns:a="http://schemas.openxmlformats.org/drawingml/2006/main">
            <a:r>
              <a:t>失败与恢复：旧目录可能只有 README 或被忽略的 dist。先核对 package.json 与当前 src，不按旧接口推断新实现。</a:t>
            </a:r>
          </a:p>
          <a:p xmlns:a="http://schemas.openxmlformats.org/drawingml/2006/main">
            <a:r>
              <a:t/>
            </a:r>
          </a:p>
          <a:p xmlns:a="http://schemas.openxmlformats.org/drawingml/2006/main">
            <a:r>
              <a:t>练习：任选一个编号功能，从编号打开专题、源码、依赖和测试，记录至少两个跨文件引用。</a:t>
            </a:r>
          </a:p>
          <a:p xmlns:a="http://schemas.openxmlformats.org/drawingml/2006/main">
            <a:r>
              <a:t>参考判断：应能区分源码文件的静态引用与实际运行调用，并说明公开 exports 和内部声明的差别。</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消息、工具与多轮循环</a:t>
            </a:r>
          </a:p>
          <a:p xmlns:a="http://schemas.openxmlformats.org/drawingml/2006/main">
            <a:r>
              <a:t>维护内存消息、工具批次、steering/follow-up、模型上下文变换与取消。</a:t>
            </a:r>
          </a:p>
          <a:p xmlns:a="http://schemas.openxmlformats.org/drawingml/2006/main">
            <a:r>
              <a:t>入口：Agent.prompt / continue / abort</a:t>
            </a:r>
          </a:p>
          <a:p xmlns:a="http://schemas.openxmlformats.org/drawingml/2006/main">
            <a:r>
              <a:t>边界：当前 Agent 是内存运行循环；持久 Harness 在 pi-durable，CLI 会话由 coding-agent 管理。</a:t>
            </a:r>
          </a:p>
          <a:p xmlns:a="http://schemas.openxmlformats.org/drawingml/2006/main">
            <a:r>
              <a:t/>
            </a:r>
          </a:p>
          <a:p xmlns:a="http://schemas.openxmlformats.org/drawingml/2006/main">
            <a:r>
              <a:t>统一消息、模型与工具契约</a:t>
            </a:r>
          </a:p>
          <a:p xmlns:a="http://schemas.openxmlformats.org/drawingml/2006/main">
            <a:r>
              <a:t>定义统一请求/响应、模型能力和工具调用数据。</a:t>
            </a:r>
          </a:p>
          <a:p xmlns:a="http://schemas.openxmlformats.org/drawingml/2006/main">
            <a:r>
              <a:t>入口：pi-ai 根导出</a:t>
            </a:r>
          </a:p>
          <a:p xmlns:a="http://schemas.openxmlformats.org/drawingml/2006/main">
            <a:r>
              <a:t>边界：根入口保持核心能力；具体提供商通过子路径接入。</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模型请求与轮询的显式遥测</a:t>
            </a:r>
          </a:p>
          <a:p xmlns:a="http://schemas.openxmlformats.org/drawingml/2006/main">
            <a:r>
              <a:t>提供 AI_TELEMETRY_SCHEMA 与 request/poll span、首事件、用量和指标。</a:t>
            </a:r>
          </a:p>
          <a:p xmlns:a="http://schemas.openxmlformats.org/drawingml/2006/main">
            <a:r>
              <a:t>入口：telemetry?: TelemetrySpan</a:t>
            </a:r>
          </a:p>
          <a:p xmlns:a="http://schemas.openxmlformats.org/drawingml/2006/main">
            <a:r>
              <a:t>边界：已替代 telemetryContext，无兼容别名；取消标记与 provider_error 分开，未知费用不推算。</a:t>
            </a:r>
          </a:p>
          <a:p xmlns:a="http://schemas.openxmlformats.org/drawingml/2006/main">
            <a:r>
              <a:t/>
            </a:r>
          </a:p>
          <a:p xmlns:a="http://schemas.openxmlformats.org/drawingml/2006/main">
            <a:r>
              <a:t>模型选择、目录与提供商组合</a:t>
            </a:r>
          </a:p>
          <a:p xmlns:a="http://schemas.openxmlformats.org/drawingml/2006/main">
            <a:r>
              <a:t>汇总可用模型、解析选择模式，并通过运行时派发请求。</a:t>
            </a:r>
          </a:p>
          <a:p xmlns:a="http://schemas.openxmlformats.org/drawingml/2006/main">
            <a:r>
              <a:t>入口：/model；--model；--models；models.json</a:t>
            </a:r>
          </a:p>
          <a:p xmlns:a="http://schemas.openxmlformats.org/drawingml/2006/main">
            <a:r>
              <a:t>边界：目录元数据不等同于可调用性；认证与具体提供商能力仍需满足。</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packages/agent/README.md</a:t>
            </a:r>
          </a:p>
          <a:p xmlns:a="http://schemas.openxmlformats.org/drawingml/2006/main">
            <a:r>
              <a:t/>
            </a:r>
          </a:p>
          <a:p xmlns:a="http://schemas.openxmlformats.org/drawingml/2006/main">
            <a:r>
              <a:t>packages/ai/README.md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packages/ai/CHANGELOG.md</a:t>
            </a:r>
          </a:p>
          <a:p xmlns:a="http://schemas.openxmlformats.org/drawingml/2006/main">
            <a:r>
              <a:t/>
            </a:r>
          </a:p>
          <a:p xmlns:a="http://schemas.openxmlformats.org/drawingml/2006/main">
            <a:r>
              <a:t>packages/coding-agent/docs/models.md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packages/agent/test/agent-loop.test.ts</a:t>
            </a:r>
          </a:p>
          <a:p xmlns:a="http://schemas.openxmlformats.org/drawingml/2006/main">
            <a:r>
              <a:t/>
            </a:r>
          </a:p>
          <a:p xmlns:a="http://schemas.openxmlformats.org/drawingml/2006/main">
            <a:r>
              <a:t>packages/agent/test/utils/calculate.ts</a:t>
            </a:r>
          </a:p>
          <a:p xmlns:a="http://schemas.openxmlformats.org/drawingml/2006/main">
            <a:r>
              <a:t/>
            </a:r>
          </a:p>
          <a:p xmlns:a="http://schemas.openxmlformats.org/drawingml/2006/main">
            <a:r>
              <a:t>packages/agent/test/utils/get-current-time.ts</a:t>
            </a:r>
          </a:p>
          <a:p xmlns:a="http://schemas.openxmlformats.org/drawingml/2006/main">
            <a:r>
              <a:t/>
            </a:r>
          </a:p>
          <a:p xmlns:a="http://schemas.openxmlformats.org/drawingml/2006/main">
            <a:r>
              <a:t>packages/ai/test/anthropic-auth-token.test.ts</a:t>
            </a:r>
          </a:p>
          <a:p xmlns:a="http://schemas.openxmlformats.org/drawingml/2006/main">
            <a:r>
              <a:t/>
            </a:r>
          </a:p>
          <a:p xmlns:a="http://schemas.openxmlformats.org/drawingml/2006/main">
            <a:r>
              <a:t>packages/ai/test/anthropic-federation.test.ts</a:t>
            </a:r>
          </a:p>
          <a:p xmlns:a="http://schemas.openxmlformats.org/drawingml/2006/main">
            <a:r>
              <a:t/>
            </a:r>
          </a:p>
          <a:p xmlns:a="http://schemas.openxmlformats.org/drawingml/2006/main">
            <a:r>
              <a:t>packages/ai/test/classifier-images-live.test.ts</a:t>
            </a:r>
          </a:p>
          <a:p xmlns:a="http://schemas.openxmlformats.org/drawingml/2006/main">
            <a:r>
              <a:t/>
            </a:r>
          </a:p>
          <a:p xmlns:a="http://schemas.openxmlformats.org/drawingml/2006/main">
            <a:r>
              <a:t>packages/ai/test/classifier-models.test.ts</a:t>
            </a:r>
          </a:p>
          <a:p xmlns:a="http://schemas.openxmlformats.org/drawingml/2006/main">
            <a:r>
              <a:t/>
            </a:r>
          </a:p>
          <a:p xmlns:a="http://schemas.openxmlformats.org/drawingml/2006/main">
            <a:r>
              <a:t>packages/ai/test/cloudflare-workers-ai-system-one.test.ts</a:t>
            </a:r>
          </a:p>
          <a:p xmlns:a="http://schemas.openxmlformats.org/drawingml/2006/main">
            <a:r>
              <a:t/>
            </a:r>
          </a:p>
          <a:p xmlns:a="http://schemas.openxmlformats.org/drawingml/2006/main">
            <a:r>
              <a:t>packages/ai/test/fireworks-model-generation.test.ts</a:t>
            </a:r>
          </a:p>
          <a:p xmlns:a="http://schemas.openxmlformats.org/drawingml/2006/main">
            <a:r>
              <a:t/>
            </a:r>
          </a:p>
          <a:p xmlns:a="http://schemas.openxmlformats.org/drawingml/2006/main">
            <a:r>
              <a:t>packages/ai/test/fireworks-models.test.ts</a:t>
            </a:r>
          </a:p>
          <a:p xmlns:a="http://schemas.openxmlformats.org/drawingml/2006/main">
            <a:r>
              <a:t/>
            </a:r>
          </a:p>
          <a:p xmlns:a="http://schemas.openxmlformats.org/drawingml/2006/main">
            <a:r>
              <a:t>packages/ai/test/github-copilot-anthropic.test.ts</a:t>
            </a:r>
          </a:p>
          <a:p xmlns:a="http://schemas.openxmlformats.org/drawingml/2006/main">
            <a:r>
              <a:t/>
            </a:r>
          </a:p>
          <a:p xmlns:a="http://schemas.openxmlformats.org/drawingml/2006/main">
            <a:r>
              <a:t>packages/ai/test/github-copilot-oauth.test.ts</a:t>
            </a:r>
          </a:p>
          <a:p xmlns:a="http://schemas.openxmlformats.org/drawingml/2006/main">
            <a:r>
              <a:t/>
            </a:r>
          </a:p>
          <a:p xmlns:a="http://schemas.openxmlformats.org/drawingml/2006/main">
            <a:r>
              <a:t>packages/ai/test/identity.test.ts</a:t>
            </a:r>
          </a:p>
          <a:p xmlns:a="http://schemas.openxmlformats.org/drawingml/2006/main">
            <a:r>
              <a:t/>
            </a:r>
          </a:p>
          <a:p xmlns:a="http://schemas.openxmlformats.org/drawingml/2006/main">
            <a:r>
              <a:t>packages/ai/test/images-models.test.ts</a:t>
            </a:r>
          </a:p>
          <a:p xmlns:a="http://schemas.openxmlformats.org/drawingml/2006/main">
            <a:r>
              <a:t/>
            </a:r>
          </a:p>
          <a:p xmlns:a="http://schemas.openxmlformats.org/drawingml/2006/main">
            <a:r>
              <a:t>packages/ai/test/model-types.test.ts</a:t>
            </a:r>
          </a:p>
          <a:p xmlns:a="http://schemas.openxmlformats.org/drawingml/2006/main">
            <a:r>
              <a:t/>
            </a:r>
          </a:p>
          <a:p xmlns:a="http://schemas.openxmlformats.org/drawingml/2006/main">
            <a:r>
              <a:t>packages/ai/test/models-runtime.test.ts</a:t>
            </a:r>
          </a:p>
          <a:p xmlns:a="http://schemas.openxmlformats.org/drawingml/2006/main">
            <a:r>
              <a:t/>
            </a:r>
          </a:p>
          <a:p xmlns:a="http://schemas.openxmlformats.org/drawingml/2006/main">
            <a:r>
              <a:t>packages/ai/test/oauth-auth.test.ts</a:t>
            </a:r>
          </a:p>
          <a:p xmlns:a="http://schemas.openxmlformats.org/drawingml/2006/main">
            <a:r>
              <a:t/>
            </a:r>
          </a:p>
          <a:p xmlns:a="http://schemas.openxmlformats.org/drawingml/2006/main">
            <a:r>
              <a:t>packages/ai/test/openrouter-oauth.test.ts</a:t>
            </a:r>
          </a:p>
          <a:p xmlns:a="http://schemas.openxmlformats.org/drawingml/2006/main">
            <a:r>
              <a:t/>
            </a:r>
          </a:p>
          <a:p xmlns:a="http://schemas.openxmlformats.org/drawingml/2006/main">
            <a:r>
              <a:t>packages/ai/test/openrouter-user-models.test.ts</a:t>
            </a:r>
          </a:p>
          <a:p xmlns:a="http://schemas.openxmlformats.org/drawingml/2006/main">
            <a:r>
              <a:t/>
            </a:r>
          </a:p>
          <a:p xmlns:a="http://schemas.openxmlformats.org/drawingml/2006/main">
            <a:r>
              <a:t>packages/ai/test/providers.test.ts</a:t>
            </a:r>
          </a:p>
          <a:p xmlns:a="http://schemas.openxmlformats.org/drawingml/2006/main">
            <a:r>
              <a:t/>
            </a:r>
          </a:p>
          <a:p xmlns:a="http://schemas.openxmlformats.org/drawingml/2006/main">
            <a:r>
              <a:t>packages/ai/test/radius-provider.test.ts</a:t>
            </a:r>
          </a:p>
          <a:p xmlns:a="http://schemas.openxmlformats.org/drawingml/2006/main">
            <a:r>
              <a:t/>
            </a:r>
          </a:p>
          <a:p xmlns:a="http://schemas.openxmlformats.org/drawingml/2006/main">
            <a:r>
              <a:t>packages/ai/test/scratch.ts</a:t>
            </a:r>
          </a:p>
          <a:p xmlns:a="http://schemas.openxmlformats.org/drawingml/2006/main">
            <a:r>
              <a:t/>
            </a:r>
          </a:p>
          <a:p xmlns:a="http://schemas.openxmlformats.org/drawingml/2006/main">
            <a:r>
              <a:t>packages/ai/test/telemetry-options.test.ts</a:t>
            </a:r>
          </a:p>
          <a:p xmlns:a="http://schemas.openxmlformats.org/drawingml/2006/main">
            <a:r>
              <a:t/>
            </a:r>
          </a:p>
          <a:p xmlns:a="http://schemas.openxmlformats.org/drawingml/2006/main">
            <a:r>
              <a:t>packages/ai/test/telemetry.test.ts</a:t>
            </a:r>
          </a:p>
          <a:p xmlns:a="http://schemas.openxmlformats.org/drawingml/2006/main">
            <a:r>
              <a:t/>
            </a:r>
          </a:p>
          <a:p xmlns:a="http://schemas.openxmlformats.org/drawingml/2006/main">
            <a:r>
              <a:t>packages/ai/test/xai-responses.test.ts</a:t>
            </a:r>
          </a:p>
          <a:p xmlns:a="http://schemas.openxmlformats.org/drawingml/2006/main">
            <a:r>
              <a:t/>
            </a:r>
          </a:p>
          <a:p xmlns:a="http://schemas.openxmlformats.org/drawingml/2006/main">
            <a:r>
              <a:t>packages/ai/test/xiaomi-models.test.ts</a:t>
            </a:r>
          </a:p>
          <a:p xmlns:a="http://schemas.openxmlformats.org/drawingml/2006/main">
            <a:r>
              <a:t/>
            </a:r>
          </a:p>
          <a:p xmlns:a="http://schemas.openxmlformats.org/drawingml/2006/main">
            <a:r>
              <a:t>packages/durable/test/codemode-bench.ts</a:t>
            </a:r>
          </a:p>
          <a:p xmlns:a="http://schemas.openxmlformats.org/drawingml/2006/main">
            <a:r>
              <a:t/>
            </a:r>
          </a:p>
          <a:p xmlns:a="http://schemas.openxmlformats.org/drawingml/2006/main">
            <a:r>
              <a:t>packages/durable/test/nested-images-bench.ts</a:t>
            </a:r>
          </a:p>
          <a:p xmlns:a="http://schemas.openxmlformats.org/drawingml/2006/main">
            <a:r>
              <a:t/>
            </a:r>
          </a:p>
          <a:p xmlns:a="http://schemas.openxmlformats.org/drawingml/2006/main">
            <a:r>
              <a:t>packages/durable/test/nested-tools-bench.ts</a:t>
            </a:r>
          </a:p>
          <a:p xmlns:a="http://schemas.openxmlformats.org/drawingml/2006/main">
            <a:r>
              <a:t/>
            </a:r>
          </a:p>
          <a:p xmlns:a="http://schemas.openxmlformats.org/drawingml/2006/main">
            <a:r>
              <a:t>packages/durable/test/scheduler-fanout-bench.ts</a:t>
            </a:r>
          </a:p>
          <a:p xmlns:a="http://schemas.openxmlformats.org/drawingml/2006/main">
            <a:r>
              <a:t/>
            </a:r>
          </a:p>
          <a:p xmlns:a="http://schemas.openxmlformats.org/drawingml/2006/main">
            <a:r>
              <a:t>packages/durable/test/scheduler-memory-bench.ts</a:t>
            </a:r>
          </a:p>
          <a:p xmlns:a="http://schemas.openxmlformats.org/drawingml/2006/main">
            <a:r>
              <a:t/>
            </a:r>
          </a:p>
          <a:p xmlns:a="http://schemas.openxmlformats.org/drawingml/2006/main">
            <a:r>
              <a:t>packages/durable/test/session-document-cache-bench.ts</a:t>
            </a:r>
          </a:p>
          <a:p xmlns:a="http://schemas.openxmlformats.org/drawingml/2006/main">
            <a:r>
              <a:t/>
            </a:r>
          </a:p>
          <a:p xmlns:a="http://schemas.openxmlformats.org/drawingml/2006/main">
            <a:r>
              <a:t>packages/durable/test/tool-output-bench.ts</a:t>
            </a:r>
          </a:p>
          <a:p xmlns:a="http://schemas.openxmlformats.org/drawingml/2006/main">
            <a:r>
              <a:t/>
            </a:r>
          </a:p>
          <a:p xmlns:a="http://schemas.openxmlformats.org/drawingml/2006/main">
            <a:r>
              <a:t>packages/ai/test/abort.test.ts</a:t>
            </a:r>
          </a:p>
          <a:p xmlns:a="http://schemas.openxmlformats.org/drawingml/2006/main">
            <a:r>
              <a:t/>
            </a:r>
          </a:p>
          <a:p xmlns:a="http://schemas.openxmlformats.org/drawingml/2006/main">
            <a:r>
              <a:t>packages/ai/test/anthropic-adaptive-thinking-models.test.ts</a:t>
            </a:r>
          </a:p>
          <a:p xmlns:a="http://schemas.openxmlformats.org/drawingml/2006/main">
            <a:r>
              <a:t/>
            </a:r>
          </a:p>
          <a:p xmlns:a="http://schemas.openxmlformats.org/drawingml/2006/main">
            <a:r>
              <a:t>packages/ai/test/anthropic-eager-tool-input-compat.test.ts</a:t>
            </a:r>
          </a:p>
          <a:p xmlns:a="http://schemas.openxmlformats.org/drawingml/2006/main">
            <a:r>
              <a:t/>
            </a:r>
          </a:p>
          <a:p xmlns:a="http://schemas.openxmlformats.org/drawingml/2006/main">
            <a:r>
              <a:t>packages/ai/test/anthropic-eager-tool-input-e2e.test.ts</a:t>
            </a:r>
          </a:p>
          <a:p xmlns:a="http://schemas.openxmlformats.org/drawingml/2006/main">
            <a:r>
              <a:t/>
            </a:r>
          </a:p>
          <a:p xmlns:a="http://schemas.openxmlformats.org/drawingml/2006/main">
            <a:r>
              <a:t>packages/ai/test/anthropic-empty-thinking-signature-compat.test.ts</a:t>
            </a:r>
          </a:p>
          <a:p xmlns:a="http://schemas.openxmlformats.org/drawingml/2006/main">
            <a:r>
              <a:t/>
            </a:r>
          </a:p>
          <a:p xmlns:a="http://schemas.openxmlformats.org/drawingml/2006/main">
            <a:r>
              <a:t>packages/ai/test/anthropic-error-tool-result-images.test.ts</a:t>
            </a:r>
          </a:p>
          <a:p xmlns:a="http://schemas.openxmlformats.org/drawingml/2006/main">
            <a:r>
              <a:t/>
            </a:r>
          </a:p>
          <a:p xmlns:a="http://schemas.openxmlformats.org/drawingml/2006/main">
            <a:r>
              <a:t>packages/ai/test/anthropic-federation-sdk.test.ts</a:t>
            </a:r>
          </a:p>
          <a:p xmlns:a="http://schemas.openxmlformats.org/drawingml/2006/main">
            <a:r>
              <a:t/>
            </a:r>
          </a:p>
          <a:p xmlns:a="http://schemas.openxmlformats.org/drawingml/2006/main">
            <a:r>
              <a:t>packages/ai/test/anthropic-force-adaptive-thinking.test.ts</a:t>
            </a:r>
          </a:p>
          <a:p xmlns:a="http://schemas.openxmlformats.org/drawingml/2006/main">
            <a:r>
              <a:t/>
            </a:r>
          </a:p>
          <a:p xmlns:a="http://schemas.openxmlformats.org/drawingml/2006/main">
            <a:r>
              <a:t>packages/ai/test/anthropic-long-cache-retention-e2e.test.ts</a:t>
            </a:r>
          </a:p>
          <a:p xmlns:a="http://schemas.openxmlformats.org/drawingml/2006/main">
            <a:r>
              <a:t/>
            </a:r>
          </a:p>
          <a:p xmlns:a="http://schemas.openxmlformats.org/drawingml/2006/main">
            <a:r>
              <a:t>packages/ai/test/anthropic-mid-conversation-effort.test.ts</a:t>
            </a:r>
          </a:p>
          <a:p xmlns:a="http://schemas.openxmlformats.org/drawingml/2006/main">
            <a:r>
              <a:t/>
            </a:r>
          </a:p>
          <a:p xmlns:a="http://schemas.openxmlformats.org/drawingml/2006/main">
            <a:r>
              <a:t>packages/ai/test/anthropic-opus-4-8-smoke.test.ts</a:t>
            </a:r>
          </a:p>
          <a:p xmlns:a="http://schemas.openxmlformats.org/drawingml/2006/main">
            <a:r>
              <a:t/>
            </a:r>
          </a:p>
          <a:p xmlns:a="http://schemas.openxmlformats.org/drawingml/2006/main">
            <a:r>
              <a:t>packages/ai/test/anthropic-sse-parsing.test.ts</a:t>
            </a:r>
          </a:p>
          <a:p xmlns:a="http://schemas.openxmlformats.org/drawingml/2006/main">
            <a:r>
              <a:t/>
            </a:r>
          </a:p>
          <a:p xmlns:a="http://schemas.openxmlformats.org/drawingml/2006/main">
            <a:r>
              <a:t>packages/ai/test/anthropic-strict-tool-fallback.test.ts</a:t>
            </a:r>
          </a:p>
          <a:p xmlns:a="http://schemas.openxmlformats.org/drawingml/2006/main">
            <a:r>
              <a:t/>
            </a:r>
          </a:p>
          <a:p xmlns:a="http://schemas.openxmlformats.org/drawingml/2006/main">
            <a:r>
              <a:t>packages/ai/test/anthropic-strict-tool-schema.test.ts</a:t>
            </a:r>
          </a:p>
          <a:p xmlns:a="http://schemas.openxmlformats.org/drawingml/2006/main">
            <a:r>
              <a:t/>
            </a:r>
          </a:p>
          <a:p xmlns:a="http://schemas.openxmlformats.org/drawingml/2006/main">
            <a:r>
              <a:t>packages/ai/test/anthropic-temperature-compat.test.ts</a:t>
            </a:r>
          </a:p>
          <a:p xmlns:a="http://schemas.openxmlformats.org/drawingml/2006/main">
            <a:r>
              <a:t/>
            </a:r>
          </a:p>
          <a:p xmlns:a="http://schemas.openxmlformats.org/drawingml/2006/main">
            <a:r>
              <a:t>packages/ai/test/anthropic-thinking-binding-e2e.test.ts</a:t>
            </a:r>
          </a:p>
          <a:p xmlns:a="http://schemas.openxmlformats.org/drawingml/2006/main">
            <a:r>
              <a:t/>
            </a:r>
          </a:p>
          <a:p xmlns:a="http://schemas.openxmlformats.org/drawingml/2006/main">
            <a:r>
              <a:t>packages/ai/test/anthropic-thinking-disable.test.ts</a:t>
            </a:r>
          </a:p>
          <a:p xmlns:a="http://schemas.openxmlformats.org/drawingml/2006/main">
            <a:r>
              <a:t/>
            </a:r>
          </a:p>
          <a:p xmlns:a="http://schemas.openxmlformats.org/drawingml/2006/main">
            <a:r>
              <a:t>packages/ai/test/anthropic-tool-name-normalization.test.ts</a:t>
            </a:r>
          </a:p>
          <a:p xmlns:a="http://schemas.openxmlformats.org/drawingml/2006/main">
            <a:r>
              <a:t/>
            </a:r>
          </a:p>
          <a:p xmlns:a="http://schemas.openxmlformats.org/drawingml/2006/main">
            <a:r>
              <a:t>packages/ai/test/azure-openai-base-url.test.ts</a:t>
            </a:r>
          </a:p>
          <a:p xmlns:a="http://schemas.openxmlformats.org/drawingml/2006/main">
            <a:r>
              <a:t/>
            </a:r>
          </a:p>
          <a:p xmlns:a="http://schemas.openxmlformats.org/drawingml/2006/main">
            <a:r>
              <a:t>packages/ai/test/azure-openai-completions.test.ts</a:t>
            </a:r>
          </a:p>
          <a:p xmlns:a="http://schemas.openxmlformats.org/drawingml/2006/main">
            <a:r>
              <a:t/>
            </a:r>
          </a:p>
          <a:p xmlns:a="http://schemas.openxmlformats.org/drawingml/2006/main">
            <a:r>
              <a:t>packages/ai/test/azure-openai-responses-reasoning-replay.test.ts</a:t>
            </a:r>
          </a:p>
          <a:p xmlns:a="http://schemas.openxmlformats.org/drawingml/2006/main">
            <a:r>
              <a:t/>
            </a:r>
          </a:p>
          <a:p xmlns:a="http://schemas.openxmlformats.org/drawingml/2006/main">
            <a:r>
              <a:t>packages/ai/test/azure-openai-tool-choice.test.ts</a:t>
            </a:r>
          </a:p>
          <a:p xmlns:a="http://schemas.openxmlformats.org/drawingml/2006/main">
            <a:r>
              <a:t/>
            </a:r>
          </a:p>
          <a:p xmlns:a="http://schemas.openxmlformats.org/drawingml/2006/main">
            <a:r>
              <a:t>packages/ai/test/bedrock-convert-messages.test.ts</a:t>
            </a:r>
          </a:p>
          <a:p xmlns:a="http://schemas.openxmlformats.org/drawingml/2006/main">
            <a:r>
              <a:t/>
            </a:r>
          </a:p>
          <a:p xmlns:a="http://schemas.openxmlformats.org/drawingml/2006/main">
            <a:r>
              <a:t>packages/ai/test/bedrock-credentials.test.ts</a:t>
            </a:r>
          </a:p>
          <a:p xmlns:a="http://schemas.openxmlformats.org/drawingml/2006/main">
            <a:r>
              <a:t/>
            </a:r>
          </a:p>
          <a:p xmlns:a="http://schemas.openxmlformats.org/drawingml/2006/main">
            <a:r>
              <a:t>packages/ai/test/bedrock-custom-headers.test.ts</a:t>
            </a:r>
          </a:p>
          <a:p xmlns:a="http://schemas.openxmlformats.org/drawingml/2006/main">
            <a:r>
              <a:t/>
            </a:r>
          </a:p>
          <a:p xmlns:a="http://schemas.openxmlformats.org/drawingml/2006/main">
            <a:r>
              <a:t>packages/ai/test/bedrock-endpoint-resolution.test.ts</a:t>
            </a:r>
          </a:p>
          <a:p xmlns:a="http://schemas.openxmlformats.org/drawingml/2006/main">
            <a:r>
              <a:t/>
            </a:r>
          </a:p>
          <a:p xmlns:a="http://schemas.openxmlformats.org/drawingml/2006/main">
            <a:r>
              <a:t>packages/ai/test/bedrock-error-metadata.test.ts</a:t>
            </a:r>
          </a:p>
          <a:p xmlns:a="http://schemas.openxmlformats.org/drawingml/2006/main">
            <a:r>
              <a:t/>
            </a:r>
          </a:p>
          <a:p xmlns:a="http://schemas.openxmlformats.org/drawingml/2006/main">
            <a:r>
              <a:t>packages/ai/test/bedrock-models.test.ts</a:t>
            </a:r>
          </a:p>
          <a:p xmlns:a="http://schemas.openxmlformats.org/drawingml/2006/main">
            <a:r>
              <a:t/>
            </a:r>
          </a:p>
          <a:p xmlns:a="http://schemas.openxmlformats.org/drawingml/2006/main">
            <a:r>
              <a:t>packages/ai/test/bedrock-raw-stop-reason.test.ts</a:t>
            </a:r>
          </a:p>
          <a:p xmlns:a="http://schemas.openxmlformats.org/drawingml/2006/main">
            <a:r>
              <a:t/>
            </a:r>
          </a:p>
          <a:p xmlns:a="http://schemas.openxmlformats.org/drawingml/2006/main">
            <a:r>
              <a:t>packages/ai/test/bedrock-redacted-reasoning.test.ts</a:t>
            </a:r>
          </a:p>
          <a:p xmlns:a="http://schemas.openxmlformats.org/drawingml/2006/main">
            <a:r>
              <a:t/>
            </a:r>
          </a:p>
          <a:p xmlns:a="http://schemas.openxmlformats.org/drawingml/2006/main">
            <a:r>
              <a:t>packages/ai/test/bedrock-response-headers.test.ts</a:t>
            </a:r>
          </a:p>
          <a:p xmlns:a="http://schemas.openxmlformats.org/drawingml/2006/main">
            <a:r>
              <a:t/>
            </a:r>
          </a:p>
          <a:p xmlns:a="http://schemas.openxmlformats.org/drawingml/2006/main">
            <a:r>
              <a:t>packages/ai/test/bedrock-thinking-payload.test.ts</a:t>
            </a:r>
          </a:p>
          <a:p xmlns:a="http://schemas.openxmlformats.org/drawingml/2006/main">
            <a:r>
              <a:t/>
            </a:r>
          </a:p>
          <a:p xmlns:a="http://schemas.openxmlformats.org/drawingml/2006/main">
            <a:r>
              <a:t>packages/ai/test/cache-retention.test.ts</a:t>
            </a:r>
          </a:p>
          <a:p xmlns:a="http://schemas.openxmlformats.org/drawingml/2006/main">
            <a:r>
              <a:t/>
            </a:r>
          </a:p>
          <a:p xmlns:a="http://schemas.openxmlformats.org/drawingml/2006/main">
            <a:r>
              <a:t>packages/ai/test/cloudflare-ai-binding.test.ts</a:t>
            </a:r>
          </a:p>
          <a:p xmlns:a="http://schemas.openxmlformats.org/drawingml/2006/main">
            <a:r>
              <a:t/>
            </a:r>
          </a:p>
          <a:p xmlns:a="http://schemas.openxmlformats.org/drawingml/2006/main">
            <a:r>
              <a:t>packages/ai/test/cloudflare-stream.test.ts</a:t>
            </a:r>
          </a:p>
          <a:p xmlns:a="http://schemas.openxmlformats.org/drawingml/2006/main">
            <a:r>
              <a:t/>
            </a:r>
          </a:p>
          <a:p xmlns:a="http://schemas.openxmlformats.org/drawingml/2006/main">
            <a:r>
              <a:t>packages/ai/test/codex-websocket-cached-probe.ts</a:t>
            </a:r>
          </a:p>
          <a:p xmlns:a="http://schemas.openxmlformats.org/drawingml/2006/main">
            <a:r>
              <a:t/>
            </a:r>
          </a:p>
          <a:p xmlns:a="http://schemas.openxmlformats.org/drawingml/2006/main">
            <a:r>
              <a:t>packages/ai/test/compat-env.test.ts</a:t>
            </a:r>
          </a:p>
          <a:p xmlns:a="http://schemas.openxmlformats.org/drawingml/2006/main">
            <a:r>
              <a:t/>
            </a:r>
          </a:p>
          <a:p xmlns:a="http://schemas.openxmlformats.org/drawingml/2006/main">
            <a:r>
              <a:t>packages/ai/test/constrained-sampling.test.ts</a:t>
            </a:r>
          </a:p>
          <a:p xmlns:a="http://schemas.openxmlformats.org/drawingml/2006/main">
            <a:r>
              <a:t/>
            </a:r>
          </a:p>
          <a:p xmlns:a="http://schemas.openxmlformats.org/drawingml/2006/main">
            <a:r>
              <a:t>packages/ai/test/context-estimate.test.ts</a:t>
            </a:r>
          </a:p>
          <a:p xmlns:a="http://schemas.openxmlformats.org/drawingml/2006/main">
            <a:r>
              <a:t/>
            </a:r>
          </a:p>
          <a:p xmlns:a="http://schemas.openxmlformats.org/drawingml/2006/main">
            <a:r>
              <a:t>packages/ai/test/context-overflow.test.ts</a:t>
            </a:r>
          </a:p>
          <a:p xmlns:a="http://schemas.openxmlformats.org/drawingml/2006/main">
            <a:r>
              <a:t/>
            </a:r>
          </a:p>
          <a:p xmlns:a="http://schemas.openxmlformats.org/drawingml/2006/main">
            <a:r>
              <a:t>packages/ai/test/cross-provider-handoff.test.ts</a:t>
            </a:r>
          </a:p>
          <a:p xmlns:a="http://schemas.openxmlformats.org/drawingml/2006/main">
            <a:r>
              <a:t/>
            </a:r>
          </a:p>
          <a:p xmlns:a="http://schemas.openxmlformats.org/drawingml/2006/main">
            <a:r>
              <a:t>packages/ai/test/empty.test.ts</a:t>
            </a:r>
          </a:p>
          <a:p xmlns:a="http://schemas.openxmlformats.org/drawingml/2006/main">
            <a:r>
              <a:t/>
            </a:r>
          </a:p>
          <a:p xmlns:a="http://schemas.openxmlformats.org/drawingml/2006/main">
            <a:r>
              <a:t>packages/ai/test/event-stream.test.ts</a:t>
            </a:r>
          </a:p>
          <a:p xmlns:a="http://schemas.openxmlformats.org/drawingml/2006/main">
            <a:r>
              <a:t/>
            </a:r>
          </a:p>
          <a:p xmlns:a="http://schemas.openxmlformats.org/drawingml/2006/main">
            <a:r>
              <a:t>packages/ai/test/faux-provider.test.ts</a:t>
            </a:r>
          </a:p>
          <a:p xmlns:a="http://schemas.openxmlformats.org/drawingml/2006/main">
            <a:r>
              <a:t/>
            </a:r>
          </a:p>
          <a:p xmlns:a="http://schemas.openxmlformats.org/drawingml/2006/main">
            <a:r>
              <a:t>packages/ai/test/fetch-option.test.ts</a:t>
            </a:r>
          </a:p>
          <a:p xmlns:a="http://schemas.openxmlformats.org/drawingml/2006/main">
            <a:r>
              <a:t/>
            </a:r>
          </a:p>
          <a:p xmlns:a="http://schemas.openxmlformats.org/drawingml/2006/main">
            <a:r>
              <a:t>packages/ai/test/github-copilot-request-size-overflow.test.ts</a:t>
            </a:r>
          </a:p>
          <a:p xmlns:a="http://schemas.openxmlformats.org/drawingml/2006/main">
            <a:r>
              <a:t/>
            </a:r>
          </a:p>
          <a:p xmlns:a="http://schemas.openxmlformats.org/drawingml/2006/main">
            <a:r>
              <a:t>packages/ai/test/google-raw-stop-reason.test.ts</a:t>
            </a:r>
          </a:p>
          <a:p xmlns:a="http://schemas.openxmlformats.org/drawingml/2006/main">
            <a:r>
              <a:t/>
            </a:r>
          </a:p>
          <a:p xmlns:a="http://schemas.openxmlformats.org/drawingml/2006/main">
            <a:r>
              <a:t>packages/ai/test/google-shared-convert-tools.test.ts</a:t>
            </a:r>
          </a:p>
          <a:p xmlns:a="http://schemas.openxmlformats.org/drawingml/2006/main">
            <a:r>
              <a:t/>
            </a:r>
          </a:p>
          <a:p xmlns:a="http://schemas.openxmlformats.org/drawingml/2006/main">
            <a:r>
              <a:t>packages/ai/test/google-shared-gemini3-unsigned-tool-call.test.ts</a:t>
            </a:r>
          </a:p>
          <a:p xmlns:a="http://schemas.openxmlformats.org/drawingml/2006/main">
            <a:r>
              <a:t/>
            </a:r>
          </a:p>
          <a:p xmlns:a="http://schemas.openxmlformats.org/drawingml/2006/main">
            <a:r>
              <a:t>packages/ai/test/google-shared-image-tool-result-routing.test.ts</a:t>
            </a:r>
          </a:p>
          <a:p xmlns:a="http://schemas.openxmlformats.org/drawingml/2006/main">
            <a:r>
              <a:t/>
            </a:r>
          </a:p>
          <a:p xmlns:a="http://schemas.openxmlformats.org/drawingml/2006/main">
            <a:r>
              <a:t>packages/ai/test/google-shared-signed-empty-blocks.test.ts</a:t>
            </a:r>
          </a:p>
          <a:p xmlns:a="http://schemas.openxmlformats.org/drawingml/2006/main">
            <a:r>
              <a:t/>
            </a:r>
          </a:p>
          <a:p xmlns:a="http://schemas.openxmlformats.org/drawingml/2006/main">
            <a:r>
              <a:t>packages/ai/test/google-thinking-disable.test.ts</a:t>
            </a:r>
          </a:p>
          <a:p xmlns:a="http://schemas.openxmlformats.org/drawingml/2006/main">
            <a:r>
              <a:t/>
            </a:r>
          </a:p>
          <a:p xmlns:a="http://schemas.openxmlformats.org/drawingml/2006/main">
            <a:r>
              <a:t>packages/ai/test/google-thinking-level-map.test.ts</a:t>
            </a:r>
          </a:p>
          <a:p xmlns:a="http://schemas.openxmlformats.org/drawingml/2006/main">
            <a:r>
              <a:t/>
            </a:r>
          </a:p>
          <a:p xmlns:a="http://schemas.openxmlformats.org/drawingml/2006/main">
            <a:r>
              <a:t>packages/ai/test/google-vertex-api-key-resolution.test.ts</a:t>
            </a:r>
          </a:p>
          <a:p xmlns:a="http://schemas.openxmlformats.org/drawingml/2006/main">
            <a:r>
              <a:t/>
            </a:r>
          </a:p>
          <a:p xmlns:a="http://schemas.openxmlformats.org/drawingml/2006/main">
            <a:r>
              <a:t>packages/ai/test/image-tool-result.test.ts</a:t>
            </a:r>
          </a:p>
          <a:p xmlns:a="http://schemas.openxmlformats.org/drawingml/2006/main">
            <a:r>
              <a:t/>
            </a:r>
          </a:p>
          <a:p xmlns:a="http://schemas.openxmlformats.org/drawingml/2006/main">
            <a:r>
              <a:t>packages/ai/test/images.test.ts</a:t>
            </a:r>
          </a:p>
          <a:p xmlns:a="http://schemas.openxmlformats.org/drawingml/2006/main">
            <a:r>
              <a:t/>
            </a:r>
          </a:p>
          <a:p xmlns:a="http://schemas.openxmlformats.org/drawingml/2006/main">
            <a:r>
              <a:t>packages/ai/test/interleaved-thinking.test.ts</a:t>
            </a:r>
          </a:p>
          <a:p xmlns:a="http://schemas.openxmlformats.org/drawingml/2006/main">
            <a:r>
              <a:t/>
            </a:r>
          </a:p>
          <a:p xmlns:a="http://schemas.openxmlformats.org/drawingml/2006/main">
            <a:r>
              <a:t>packages/ai/test/lax-message-content.test.ts</a:t>
            </a:r>
          </a:p>
          <a:p xmlns:a="http://schemas.openxmlformats.org/drawingml/2006/main">
            <a:r>
              <a:t/>
            </a:r>
          </a:p>
          <a:p xmlns:a="http://schemas.openxmlformats.org/drawingml/2006/main">
            <a:r>
              <a:t>packages/ai/test/llama-cpp-classify.test.ts</a:t>
            </a:r>
          </a:p>
          <a:p xmlns:a="http://schemas.openxmlformats.org/drawingml/2006/main">
            <a:r>
              <a:t/>
            </a:r>
          </a:p>
          <a:p xmlns:a="http://schemas.openxmlformats.org/drawingml/2006/main">
            <a:r>
              <a:t>packages/ai/test/max-thinking.test.ts</a:t>
            </a:r>
          </a:p>
          <a:p xmlns:a="http://schemas.openxmlformats.org/drawingml/2006/main">
            <a:r>
              <a:t/>
            </a:r>
          </a:p>
          <a:p xmlns:a="http://schemas.openxmlformats.org/drawingml/2006/main">
            <a:r>
              <a:t>packages/ai/test/message-types.test.ts</a:t>
            </a:r>
          </a:p>
          <a:p xmlns:a="http://schemas.openxmlformats.org/drawingml/2006/main">
            <a:r>
              <a:t/>
            </a:r>
          </a:p>
          <a:p xmlns:a="http://schemas.openxmlformats.org/drawingml/2006/main">
            <a:r>
              <a:t>packages/ai/test/mistral-http-transport.test.ts</a:t>
            </a:r>
          </a:p>
          <a:p xmlns:a="http://schemas.openxmlformats.org/drawingml/2006/main">
            <a:r>
              <a:t/>
            </a:r>
          </a:p>
          <a:p xmlns:a="http://schemas.openxmlformats.org/drawingml/2006/main">
            <a:r>
              <a:t>packages/ai/test/mistral-raw-stop-reason.test.ts</a:t>
            </a:r>
          </a:p>
          <a:p xmlns:a="http://schemas.openxmlformats.org/drawingml/2006/main">
            <a:r>
              <a:t/>
            </a:r>
          </a:p>
          <a:p xmlns:a="http://schemas.openxmlformats.org/drawingml/2006/main">
            <a:r>
              <a:t>packages/ai/test/mistral-reasoning-mode.test.ts</a:t>
            </a:r>
          </a:p>
          <a:p xmlns:a="http://schemas.openxmlformats.org/drawingml/2006/main">
            <a:r>
              <a:t/>
            </a:r>
          </a:p>
          <a:p xmlns:a="http://schemas.openxmlformats.org/drawingml/2006/main">
            <a:r>
              <a:t>packages/ai/test/mistral-tool-schema.test.ts</a:t>
            </a:r>
          </a:p>
          <a:p xmlns:a="http://schemas.openxmlformats.org/drawingml/2006/main">
            <a:r>
              <a:t/>
            </a:r>
          </a:p>
          <a:p xmlns:a="http://schemas.openxmlformats.org/drawingml/2006/main">
            <a:r>
              <a:t>packages/ai/test/openai-codex-cache-affinity-e2e.test.ts</a:t>
            </a:r>
          </a:p>
          <a:p xmlns:a="http://schemas.openxmlformats.org/drawingml/2006/main">
            <a:r>
              <a:t/>
            </a:r>
          </a:p>
          <a:p xmlns:a="http://schemas.openxmlformats.org/drawingml/2006/main">
            <a:r>
              <a:t>packages/ai/test/openai-codex-stream.test.ts</a:t>
            </a:r>
          </a:p>
          <a:p xmlns:a="http://schemas.openxmlformats.org/drawingml/2006/main">
            <a:r>
              <a:t/>
            </a:r>
          </a:p>
          <a:p xmlns:a="http://schemas.openxmlformats.org/drawingml/2006/main">
            <a:r>
              <a:t>packages/ai/test/openai-completions-cache-control-format.test.ts</a:t>
            </a:r>
          </a:p>
          <a:p xmlns:a="http://schemas.openxmlformats.org/drawingml/2006/main">
            <a:r>
              <a:t/>
            </a:r>
          </a:p>
          <a:p xmlns:a="http://schemas.openxmlformats.org/drawingml/2006/main">
            <a:r>
              <a:t>packages/ai/test/openai-completions-prompt-cache.test.ts</a:t>
            </a:r>
          </a:p>
          <a:p xmlns:a="http://schemas.openxmlformats.org/drawingml/2006/main">
            <a:r>
              <a:t/>
            </a:r>
          </a:p>
          <a:p xmlns:a="http://schemas.openxmlformats.org/drawingml/2006/main">
            <a:r>
              <a:t>packages/ai/test/openai-completions-provider-stream-event.test.ts</a:t>
            </a:r>
          </a:p>
          <a:p xmlns:a="http://schemas.openxmlformats.org/drawingml/2006/main">
            <a:r>
              <a:t/>
            </a:r>
          </a:p>
          <a:p xmlns:a="http://schemas.openxmlformats.org/drawingml/2006/main">
            <a:r>
              <a:t>packages/ai/test/openai-completions-raw-stop-reason.test.ts</a:t>
            </a:r>
          </a:p>
          <a:p xmlns:a="http://schemas.openxmlformats.org/drawingml/2006/main">
            <a:r>
              <a:t/>
            </a:r>
          </a:p>
          <a:p xmlns:a="http://schemas.openxmlformats.org/drawingml/2006/main">
            <a:r>
              <a:t>packages/ai/test/openai-completions-reasoning-details.test.ts</a:t>
            </a:r>
          </a:p>
          <a:p xmlns:a="http://schemas.openxmlformats.org/drawingml/2006/main">
            <a:r>
              <a:t/>
            </a:r>
          </a:p>
          <a:p xmlns:a="http://schemas.openxmlformats.org/drawingml/2006/main">
            <a:r>
              <a:t>packages/ai/test/openai-completions-response-model.test.ts</a:t>
            </a:r>
          </a:p>
          <a:p xmlns:a="http://schemas.openxmlformats.org/drawingml/2006/main">
            <a:r>
              <a:t/>
            </a:r>
          </a:p>
          <a:p xmlns:a="http://schemas.openxmlformats.org/drawingml/2006/main">
            <a:r>
              <a:t>packages/ai/test/openai-completions-retry.test.ts</a:t>
            </a:r>
          </a:p>
          <a:p xmlns:a="http://schemas.openxmlformats.org/drawingml/2006/main">
            <a:r>
              <a:t/>
            </a:r>
          </a:p>
          <a:p xmlns:a="http://schemas.openxmlformats.org/drawingml/2006/main">
            <a:r>
              <a:t>packages/ai/test/openai-completions-thinking-as-text.test.ts</a:t>
            </a:r>
          </a:p>
          <a:p xmlns:a="http://schemas.openxmlformats.org/drawingml/2006/main">
            <a:r>
              <a:t/>
            </a:r>
          </a:p>
          <a:p xmlns:a="http://schemas.openxmlformats.org/drawingml/2006/main">
            <a:r>
              <a:t>packages/ai/test/openai-completions-thinking-token-budget.test.ts</a:t>
            </a:r>
          </a:p>
          <a:p xmlns:a="http://schemas.openxmlformats.org/drawingml/2006/main">
            <a:r>
              <a:t/>
            </a:r>
          </a:p>
          <a:p xmlns:a="http://schemas.openxmlformats.org/drawingml/2006/main">
            <a:r>
              <a:t>packages/ai/test/openai-completions-tool-choice.test.ts</a:t>
            </a:r>
          </a:p>
          <a:p xmlns:a="http://schemas.openxmlformats.org/drawingml/2006/main">
            <a:r>
              <a:t/>
            </a:r>
          </a:p>
          <a:p xmlns:a="http://schemas.openxmlformats.org/drawingml/2006/main">
            <a:r>
              <a:t>packages/ai/test/openai-completions-tool-result-images.test.ts</a:t>
            </a:r>
          </a:p>
          <a:p xmlns:a="http://schemas.openxmlformats.org/drawingml/2006/main">
            <a:r>
              <a:t/>
            </a:r>
          </a:p>
          <a:p xmlns:a="http://schemas.openxmlformats.org/drawingml/2006/main">
            <a:r>
              <a:t>packages/ai/test/openai-completions-vllm-priority.test.ts</a:t>
            </a:r>
          </a:p>
          <a:p xmlns:a="http://schemas.openxmlformats.org/drawingml/2006/main">
            <a:r>
              <a:t/>
            </a:r>
          </a:p>
          <a:p xmlns:a="http://schemas.openxmlformats.org/drawingml/2006/main">
            <a:r>
              <a:t>packages/ai/test/openai-decisions.test.ts</a:t>
            </a:r>
          </a:p>
          <a:p xmlns:a="http://schemas.openxmlformats.org/drawingml/2006/main">
            <a:r>
              <a:t/>
            </a:r>
          </a:p>
          <a:p xmlns:a="http://schemas.openxmlformats.org/drawingml/2006/main">
            <a:r>
              <a:t>packages/ai/test/openai-responses-cache-affinity-e2e.test.ts</a:t>
            </a:r>
          </a:p>
          <a:p xmlns:a="http://schemas.openxmlformats.org/drawingml/2006/main">
            <a:r>
              <a:t/>
            </a:r>
          </a:p>
          <a:p xmlns:a="http://schemas.openxmlformats.org/drawingml/2006/main">
            <a:r>
              <a:t>packages/ai/test/openai-responses-chatgpt-sign-in.test.ts</a:t>
            </a:r>
          </a:p>
          <a:p xmlns:a="http://schemas.openxmlformats.org/drawingml/2006/main">
            <a:r>
              <a:t/>
            </a:r>
          </a:p>
          <a:p xmlns:a="http://schemas.openxmlformats.org/drawingml/2006/main">
            <a:r>
              <a:t>packages/ai/test/openai-responses-compat.test.ts</a:t>
            </a:r>
          </a:p>
          <a:p xmlns:a="http://schemas.openxmlformats.org/drawingml/2006/main">
            <a:r>
              <a:t/>
            </a:r>
          </a:p>
          <a:p xmlns:a="http://schemas.openxmlformats.org/drawingml/2006/main">
            <a:r>
              <a:t>packages/ai/test/openai-responses-empty-tool-result.test.ts</a:t>
            </a:r>
          </a:p>
          <a:p xmlns:a="http://schemas.openxmlformats.org/drawingml/2006/main">
            <a:r>
              <a:t/>
            </a:r>
          </a:p>
          <a:p xmlns:a="http://schemas.openxmlformats.org/drawingml/2006/main">
            <a:r>
              <a:t>packages/ai/test/openai-responses-foreign-toolcall-id.test.ts</a:t>
            </a:r>
          </a:p>
          <a:p xmlns:a="http://schemas.openxmlformats.org/drawingml/2006/main">
            <a:r>
              <a:t/>
            </a:r>
          </a:p>
          <a:p xmlns:a="http://schemas.openxmlformats.org/drawingml/2006/main">
            <a:r>
              <a:t>packages/ai/test/openai-responses-message-id.test.ts</a:t>
            </a:r>
          </a:p>
          <a:p xmlns:a="http://schemas.openxmlformats.org/drawingml/2006/main">
            <a:r>
              <a:t/>
            </a:r>
          </a:p>
          <a:p xmlns:a="http://schemas.openxmlformats.org/drawingml/2006/main">
            <a:r>
              <a:t>packages/ai/test/openai-responses-mid-convo-effort.test.ts</a:t>
            </a:r>
          </a:p>
          <a:p xmlns:a="http://schemas.openxmlformats.org/drawingml/2006/main">
            <a:r>
              <a:t/>
            </a:r>
          </a:p>
          <a:p xmlns:a="http://schemas.openxmlformats.org/drawingml/2006/main">
            <a:r>
              <a:t>packages/ai/test/openai-responses-namespace.test.ts</a:t>
            </a:r>
          </a:p>
          <a:p xmlns:a="http://schemas.openxmlformats.org/drawingml/2006/main">
            <a:r>
              <a:t/>
            </a:r>
          </a:p>
          <a:p xmlns:a="http://schemas.openxmlformats.org/drawingml/2006/main">
            <a:r>
              <a:t>packages/ai/test/openai-responses-partial-json-cleanup.test.ts</a:t>
            </a:r>
          </a:p>
          <a:p xmlns:a="http://schemas.openxmlformats.org/drawingml/2006/main">
            <a:r>
              <a:t/>
            </a:r>
          </a:p>
          <a:p xmlns:a="http://schemas.openxmlformats.org/drawingml/2006/main">
            <a:r>
              <a:t>packages/ai/test/openai-responses-reasoning-replay-e2e.test.ts</a:t>
            </a:r>
          </a:p>
          <a:p xmlns:a="http://schemas.openxmlformats.org/drawingml/2006/main">
            <a:r>
              <a:t/>
            </a:r>
          </a:p>
          <a:p xmlns:a="http://schemas.openxmlformats.org/drawingml/2006/main">
            <a:r>
              <a:t>packages/ai/test/openai-responses-terminal-event.test.ts</a:t>
            </a:r>
          </a:p>
          <a:p xmlns:a="http://schemas.openxmlformats.org/drawingml/2006/main">
            <a:r>
              <a:t/>
            </a:r>
          </a:p>
          <a:p xmlns:a="http://schemas.openxmlformats.org/drawingml/2006/main">
            <a:r>
              <a:t>packages/ai/test/openai-responses-usage-limit.test.ts</a:t>
            </a:r>
          </a:p>
          <a:p xmlns:a="http://schemas.openxmlformats.org/drawingml/2006/main">
            <a:r>
              <a:t/>
            </a:r>
          </a:p>
          <a:p xmlns:a="http://schemas.openxmlformats.org/drawingml/2006/main">
            <a:r>
              <a:t>packages/ai/test/opencode-provider-headers.test.ts</a:t>
            </a:r>
          </a:p>
          <a:p xmlns:a="http://schemas.openxmlformats.org/drawingml/2006/main">
            <a:r>
              <a:t/>
            </a:r>
          </a:p>
          <a:p xmlns:a="http://schemas.openxmlformats.org/drawingml/2006/main">
            <a:r>
              <a:t>packages/ai/test/openrouter-cost.test.ts</a:t>
            </a:r>
          </a:p>
          <a:p xmlns:a="http://schemas.openxmlformats.org/drawingml/2006/main">
            <a:r>
              <a:t/>
            </a:r>
          </a:p>
          <a:p xmlns:a="http://schemas.openxmlformats.org/drawingml/2006/main">
            <a:r>
              <a:t>packages/ai/test/openrouter-images.test.ts</a:t>
            </a:r>
          </a:p>
          <a:p xmlns:a="http://schemas.openxmlformats.org/drawingml/2006/main">
            <a:r>
              <a:t/>
            </a:r>
          </a:p>
          <a:p xmlns:a="http://schemas.openxmlformats.org/drawingml/2006/main">
            <a:r>
              <a:t>packages/ai/test/openrouter-reasoning-options.test.ts</a:t>
            </a:r>
          </a:p>
          <a:p xmlns:a="http://schemas.openxmlformats.org/drawingml/2006/main">
            <a:r>
              <a:t/>
            </a:r>
          </a:p>
          <a:p xmlns:a="http://schemas.openxmlformats.org/drawingml/2006/main">
            <a:r>
              <a:t>packages/ai/test/overflow.test.ts</a:t>
            </a:r>
          </a:p>
          <a:p xmlns:a="http://schemas.openxmlformats.org/drawingml/2006/main">
            <a:r>
              <a:t/>
            </a:r>
          </a:p>
          <a:p xmlns:a="http://schemas.openxmlformats.org/drawingml/2006/main">
            <a:r>
              <a:t>packages/ai/test/pi-messages.test.ts</a:t>
            </a:r>
          </a:p>
          <a:p xmlns:a="http://schemas.openxmlformats.org/drawingml/2006/main">
            <a:r>
              <a:t/>
            </a:r>
          </a:p>
          <a:p xmlns:a="http://schemas.openxmlformats.org/drawingml/2006/main">
            <a:r>
              <a:t>packages/ai/test/pre-generation-error.test.ts</a:t>
            </a:r>
          </a:p>
          <a:p xmlns:a="http://schemas.openxmlformats.org/drawingml/2006/main">
            <a:r>
              <a:t/>
            </a:r>
          </a:p>
          <a:p xmlns:a="http://schemas.openxmlformats.org/drawingml/2006/main">
            <a:r>
              <a:t>packages/ai/test/provider-error-body-passthrough.test.ts</a:t>
            </a:r>
          </a:p>
          <a:p xmlns:a="http://schemas.openxmlformats.org/drawingml/2006/main">
            <a:r>
              <a:t/>
            </a:r>
          </a:p>
          <a:p xmlns:a="http://schemas.openxmlformats.org/drawingml/2006/main">
            <a:r>
              <a:t>packages/ai/test/provider-error-body-regression.test.ts</a:t>
            </a:r>
          </a:p>
          <a:p xmlns:a="http://schemas.openxmlformats.org/drawingml/2006/main">
            <a:r>
              <a:t/>
            </a:r>
          </a:p>
          <a:p xmlns:a="http://schemas.openxmlformats.org/drawingml/2006/main">
            <a:r>
              <a:t>packages/ai/test/radius-thinking-replay-e2e.test.ts</a:t>
            </a:r>
          </a:p>
          <a:p xmlns:a="http://schemas.openxmlformats.org/drawingml/2006/main">
            <a:r>
              <a:t/>
            </a:r>
          </a:p>
          <a:p xmlns:a="http://schemas.openxmlformats.org/drawingml/2006/main">
            <a:r>
              <a:t>packages/ai/test/responseid.test.ts</a:t>
            </a:r>
          </a:p>
          <a:p xmlns:a="http://schemas.openxmlformats.org/drawingml/2006/main">
            <a:r>
              <a:t/>
            </a:r>
          </a:p>
          <a:p xmlns:a="http://schemas.openxmlformats.org/drawingml/2006/main">
            <a:r>
              <a:t>packages/ai/test/sampling-options.test.ts</a:t>
            </a:r>
          </a:p>
          <a:p xmlns:a="http://schemas.openxmlformats.org/drawingml/2006/main">
            <a:r>
              <a:t/>
            </a:r>
          </a:p>
          <a:p xmlns:a="http://schemas.openxmlformats.org/drawingml/2006/main">
            <a:r>
              <a:t>packages/ai/test/stream.test.ts</a:t>
            </a:r>
          </a:p>
          <a:p xmlns:a="http://schemas.openxmlformats.org/drawingml/2006/main">
            <a:r>
              <a:t/>
            </a:r>
          </a:p>
          <a:p xmlns:a="http://schemas.openxmlformats.org/drawingml/2006/main">
            <a:r>
              <a:t>packages/ai/test/system-message-replay.test.ts</a:t>
            </a:r>
          </a:p>
          <a:p xmlns:a="http://schemas.openxmlformats.org/drawingml/2006/main">
            <a:r>
              <a:t/>
            </a:r>
          </a:p>
          <a:p xmlns:a="http://schemas.openxmlformats.org/drawingml/2006/main">
            <a:r>
              <a:t>packages/ai/test/tokens.test.ts</a:t>
            </a:r>
          </a:p>
          <a:p xmlns:a="http://schemas.openxmlformats.org/drawingml/2006/main">
            <a:r>
              <a:t/>
            </a:r>
          </a:p>
          <a:p xmlns:a="http://schemas.openxmlformats.org/drawingml/2006/main">
            <a:r>
              <a:t>packages/ai/test/tool-call-id-normalization.test.ts</a:t>
            </a:r>
          </a:p>
          <a:p xmlns:a="http://schemas.openxmlformats.org/drawingml/2006/main">
            <a:r>
              <a:t/>
            </a:r>
          </a:p>
          <a:p xmlns:a="http://schemas.openxmlformats.org/drawingml/2006/main">
            <a:r>
              <a:t>packages/ai/test/tool-call-without-result.test.ts</a:t>
            </a:r>
          </a:p>
          <a:p xmlns:a="http://schemas.openxmlformats.org/drawingml/2006/main">
            <a:r>
              <a:t/>
            </a:r>
          </a:p>
          <a:p xmlns:a="http://schemas.openxmlformats.org/drawingml/2006/main">
            <a:r>
              <a:t>packages/ai/test/total-tokens.test.ts</a:t>
            </a:r>
          </a:p>
          <a:p xmlns:a="http://schemas.openxmlformats.org/drawingml/2006/main">
            <a:r>
              <a:t/>
            </a:r>
          </a:p>
          <a:p xmlns:a="http://schemas.openxmlformats.org/drawingml/2006/main">
            <a:r>
              <a:t>packages/ai/test/transcript-tool-changes.test.ts</a:t>
            </a:r>
          </a:p>
          <a:p xmlns:a="http://schemas.openxmlformats.org/drawingml/2006/main">
            <a:r>
              <a:t/>
            </a:r>
          </a:p>
          <a:p xmlns:a="http://schemas.openxmlformats.org/drawingml/2006/main">
            <a:r>
              <a:t>packages/ai/test/transform-messages-copilot-openai-to-anthropic.test.ts</a:t>
            </a:r>
          </a:p>
          <a:p xmlns:a="http://schemas.openxmlformats.org/drawingml/2006/main">
            <a:r>
              <a:t/>
            </a:r>
          </a:p>
          <a:p xmlns:a="http://schemas.openxmlformats.org/drawingml/2006/main">
            <a:r>
              <a:t>packages/ai/test/transform-messages-cross-model-thinking.test.ts</a:t>
            </a:r>
          </a:p>
          <a:p xmlns:a="http://schemas.openxmlformats.org/drawingml/2006/main">
            <a:r>
              <a:t/>
            </a:r>
          </a:p>
          <a:p xmlns:a="http://schemas.openxmlformats.org/drawingml/2006/main">
            <a:r>
              <a:t>packages/ai/test/typesafe-system-one.test.ts</a:t>
            </a:r>
          </a:p>
          <a:p xmlns:a="http://schemas.openxmlformats.org/drawingml/2006/main">
            <a:r>
              <a:t/>
            </a:r>
          </a:p>
          <a:p xmlns:a="http://schemas.openxmlformats.org/drawingml/2006/main">
            <a:r>
              <a:t>packages/ai/test/unicode-surrogate.test.ts</a:t>
            </a:r>
          </a:p>
          <a:p xmlns:a="http://schemas.openxmlformats.org/drawingml/2006/main">
            <a:r>
              <a:t/>
            </a:r>
          </a:p>
          <a:p xmlns:a="http://schemas.openxmlformats.org/drawingml/2006/main">
            <a:r>
              <a:t>packages/ai/test/validation.test.ts</a:t>
            </a:r>
          </a:p>
          <a:p xmlns:a="http://schemas.openxmlformats.org/drawingml/2006/main">
            <a:r>
              <a:t/>
            </a:r>
          </a:p>
          <a:p xmlns:a="http://schemas.openxmlformats.org/drawingml/2006/main">
            <a:r>
              <a:t>packages/ai/test/xhigh.test.ts</a:t>
            </a:r>
          </a:p>
          <a:p xmlns:a="http://schemas.openxmlformats.org/drawingml/2006/main">
            <a:r>
              <a:t/>
            </a:r>
          </a:p>
          <a:p xmlns:a="http://schemas.openxmlformats.org/drawingml/2006/main">
            <a:r>
              <a:t>packages/ai/test/xiaomi-token-plan-ams-anthropic-empty-signature-smoke.test.ts</a:t>
            </a:r>
          </a:p>
          <a:p xmlns:a="http://schemas.openxmlformats.org/drawingml/2006/main">
            <a:r>
              <a:t/>
            </a:r>
          </a:p>
          <a:p xmlns:a="http://schemas.openxmlformats.org/drawingml/2006/main">
            <a:r>
              <a:t>packages/ai/test/zen.test.ts</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packages/coding-agent/test/model-registry.test.ts</a:t>
            </a:r>
          </a:p>
          <a:p xmlns:a="http://schemas.openxmlformats.org/drawingml/2006/main">
            <a:r>
              <a:t/>
            </a:r>
          </a:p>
          <a:p xmlns:a="http://schemas.openxmlformats.org/drawingml/2006/main">
            <a:r>
              <a:t>packages/coding-agent/test/model-runtime-cloudflare-compat.test.ts</a:t>
            </a:r>
          </a:p>
          <a:p xmlns:a="http://schemas.openxmlformats.org/drawingml/2006/main">
            <a:r>
              <a:t/>
            </a:r>
          </a:p>
          <a:p xmlns:a="http://schemas.openxmlformats.org/drawingml/2006/main">
            <a:r>
              <a:t>packages/coding-agent/test/model-runtime-modify-models-compat.test.ts</a:t>
            </a:r>
          </a:p>
          <a:p xmlns:a="http://schemas.openxmlformats.org/drawingml/2006/main">
            <a:r>
              <a:t/>
            </a:r>
          </a:p>
          <a:p xmlns:a="http://schemas.openxmlformats.org/drawingml/2006/main">
            <a:r>
              <a:t>packages/coding-agent/test/model-runtime-test-utils.ts</a:t>
            </a:r>
          </a:p>
          <a:p xmlns:a="http://schemas.openxmlformats.org/drawingml/2006/main">
            <a:r>
              <a:t/>
            </a:r>
          </a:p>
          <a:p xmlns:a="http://schemas.openxmlformats.org/drawingml/2006/main">
            <a:r>
              <a:t>packages/coding-agent/test/suite/regressions/7027-credential-refresh-hang.test.ts</a:t>
            </a:r>
          </a:p>
          <a:p xmlns:a="http://schemas.openxmlformats.org/drawingml/2006/main">
            <a:r>
              <a:t/>
            </a:r>
          </a:p>
          <a:p xmlns:a="http://schemas.openxmlformats.org/drawingml/2006/main">
            <a:r>
              <a:t>packages/coding-agent/test/auth-check.test.ts</a:t>
            </a:r>
          </a:p>
          <a:p xmlns:a="http://schemas.openxmlformats.org/drawingml/2006/main">
            <a:r>
              <a:t/>
            </a:r>
          </a:p>
          <a:p xmlns:a="http://schemas.openxmlformats.org/drawingml/2006/main">
            <a:r>
              <a:t>packages/coding-agent/test/credential-print.test.ts</a:t>
            </a:r>
          </a:p>
          <a:p xmlns:a="http://schemas.openxmlformats.org/drawingml/2006/main">
            <a:r>
              <a:t/>
            </a:r>
          </a:p>
          <a:p xmlns:a="http://schemas.openxmlformats.org/drawingml/2006/main">
            <a:r>
              <a:t>packages/coding-agent/test/model-catalog-protocol.test.ts</a:t>
            </a:r>
          </a:p>
          <a:p xmlns:a="http://schemas.openxmlformats.org/drawingml/2006/main">
            <a:r>
              <a:t/>
            </a:r>
          </a:p>
          <a:p xmlns:a="http://schemas.openxmlformats.org/drawingml/2006/main">
            <a:r>
              <a:t>packages/coding-agent/test/model-runtime-auth-options.test.ts</a:t>
            </a:r>
          </a:p>
          <a:p xmlns:a="http://schemas.openxmlformats.org/drawingml/2006/main">
            <a:r>
              <a:t/>
            </a:r>
          </a:p>
          <a:p xmlns:a="http://schemas.openxmlformats.org/drawingml/2006/main">
            <a:r>
              <a:t>packages/coding-agent/test/model-runtime-classifiers.test.ts</a:t>
            </a:r>
          </a:p>
          <a:p xmlns:a="http://schemas.openxmlformats.org/drawingml/2006/main">
            <a:r>
              <a:t/>
            </a:r>
          </a:p>
          <a:p xmlns:a="http://schemas.openxmlformats.org/drawingml/2006/main">
            <a:r>
              <a:t>packages/coding-agent/test/model-runtime-credential-sync.test.ts</a:t>
            </a:r>
          </a:p>
          <a:p xmlns:a="http://schemas.openxmlformats.org/drawingml/2006/main">
            <a:r>
              <a:t/>
            </a:r>
          </a:p>
          <a:p xmlns:a="http://schemas.openxmlformats.org/drawingml/2006/main">
            <a:r>
              <a:t>packages/coding-agent/test/model-runtime-images.test.ts</a:t>
            </a:r>
          </a:p>
          <a:p xmlns:a="http://schemas.openxmlformats.org/drawingml/2006/main">
            <a:r>
              <a:t/>
            </a:r>
          </a:p>
          <a:p xmlns:a="http://schemas.openxmlformats.org/drawingml/2006/main">
            <a:r>
              <a:t>packages/coding-agent/test/package-command-paths.test.ts</a:t>
            </a:r>
          </a:p>
          <a:p xmlns:a="http://schemas.openxmlformats.org/drawingml/2006/main">
            <a:r>
              <a:t/>
            </a:r>
          </a:p>
          <a:p xmlns:a="http://schemas.openxmlformats.org/drawingml/2006/main">
            <a:r>
              <a:t>packages/coding-agent/test/radius.test.ts</a:t>
            </a:r>
          </a:p>
          <a:p xmlns:a="http://schemas.openxmlformats.org/drawingml/2006/main">
            <a:r>
              <a:t/>
            </a:r>
          </a:p>
          <a:p xmlns:a="http://schemas.openxmlformats.org/drawingml/2006/main">
            <a:r>
              <a:t>packages/coding-agent/test/models-store.test.ts</a:t>
            </a:r>
          </a:p>
          <a:p xmlns:a="http://schemas.openxmlformats.org/drawingml/2006/main">
            <a:r>
              <a:t/>
            </a:r>
          </a:p>
          <a:p xmlns:a="http://schemas.openxmlformats.org/drawingml/2006/main">
            <a:r>
              <a:t>packages/coding-agent/test/remote-catalog-provider.test.ts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AG-01 · 有状态 Agent [库] 保存模型、推理级别、可执行工具、消息、流式状态与待完成调用，供应用构建自己的智能体。</a:t>
            </a:r>
          </a:p>
          <a:p xmlns:a="http://schemas.openxmlformats.org/drawingml/2006/main">
            <a:r>
              <a:t/>
            </a:r>
          </a:p>
          <a:p xmlns:a="http://schemas.openxmlformats.org/drawingml/2006/main">
            <a:r>
              <a:t>AG-02 · 多轮工具循环 [库] 模型回答要求工具时先执行工具、加入结果，再调用模型，直到正常完成、错误、中止或调度控制结束。</a:t>
            </a:r>
          </a:p>
          <a:p xmlns:a="http://schemas.openxmlformats.org/drawingml/2006/main">
            <a:r>
              <a:t/>
            </a:r>
          </a:p>
          <a:p xmlns:a="http://schemas.openxmlformats.org/drawingml/2006/main">
            <a:r>
              <a:t>AG-03 · 上下文预处理 [库] 在模型格式转换前裁剪、注入或变换应用消息，便于构建检索或自定义历史管理。</a:t>
            </a:r>
          </a:p>
          <a:p xmlns:a="http://schemas.openxmlformats.org/drawingml/2006/main">
            <a:r>
              <a:t/>
            </a:r>
          </a:p>
          <a:p xmlns:a="http://schemas.openxmlformats.org/drawingml/2006/main">
            <a:r>
              <a:t>AG-04 · 自定义消息类型 [库] 扩展应用消息并转换成模型可识别的 user、assistant、toolResult 等结构，或过滤仅 UI 使用的消息。</a:t>
            </a:r>
          </a:p>
          <a:p xmlns:a="http://schemas.openxmlformats.org/drawingml/2006/main">
            <a:r>
              <a:t/>
            </a:r>
          </a:p>
          <a:p xmlns:a="http://schemas.openxmlformats.org/drawingml/2006/main">
            <a:r>
              <a:t>AG-05 · 文本与图片提示 [库] 支持文本、图片内容块或完整 AgentMessage 输入，让宿主以统一入口提供多模态任务。</a:t>
            </a:r>
          </a:p>
          <a:p xmlns:a="http://schemas.openxmlformats.org/drawingml/2006/main">
            <a:r>
              <a:t/>
            </a:r>
          </a:p>
          <a:p xmlns:a="http://schemas.openxmlformats.org/drawingml/2006/main">
            <a:r>
              <a:t>AG-06 · 并行工具批次 [库] 默认先顺序完成工具预检，再并行执行通过的调用；完成事件按完成顺序，历史结果仍按模型原始顺序保存。</a:t>
            </a:r>
          </a:p>
          <a:p xmlns:a="http://schemas.openxmlformats.org/drawingml/2006/main">
            <a:r>
              <a:t/>
            </a:r>
          </a:p>
          <a:p xmlns:a="http://schemas.openxmlformats.org/drawingml/2006/main">
            <a:r>
              <a:t>AG-07 · 串行工具约束 [库] 全局或单工具可要求串行；批次中存在串行工具时整批串行，保护共享可变状态。</a:t>
            </a:r>
          </a:p>
          <a:p xmlns:a="http://schemas.openxmlformats.org/drawingml/2006/main">
            <a:r>
              <a:t/>
            </a:r>
          </a:p>
          <a:p xmlns:a="http://schemas.openxmlformats.org/drawingml/2006/main">
            <a:r>
              <a:t>AG-10 · 终止结果提示 [库] 当一批所有最终工具结果都要求 terminate 时，跳过后续模型请求；混合批次仍正常继续。</a:t>
            </a:r>
          </a:p>
          <a:p xmlns:a="http://schemas.openxmlformats.org/drawingml/2006/main">
            <a:r>
              <a:t/>
            </a:r>
          </a:p>
          <a:p xmlns:a="http://schemas.openxmlformats.org/drawingml/2006/main">
            <a:r>
              <a:t>AG-11 · 请求准备屏障 [库] 每次模型请求前安装权威上下文，使持久化会话状态能成为实际请求来源。</a:t>
            </a:r>
          </a:p>
          <a:p xmlns:a="http://schemas.openxmlformats.org/drawingml/2006/main">
            <a:r>
              <a:t/>
            </a:r>
          </a:p>
          <a:p xmlns:a="http://schemas.openxmlformats.org/drawingml/2006/main">
            <a:r>
              <a:t>AG-12 · 轮次收尾决策 [库] 在助手与工具结果完成后决定结束或再请求一次；错误和中止仍是硬退出。</a:t>
            </a:r>
          </a:p>
          <a:p xmlns:a="http://schemas.openxmlformats.org/drawingml/2006/main">
            <a:r>
              <a:t/>
            </a:r>
          </a:p>
          <a:p xmlns:a="http://schemas.openxmlformats.org/drawingml/2006/main">
            <a:r>
              <a:t>AG-13 · Steering／follow-up 队列 [库] 分开管理当前任务纠偏和后续任务，支持逐条／整批、窥视和清理队列。</a:t>
            </a:r>
          </a:p>
          <a:p xmlns:a="http://schemas.openxmlformats.org/drawingml/2006/main">
            <a:r>
              <a:t/>
            </a:r>
          </a:p>
          <a:p xmlns:a="http://schemas.openxmlformats.org/drawingml/2006/main">
            <a:r>
              <a:t>AG-14 · 有序事件与异步订阅 [库] 发布 agent、turn、message、tool 全流程事件；Agent 的订阅按注册顺序等待，允许宿主把落盘操作作为屏障。</a:t>
            </a:r>
          </a:p>
          <a:p xmlns:a="http://schemas.openxmlformats.org/drawingml/2006/main">
            <a:r>
              <a:t/>
            </a:r>
          </a:p>
          <a:p xmlns:a="http://schemas.openxmlformats.org/drawingml/2006/main">
            <a:r>
              <a:t>AG-15 · 取消与真正空闲 [库] 传播取消并等待整个运行结算，包括 agent_end 订阅完成，而不只等待最后一块文本。</a:t>
            </a:r>
          </a:p>
          <a:p xmlns:a="http://schemas.openxmlformats.org/drawingml/2006/main">
            <a:r>
              <a:t/>
            </a:r>
          </a:p>
          <a:p xmlns:a="http://schemas.openxmlformats.org/drawingml/2006/main">
            <a:r>
              <a:t>AG-16 · 系统提示和工具变更记录 [库] 用系统消息记录提示与工具声明变化，请求前将可执行集合与会话声明对齐，支持准确重放。</a:t>
            </a:r>
          </a:p>
          <a:p xmlns:a="http://schemas.openxmlformats.org/drawingml/2006/main">
            <a:r>
              <a:t/>
            </a:r>
          </a:p>
          <a:p xmlns:a="http://schemas.openxmlformats.org/drawingml/2006/main">
            <a:r>
              <a:t>AG-17 · 动态认证与会话亲和 [库] 宿主提供动态凭据解析、sessionId 和推理预算，将认证刷新及提供商缓存接入循环。</a:t>
            </a:r>
          </a:p>
          <a:p xmlns:a="http://schemas.openxmlformats.org/drawingml/2006/main">
            <a:r>
              <a:t/>
            </a:r>
          </a:p>
          <a:p xmlns:a="http://schemas.openxmlformats.org/drawingml/2006/main">
            <a:r>
              <a:t>AG-18 · 底层无类循环 [库] 直接使用异步事件流驱动循环，便于定制宿主；底层流不会像 Agent 类那样等待消费者处理事件。</a:t>
            </a:r>
          </a:p>
          <a:p xmlns:a="http://schemas.openxmlformats.org/drawingml/2006/main">
            <a:r>
              <a:t/>
            </a:r>
          </a:p>
          <a:p xmlns:a="http://schemas.openxmlformats.org/drawingml/2006/main">
            <a:r>
              <a:t>AI-01 · 提供商集合 [库] 用一个 Models 实例管理多个提供商，把认证、模型目录和协议实现组合起来，按模型所属提供商分发调用。</a:t>
            </a:r>
          </a:p>
          <a:p xmlns:a="http://schemas.openxmlformats.org/drawingml/2006/main">
            <a:r>
              <a:t/>
            </a:r>
          </a:p>
          <a:p xmlns:a="http://schemas.openxmlformats.org/drawingml/2006/main">
            <a:r>
              <a:t>AI-02 · 统一流式／完整回答 [库] 使用相同 Context 调用各提供商，既可消费文本／推理／工具增量，也可等待完整 AssistantMessage。</a:t>
            </a:r>
          </a:p>
          <a:p xmlns:a="http://schemas.openxmlformats.org/drawingml/2006/main">
            <a:r>
              <a:t/>
            </a:r>
          </a:p>
          <a:p xmlns:a="http://schemas.openxmlformats.org/drawingml/2006/main">
            <a:r>
              <a:t>AI-03 · 简化推理接口 [库] 用统一 reasoning 级别调用不同协议，降低宿主对提供商特定推理参数的依赖。</a:t>
            </a:r>
          </a:p>
          <a:p xmlns:a="http://schemas.openxmlformats.org/drawingml/2006/main">
            <a:r>
              <a:t/>
            </a:r>
          </a:p>
          <a:p xmlns:a="http://schemas.openxmlformats.org/drawingml/2006/main">
            <a:r>
              <a:t>AI-04 · 提供商专属参数 [库] 需要细控时按 API 类型传递推理预算、采样、缓存和协议参数，保留类型检查。</a:t>
            </a:r>
          </a:p>
          <a:p xmlns:a="http://schemas.openxmlformats.org/drawingml/2006/main">
            <a:r>
              <a:t/>
            </a:r>
          </a:p>
          <a:p xmlns:a="http://schemas.openxmlformats.org/drawingml/2006/main">
            <a:r>
              <a:t>AI-05 · 标准内容块与消息 [库] 统一用户、助手、工具结果、文本、图片、推理和工具调用结构，便于跨模型和宿主共享数据。</a:t>
            </a:r>
          </a:p>
          <a:p xmlns:a="http://schemas.openxmlformats.org/drawingml/2006/main">
            <a:r>
              <a:t/>
            </a:r>
          </a:p>
          <a:p xmlns:a="http://schemas.openxmlformats.org/drawingml/2006/main">
            <a:r>
              <a:t>AI-20 · 视觉输入 [库／模型相关] 将用户或工具结果中的图片交给支持视觉的聊天模型；模型元数据表示是否具备图片输入能力。</a:t>
            </a:r>
          </a:p>
          <a:p xmlns:a="http://schemas.openxmlformats.org/drawingml/2006/main">
            <a:r>
              <a:t/>
            </a:r>
          </a:p>
          <a:p xmlns:a="http://schemas.openxmlformats.org/drawingml/2006/main">
            <a:r>
              <a:t>AI-24 · 停止原因与错误归一化 [库] 区分正常停止、长度限制、工具使用、错误和取消，失败结果可携带已收到的内容和用量。</a:t>
            </a:r>
          </a:p>
          <a:p xmlns:a="http://schemas.openxmlformats.org/drawingml/2006/main">
            <a:r>
              <a:t/>
            </a:r>
          </a:p>
          <a:p xmlns:a="http://schemas.openxmlformats.org/drawingml/2006/main">
            <a:r>
              <a:t>AI-27 · 自定义或混合协议提供商 [库] 组合模型、认证和 chat／image／classifier 实现；同一提供商可按模型 API 分派不同协议。</a:t>
            </a:r>
          </a:p>
          <a:p xmlns:a="http://schemas.openxmlformats.org/drawingml/2006/main">
            <a:r>
              <a:t/>
            </a:r>
          </a:p>
          <a:p xmlns:a="http://schemas.openxmlformats.org/drawingml/2006/main">
            <a:r>
              <a:t>AI-31 · JSON 上下文序列化 [库] 消息和模型定义为可序列化数据，应用可自行存入数据库、文件或其他存储再恢复。</a:t>
            </a:r>
          </a:p>
          <a:p xmlns:a="http://schemas.openxmlformats.org/drawingml/2006/main">
            <a:r>
              <a:t/>
            </a:r>
          </a:p>
          <a:p xmlns:a="http://schemas.openxmlformats.org/drawingml/2006/main">
            <a:r>
              <a:t>AI-40 · 模型请求与轮询的显式遥测 [库] 提供 AI_TELEMETRY_SCHEMA 与 request/poll span、首事件、用量和指标。 已替代 telemetryContext，无兼容别名；取消标记与 provider_error 分开，未知费用不推算。</a:t>
            </a:r>
          </a:p>
          <a:p xmlns:a="http://schemas.openxmlformats.org/drawingml/2006/main">
            <a:r>
              <a:t/>
            </a:r>
          </a:p>
          <a:p xmlns:a="http://schemas.openxmlformats.org/drawingml/2006/main">
            <a:r>
              <a:t>PROV-39 · 其他兼容端点 [可选] 自定义 Ollama、LM Studio、vLLM、SGLang 或企业代理，无需每种部署都新增一个内置 provider。</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课程：01 读码基础 / read-map / 从目录找到功能与公开入口</a:t>
            </a:r>
          </a:p>
          <a:p xmlns:a="http://schemas.openxmlformats.org/drawingml/2006/main">
            <a:r>
              <a:t/>
            </a:r>
          </a:p>
          <a:p xmlns:a="http://schemas.openxmlformats.org/drawingml/2006/main">
            <a:r>
              <a:t>场景：你看到 packages 下许多目录，需要知道改一个功能应从哪个包进入。</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识别工作区和包清单</a:t>
            </a:r>
          </a:p>
          <a:p xmlns:a="http://schemas.openxmlformats.org/drawingml/2006/main">
            <a:r>
              <a:t>打开根 package.json 的 workspaces，再看一个子包的 exports。把发布入口和源码实现分别记在笔记中。</a:t>
            </a:r>
          </a:p>
          <a:p xmlns:a="http://schemas.openxmlformats.org/drawingml/2006/main">
            <a:r>
              <a:t>输入：仓库根目录</a:t>
            </a:r>
          </a:p>
          <a:p xmlns:a="http://schemas.openxmlformats.org/drawingml/2006/main">
            <a:r>
              <a:t>输出：工作区、包名和公开入口清单</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2. 区分产品装配与执行循环</a:t>
            </a:r>
          </a:p>
          <a:p xmlns:a="http://schemas.openxmlformats.org/drawingml/2006/main">
            <a:r>
              <a:t>从 createAgentSession 看到产品如何创建模型运行时、设置、资源和会话，再辨认 Agent 与 AgentSession 的职责。</a:t>
            </a:r>
          </a:p>
          <a:p xmlns:a="http://schemas.openxmlformats.org/drawingml/2006/main">
            <a:r>
              <a:t>输入：一个 SDK 调用</a:t>
            </a:r>
          </a:p>
          <a:p xmlns:a="http://schemas.openxmlformats.org/drawingml/2006/main">
            <a:r>
              <a:t>输出：产品装配依赖图</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3. 沿导入找到下一层</a:t>
            </a:r>
          </a:p>
          <a:p xmlns:a="http://schemas.openxmlformats.org/drawingml/2006/main">
            <a:r>
              <a:t>打开 Agent 的调用和 agent-loop 实现，按一次 prompt 找到模型请求边界与工具处理。先跟成功路径，再看其他分支。</a:t>
            </a:r>
          </a:p>
          <a:p xmlns:a="http://schemas.openxmlformats.org/drawingml/2006/main">
            <a:r>
              <a:t>输入：Agent.prompt</a:t>
            </a:r>
          </a:p>
          <a:p xmlns:a="http://schemas.openxmlformats.org/drawingml/2006/main">
            <a:r>
              <a:t>输出：一轮模型与工具循环</a:t>
            </a:r>
          </a:p>
          <a:p xmlns:a="http://schemas.openxmlformats.org/drawingml/2006/main">
            <a:r>
              <a:t>入口：Agent.prompt / continue / abort</a:t>
            </a:r>
          </a:p>
          <a:p xmlns:a="http://schemas.openxmlformats.org/drawingml/2006/main">
            <a:r>
              <a:t>行为与边界：当前 Agent 是内存运行循环；持久 Harness 在 pi-durable，CLI 会话由 coding-agent 管理。</a:t>
            </a:r>
          </a:p>
          <a:p xmlns:a="http://schemas.openxmlformats.org/drawingml/2006/main">
            <a:r>
              <a:t>源码：packages/agent/src/agent-loop.ts:1</a:t>
            </a:r>
          </a:p>
          <a:p xmlns:a="http://schemas.openxmlformats.org/drawingml/2006/main">
            <a:r>
              <a:t>源码：packages/agent/src/agent.ts:1</a:t>
            </a:r>
          </a:p>
          <a:p xmlns:a="http://schemas.openxmlformats.org/drawingml/2006/main">
            <a:r>
              <a:t>源码：packages/agent/src/stream-fn.ts:1</a:t>
            </a:r>
          </a:p>
          <a:p xmlns:a="http://schemas.openxmlformats.org/drawingml/2006/main">
            <a:r>
              <a:t>源码：packages/agent/src/types.ts:1</a:t>
            </a:r>
          </a:p>
          <a:p xmlns:a="http://schemas.openxmlformats.org/drawingml/2006/main">
            <a:r>
              <a:t/>
            </a:r>
          </a:p>
          <a:p xmlns:a="http://schemas.openxmlformats.org/drawingml/2006/main">
            <a:r>
              <a:t>4. 用类型确认数据形状</a:t>
            </a:r>
          </a:p>
          <a:p xmlns:a="http://schemas.openxmlformats.org/drawingml/2006/main">
            <a:r>
              <a:t>对照 Message、Tool 和事件的联合类型。找到 role/type 等判别字段，解释每个分支接收什么数据。</a:t>
            </a:r>
          </a:p>
          <a:p xmlns:a="http://schemas.openxmlformats.org/drawingml/2006/main">
            <a:r>
              <a:t>输入：类型声明和实现</a:t>
            </a:r>
          </a:p>
          <a:p xmlns:a="http://schemas.openxmlformats.org/drawingml/2006/main">
            <a:r>
              <a:t>输出：输入、输出及事件词汇表</a:t>
            </a:r>
          </a:p>
          <a:p xmlns:a="http://schemas.openxmlformats.org/drawingml/2006/main">
            <a:r>
              <a:t>入口：pi-ai 根导出</a:t>
            </a:r>
          </a:p>
          <a:p xmlns:a="http://schemas.openxmlformats.org/drawingml/2006/main">
            <a:r>
              <a:t>行为与边界：根入口保持核心能力；具体提供商通过子路径接入。</a:t>
            </a:r>
          </a:p>
          <a:p xmlns:a="http://schemas.openxmlformats.org/drawingml/2006/main">
            <a:r>
              <a:t>源码：packages/ai/src/models.ts:1</a:t>
            </a:r>
          </a:p>
          <a:p xmlns:a="http://schemas.openxmlformats.org/drawingml/2006/main">
            <a:r>
              <a:t>源码：packages/ai/src/session-resources.ts:1</a:t>
            </a:r>
          </a:p>
          <a:p xmlns:a="http://schemas.openxmlformats.org/drawingml/2006/main">
            <a:r>
              <a:t>源码：packages/ai/src/types.ts:1</a:t>
            </a:r>
          </a:p>
          <a:p xmlns:a="http://schemas.openxmlformats.org/drawingml/2006/main">
            <a:r>
              <a:t/>
            </a:r>
          </a:p>
          <a:p xmlns:a="http://schemas.openxmlformats.org/drawingml/2006/main">
            <a:r>
              <a:t>失败与恢复：旧目录可能只有 README 或被忽略的 dist。先核对 package.json 与当前 src，不按旧接口推断新实现。</a:t>
            </a:r>
          </a:p>
          <a:p xmlns:a="http://schemas.openxmlformats.org/drawingml/2006/main">
            <a:r>
              <a:t/>
            </a:r>
          </a:p>
          <a:p xmlns:a="http://schemas.openxmlformats.org/drawingml/2006/main">
            <a:r>
              <a:t>练习：任选一个编号功能，从编号打开专题、源码、依赖和测试，记录至少两个跨文件引用。</a:t>
            </a:r>
          </a:p>
          <a:p xmlns:a="http://schemas.openxmlformats.org/drawingml/2006/main">
            <a:r>
              <a:t>参考判断：应能区分源码文件的静态引用与实际运行调用，并说明公开 exports 和内部声明的差别。</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消息、工具与多轮循环</a:t>
            </a:r>
          </a:p>
          <a:p xmlns:a="http://schemas.openxmlformats.org/drawingml/2006/main">
            <a:r>
              <a:t>维护内存消息、工具批次、steering/follow-up、模型上下文变换与取消。</a:t>
            </a:r>
          </a:p>
          <a:p xmlns:a="http://schemas.openxmlformats.org/drawingml/2006/main">
            <a:r>
              <a:t>入口：Agent.prompt / continue / abort</a:t>
            </a:r>
          </a:p>
          <a:p xmlns:a="http://schemas.openxmlformats.org/drawingml/2006/main">
            <a:r>
              <a:t>边界：当前 Agent 是内存运行循环；持久 Harness 在 pi-durable，CLI 会话由 coding-agent 管理。</a:t>
            </a:r>
          </a:p>
          <a:p xmlns:a="http://schemas.openxmlformats.org/drawingml/2006/main">
            <a:r>
              <a:t/>
            </a:r>
          </a:p>
          <a:p xmlns:a="http://schemas.openxmlformats.org/drawingml/2006/main">
            <a:r>
              <a:t>统一消息、模型与工具契约</a:t>
            </a:r>
          </a:p>
          <a:p xmlns:a="http://schemas.openxmlformats.org/drawingml/2006/main">
            <a:r>
              <a:t>定义统一请求/响应、模型能力和工具调用数据。</a:t>
            </a:r>
          </a:p>
          <a:p xmlns:a="http://schemas.openxmlformats.org/drawingml/2006/main">
            <a:r>
              <a:t>入口：pi-ai 根导出</a:t>
            </a:r>
          </a:p>
          <a:p xmlns:a="http://schemas.openxmlformats.org/drawingml/2006/main">
            <a:r>
              <a:t>边界：根入口保持核心能力；具体提供商通过子路径接入。</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模型请求与轮询的显式遥测</a:t>
            </a:r>
          </a:p>
          <a:p xmlns:a="http://schemas.openxmlformats.org/drawingml/2006/main">
            <a:r>
              <a:t>提供 AI_TELEMETRY_SCHEMA 与 request/poll span、首事件、用量和指标。</a:t>
            </a:r>
          </a:p>
          <a:p xmlns:a="http://schemas.openxmlformats.org/drawingml/2006/main">
            <a:r>
              <a:t>入口：telemetry?: TelemetrySpan</a:t>
            </a:r>
          </a:p>
          <a:p xmlns:a="http://schemas.openxmlformats.org/drawingml/2006/main">
            <a:r>
              <a:t>边界：已替代 telemetryContext，无兼容别名；取消标记与 provider_error 分开，未知费用不推算。</a:t>
            </a:r>
          </a:p>
          <a:p xmlns:a="http://schemas.openxmlformats.org/drawingml/2006/main">
            <a:r>
              <a:t/>
            </a:r>
          </a:p>
          <a:p xmlns:a="http://schemas.openxmlformats.org/drawingml/2006/main">
            <a:r>
              <a:t>模型选择、目录与提供商组合</a:t>
            </a:r>
          </a:p>
          <a:p xmlns:a="http://schemas.openxmlformats.org/drawingml/2006/main">
            <a:r>
              <a:t>汇总可用模型、解析选择模式，并通过运行时派发请求。</a:t>
            </a:r>
          </a:p>
          <a:p xmlns:a="http://schemas.openxmlformats.org/drawingml/2006/main">
            <a:r>
              <a:t>入口：/model；--model；--models；models.json</a:t>
            </a:r>
          </a:p>
          <a:p xmlns:a="http://schemas.openxmlformats.org/drawingml/2006/main">
            <a:r>
              <a:t>边界：目录元数据不等同于可调用性；认证与具体提供商能力仍需满足。</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packages/agent/README.md</a:t>
            </a:r>
          </a:p>
          <a:p xmlns:a="http://schemas.openxmlformats.org/drawingml/2006/main">
            <a:r>
              <a:t/>
            </a:r>
          </a:p>
          <a:p xmlns:a="http://schemas.openxmlformats.org/drawingml/2006/main">
            <a:r>
              <a:t>packages/ai/README.md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packages/ai/CHANGELOG.md</a:t>
            </a:r>
          </a:p>
          <a:p xmlns:a="http://schemas.openxmlformats.org/drawingml/2006/main">
            <a:r>
              <a:t/>
            </a:r>
          </a:p>
          <a:p xmlns:a="http://schemas.openxmlformats.org/drawingml/2006/main">
            <a:r>
              <a:t>packages/coding-agent/docs/models.md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packages/agent/test/agent-loop.test.ts</a:t>
            </a:r>
          </a:p>
          <a:p xmlns:a="http://schemas.openxmlformats.org/drawingml/2006/main">
            <a:r>
              <a:t/>
            </a:r>
          </a:p>
          <a:p xmlns:a="http://schemas.openxmlformats.org/drawingml/2006/main">
            <a:r>
              <a:t>packages/agent/test/utils/calculate.ts</a:t>
            </a:r>
          </a:p>
          <a:p xmlns:a="http://schemas.openxmlformats.org/drawingml/2006/main">
            <a:r>
              <a:t/>
            </a:r>
          </a:p>
          <a:p xmlns:a="http://schemas.openxmlformats.org/drawingml/2006/main">
            <a:r>
              <a:t>packages/agent/test/utils/get-current-time.ts</a:t>
            </a:r>
          </a:p>
          <a:p xmlns:a="http://schemas.openxmlformats.org/drawingml/2006/main">
            <a:r>
              <a:t/>
            </a:r>
          </a:p>
          <a:p xmlns:a="http://schemas.openxmlformats.org/drawingml/2006/main">
            <a:r>
              <a:t>packages/ai/test/anthropic-auth-token.test.ts</a:t>
            </a:r>
          </a:p>
          <a:p xmlns:a="http://schemas.openxmlformats.org/drawingml/2006/main">
            <a:r>
              <a:t/>
            </a:r>
          </a:p>
          <a:p xmlns:a="http://schemas.openxmlformats.org/drawingml/2006/main">
            <a:r>
              <a:t>packages/ai/test/anthropic-federation.test.ts</a:t>
            </a:r>
          </a:p>
          <a:p xmlns:a="http://schemas.openxmlformats.org/drawingml/2006/main">
            <a:r>
              <a:t/>
            </a:r>
          </a:p>
          <a:p xmlns:a="http://schemas.openxmlformats.org/drawingml/2006/main">
            <a:r>
              <a:t>packages/ai/test/classifier-images-live.test.ts</a:t>
            </a:r>
          </a:p>
          <a:p xmlns:a="http://schemas.openxmlformats.org/drawingml/2006/main">
            <a:r>
              <a:t/>
            </a:r>
          </a:p>
          <a:p xmlns:a="http://schemas.openxmlformats.org/drawingml/2006/main">
            <a:r>
              <a:t>packages/ai/test/classifier-models.test.ts</a:t>
            </a:r>
          </a:p>
          <a:p xmlns:a="http://schemas.openxmlformats.org/drawingml/2006/main">
            <a:r>
              <a:t/>
            </a:r>
          </a:p>
          <a:p xmlns:a="http://schemas.openxmlformats.org/drawingml/2006/main">
            <a:r>
              <a:t>packages/ai/test/cloudflare-workers-ai-system-one.test.ts</a:t>
            </a:r>
          </a:p>
          <a:p xmlns:a="http://schemas.openxmlformats.org/drawingml/2006/main">
            <a:r>
              <a:t/>
            </a:r>
          </a:p>
          <a:p xmlns:a="http://schemas.openxmlformats.org/drawingml/2006/main">
            <a:r>
              <a:t>packages/ai/test/fireworks-model-generation.test.ts</a:t>
            </a:r>
          </a:p>
          <a:p xmlns:a="http://schemas.openxmlformats.org/drawingml/2006/main">
            <a:r>
              <a:t/>
            </a:r>
          </a:p>
          <a:p xmlns:a="http://schemas.openxmlformats.org/drawingml/2006/main">
            <a:r>
              <a:t>packages/ai/test/fireworks-models.test.ts</a:t>
            </a:r>
          </a:p>
          <a:p xmlns:a="http://schemas.openxmlformats.org/drawingml/2006/main">
            <a:r>
              <a:t/>
            </a:r>
          </a:p>
          <a:p xmlns:a="http://schemas.openxmlformats.org/drawingml/2006/main">
            <a:r>
              <a:t>packages/ai/test/github-copilot-anthropic.test.ts</a:t>
            </a:r>
          </a:p>
          <a:p xmlns:a="http://schemas.openxmlformats.org/drawingml/2006/main">
            <a:r>
              <a:t/>
            </a:r>
          </a:p>
          <a:p xmlns:a="http://schemas.openxmlformats.org/drawingml/2006/main">
            <a:r>
              <a:t>packages/ai/test/github-copilot-oauth.test.ts</a:t>
            </a:r>
          </a:p>
          <a:p xmlns:a="http://schemas.openxmlformats.org/drawingml/2006/main">
            <a:r>
              <a:t/>
            </a:r>
          </a:p>
          <a:p xmlns:a="http://schemas.openxmlformats.org/drawingml/2006/main">
            <a:r>
              <a:t>packages/ai/test/identity.test.ts</a:t>
            </a:r>
          </a:p>
          <a:p xmlns:a="http://schemas.openxmlformats.org/drawingml/2006/main">
            <a:r>
              <a:t/>
            </a:r>
          </a:p>
          <a:p xmlns:a="http://schemas.openxmlformats.org/drawingml/2006/main">
            <a:r>
              <a:t>packages/ai/test/images-models.test.ts</a:t>
            </a:r>
          </a:p>
          <a:p xmlns:a="http://schemas.openxmlformats.org/drawingml/2006/main">
            <a:r>
              <a:t/>
            </a:r>
          </a:p>
          <a:p xmlns:a="http://schemas.openxmlformats.org/drawingml/2006/main">
            <a:r>
              <a:t>packages/ai/test/model-types.test.ts</a:t>
            </a:r>
          </a:p>
          <a:p xmlns:a="http://schemas.openxmlformats.org/drawingml/2006/main">
            <a:r>
              <a:t/>
            </a:r>
          </a:p>
          <a:p xmlns:a="http://schemas.openxmlformats.org/drawingml/2006/main">
            <a:r>
              <a:t>packages/ai/test/models-runtime.test.ts</a:t>
            </a:r>
          </a:p>
          <a:p xmlns:a="http://schemas.openxmlformats.org/drawingml/2006/main">
            <a:r>
              <a:t/>
            </a:r>
          </a:p>
          <a:p xmlns:a="http://schemas.openxmlformats.org/drawingml/2006/main">
            <a:r>
              <a:t>packages/ai/test/oauth-auth.test.ts</a:t>
            </a:r>
          </a:p>
          <a:p xmlns:a="http://schemas.openxmlformats.org/drawingml/2006/main">
            <a:r>
              <a:t/>
            </a:r>
          </a:p>
          <a:p xmlns:a="http://schemas.openxmlformats.org/drawingml/2006/main">
            <a:r>
              <a:t>packages/ai/test/openrouter-oauth.test.ts</a:t>
            </a:r>
          </a:p>
          <a:p xmlns:a="http://schemas.openxmlformats.org/drawingml/2006/main">
            <a:r>
              <a:t/>
            </a:r>
          </a:p>
          <a:p xmlns:a="http://schemas.openxmlformats.org/drawingml/2006/main">
            <a:r>
              <a:t>packages/ai/test/openrouter-user-models.test.ts</a:t>
            </a:r>
          </a:p>
          <a:p xmlns:a="http://schemas.openxmlformats.org/drawingml/2006/main">
            <a:r>
              <a:t/>
            </a:r>
          </a:p>
          <a:p xmlns:a="http://schemas.openxmlformats.org/drawingml/2006/main">
            <a:r>
              <a:t>packages/ai/test/providers.test.ts</a:t>
            </a:r>
          </a:p>
          <a:p xmlns:a="http://schemas.openxmlformats.org/drawingml/2006/main">
            <a:r>
              <a:t/>
            </a:r>
          </a:p>
          <a:p xmlns:a="http://schemas.openxmlformats.org/drawingml/2006/main">
            <a:r>
              <a:t>packages/ai/test/radius-provider.test.ts</a:t>
            </a:r>
          </a:p>
          <a:p xmlns:a="http://schemas.openxmlformats.org/drawingml/2006/main">
            <a:r>
              <a:t/>
            </a:r>
          </a:p>
          <a:p xmlns:a="http://schemas.openxmlformats.org/drawingml/2006/main">
            <a:r>
              <a:t>packages/ai/test/scratch.ts</a:t>
            </a:r>
          </a:p>
          <a:p xmlns:a="http://schemas.openxmlformats.org/drawingml/2006/main">
            <a:r>
              <a:t/>
            </a:r>
          </a:p>
          <a:p xmlns:a="http://schemas.openxmlformats.org/drawingml/2006/main">
            <a:r>
              <a:t>packages/ai/test/telemetry-options.test.ts</a:t>
            </a:r>
          </a:p>
          <a:p xmlns:a="http://schemas.openxmlformats.org/drawingml/2006/main">
            <a:r>
              <a:t/>
            </a:r>
          </a:p>
          <a:p xmlns:a="http://schemas.openxmlformats.org/drawingml/2006/main">
            <a:r>
              <a:t>packages/ai/test/telemetry.test.ts</a:t>
            </a:r>
          </a:p>
          <a:p xmlns:a="http://schemas.openxmlformats.org/drawingml/2006/main">
            <a:r>
              <a:t/>
            </a:r>
          </a:p>
          <a:p xmlns:a="http://schemas.openxmlformats.org/drawingml/2006/main">
            <a:r>
              <a:t>packages/ai/test/xai-responses.test.ts</a:t>
            </a:r>
          </a:p>
          <a:p xmlns:a="http://schemas.openxmlformats.org/drawingml/2006/main">
            <a:r>
              <a:t/>
            </a:r>
          </a:p>
          <a:p xmlns:a="http://schemas.openxmlformats.org/drawingml/2006/main">
            <a:r>
              <a:t>packages/ai/test/xiaomi-models.test.ts</a:t>
            </a:r>
          </a:p>
          <a:p xmlns:a="http://schemas.openxmlformats.org/drawingml/2006/main">
            <a:r>
              <a:t/>
            </a:r>
          </a:p>
          <a:p xmlns:a="http://schemas.openxmlformats.org/drawingml/2006/main">
            <a:r>
              <a:t>packages/durable/test/codemode-bench.ts</a:t>
            </a:r>
          </a:p>
          <a:p xmlns:a="http://schemas.openxmlformats.org/drawingml/2006/main">
            <a:r>
              <a:t/>
            </a:r>
          </a:p>
          <a:p xmlns:a="http://schemas.openxmlformats.org/drawingml/2006/main">
            <a:r>
              <a:t>packages/durable/test/nested-images-bench.ts</a:t>
            </a:r>
          </a:p>
          <a:p xmlns:a="http://schemas.openxmlformats.org/drawingml/2006/main">
            <a:r>
              <a:t/>
            </a:r>
          </a:p>
          <a:p xmlns:a="http://schemas.openxmlformats.org/drawingml/2006/main">
            <a:r>
              <a:t>packages/durable/test/nested-tools-bench.ts</a:t>
            </a:r>
          </a:p>
          <a:p xmlns:a="http://schemas.openxmlformats.org/drawingml/2006/main">
            <a:r>
              <a:t/>
            </a:r>
          </a:p>
          <a:p xmlns:a="http://schemas.openxmlformats.org/drawingml/2006/main">
            <a:r>
              <a:t>packages/durable/test/scheduler-fanout-bench.ts</a:t>
            </a:r>
          </a:p>
          <a:p xmlns:a="http://schemas.openxmlformats.org/drawingml/2006/main">
            <a:r>
              <a:t/>
            </a:r>
          </a:p>
          <a:p xmlns:a="http://schemas.openxmlformats.org/drawingml/2006/main">
            <a:r>
              <a:t>packages/durable/test/scheduler-memory-bench.ts</a:t>
            </a:r>
          </a:p>
          <a:p xmlns:a="http://schemas.openxmlformats.org/drawingml/2006/main">
            <a:r>
              <a:t/>
            </a:r>
          </a:p>
          <a:p xmlns:a="http://schemas.openxmlformats.org/drawingml/2006/main">
            <a:r>
              <a:t>packages/durable/test/session-document-cache-bench.ts</a:t>
            </a:r>
          </a:p>
          <a:p xmlns:a="http://schemas.openxmlformats.org/drawingml/2006/main">
            <a:r>
              <a:t/>
            </a:r>
          </a:p>
          <a:p xmlns:a="http://schemas.openxmlformats.org/drawingml/2006/main">
            <a:r>
              <a:t>packages/durable/test/tool-output-bench.ts</a:t>
            </a:r>
          </a:p>
          <a:p xmlns:a="http://schemas.openxmlformats.org/drawingml/2006/main">
            <a:r>
              <a:t/>
            </a:r>
          </a:p>
          <a:p xmlns:a="http://schemas.openxmlformats.org/drawingml/2006/main">
            <a:r>
              <a:t>packages/ai/test/abort.test.ts</a:t>
            </a:r>
          </a:p>
          <a:p xmlns:a="http://schemas.openxmlformats.org/drawingml/2006/main">
            <a:r>
              <a:t/>
            </a:r>
          </a:p>
          <a:p xmlns:a="http://schemas.openxmlformats.org/drawingml/2006/main">
            <a:r>
              <a:t>packages/ai/test/anthropic-adaptive-thinking-models.test.ts</a:t>
            </a:r>
          </a:p>
          <a:p xmlns:a="http://schemas.openxmlformats.org/drawingml/2006/main">
            <a:r>
              <a:t/>
            </a:r>
          </a:p>
          <a:p xmlns:a="http://schemas.openxmlformats.org/drawingml/2006/main">
            <a:r>
              <a:t>packages/ai/test/anthropic-eager-tool-input-compat.test.ts</a:t>
            </a:r>
          </a:p>
          <a:p xmlns:a="http://schemas.openxmlformats.org/drawingml/2006/main">
            <a:r>
              <a:t/>
            </a:r>
          </a:p>
          <a:p xmlns:a="http://schemas.openxmlformats.org/drawingml/2006/main">
            <a:r>
              <a:t>packages/ai/test/anthropic-eager-tool-input-e2e.test.ts</a:t>
            </a:r>
          </a:p>
          <a:p xmlns:a="http://schemas.openxmlformats.org/drawingml/2006/main">
            <a:r>
              <a:t/>
            </a:r>
          </a:p>
          <a:p xmlns:a="http://schemas.openxmlformats.org/drawingml/2006/main">
            <a:r>
              <a:t>packages/ai/test/anthropic-empty-thinking-signature-compat.test.ts</a:t>
            </a:r>
          </a:p>
          <a:p xmlns:a="http://schemas.openxmlformats.org/drawingml/2006/main">
            <a:r>
              <a:t/>
            </a:r>
          </a:p>
          <a:p xmlns:a="http://schemas.openxmlformats.org/drawingml/2006/main">
            <a:r>
              <a:t>packages/ai/test/anthropic-error-tool-result-images.test.ts</a:t>
            </a:r>
          </a:p>
          <a:p xmlns:a="http://schemas.openxmlformats.org/drawingml/2006/main">
            <a:r>
              <a:t/>
            </a:r>
          </a:p>
          <a:p xmlns:a="http://schemas.openxmlformats.org/drawingml/2006/main">
            <a:r>
              <a:t>packages/ai/test/anthropic-federation-sdk.test.ts</a:t>
            </a:r>
          </a:p>
          <a:p xmlns:a="http://schemas.openxmlformats.org/drawingml/2006/main">
            <a:r>
              <a:t/>
            </a:r>
          </a:p>
          <a:p xmlns:a="http://schemas.openxmlformats.org/drawingml/2006/main">
            <a:r>
              <a:t>packages/ai/test/anthropic-force-adaptive-thinking.test.ts</a:t>
            </a:r>
          </a:p>
          <a:p xmlns:a="http://schemas.openxmlformats.org/drawingml/2006/main">
            <a:r>
              <a:t/>
            </a:r>
          </a:p>
          <a:p xmlns:a="http://schemas.openxmlformats.org/drawingml/2006/main">
            <a:r>
              <a:t>packages/ai/test/anthropic-long-cache-retention-e2e.test.ts</a:t>
            </a:r>
          </a:p>
          <a:p xmlns:a="http://schemas.openxmlformats.org/drawingml/2006/main">
            <a:r>
              <a:t/>
            </a:r>
          </a:p>
          <a:p xmlns:a="http://schemas.openxmlformats.org/drawingml/2006/main">
            <a:r>
              <a:t>packages/ai/test/anthropic-mid-conversation-effort.test.ts</a:t>
            </a:r>
          </a:p>
          <a:p xmlns:a="http://schemas.openxmlformats.org/drawingml/2006/main">
            <a:r>
              <a:t/>
            </a:r>
          </a:p>
          <a:p xmlns:a="http://schemas.openxmlformats.org/drawingml/2006/main">
            <a:r>
              <a:t>packages/ai/test/anthropic-opus-4-8-smoke.test.ts</a:t>
            </a:r>
          </a:p>
          <a:p xmlns:a="http://schemas.openxmlformats.org/drawingml/2006/main">
            <a:r>
              <a:t/>
            </a:r>
          </a:p>
          <a:p xmlns:a="http://schemas.openxmlformats.org/drawingml/2006/main">
            <a:r>
              <a:t>packages/ai/test/anthropic-sse-parsing.test.ts</a:t>
            </a:r>
          </a:p>
          <a:p xmlns:a="http://schemas.openxmlformats.org/drawingml/2006/main">
            <a:r>
              <a:t/>
            </a:r>
          </a:p>
          <a:p xmlns:a="http://schemas.openxmlformats.org/drawingml/2006/main">
            <a:r>
              <a:t>packages/ai/test/anthropic-strict-tool-fallback.test.ts</a:t>
            </a:r>
          </a:p>
          <a:p xmlns:a="http://schemas.openxmlformats.org/drawingml/2006/main">
            <a:r>
              <a:t/>
            </a:r>
          </a:p>
          <a:p xmlns:a="http://schemas.openxmlformats.org/drawingml/2006/main">
            <a:r>
              <a:t>packages/ai/test/anthropic-strict-tool-schema.test.ts</a:t>
            </a:r>
          </a:p>
          <a:p xmlns:a="http://schemas.openxmlformats.org/drawingml/2006/main">
            <a:r>
              <a:t/>
            </a:r>
          </a:p>
          <a:p xmlns:a="http://schemas.openxmlformats.org/drawingml/2006/main">
            <a:r>
              <a:t>packages/ai/test/anthropic-temperature-compat.test.ts</a:t>
            </a:r>
          </a:p>
          <a:p xmlns:a="http://schemas.openxmlformats.org/drawingml/2006/main">
            <a:r>
              <a:t/>
            </a:r>
          </a:p>
          <a:p xmlns:a="http://schemas.openxmlformats.org/drawingml/2006/main">
            <a:r>
              <a:t>packages/ai/test/anthropic-thinking-binding-e2e.test.ts</a:t>
            </a:r>
          </a:p>
          <a:p xmlns:a="http://schemas.openxmlformats.org/drawingml/2006/main">
            <a:r>
              <a:t/>
            </a:r>
          </a:p>
          <a:p xmlns:a="http://schemas.openxmlformats.org/drawingml/2006/main">
            <a:r>
              <a:t>packages/ai/test/anthropic-thinking-disable.test.ts</a:t>
            </a:r>
          </a:p>
          <a:p xmlns:a="http://schemas.openxmlformats.org/drawingml/2006/main">
            <a:r>
              <a:t/>
            </a:r>
          </a:p>
          <a:p xmlns:a="http://schemas.openxmlformats.org/drawingml/2006/main">
            <a:r>
              <a:t>packages/ai/test/anthropic-tool-name-normalization.test.ts</a:t>
            </a:r>
          </a:p>
          <a:p xmlns:a="http://schemas.openxmlformats.org/drawingml/2006/main">
            <a:r>
              <a:t/>
            </a:r>
          </a:p>
          <a:p xmlns:a="http://schemas.openxmlformats.org/drawingml/2006/main">
            <a:r>
              <a:t>packages/ai/test/azure-openai-base-url.test.ts</a:t>
            </a:r>
          </a:p>
          <a:p xmlns:a="http://schemas.openxmlformats.org/drawingml/2006/main">
            <a:r>
              <a:t/>
            </a:r>
          </a:p>
          <a:p xmlns:a="http://schemas.openxmlformats.org/drawingml/2006/main">
            <a:r>
              <a:t>packages/ai/test/azure-openai-completions.test.ts</a:t>
            </a:r>
          </a:p>
          <a:p xmlns:a="http://schemas.openxmlformats.org/drawingml/2006/main">
            <a:r>
              <a:t/>
            </a:r>
          </a:p>
          <a:p xmlns:a="http://schemas.openxmlformats.org/drawingml/2006/main">
            <a:r>
              <a:t>packages/ai/test/azure-openai-responses-reasoning-replay.test.ts</a:t>
            </a:r>
          </a:p>
          <a:p xmlns:a="http://schemas.openxmlformats.org/drawingml/2006/main">
            <a:r>
              <a:t/>
            </a:r>
          </a:p>
          <a:p xmlns:a="http://schemas.openxmlformats.org/drawingml/2006/main">
            <a:r>
              <a:t>packages/ai/test/azure-openai-tool-choice.test.ts</a:t>
            </a:r>
          </a:p>
          <a:p xmlns:a="http://schemas.openxmlformats.org/drawingml/2006/main">
            <a:r>
              <a:t/>
            </a:r>
          </a:p>
          <a:p xmlns:a="http://schemas.openxmlformats.org/drawingml/2006/main">
            <a:r>
              <a:t>packages/ai/test/bedrock-convert-messages.test.ts</a:t>
            </a:r>
          </a:p>
          <a:p xmlns:a="http://schemas.openxmlformats.org/drawingml/2006/main">
            <a:r>
              <a:t/>
            </a:r>
          </a:p>
          <a:p xmlns:a="http://schemas.openxmlformats.org/drawingml/2006/main">
            <a:r>
              <a:t>packages/ai/test/bedrock-credentials.test.ts</a:t>
            </a:r>
          </a:p>
          <a:p xmlns:a="http://schemas.openxmlformats.org/drawingml/2006/main">
            <a:r>
              <a:t/>
            </a:r>
          </a:p>
          <a:p xmlns:a="http://schemas.openxmlformats.org/drawingml/2006/main">
            <a:r>
              <a:t>packages/ai/test/bedrock-custom-headers.test.ts</a:t>
            </a:r>
          </a:p>
          <a:p xmlns:a="http://schemas.openxmlformats.org/drawingml/2006/main">
            <a:r>
              <a:t/>
            </a:r>
          </a:p>
          <a:p xmlns:a="http://schemas.openxmlformats.org/drawingml/2006/main">
            <a:r>
              <a:t>packages/ai/test/bedrock-endpoint-resolution.test.ts</a:t>
            </a:r>
          </a:p>
          <a:p xmlns:a="http://schemas.openxmlformats.org/drawingml/2006/main">
            <a:r>
              <a:t/>
            </a:r>
          </a:p>
          <a:p xmlns:a="http://schemas.openxmlformats.org/drawingml/2006/main">
            <a:r>
              <a:t>packages/ai/test/bedrock-error-metadata.test.ts</a:t>
            </a:r>
          </a:p>
          <a:p xmlns:a="http://schemas.openxmlformats.org/drawingml/2006/main">
            <a:r>
              <a:t/>
            </a:r>
          </a:p>
          <a:p xmlns:a="http://schemas.openxmlformats.org/drawingml/2006/main">
            <a:r>
              <a:t>packages/ai/test/bedrock-models.test.ts</a:t>
            </a:r>
          </a:p>
          <a:p xmlns:a="http://schemas.openxmlformats.org/drawingml/2006/main">
            <a:r>
              <a:t/>
            </a:r>
          </a:p>
          <a:p xmlns:a="http://schemas.openxmlformats.org/drawingml/2006/main">
            <a:r>
              <a:t>packages/ai/test/bedrock-raw-stop-reason.test.ts</a:t>
            </a:r>
          </a:p>
          <a:p xmlns:a="http://schemas.openxmlformats.org/drawingml/2006/main">
            <a:r>
              <a:t/>
            </a:r>
          </a:p>
          <a:p xmlns:a="http://schemas.openxmlformats.org/drawingml/2006/main">
            <a:r>
              <a:t>packages/ai/test/bedrock-redacted-reasoning.test.ts</a:t>
            </a:r>
          </a:p>
          <a:p xmlns:a="http://schemas.openxmlformats.org/drawingml/2006/main">
            <a:r>
              <a:t/>
            </a:r>
          </a:p>
          <a:p xmlns:a="http://schemas.openxmlformats.org/drawingml/2006/main">
            <a:r>
              <a:t>packages/ai/test/bedrock-response-headers.test.ts</a:t>
            </a:r>
          </a:p>
          <a:p xmlns:a="http://schemas.openxmlformats.org/drawingml/2006/main">
            <a:r>
              <a:t/>
            </a:r>
          </a:p>
          <a:p xmlns:a="http://schemas.openxmlformats.org/drawingml/2006/main">
            <a:r>
              <a:t>packages/ai/test/bedrock-thinking-payload.test.ts</a:t>
            </a:r>
          </a:p>
          <a:p xmlns:a="http://schemas.openxmlformats.org/drawingml/2006/main">
            <a:r>
              <a:t/>
            </a:r>
          </a:p>
          <a:p xmlns:a="http://schemas.openxmlformats.org/drawingml/2006/main">
            <a:r>
              <a:t>packages/ai/test/cache-retention.test.ts</a:t>
            </a:r>
          </a:p>
          <a:p xmlns:a="http://schemas.openxmlformats.org/drawingml/2006/main">
            <a:r>
              <a:t/>
            </a:r>
          </a:p>
          <a:p xmlns:a="http://schemas.openxmlformats.org/drawingml/2006/main">
            <a:r>
              <a:t>packages/ai/test/cloudflare-ai-binding.test.ts</a:t>
            </a:r>
          </a:p>
          <a:p xmlns:a="http://schemas.openxmlformats.org/drawingml/2006/main">
            <a:r>
              <a:t/>
            </a:r>
          </a:p>
          <a:p xmlns:a="http://schemas.openxmlformats.org/drawingml/2006/main">
            <a:r>
              <a:t>packages/ai/test/cloudflare-stream.test.ts</a:t>
            </a:r>
          </a:p>
          <a:p xmlns:a="http://schemas.openxmlformats.org/drawingml/2006/main">
            <a:r>
              <a:t/>
            </a:r>
          </a:p>
          <a:p xmlns:a="http://schemas.openxmlformats.org/drawingml/2006/main">
            <a:r>
              <a:t>packages/ai/test/codex-websocket-cached-probe.ts</a:t>
            </a:r>
          </a:p>
          <a:p xmlns:a="http://schemas.openxmlformats.org/drawingml/2006/main">
            <a:r>
              <a:t/>
            </a:r>
          </a:p>
          <a:p xmlns:a="http://schemas.openxmlformats.org/drawingml/2006/main">
            <a:r>
              <a:t>packages/ai/test/compat-env.test.ts</a:t>
            </a:r>
          </a:p>
          <a:p xmlns:a="http://schemas.openxmlformats.org/drawingml/2006/main">
            <a:r>
              <a:t/>
            </a:r>
          </a:p>
          <a:p xmlns:a="http://schemas.openxmlformats.org/drawingml/2006/main">
            <a:r>
              <a:t>packages/ai/test/constrained-sampling.test.ts</a:t>
            </a:r>
          </a:p>
          <a:p xmlns:a="http://schemas.openxmlformats.org/drawingml/2006/main">
            <a:r>
              <a:t/>
            </a:r>
          </a:p>
          <a:p xmlns:a="http://schemas.openxmlformats.org/drawingml/2006/main">
            <a:r>
              <a:t>packages/ai/test/context-estimate.test.ts</a:t>
            </a:r>
          </a:p>
          <a:p xmlns:a="http://schemas.openxmlformats.org/drawingml/2006/main">
            <a:r>
              <a:t/>
            </a:r>
          </a:p>
          <a:p xmlns:a="http://schemas.openxmlformats.org/drawingml/2006/main">
            <a:r>
              <a:t>packages/ai/test/context-overflow.test.ts</a:t>
            </a:r>
          </a:p>
          <a:p xmlns:a="http://schemas.openxmlformats.org/drawingml/2006/main">
            <a:r>
              <a:t/>
            </a:r>
          </a:p>
          <a:p xmlns:a="http://schemas.openxmlformats.org/drawingml/2006/main">
            <a:r>
              <a:t>packages/ai/test/cross-provider-handoff.test.ts</a:t>
            </a:r>
          </a:p>
          <a:p xmlns:a="http://schemas.openxmlformats.org/drawingml/2006/main">
            <a:r>
              <a:t/>
            </a:r>
          </a:p>
          <a:p xmlns:a="http://schemas.openxmlformats.org/drawingml/2006/main">
            <a:r>
              <a:t>packages/ai/test/empty.test.ts</a:t>
            </a:r>
          </a:p>
          <a:p xmlns:a="http://schemas.openxmlformats.org/drawingml/2006/main">
            <a:r>
              <a:t/>
            </a:r>
          </a:p>
          <a:p xmlns:a="http://schemas.openxmlformats.org/drawingml/2006/main">
            <a:r>
              <a:t>packages/ai/test/event-stream.test.ts</a:t>
            </a:r>
          </a:p>
          <a:p xmlns:a="http://schemas.openxmlformats.org/drawingml/2006/main">
            <a:r>
              <a:t/>
            </a:r>
          </a:p>
          <a:p xmlns:a="http://schemas.openxmlformats.org/drawingml/2006/main">
            <a:r>
              <a:t>packages/ai/test/faux-provider.test.ts</a:t>
            </a:r>
          </a:p>
          <a:p xmlns:a="http://schemas.openxmlformats.org/drawingml/2006/main">
            <a:r>
              <a:t/>
            </a:r>
          </a:p>
          <a:p xmlns:a="http://schemas.openxmlformats.org/drawingml/2006/main">
            <a:r>
              <a:t>packages/ai/test/fetch-option.test.ts</a:t>
            </a:r>
          </a:p>
          <a:p xmlns:a="http://schemas.openxmlformats.org/drawingml/2006/main">
            <a:r>
              <a:t/>
            </a:r>
          </a:p>
          <a:p xmlns:a="http://schemas.openxmlformats.org/drawingml/2006/main">
            <a:r>
              <a:t>packages/ai/test/github-copilot-request-size-overflow.test.ts</a:t>
            </a:r>
          </a:p>
          <a:p xmlns:a="http://schemas.openxmlformats.org/drawingml/2006/main">
            <a:r>
              <a:t/>
            </a:r>
          </a:p>
          <a:p xmlns:a="http://schemas.openxmlformats.org/drawingml/2006/main">
            <a:r>
              <a:t>packages/ai/test/google-raw-stop-reason.test.ts</a:t>
            </a:r>
          </a:p>
          <a:p xmlns:a="http://schemas.openxmlformats.org/drawingml/2006/main">
            <a:r>
              <a:t/>
            </a:r>
          </a:p>
          <a:p xmlns:a="http://schemas.openxmlformats.org/drawingml/2006/main">
            <a:r>
              <a:t>packages/ai/test/google-shared-convert-tools.test.ts</a:t>
            </a:r>
          </a:p>
          <a:p xmlns:a="http://schemas.openxmlformats.org/drawingml/2006/main">
            <a:r>
              <a:t/>
            </a:r>
          </a:p>
          <a:p xmlns:a="http://schemas.openxmlformats.org/drawingml/2006/main">
            <a:r>
              <a:t>packages/ai/test/google-shared-gemini3-unsigned-tool-call.test.ts</a:t>
            </a:r>
          </a:p>
          <a:p xmlns:a="http://schemas.openxmlformats.org/drawingml/2006/main">
            <a:r>
              <a:t/>
            </a:r>
          </a:p>
          <a:p xmlns:a="http://schemas.openxmlformats.org/drawingml/2006/main">
            <a:r>
              <a:t>packages/ai/test/google-shared-image-tool-result-routing.test.ts</a:t>
            </a:r>
          </a:p>
          <a:p xmlns:a="http://schemas.openxmlformats.org/drawingml/2006/main">
            <a:r>
              <a:t/>
            </a:r>
          </a:p>
          <a:p xmlns:a="http://schemas.openxmlformats.org/drawingml/2006/main">
            <a:r>
              <a:t>packages/ai/test/google-shared-signed-empty-blocks.test.ts</a:t>
            </a:r>
          </a:p>
          <a:p xmlns:a="http://schemas.openxmlformats.org/drawingml/2006/main">
            <a:r>
              <a:t/>
            </a:r>
          </a:p>
          <a:p xmlns:a="http://schemas.openxmlformats.org/drawingml/2006/main">
            <a:r>
              <a:t>packages/ai/test/google-thinking-disable.test.ts</a:t>
            </a:r>
          </a:p>
          <a:p xmlns:a="http://schemas.openxmlformats.org/drawingml/2006/main">
            <a:r>
              <a:t/>
            </a:r>
          </a:p>
          <a:p xmlns:a="http://schemas.openxmlformats.org/drawingml/2006/main">
            <a:r>
              <a:t>packages/ai/test/google-thinking-level-map.test.ts</a:t>
            </a:r>
          </a:p>
          <a:p xmlns:a="http://schemas.openxmlformats.org/drawingml/2006/main">
            <a:r>
              <a:t/>
            </a:r>
          </a:p>
          <a:p xmlns:a="http://schemas.openxmlformats.org/drawingml/2006/main">
            <a:r>
              <a:t>packages/ai/test/google-vertex-api-key-resolution.test.ts</a:t>
            </a:r>
          </a:p>
          <a:p xmlns:a="http://schemas.openxmlformats.org/drawingml/2006/main">
            <a:r>
              <a:t/>
            </a:r>
          </a:p>
          <a:p xmlns:a="http://schemas.openxmlformats.org/drawingml/2006/main">
            <a:r>
              <a:t>packages/ai/test/image-tool-result.test.ts</a:t>
            </a:r>
          </a:p>
          <a:p xmlns:a="http://schemas.openxmlformats.org/drawingml/2006/main">
            <a:r>
              <a:t/>
            </a:r>
          </a:p>
          <a:p xmlns:a="http://schemas.openxmlformats.org/drawingml/2006/main">
            <a:r>
              <a:t>packages/ai/test/images.test.ts</a:t>
            </a:r>
          </a:p>
          <a:p xmlns:a="http://schemas.openxmlformats.org/drawingml/2006/main">
            <a:r>
              <a:t/>
            </a:r>
          </a:p>
          <a:p xmlns:a="http://schemas.openxmlformats.org/drawingml/2006/main">
            <a:r>
              <a:t>packages/ai/test/interleaved-thinking.test.ts</a:t>
            </a:r>
          </a:p>
          <a:p xmlns:a="http://schemas.openxmlformats.org/drawingml/2006/main">
            <a:r>
              <a:t/>
            </a:r>
          </a:p>
          <a:p xmlns:a="http://schemas.openxmlformats.org/drawingml/2006/main">
            <a:r>
              <a:t>packages/ai/test/lax-message-content.test.ts</a:t>
            </a:r>
          </a:p>
          <a:p xmlns:a="http://schemas.openxmlformats.org/drawingml/2006/main">
            <a:r>
              <a:t/>
            </a:r>
          </a:p>
          <a:p xmlns:a="http://schemas.openxmlformats.org/drawingml/2006/main">
            <a:r>
              <a:t>packages/ai/test/llama-cpp-classify.test.ts</a:t>
            </a:r>
          </a:p>
          <a:p xmlns:a="http://schemas.openxmlformats.org/drawingml/2006/main">
            <a:r>
              <a:t/>
            </a:r>
          </a:p>
          <a:p xmlns:a="http://schemas.openxmlformats.org/drawingml/2006/main">
            <a:r>
              <a:t>packages/ai/test/max-thinking.test.ts</a:t>
            </a:r>
          </a:p>
          <a:p xmlns:a="http://schemas.openxmlformats.org/drawingml/2006/main">
            <a:r>
              <a:t/>
            </a:r>
          </a:p>
          <a:p xmlns:a="http://schemas.openxmlformats.org/drawingml/2006/main">
            <a:r>
              <a:t>packages/ai/test/message-types.test.ts</a:t>
            </a:r>
          </a:p>
          <a:p xmlns:a="http://schemas.openxmlformats.org/drawingml/2006/main">
            <a:r>
              <a:t/>
            </a:r>
          </a:p>
          <a:p xmlns:a="http://schemas.openxmlformats.org/drawingml/2006/main">
            <a:r>
              <a:t>packages/ai/test/mistral-http-transport.test.ts</a:t>
            </a:r>
          </a:p>
          <a:p xmlns:a="http://schemas.openxmlformats.org/drawingml/2006/main">
            <a:r>
              <a:t/>
            </a:r>
          </a:p>
          <a:p xmlns:a="http://schemas.openxmlformats.org/drawingml/2006/main">
            <a:r>
              <a:t>packages/ai/test/mistral-raw-stop-reason.test.ts</a:t>
            </a:r>
          </a:p>
          <a:p xmlns:a="http://schemas.openxmlformats.org/drawingml/2006/main">
            <a:r>
              <a:t/>
            </a:r>
          </a:p>
          <a:p xmlns:a="http://schemas.openxmlformats.org/drawingml/2006/main">
            <a:r>
              <a:t>packages/ai/test/mistral-reasoning-mode.test.ts</a:t>
            </a:r>
          </a:p>
          <a:p xmlns:a="http://schemas.openxmlformats.org/drawingml/2006/main">
            <a:r>
              <a:t/>
            </a:r>
          </a:p>
          <a:p xmlns:a="http://schemas.openxmlformats.org/drawingml/2006/main">
            <a:r>
              <a:t>packages/ai/test/mistral-tool-schema.test.ts</a:t>
            </a:r>
          </a:p>
          <a:p xmlns:a="http://schemas.openxmlformats.org/drawingml/2006/main">
            <a:r>
              <a:t/>
            </a:r>
          </a:p>
          <a:p xmlns:a="http://schemas.openxmlformats.org/drawingml/2006/main">
            <a:r>
              <a:t>packages/ai/test/openai-codex-cache-affinity-e2e.test.ts</a:t>
            </a:r>
          </a:p>
          <a:p xmlns:a="http://schemas.openxmlformats.org/drawingml/2006/main">
            <a:r>
              <a:t/>
            </a:r>
          </a:p>
          <a:p xmlns:a="http://schemas.openxmlformats.org/drawingml/2006/main">
            <a:r>
              <a:t>packages/ai/test/openai-codex-stream.test.ts</a:t>
            </a:r>
          </a:p>
          <a:p xmlns:a="http://schemas.openxmlformats.org/drawingml/2006/main">
            <a:r>
              <a:t/>
            </a:r>
          </a:p>
          <a:p xmlns:a="http://schemas.openxmlformats.org/drawingml/2006/main">
            <a:r>
              <a:t>packages/ai/test/openai-completions-cache-control-format.test.ts</a:t>
            </a:r>
          </a:p>
          <a:p xmlns:a="http://schemas.openxmlformats.org/drawingml/2006/main">
            <a:r>
              <a:t/>
            </a:r>
          </a:p>
          <a:p xmlns:a="http://schemas.openxmlformats.org/drawingml/2006/main">
            <a:r>
              <a:t>packages/ai/test/openai-completions-prompt-cache.test.ts</a:t>
            </a:r>
          </a:p>
          <a:p xmlns:a="http://schemas.openxmlformats.org/drawingml/2006/main">
            <a:r>
              <a:t/>
            </a:r>
          </a:p>
          <a:p xmlns:a="http://schemas.openxmlformats.org/drawingml/2006/main">
            <a:r>
              <a:t>packages/ai/test/openai-completions-provider-stream-event.test.ts</a:t>
            </a:r>
          </a:p>
          <a:p xmlns:a="http://schemas.openxmlformats.org/drawingml/2006/main">
            <a:r>
              <a:t/>
            </a:r>
          </a:p>
          <a:p xmlns:a="http://schemas.openxmlformats.org/drawingml/2006/main">
            <a:r>
              <a:t>packages/ai/test/openai-completions-raw-stop-reason.test.ts</a:t>
            </a:r>
          </a:p>
          <a:p xmlns:a="http://schemas.openxmlformats.org/drawingml/2006/main">
            <a:r>
              <a:t/>
            </a:r>
          </a:p>
          <a:p xmlns:a="http://schemas.openxmlformats.org/drawingml/2006/main">
            <a:r>
              <a:t>packages/ai/test/openai-completions-reasoning-details.test.ts</a:t>
            </a:r>
          </a:p>
          <a:p xmlns:a="http://schemas.openxmlformats.org/drawingml/2006/main">
            <a:r>
              <a:t/>
            </a:r>
          </a:p>
          <a:p xmlns:a="http://schemas.openxmlformats.org/drawingml/2006/main">
            <a:r>
              <a:t>packages/ai/test/openai-completions-response-model.test.ts</a:t>
            </a:r>
          </a:p>
          <a:p xmlns:a="http://schemas.openxmlformats.org/drawingml/2006/main">
            <a:r>
              <a:t/>
            </a:r>
          </a:p>
          <a:p xmlns:a="http://schemas.openxmlformats.org/drawingml/2006/main">
            <a:r>
              <a:t>packages/ai/test/openai-completions-retry.test.ts</a:t>
            </a:r>
          </a:p>
          <a:p xmlns:a="http://schemas.openxmlformats.org/drawingml/2006/main">
            <a:r>
              <a:t/>
            </a:r>
          </a:p>
          <a:p xmlns:a="http://schemas.openxmlformats.org/drawingml/2006/main">
            <a:r>
              <a:t>packages/ai/test/openai-completions-thinking-as-text.test.ts</a:t>
            </a:r>
          </a:p>
          <a:p xmlns:a="http://schemas.openxmlformats.org/drawingml/2006/main">
            <a:r>
              <a:t/>
            </a:r>
          </a:p>
          <a:p xmlns:a="http://schemas.openxmlformats.org/drawingml/2006/main">
            <a:r>
              <a:t>packages/ai/test/openai-completions-thinking-token-budget.test.ts</a:t>
            </a:r>
          </a:p>
          <a:p xmlns:a="http://schemas.openxmlformats.org/drawingml/2006/main">
            <a:r>
              <a:t/>
            </a:r>
          </a:p>
          <a:p xmlns:a="http://schemas.openxmlformats.org/drawingml/2006/main">
            <a:r>
              <a:t>packages/ai/test/openai-completions-tool-choice.test.ts</a:t>
            </a:r>
          </a:p>
          <a:p xmlns:a="http://schemas.openxmlformats.org/drawingml/2006/main">
            <a:r>
              <a:t/>
            </a:r>
          </a:p>
          <a:p xmlns:a="http://schemas.openxmlformats.org/drawingml/2006/main">
            <a:r>
              <a:t>packages/ai/test/openai-completions-tool-result-images.test.ts</a:t>
            </a:r>
          </a:p>
          <a:p xmlns:a="http://schemas.openxmlformats.org/drawingml/2006/main">
            <a:r>
              <a:t/>
            </a:r>
          </a:p>
          <a:p xmlns:a="http://schemas.openxmlformats.org/drawingml/2006/main">
            <a:r>
              <a:t>packages/ai/test/openai-completions-vllm-priority.test.ts</a:t>
            </a:r>
          </a:p>
          <a:p xmlns:a="http://schemas.openxmlformats.org/drawingml/2006/main">
            <a:r>
              <a:t/>
            </a:r>
          </a:p>
          <a:p xmlns:a="http://schemas.openxmlformats.org/drawingml/2006/main">
            <a:r>
              <a:t>packages/ai/test/openai-decisions.test.ts</a:t>
            </a:r>
          </a:p>
          <a:p xmlns:a="http://schemas.openxmlformats.org/drawingml/2006/main">
            <a:r>
              <a:t/>
            </a:r>
          </a:p>
          <a:p xmlns:a="http://schemas.openxmlformats.org/drawingml/2006/main">
            <a:r>
              <a:t>packages/ai/test/openai-responses-cache-affinity-e2e.test.ts</a:t>
            </a:r>
          </a:p>
          <a:p xmlns:a="http://schemas.openxmlformats.org/drawingml/2006/main">
            <a:r>
              <a:t/>
            </a:r>
          </a:p>
          <a:p xmlns:a="http://schemas.openxmlformats.org/drawingml/2006/main">
            <a:r>
              <a:t>packages/ai/test/openai-responses-chatgpt-sign-in.test.ts</a:t>
            </a:r>
          </a:p>
          <a:p xmlns:a="http://schemas.openxmlformats.org/drawingml/2006/main">
            <a:r>
              <a:t/>
            </a:r>
          </a:p>
          <a:p xmlns:a="http://schemas.openxmlformats.org/drawingml/2006/main">
            <a:r>
              <a:t>packages/ai/test/openai-responses-compat.test.ts</a:t>
            </a:r>
          </a:p>
          <a:p xmlns:a="http://schemas.openxmlformats.org/drawingml/2006/main">
            <a:r>
              <a:t/>
            </a:r>
          </a:p>
          <a:p xmlns:a="http://schemas.openxmlformats.org/drawingml/2006/main">
            <a:r>
              <a:t>packages/ai/test/openai-responses-empty-tool-result.test.ts</a:t>
            </a:r>
          </a:p>
          <a:p xmlns:a="http://schemas.openxmlformats.org/drawingml/2006/main">
            <a:r>
              <a:t/>
            </a:r>
          </a:p>
          <a:p xmlns:a="http://schemas.openxmlformats.org/drawingml/2006/main">
            <a:r>
              <a:t>packages/ai/test/openai-responses-foreign-toolcall-id.test.ts</a:t>
            </a:r>
          </a:p>
          <a:p xmlns:a="http://schemas.openxmlformats.org/drawingml/2006/main">
            <a:r>
              <a:t/>
            </a:r>
          </a:p>
          <a:p xmlns:a="http://schemas.openxmlformats.org/drawingml/2006/main">
            <a:r>
              <a:t>packages/ai/test/openai-responses-message-id.test.ts</a:t>
            </a:r>
          </a:p>
          <a:p xmlns:a="http://schemas.openxmlformats.org/drawingml/2006/main">
            <a:r>
              <a:t/>
            </a:r>
          </a:p>
          <a:p xmlns:a="http://schemas.openxmlformats.org/drawingml/2006/main">
            <a:r>
              <a:t>packages/ai/test/openai-responses-mid-convo-effort.test.ts</a:t>
            </a:r>
          </a:p>
          <a:p xmlns:a="http://schemas.openxmlformats.org/drawingml/2006/main">
            <a:r>
              <a:t/>
            </a:r>
          </a:p>
          <a:p xmlns:a="http://schemas.openxmlformats.org/drawingml/2006/main">
            <a:r>
              <a:t>packages/ai/test/openai-responses-namespace.test.ts</a:t>
            </a:r>
          </a:p>
          <a:p xmlns:a="http://schemas.openxmlformats.org/drawingml/2006/main">
            <a:r>
              <a:t/>
            </a:r>
          </a:p>
          <a:p xmlns:a="http://schemas.openxmlformats.org/drawingml/2006/main">
            <a:r>
              <a:t>packages/ai/test/openai-responses-partial-json-cleanup.test.ts</a:t>
            </a:r>
          </a:p>
          <a:p xmlns:a="http://schemas.openxmlformats.org/drawingml/2006/main">
            <a:r>
              <a:t/>
            </a:r>
          </a:p>
          <a:p xmlns:a="http://schemas.openxmlformats.org/drawingml/2006/main">
            <a:r>
              <a:t>packages/ai/test/openai-responses-reasoning-replay-e2e.test.ts</a:t>
            </a:r>
          </a:p>
          <a:p xmlns:a="http://schemas.openxmlformats.org/drawingml/2006/main">
            <a:r>
              <a:t/>
            </a:r>
          </a:p>
          <a:p xmlns:a="http://schemas.openxmlformats.org/drawingml/2006/main">
            <a:r>
              <a:t>packages/ai/test/openai-responses-terminal-event.test.ts</a:t>
            </a:r>
          </a:p>
          <a:p xmlns:a="http://schemas.openxmlformats.org/drawingml/2006/main">
            <a:r>
              <a:t/>
            </a:r>
          </a:p>
          <a:p xmlns:a="http://schemas.openxmlformats.org/drawingml/2006/main">
            <a:r>
              <a:t>packages/ai/test/openai-responses-usage-limit.test.ts</a:t>
            </a:r>
          </a:p>
          <a:p xmlns:a="http://schemas.openxmlformats.org/drawingml/2006/main">
            <a:r>
              <a:t/>
            </a:r>
          </a:p>
          <a:p xmlns:a="http://schemas.openxmlformats.org/drawingml/2006/main">
            <a:r>
              <a:t>packages/ai/test/opencode-provider-headers.test.ts</a:t>
            </a:r>
          </a:p>
          <a:p xmlns:a="http://schemas.openxmlformats.org/drawingml/2006/main">
            <a:r>
              <a:t/>
            </a:r>
          </a:p>
          <a:p xmlns:a="http://schemas.openxmlformats.org/drawingml/2006/main">
            <a:r>
              <a:t>packages/ai/test/openrouter-cost.test.ts</a:t>
            </a:r>
          </a:p>
          <a:p xmlns:a="http://schemas.openxmlformats.org/drawingml/2006/main">
            <a:r>
              <a:t/>
            </a:r>
          </a:p>
          <a:p xmlns:a="http://schemas.openxmlformats.org/drawingml/2006/main">
            <a:r>
              <a:t>packages/ai/test/openrouter-images.test.ts</a:t>
            </a:r>
          </a:p>
          <a:p xmlns:a="http://schemas.openxmlformats.org/drawingml/2006/main">
            <a:r>
              <a:t/>
            </a:r>
          </a:p>
          <a:p xmlns:a="http://schemas.openxmlformats.org/drawingml/2006/main">
            <a:r>
              <a:t>packages/ai/test/openrouter-reasoning-options.test.ts</a:t>
            </a:r>
          </a:p>
          <a:p xmlns:a="http://schemas.openxmlformats.org/drawingml/2006/main">
            <a:r>
              <a:t/>
            </a:r>
          </a:p>
          <a:p xmlns:a="http://schemas.openxmlformats.org/drawingml/2006/main">
            <a:r>
              <a:t>packages/ai/test/overflow.test.ts</a:t>
            </a:r>
          </a:p>
          <a:p xmlns:a="http://schemas.openxmlformats.org/drawingml/2006/main">
            <a:r>
              <a:t/>
            </a:r>
          </a:p>
          <a:p xmlns:a="http://schemas.openxmlformats.org/drawingml/2006/main">
            <a:r>
              <a:t>packages/ai/test/pi-messages.test.ts</a:t>
            </a:r>
          </a:p>
          <a:p xmlns:a="http://schemas.openxmlformats.org/drawingml/2006/main">
            <a:r>
              <a:t/>
            </a:r>
          </a:p>
          <a:p xmlns:a="http://schemas.openxmlformats.org/drawingml/2006/main">
            <a:r>
              <a:t>packages/ai/test/pre-generation-error.test.ts</a:t>
            </a:r>
          </a:p>
          <a:p xmlns:a="http://schemas.openxmlformats.org/drawingml/2006/main">
            <a:r>
              <a:t/>
            </a:r>
          </a:p>
          <a:p xmlns:a="http://schemas.openxmlformats.org/drawingml/2006/main">
            <a:r>
              <a:t>packages/ai/test/provider-error-body-passthrough.test.ts</a:t>
            </a:r>
          </a:p>
          <a:p xmlns:a="http://schemas.openxmlformats.org/drawingml/2006/main">
            <a:r>
              <a:t/>
            </a:r>
          </a:p>
          <a:p xmlns:a="http://schemas.openxmlformats.org/drawingml/2006/main">
            <a:r>
              <a:t>packages/ai/test/provider-error-body-regression.test.ts</a:t>
            </a:r>
          </a:p>
          <a:p xmlns:a="http://schemas.openxmlformats.org/drawingml/2006/main">
            <a:r>
              <a:t/>
            </a:r>
          </a:p>
          <a:p xmlns:a="http://schemas.openxmlformats.org/drawingml/2006/main">
            <a:r>
              <a:t>packages/ai/test/radius-thinking-replay-e2e.test.ts</a:t>
            </a:r>
          </a:p>
          <a:p xmlns:a="http://schemas.openxmlformats.org/drawingml/2006/main">
            <a:r>
              <a:t/>
            </a:r>
          </a:p>
          <a:p xmlns:a="http://schemas.openxmlformats.org/drawingml/2006/main">
            <a:r>
              <a:t>packages/ai/test/responseid.test.ts</a:t>
            </a:r>
          </a:p>
          <a:p xmlns:a="http://schemas.openxmlformats.org/drawingml/2006/main">
            <a:r>
              <a:t/>
            </a:r>
          </a:p>
          <a:p xmlns:a="http://schemas.openxmlformats.org/drawingml/2006/main">
            <a:r>
              <a:t>packages/ai/test/sampling-options.test.ts</a:t>
            </a:r>
          </a:p>
          <a:p xmlns:a="http://schemas.openxmlformats.org/drawingml/2006/main">
            <a:r>
              <a:t/>
            </a:r>
          </a:p>
          <a:p xmlns:a="http://schemas.openxmlformats.org/drawingml/2006/main">
            <a:r>
              <a:t>packages/ai/test/stream.test.ts</a:t>
            </a:r>
          </a:p>
          <a:p xmlns:a="http://schemas.openxmlformats.org/drawingml/2006/main">
            <a:r>
              <a:t/>
            </a:r>
          </a:p>
          <a:p xmlns:a="http://schemas.openxmlformats.org/drawingml/2006/main">
            <a:r>
              <a:t>packages/ai/test/system-message-replay.test.ts</a:t>
            </a:r>
          </a:p>
          <a:p xmlns:a="http://schemas.openxmlformats.org/drawingml/2006/main">
            <a:r>
              <a:t/>
            </a:r>
          </a:p>
          <a:p xmlns:a="http://schemas.openxmlformats.org/drawingml/2006/main">
            <a:r>
              <a:t>packages/ai/test/tokens.test.ts</a:t>
            </a:r>
          </a:p>
          <a:p xmlns:a="http://schemas.openxmlformats.org/drawingml/2006/main">
            <a:r>
              <a:t/>
            </a:r>
          </a:p>
          <a:p xmlns:a="http://schemas.openxmlformats.org/drawingml/2006/main">
            <a:r>
              <a:t>packages/ai/test/tool-call-id-normalization.test.ts</a:t>
            </a:r>
          </a:p>
          <a:p xmlns:a="http://schemas.openxmlformats.org/drawingml/2006/main">
            <a:r>
              <a:t/>
            </a:r>
          </a:p>
          <a:p xmlns:a="http://schemas.openxmlformats.org/drawingml/2006/main">
            <a:r>
              <a:t>packages/ai/test/tool-call-without-result.test.ts</a:t>
            </a:r>
          </a:p>
          <a:p xmlns:a="http://schemas.openxmlformats.org/drawingml/2006/main">
            <a:r>
              <a:t/>
            </a:r>
          </a:p>
          <a:p xmlns:a="http://schemas.openxmlformats.org/drawingml/2006/main">
            <a:r>
              <a:t>packages/ai/test/total-tokens.test.ts</a:t>
            </a:r>
          </a:p>
          <a:p xmlns:a="http://schemas.openxmlformats.org/drawingml/2006/main">
            <a:r>
              <a:t/>
            </a:r>
          </a:p>
          <a:p xmlns:a="http://schemas.openxmlformats.org/drawingml/2006/main">
            <a:r>
              <a:t>packages/ai/test/transcript-tool-changes.test.ts</a:t>
            </a:r>
          </a:p>
          <a:p xmlns:a="http://schemas.openxmlformats.org/drawingml/2006/main">
            <a:r>
              <a:t/>
            </a:r>
          </a:p>
          <a:p xmlns:a="http://schemas.openxmlformats.org/drawingml/2006/main">
            <a:r>
              <a:t>packages/ai/test/transform-messages-copilot-openai-to-anthropic.test.ts</a:t>
            </a:r>
          </a:p>
          <a:p xmlns:a="http://schemas.openxmlformats.org/drawingml/2006/main">
            <a:r>
              <a:t/>
            </a:r>
          </a:p>
          <a:p xmlns:a="http://schemas.openxmlformats.org/drawingml/2006/main">
            <a:r>
              <a:t>packages/ai/test/transform-messages-cross-model-thinking.test.ts</a:t>
            </a:r>
          </a:p>
          <a:p xmlns:a="http://schemas.openxmlformats.org/drawingml/2006/main">
            <a:r>
              <a:t/>
            </a:r>
          </a:p>
          <a:p xmlns:a="http://schemas.openxmlformats.org/drawingml/2006/main">
            <a:r>
              <a:t>packages/ai/test/typesafe-system-one.test.ts</a:t>
            </a:r>
          </a:p>
          <a:p xmlns:a="http://schemas.openxmlformats.org/drawingml/2006/main">
            <a:r>
              <a:t/>
            </a:r>
          </a:p>
          <a:p xmlns:a="http://schemas.openxmlformats.org/drawingml/2006/main">
            <a:r>
              <a:t>packages/ai/test/unicode-surrogate.test.ts</a:t>
            </a:r>
          </a:p>
          <a:p xmlns:a="http://schemas.openxmlformats.org/drawingml/2006/main">
            <a:r>
              <a:t/>
            </a:r>
          </a:p>
          <a:p xmlns:a="http://schemas.openxmlformats.org/drawingml/2006/main">
            <a:r>
              <a:t>packages/ai/test/validation.test.ts</a:t>
            </a:r>
          </a:p>
          <a:p xmlns:a="http://schemas.openxmlformats.org/drawingml/2006/main">
            <a:r>
              <a:t/>
            </a:r>
          </a:p>
          <a:p xmlns:a="http://schemas.openxmlformats.org/drawingml/2006/main">
            <a:r>
              <a:t>packages/ai/test/xhigh.test.ts</a:t>
            </a:r>
          </a:p>
          <a:p xmlns:a="http://schemas.openxmlformats.org/drawingml/2006/main">
            <a:r>
              <a:t/>
            </a:r>
          </a:p>
          <a:p xmlns:a="http://schemas.openxmlformats.org/drawingml/2006/main">
            <a:r>
              <a:t>packages/ai/test/xiaomi-token-plan-ams-anthropic-empty-signature-smoke.test.ts</a:t>
            </a:r>
          </a:p>
          <a:p xmlns:a="http://schemas.openxmlformats.org/drawingml/2006/main">
            <a:r>
              <a:t/>
            </a:r>
          </a:p>
          <a:p xmlns:a="http://schemas.openxmlformats.org/drawingml/2006/main">
            <a:r>
              <a:t>packages/ai/test/zen.test.ts</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packages/coding-agent/test/model-registry.test.ts</a:t>
            </a:r>
          </a:p>
          <a:p xmlns:a="http://schemas.openxmlformats.org/drawingml/2006/main">
            <a:r>
              <a:t/>
            </a:r>
          </a:p>
          <a:p xmlns:a="http://schemas.openxmlformats.org/drawingml/2006/main">
            <a:r>
              <a:t>packages/coding-agent/test/model-runtime-cloudflare-compat.test.ts</a:t>
            </a:r>
          </a:p>
          <a:p xmlns:a="http://schemas.openxmlformats.org/drawingml/2006/main">
            <a:r>
              <a:t/>
            </a:r>
          </a:p>
          <a:p xmlns:a="http://schemas.openxmlformats.org/drawingml/2006/main">
            <a:r>
              <a:t>packages/coding-agent/test/model-runtime-modify-models-compat.test.ts</a:t>
            </a:r>
          </a:p>
          <a:p xmlns:a="http://schemas.openxmlformats.org/drawingml/2006/main">
            <a:r>
              <a:t/>
            </a:r>
          </a:p>
          <a:p xmlns:a="http://schemas.openxmlformats.org/drawingml/2006/main">
            <a:r>
              <a:t>packages/coding-agent/test/model-runtime-test-utils.ts</a:t>
            </a:r>
          </a:p>
          <a:p xmlns:a="http://schemas.openxmlformats.org/drawingml/2006/main">
            <a:r>
              <a:t/>
            </a:r>
          </a:p>
          <a:p xmlns:a="http://schemas.openxmlformats.org/drawingml/2006/main">
            <a:r>
              <a:t>packages/coding-agent/test/suite/regressions/7027-credential-refresh-hang.test.ts</a:t>
            </a:r>
          </a:p>
          <a:p xmlns:a="http://schemas.openxmlformats.org/drawingml/2006/main">
            <a:r>
              <a:t/>
            </a:r>
          </a:p>
          <a:p xmlns:a="http://schemas.openxmlformats.org/drawingml/2006/main">
            <a:r>
              <a:t>packages/coding-agent/test/auth-check.test.ts</a:t>
            </a:r>
          </a:p>
          <a:p xmlns:a="http://schemas.openxmlformats.org/drawingml/2006/main">
            <a:r>
              <a:t/>
            </a:r>
          </a:p>
          <a:p xmlns:a="http://schemas.openxmlformats.org/drawingml/2006/main">
            <a:r>
              <a:t>packages/coding-agent/test/credential-print.test.ts</a:t>
            </a:r>
          </a:p>
          <a:p xmlns:a="http://schemas.openxmlformats.org/drawingml/2006/main">
            <a:r>
              <a:t/>
            </a:r>
          </a:p>
          <a:p xmlns:a="http://schemas.openxmlformats.org/drawingml/2006/main">
            <a:r>
              <a:t>packages/coding-agent/test/model-catalog-protocol.test.ts</a:t>
            </a:r>
          </a:p>
          <a:p xmlns:a="http://schemas.openxmlformats.org/drawingml/2006/main">
            <a:r>
              <a:t/>
            </a:r>
          </a:p>
          <a:p xmlns:a="http://schemas.openxmlformats.org/drawingml/2006/main">
            <a:r>
              <a:t>packages/coding-agent/test/model-runtime-auth-options.test.ts</a:t>
            </a:r>
          </a:p>
          <a:p xmlns:a="http://schemas.openxmlformats.org/drawingml/2006/main">
            <a:r>
              <a:t/>
            </a:r>
          </a:p>
          <a:p xmlns:a="http://schemas.openxmlformats.org/drawingml/2006/main">
            <a:r>
              <a:t>packages/coding-agent/test/model-runtime-classifiers.test.ts</a:t>
            </a:r>
          </a:p>
          <a:p xmlns:a="http://schemas.openxmlformats.org/drawingml/2006/main">
            <a:r>
              <a:t/>
            </a:r>
          </a:p>
          <a:p xmlns:a="http://schemas.openxmlformats.org/drawingml/2006/main">
            <a:r>
              <a:t>packages/coding-agent/test/model-runtime-credential-sync.test.ts</a:t>
            </a:r>
          </a:p>
          <a:p xmlns:a="http://schemas.openxmlformats.org/drawingml/2006/main">
            <a:r>
              <a:t/>
            </a:r>
          </a:p>
          <a:p xmlns:a="http://schemas.openxmlformats.org/drawingml/2006/main">
            <a:r>
              <a:t>packages/coding-agent/test/model-runtime-images.test.ts</a:t>
            </a:r>
          </a:p>
          <a:p xmlns:a="http://schemas.openxmlformats.org/drawingml/2006/main">
            <a:r>
              <a:t/>
            </a:r>
          </a:p>
          <a:p xmlns:a="http://schemas.openxmlformats.org/drawingml/2006/main">
            <a:r>
              <a:t>packages/coding-agent/test/package-command-paths.test.ts</a:t>
            </a:r>
          </a:p>
          <a:p xmlns:a="http://schemas.openxmlformats.org/drawingml/2006/main">
            <a:r>
              <a:t/>
            </a:r>
          </a:p>
          <a:p xmlns:a="http://schemas.openxmlformats.org/drawingml/2006/main">
            <a:r>
              <a:t>packages/coding-agent/test/radius.test.ts</a:t>
            </a:r>
          </a:p>
          <a:p xmlns:a="http://schemas.openxmlformats.org/drawingml/2006/main">
            <a:r>
              <a:t/>
            </a:r>
          </a:p>
          <a:p xmlns:a="http://schemas.openxmlformats.org/drawingml/2006/main">
            <a:r>
              <a:t>packages/coding-agent/test/models-store.test.ts</a:t>
            </a:r>
          </a:p>
          <a:p xmlns:a="http://schemas.openxmlformats.org/drawingml/2006/main">
            <a:r>
              <a:t/>
            </a:r>
          </a:p>
          <a:p xmlns:a="http://schemas.openxmlformats.org/drawingml/2006/main">
            <a:r>
              <a:t>packages/coding-agent/test/remote-catalog-provider.test.ts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AG-01 · 有状态 Agent [库] 保存模型、推理级别、可执行工具、消息、流式状态与待完成调用，供应用构建自己的智能体。</a:t>
            </a:r>
          </a:p>
          <a:p xmlns:a="http://schemas.openxmlformats.org/drawingml/2006/main">
            <a:r>
              <a:t/>
            </a:r>
          </a:p>
          <a:p xmlns:a="http://schemas.openxmlformats.org/drawingml/2006/main">
            <a:r>
              <a:t>AG-02 · 多轮工具循环 [库] 模型回答要求工具时先执行工具、加入结果，再调用模型，直到正常完成、错误、中止或调度控制结束。</a:t>
            </a:r>
          </a:p>
          <a:p xmlns:a="http://schemas.openxmlformats.org/drawingml/2006/main">
            <a:r>
              <a:t/>
            </a:r>
          </a:p>
          <a:p xmlns:a="http://schemas.openxmlformats.org/drawingml/2006/main">
            <a:r>
              <a:t>AG-03 · 上下文预处理 [库] 在模型格式转换前裁剪、注入或变换应用消息，便于构建检索或自定义历史管理。</a:t>
            </a:r>
          </a:p>
          <a:p xmlns:a="http://schemas.openxmlformats.org/drawingml/2006/main">
            <a:r>
              <a:t/>
            </a:r>
          </a:p>
          <a:p xmlns:a="http://schemas.openxmlformats.org/drawingml/2006/main">
            <a:r>
              <a:t>AG-04 · 自定义消息类型 [库] 扩展应用消息并转换成模型可识别的 user、assistant、toolResult 等结构，或过滤仅 UI 使用的消息。</a:t>
            </a:r>
          </a:p>
          <a:p xmlns:a="http://schemas.openxmlformats.org/drawingml/2006/main">
            <a:r>
              <a:t/>
            </a:r>
          </a:p>
          <a:p xmlns:a="http://schemas.openxmlformats.org/drawingml/2006/main">
            <a:r>
              <a:t>AG-05 · 文本与图片提示 [库] 支持文本、图片内容块或完整 AgentMessage 输入，让宿主以统一入口提供多模态任务。</a:t>
            </a:r>
          </a:p>
          <a:p xmlns:a="http://schemas.openxmlformats.org/drawingml/2006/main">
            <a:r>
              <a:t/>
            </a:r>
          </a:p>
          <a:p xmlns:a="http://schemas.openxmlformats.org/drawingml/2006/main">
            <a:r>
              <a:t>AG-06 · 并行工具批次 [库] 默认先顺序完成工具预检，再并行执行通过的调用；完成事件按完成顺序，历史结果仍按模型原始顺序保存。</a:t>
            </a:r>
          </a:p>
          <a:p xmlns:a="http://schemas.openxmlformats.org/drawingml/2006/main">
            <a:r>
              <a:t/>
            </a:r>
          </a:p>
          <a:p xmlns:a="http://schemas.openxmlformats.org/drawingml/2006/main">
            <a:r>
              <a:t>AG-07 · 串行工具约束 [库] 全局或单工具可要求串行；批次中存在串行工具时整批串行，保护共享可变状态。</a:t>
            </a:r>
          </a:p>
          <a:p xmlns:a="http://schemas.openxmlformats.org/drawingml/2006/main">
            <a:r>
              <a:t/>
            </a:r>
          </a:p>
          <a:p xmlns:a="http://schemas.openxmlformats.org/drawingml/2006/main">
            <a:r>
              <a:t>AG-10 · 终止结果提示 [库] 当一批所有最终工具结果都要求 terminate 时，跳过后续模型请求；混合批次仍正常继续。</a:t>
            </a:r>
          </a:p>
          <a:p xmlns:a="http://schemas.openxmlformats.org/drawingml/2006/main">
            <a:r>
              <a:t/>
            </a:r>
          </a:p>
          <a:p xmlns:a="http://schemas.openxmlformats.org/drawingml/2006/main">
            <a:r>
              <a:t>AG-11 · 请求准备屏障 [库] 每次模型请求前安装权威上下文，使持久化会话状态能成为实际请求来源。</a:t>
            </a:r>
          </a:p>
          <a:p xmlns:a="http://schemas.openxmlformats.org/drawingml/2006/main">
            <a:r>
              <a:t/>
            </a:r>
          </a:p>
          <a:p xmlns:a="http://schemas.openxmlformats.org/drawingml/2006/main">
            <a:r>
              <a:t>AG-12 · 轮次收尾决策 [库] 在助手与工具结果完成后决定结束或再请求一次；错误和中止仍是硬退出。</a:t>
            </a:r>
          </a:p>
          <a:p xmlns:a="http://schemas.openxmlformats.org/drawingml/2006/main">
            <a:r>
              <a:t/>
            </a:r>
          </a:p>
          <a:p xmlns:a="http://schemas.openxmlformats.org/drawingml/2006/main">
            <a:r>
              <a:t>AG-13 · Steering／follow-up 队列 [库] 分开管理当前任务纠偏和后续任务，支持逐条／整批、窥视和清理队列。</a:t>
            </a:r>
          </a:p>
          <a:p xmlns:a="http://schemas.openxmlformats.org/drawingml/2006/main">
            <a:r>
              <a:t/>
            </a:r>
          </a:p>
          <a:p xmlns:a="http://schemas.openxmlformats.org/drawingml/2006/main">
            <a:r>
              <a:t>AG-14 · 有序事件与异步订阅 [库] 发布 agent、turn、message、tool 全流程事件；Agent 的订阅按注册顺序等待，允许宿主把落盘操作作为屏障。</a:t>
            </a:r>
          </a:p>
          <a:p xmlns:a="http://schemas.openxmlformats.org/drawingml/2006/main">
            <a:r>
              <a:t/>
            </a:r>
          </a:p>
          <a:p xmlns:a="http://schemas.openxmlformats.org/drawingml/2006/main">
            <a:r>
              <a:t>AG-15 · 取消与真正空闲 [库] 传播取消并等待整个运行结算，包括 agent_end 订阅完成，而不只等待最后一块文本。</a:t>
            </a:r>
          </a:p>
          <a:p xmlns:a="http://schemas.openxmlformats.org/drawingml/2006/main">
            <a:r>
              <a:t/>
            </a:r>
          </a:p>
          <a:p xmlns:a="http://schemas.openxmlformats.org/drawingml/2006/main">
            <a:r>
              <a:t>AG-16 · 系统提示和工具变更记录 [库] 用系统消息记录提示与工具声明变化，请求前将可执行集合与会话声明对齐，支持准确重放。</a:t>
            </a:r>
          </a:p>
          <a:p xmlns:a="http://schemas.openxmlformats.org/drawingml/2006/main">
            <a:r>
              <a:t/>
            </a:r>
          </a:p>
          <a:p xmlns:a="http://schemas.openxmlformats.org/drawingml/2006/main">
            <a:r>
              <a:t>AG-17 · 动态认证与会话亲和 [库] 宿主提供动态凭据解析、sessionId 和推理预算，将认证刷新及提供商缓存接入循环。</a:t>
            </a:r>
          </a:p>
          <a:p xmlns:a="http://schemas.openxmlformats.org/drawingml/2006/main">
            <a:r>
              <a:t/>
            </a:r>
          </a:p>
          <a:p xmlns:a="http://schemas.openxmlformats.org/drawingml/2006/main">
            <a:r>
              <a:t>AG-18 · 底层无类循环 [库] 直接使用异步事件流驱动循环，便于定制宿主；底层流不会像 Agent 类那样等待消费者处理事件。</a:t>
            </a:r>
          </a:p>
          <a:p xmlns:a="http://schemas.openxmlformats.org/drawingml/2006/main">
            <a:r>
              <a:t/>
            </a:r>
          </a:p>
          <a:p xmlns:a="http://schemas.openxmlformats.org/drawingml/2006/main">
            <a:r>
              <a:t>AI-01 · 提供商集合 [库] 用一个 Models 实例管理多个提供商，把认证、模型目录和协议实现组合起来，按模型所属提供商分发调用。</a:t>
            </a:r>
          </a:p>
          <a:p xmlns:a="http://schemas.openxmlformats.org/drawingml/2006/main">
            <a:r>
              <a:t/>
            </a:r>
          </a:p>
          <a:p xmlns:a="http://schemas.openxmlformats.org/drawingml/2006/main">
            <a:r>
              <a:t>AI-02 · 统一流式／完整回答 [库] 使用相同 Context 调用各提供商，既可消费文本／推理／工具增量，也可等待完整 AssistantMessage。</a:t>
            </a:r>
          </a:p>
          <a:p xmlns:a="http://schemas.openxmlformats.org/drawingml/2006/main">
            <a:r>
              <a:t/>
            </a:r>
          </a:p>
          <a:p xmlns:a="http://schemas.openxmlformats.org/drawingml/2006/main">
            <a:r>
              <a:t>AI-03 · 简化推理接口 [库] 用统一 reasoning 级别调用不同协议，降低宿主对提供商特定推理参数的依赖。</a:t>
            </a:r>
          </a:p>
          <a:p xmlns:a="http://schemas.openxmlformats.org/drawingml/2006/main">
            <a:r>
              <a:t/>
            </a:r>
          </a:p>
          <a:p xmlns:a="http://schemas.openxmlformats.org/drawingml/2006/main">
            <a:r>
              <a:t>AI-04 · 提供商专属参数 [库] 需要细控时按 API 类型传递推理预算、采样、缓存和协议参数，保留类型检查。</a:t>
            </a:r>
          </a:p>
          <a:p xmlns:a="http://schemas.openxmlformats.org/drawingml/2006/main">
            <a:r>
              <a:t/>
            </a:r>
          </a:p>
          <a:p xmlns:a="http://schemas.openxmlformats.org/drawingml/2006/main">
            <a:r>
              <a:t>AI-05 · 标准内容块与消息 [库] 统一用户、助手、工具结果、文本、图片、推理和工具调用结构，便于跨模型和宿主共享数据。</a:t>
            </a:r>
          </a:p>
          <a:p xmlns:a="http://schemas.openxmlformats.org/drawingml/2006/main">
            <a:r>
              <a:t/>
            </a:r>
          </a:p>
          <a:p xmlns:a="http://schemas.openxmlformats.org/drawingml/2006/main">
            <a:r>
              <a:t>AI-20 · 视觉输入 [库／模型相关] 将用户或工具结果中的图片交给支持视觉的聊天模型；模型元数据表示是否具备图片输入能力。</a:t>
            </a:r>
          </a:p>
          <a:p xmlns:a="http://schemas.openxmlformats.org/drawingml/2006/main">
            <a:r>
              <a:t/>
            </a:r>
          </a:p>
          <a:p xmlns:a="http://schemas.openxmlformats.org/drawingml/2006/main">
            <a:r>
              <a:t>AI-24 · 停止原因与错误归一化 [库] 区分正常停止、长度限制、工具使用、错误和取消，失败结果可携带已收到的内容和用量。</a:t>
            </a:r>
          </a:p>
          <a:p xmlns:a="http://schemas.openxmlformats.org/drawingml/2006/main">
            <a:r>
              <a:t/>
            </a:r>
          </a:p>
          <a:p xmlns:a="http://schemas.openxmlformats.org/drawingml/2006/main">
            <a:r>
              <a:t>AI-27 · 自定义或混合协议提供商 [库] 组合模型、认证和 chat／image／classifier 实现；同一提供商可按模型 API 分派不同协议。</a:t>
            </a:r>
          </a:p>
          <a:p xmlns:a="http://schemas.openxmlformats.org/drawingml/2006/main">
            <a:r>
              <a:t/>
            </a:r>
          </a:p>
          <a:p xmlns:a="http://schemas.openxmlformats.org/drawingml/2006/main">
            <a:r>
              <a:t>AI-31 · JSON 上下文序列化 [库] 消息和模型定义为可序列化数据，应用可自行存入数据库、文件或其他存储再恢复。</a:t>
            </a:r>
          </a:p>
          <a:p xmlns:a="http://schemas.openxmlformats.org/drawingml/2006/main">
            <a:r>
              <a:t/>
            </a:r>
          </a:p>
          <a:p xmlns:a="http://schemas.openxmlformats.org/drawingml/2006/main">
            <a:r>
              <a:t>AI-40 · 模型请求与轮询的显式遥测 [库] 提供 AI_TELEMETRY_SCHEMA 与 request/poll span、首事件、用量和指标。 已替代 telemetryContext，无兼容别名；取消标记与 provider_error 分开，未知费用不推算。</a:t>
            </a:r>
          </a:p>
          <a:p xmlns:a="http://schemas.openxmlformats.org/drawingml/2006/main">
            <a:r>
              <a:t/>
            </a:r>
          </a:p>
          <a:p xmlns:a="http://schemas.openxmlformats.org/drawingml/2006/main">
            <a:r>
              <a:t>PROV-39 · 其他兼容端点 [可选] 自定义 Ollama、LM Studio、vLLM、SGLang 或企业代理，无需每种部署都新增一个内置 provider。</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课程：01 读码基础 / source-debug / 本地源码启动与第一次断点</a:t>
            </a:r>
          </a:p>
          <a:p xmlns:a="http://schemas.openxmlformats.org/drawingml/2006/main">
            <a:r>
              <a:t/>
            </a:r>
          </a:p>
          <a:p xmlns:a="http://schemas.openxmlformats.org/drawingml/2006/main">
            <a:r>
              <a:t>场景：你改了 TypeScript 文件，却发现启动的 pi 没有变化。</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检查运行前置条件</a:t>
            </a:r>
          </a:p>
          <a:p xmlns:a="http://schemas.openxmlformats.org/drawingml/2006/main">
            <a:r>
              <a:t>先检查 Node 与依赖版本，再核对模型数据是否齐全。理解 hydrate:model-data 与单纯安装依赖解决的是不同问题。</a:t>
            </a:r>
          </a:p>
          <a:p xmlns:a="http://schemas.openxmlformats.org/drawingml/2006/main">
            <a:r>
              <a:t>输入：源码工作区</a:t>
            </a:r>
          </a:p>
          <a:p xmlns:a="http://schemas.openxmlformats.org/drawingml/2006/main">
            <a:r>
              <a:t>输出：可定位的环境与数据问题</a:t>
            </a:r>
          </a:p>
          <a:p xmlns:a="http://schemas.openxmlformats.org/drawingml/2006/main">
            <a:r>
              <a:t>入口：hydrate:model-data；check:model-data；build:offline</a:t>
            </a:r>
          </a:p>
          <a:p xmlns:a="http://schemas.openxmlformats.org/drawingml/2006/main">
            <a:r>
              <a:t>行为与边界：导览生成本身只读本地目录，不执行这些可能联网的维护命令。</a:t>
            </a:r>
          </a:p>
          <a:p xmlns:a="http://schemas.openxmlformats.org/drawingml/2006/main">
            <a:r>
              <a:t>源码：packages/ai/scripts/check-model-data.ts:1</a:t>
            </a:r>
          </a:p>
          <a:p xmlns:a="http://schemas.openxmlformats.org/drawingml/2006/main">
            <a:r>
              <a:t>源码：packages/ai/scripts/generate-models.ts:1</a:t>
            </a:r>
          </a:p>
          <a:p xmlns:a="http://schemas.openxmlformats.org/drawingml/2006/main">
            <a:r>
              <a:t>源码：packages/ai/scripts/hydrate-model-catalog.ts:1</a:t>
            </a:r>
          </a:p>
          <a:p xmlns:a="http://schemas.openxmlformats.org/drawingml/2006/main">
            <a:r>
              <a:t>源码：packages/ai/scripts/model-data.ts:1</a:t>
            </a:r>
          </a:p>
          <a:p xmlns:a="http://schemas.openxmlformats.org/drawingml/2006/main">
            <a:r>
              <a:t/>
            </a:r>
          </a:p>
          <a:p xmlns:a="http://schemas.openxmlformats.org/drawingml/2006/main">
            <a:r>
              <a:t>2. 启用源码解析器</a:t>
            </a:r>
          </a:p>
          <a:p xmlns:a="http://schemas.openxmlformats.org/drawingml/2006/main">
            <a:r>
              <a:t>从本地开发说明复制 source-resolver 的启动方式，检查包名导入实际解析到 src。不要把全局 pi 当成当前源码。</a:t>
            </a:r>
          </a:p>
          <a:p xmlns:a="http://schemas.openxmlformats.org/drawingml/2006/main">
            <a:r>
              <a:t>输入：Node 与源码路径</a:t>
            </a:r>
          </a:p>
          <a:p xmlns:a="http://schemas.openxmlformats.org/drawingml/2006/main">
            <a:r>
              <a:t>输出：明确的源码入口</a:t>
            </a:r>
          </a:p>
          <a:p xmlns:a="http://schemas.openxmlformats.org/drawingml/2006/main">
            <a:r>
              <a:t>入口：node --import source-resolver.ts src/cli.ts</a:t>
            </a:r>
          </a:p>
          <a:p xmlns:a="http://schemas.openxmlformats.org/drawingml/2006/main">
            <a:r>
              <a:t>行为与边界：实验 CLI 与服务栈已移除；experimental 中遗留中文 README 是历史资料，不能作为可运行应用入口。</a:t>
            </a:r>
          </a:p>
          <a:p xmlns:a="http://schemas.openxmlformats.org/drawingml/2006/main">
            <a:r>
              <a:t>源码：packages/coding-agent/src/experimental/source-resolver.ts:1</a:t>
            </a:r>
          </a:p>
          <a:p xmlns:a="http://schemas.openxmlformats.org/drawingml/2006/main">
            <a:r>
              <a:t/>
            </a:r>
          </a:p>
          <a:p xmlns:a="http://schemas.openxmlformats.org/drawingml/2006/main">
            <a:r>
              <a:t>3. 观察启动参数</a:t>
            </a:r>
          </a:p>
          <a:p xmlns:a="http://schemas.openxmlformats.org/drawingml/2006/main">
            <a:r>
              <a:t>在 src/cli.ts 和 main 的参数处理附近下断点，先用 --help 或 --version 观察入口，再进入需要模型的流程。</a:t>
            </a:r>
          </a:p>
          <a:p xmlns:a="http://schemas.openxmlformats.org/drawingml/2006/main">
            <a:r>
              <a:t>输入：process.argv</a:t>
            </a:r>
          </a:p>
          <a:p xmlns:a="http://schemas.openxmlformats.org/drawingml/2006/main">
            <a:r>
              <a:t>输出：解析后的参数与模式</a:t>
            </a:r>
          </a:p>
          <a:p xmlns:a="http://schemas.openxmlformats.org/drawingml/2006/main">
            <a:r>
              <a:t>入口：pi；--print；--mode json|rpc</a:t>
            </a:r>
          </a:p>
          <a:p xmlns:a="http://schemas.openxmlformats.org/drawingml/2006/main">
            <a:r>
              <a:t>行为与边界：启动装配设置、资源与模型运行时；实际模型循环由 Agent 执行。</a:t>
            </a:r>
          </a:p>
          <a:p xmlns:a="http://schemas.openxmlformats.org/drawingml/2006/main">
            <a:r>
              <a:t>源码：packages/coding-agent/src/bun/cli.ts:1</a:t>
            </a:r>
          </a:p>
          <a:p xmlns:a="http://schemas.openxmlformats.org/drawingml/2006/main">
            <a:r>
              <a:t>源码：packages/coding-agent/src/bun/quickjs-wasm.d.ts:1</a:t>
            </a:r>
          </a:p>
          <a:p xmlns:a="http://schemas.openxmlformats.org/drawingml/2006/main">
            <a:r>
              <a:t>源码：packages/coding-agent/src/bun/restore-sandbox-env.ts:1</a:t>
            </a:r>
          </a:p>
          <a:p xmlns:a="http://schemas.openxmlformats.org/drawingml/2006/main">
            <a:r>
              <a:t>源码：packages/coding-agent/src/bun/runtime-setup.ts:1</a:t>
            </a:r>
          </a:p>
          <a:p xmlns:a="http://schemas.openxmlformats.org/drawingml/2006/main">
            <a:r>
              <a:t>源码：packages/coding-agent/src/bun/sandbox-env-setup.ts:1</a:t>
            </a:r>
          </a:p>
          <a:p xmlns:a="http://schemas.openxmlformats.org/drawingml/2006/main">
            <a:r>
              <a:t>源码：packages/coding-agent/src/cli.ts:1</a:t>
            </a:r>
          </a:p>
          <a:p xmlns:a="http://schemas.openxmlformats.org/drawingml/2006/main">
            <a:r>
              <a:t>源码：packages/coding-agent/src/cli/args.ts:1</a:t>
            </a:r>
          </a:p>
          <a:p xmlns:a="http://schemas.openxmlformats.org/drawingml/2006/main">
            <a:r>
              <a:t>源码：packages/coding-agent/src/cli/setup.ts:1</a:t>
            </a:r>
          </a:p>
          <a:p xmlns:a="http://schemas.openxmlformats.org/drawingml/2006/main">
            <a:r>
              <a:t>源码：packages/coding-agent/src/main.ts:1</a:t>
            </a:r>
          </a:p>
          <a:p xmlns:a="http://schemas.openxmlformats.org/drawingml/2006/main">
            <a:r>
              <a:t/>
            </a:r>
          </a:p>
          <a:p xmlns:a="http://schemas.openxmlformats.org/drawingml/2006/main">
            <a:r>
              <a:t>4. 完成一个最小验证</a:t>
            </a:r>
          </a:p>
          <a:p xmlns:a="http://schemas.openxmlformats.org/drawingml/2006/main">
            <a:r>
              <a:t>选择相关定向测试，记录预期与实际。缺依赖时先记录真实报错，不能通过删掉校验绕过。</a:t>
            </a:r>
          </a:p>
          <a:p xmlns:a="http://schemas.openxmlformats.org/drawingml/2006/main">
            <a:r>
              <a:t>输入：一个可复现修改</a:t>
            </a:r>
          </a:p>
          <a:p xmlns:a="http://schemas.openxmlformats.org/drawingml/2006/main">
            <a:r>
              <a:t>输出：测试结果与环境记录</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失败与恢复：缺模型数据可能在 CLI 加载阶段报错。断点未命中也可能是启动了 dist 或全局安装，而非这份 src。</a:t>
            </a:r>
          </a:p>
          <a:p xmlns:a="http://schemas.openxmlformats.org/drawingml/2006/main">
            <a:r>
              <a:t/>
            </a:r>
          </a:p>
          <a:p xmlns:a="http://schemas.openxmlformats.org/drawingml/2006/main">
            <a:r>
              <a:t>练习：让断点停在当前工作区的 cli.ts，记下绝对路径、argv 和调用栈。暂不调用真实模型。</a:t>
            </a:r>
          </a:p>
          <a:p xmlns:a="http://schemas.openxmlformats.org/drawingml/2006/main">
            <a:r>
              <a:t>参考判断：应证明运行的是源码路径；仅看到版本字符串不足以证明后续模型调用、工具和断点都可用。</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离线模型数据检查与目录水合</a:t>
            </a:r>
          </a:p>
          <a:p xmlns:a="http://schemas.openxmlformats.org/drawingml/2006/main">
            <a:r>
              <a:t>同步固定模型目录数据与生成器所需输入，验证 checkout 中的数据可供离线构建。</a:t>
            </a:r>
          </a:p>
          <a:p xmlns:a="http://schemas.openxmlformats.org/drawingml/2006/main">
            <a:r>
              <a:t>入口：hydrate:model-data；check:model-data；build:offline</a:t>
            </a:r>
          </a:p>
          <a:p xmlns:a="http://schemas.openxmlformats.org/drawingml/2006/main">
            <a:r>
              <a:t>边界：导览生成本身只读本地目录，不执行这些可能联网的维护命令。</a:t>
            </a:r>
          </a:p>
          <a:p xmlns:a="http://schemas.openxmlformats.org/drawingml/2006/main">
            <a:r>
              <a:t/>
            </a:r>
          </a:p>
          <a:p xmlns:a="http://schemas.openxmlformats.org/drawingml/2006/main">
            <a:r>
              <a:t>源码解析器与历史实验资料</a:t>
            </a:r>
          </a:p>
          <a:p xmlns:a="http://schemas.openxmlformats.org/drawingml/2006/main">
            <a:r>
              <a:t>将工作区包导入解析到当前 TypeScript 源码，供本地运行和断点调试。</a:t>
            </a:r>
          </a:p>
          <a:p xmlns:a="http://schemas.openxmlformats.org/drawingml/2006/main">
            <a:r>
              <a:t>入口：node --import source-resolver.ts src/cli.ts</a:t>
            </a:r>
          </a:p>
          <a:p xmlns:a="http://schemas.openxmlformats.org/drawingml/2006/main">
            <a:r>
              <a:t>边界：实验 CLI 与服务栈已移除；experimental 中遗留中文 README 是历史资料，不能作为可运行应用入口。</a:t>
            </a:r>
          </a:p>
          <a:p xmlns:a="http://schemas.openxmlformats.org/drawingml/2006/main">
            <a:r>
              <a:t/>
            </a:r>
          </a:p>
          <a:p xmlns:a="http://schemas.openxmlformats.org/drawingml/2006/main">
            <a:r>
              <a:t>CLI 启动与模式分派</a:t>
            </a:r>
          </a:p>
          <a:p xmlns:a="http://schemas.openxmlformats.org/drawingml/2006/main">
            <a:r>
              <a:t>解析命令行并创建与当前目录绑定的会话，选择交互、print、JSON 或 RPC。</a:t>
            </a:r>
          </a:p>
          <a:p xmlns:a="http://schemas.openxmlformats.org/drawingml/2006/main">
            <a:r>
              <a:t>入口：pi；--print；--mode json|rpc</a:t>
            </a:r>
          </a:p>
          <a:p xmlns:a="http://schemas.openxmlformats.org/drawingml/2006/main">
            <a:r>
              <a:t>边界：启动装配设置、资源与模型运行时；实际模型循环由 Agent 执行。</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packages/ai/test/model-data-validation.test.ts</a:t>
            </a:r>
          </a:p>
          <a:p xmlns:a="http://schemas.openxmlformats.org/drawingml/2006/main">
            <a:r>
              <a:t/>
            </a:r>
          </a:p>
          <a:p xmlns:a="http://schemas.openxmlformats.org/drawingml/2006/main">
            <a:r>
              <a:t>packages/coding-agent/test/restore-sandbox-env.test.ts</a:t>
            </a:r>
          </a:p>
          <a:p xmlns:a="http://schemas.openxmlformats.org/drawingml/2006/main">
            <a:r>
              <a:t/>
            </a:r>
          </a:p>
          <a:p xmlns:a="http://schemas.openxmlformats.org/drawingml/2006/main">
            <a:r>
              <a:t>packages/coding-agent/test/args.test.ts</a:t>
            </a:r>
          </a:p>
          <a:p xmlns:a="http://schemas.openxmlformats.org/drawingml/2006/main">
            <a:r>
              <a:t/>
            </a:r>
          </a:p>
          <a:p xmlns:a="http://schemas.openxmlformats.org/drawingml/2006/main">
            <a:r>
              <a:t>packages/coding-agent/test/auth-check.test.ts</a:t>
            </a:r>
          </a:p>
          <a:p xmlns:a="http://schemas.openxmlformats.org/drawingml/2006/main">
            <a:r>
              <a:t/>
            </a:r>
          </a:p>
          <a:p xmlns:a="http://schemas.openxmlformats.org/drawingml/2006/main">
            <a:r>
              <a:t>packages/coding-agent/test/credential-print.test.ts</a:t>
            </a:r>
          </a:p>
          <a:p xmlns:a="http://schemas.openxmlformats.org/drawingml/2006/main">
            <a:r>
              <a:t/>
            </a:r>
          </a:p>
          <a:p xmlns:a="http://schemas.openxmlformats.org/drawingml/2006/main">
            <a:r>
              <a:t>packages/coding-agent/test/initial-message.test.ts</a:t>
            </a:r>
          </a:p>
          <a:p xmlns:a="http://schemas.openxmlformats.org/drawingml/2006/main">
            <a:r>
              <a:t/>
            </a:r>
          </a:p>
          <a:p xmlns:a="http://schemas.openxmlformats.org/drawingml/2006/main">
            <a:r>
              <a:t>packages/coding-agent/test/max-thinking.test.ts</a:t>
            </a:r>
          </a:p>
          <a:p xmlns:a="http://schemas.openxmlformats.org/drawingml/2006/main">
            <a:r>
              <a:t/>
            </a:r>
          </a:p>
          <a:p xmlns:a="http://schemas.openxmlformats.org/drawingml/2006/main">
            <a:r>
              <a:t>packages/coding-agent/test/session-id-readonly.test.ts</a:t>
            </a:r>
          </a:p>
          <a:p xmlns:a="http://schemas.openxmlformats.org/drawingml/2006/main">
            <a:r>
              <a:t/>
            </a:r>
          </a:p>
          <a:p xmlns:a="http://schemas.openxmlformats.org/drawingml/2006/main">
            <a:r>
              <a:t>packages/coding-agent/test/suite/regressions/7269-cli-end-of-options.test.ts</a:t>
            </a:r>
          </a:p>
          <a:p xmlns:a="http://schemas.openxmlformats.org/drawingml/2006/main">
            <a:r>
              <a:t/>
            </a:r>
          </a:p>
          <a:p xmlns:a="http://schemas.openxmlformats.org/drawingml/2006/main">
            <a:r>
              <a:t>packages/coding-agent/test/package-command-paths.test.ts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UI-05 · 命令行初始提示 [内置] 支持位置参数提供任务，并用 `--` 终止参数解析，让以连字符开头的提示也能正确传入。</a:t>
            </a:r>
          </a:p>
          <a:p xmlns:a="http://schemas.openxmlformats.org/drawingml/2006/main">
            <a:r>
              <a:t/>
            </a:r>
          </a:p>
          <a:p xmlns:a="http://schemas.openxmlformats.org/drawingml/2006/main">
            <a:r>
              <a:t>MOD-12 · 禁用自动联网 [可选] 停止自动模型目录更新等网络行为，继续利用本地缓存；不等于阻断模型请求或工具联网。</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课程：01 读码基础 / source-debug / 本地源码启动与第一次断点</a:t>
            </a:r>
          </a:p>
          <a:p xmlns:a="http://schemas.openxmlformats.org/drawingml/2006/main">
            <a:r>
              <a:t/>
            </a:r>
          </a:p>
          <a:p xmlns:a="http://schemas.openxmlformats.org/drawingml/2006/main">
            <a:r>
              <a:t>场景：你改了 TypeScript 文件，却发现启动的 pi 没有变化。</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检查运行前置条件</a:t>
            </a:r>
          </a:p>
          <a:p xmlns:a="http://schemas.openxmlformats.org/drawingml/2006/main">
            <a:r>
              <a:t>先检查 Node 与依赖版本，再核对模型数据是否齐全。理解 hydrate:model-data 与单纯安装依赖解决的是不同问题。</a:t>
            </a:r>
          </a:p>
          <a:p xmlns:a="http://schemas.openxmlformats.org/drawingml/2006/main">
            <a:r>
              <a:t>输入：源码工作区</a:t>
            </a:r>
          </a:p>
          <a:p xmlns:a="http://schemas.openxmlformats.org/drawingml/2006/main">
            <a:r>
              <a:t>输出：可定位的环境与数据问题</a:t>
            </a:r>
          </a:p>
          <a:p xmlns:a="http://schemas.openxmlformats.org/drawingml/2006/main">
            <a:r>
              <a:t>入口：hydrate:model-data；check:model-data；build:offline</a:t>
            </a:r>
          </a:p>
          <a:p xmlns:a="http://schemas.openxmlformats.org/drawingml/2006/main">
            <a:r>
              <a:t>行为与边界：导览生成本身只读本地目录，不执行这些可能联网的维护命令。</a:t>
            </a:r>
          </a:p>
          <a:p xmlns:a="http://schemas.openxmlformats.org/drawingml/2006/main">
            <a:r>
              <a:t>源码：packages/ai/scripts/check-model-data.ts:1</a:t>
            </a:r>
          </a:p>
          <a:p xmlns:a="http://schemas.openxmlformats.org/drawingml/2006/main">
            <a:r>
              <a:t>源码：packages/ai/scripts/generate-models.ts:1</a:t>
            </a:r>
          </a:p>
          <a:p xmlns:a="http://schemas.openxmlformats.org/drawingml/2006/main">
            <a:r>
              <a:t>源码：packages/ai/scripts/hydrate-model-catalog.ts:1</a:t>
            </a:r>
          </a:p>
          <a:p xmlns:a="http://schemas.openxmlformats.org/drawingml/2006/main">
            <a:r>
              <a:t>源码：packages/ai/scripts/model-data.ts:1</a:t>
            </a:r>
          </a:p>
          <a:p xmlns:a="http://schemas.openxmlformats.org/drawingml/2006/main">
            <a:r>
              <a:t/>
            </a:r>
          </a:p>
          <a:p xmlns:a="http://schemas.openxmlformats.org/drawingml/2006/main">
            <a:r>
              <a:t>2. 启用源码解析器</a:t>
            </a:r>
          </a:p>
          <a:p xmlns:a="http://schemas.openxmlformats.org/drawingml/2006/main">
            <a:r>
              <a:t>从本地开发说明复制 source-resolver 的启动方式，检查包名导入实际解析到 src。不要把全局 pi 当成当前源码。</a:t>
            </a:r>
          </a:p>
          <a:p xmlns:a="http://schemas.openxmlformats.org/drawingml/2006/main">
            <a:r>
              <a:t>输入：Node 与源码路径</a:t>
            </a:r>
          </a:p>
          <a:p xmlns:a="http://schemas.openxmlformats.org/drawingml/2006/main">
            <a:r>
              <a:t>输出：明确的源码入口</a:t>
            </a:r>
          </a:p>
          <a:p xmlns:a="http://schemas.openxmlformats.org/drawingml/2006/main">
            <a:r>
              <a:t>入口：node --import source-resolver.ts src/cli.ts</a:t>
            </a:r>
          </a:p>
          <a:p xmlns:a="http://schemas.openxmlformats.org/drawingml/2006/main">
            <a:r>
              <a:t>行为与边界：实验 CLI 与服务栈已移除；experimental 中遗留中文 README 是历史资料，不能作为可运行应用入口。</a:t>
            </a:r>
          </a:p>
          <a:p xmlns:a="http://schemas.openxmlformats.org/drawingml/2006/main">
            <a:r>
              <a:t>源码：packages/coding-agent/src/experimental/source-resolver.ts:1</a:t>
            </a:r>
          </a:p>
          <a:p xmlns:a="http://schemas.openxmlformats.org/drawingml/2006/main">
            <a:r>
              <a:t/>
            </a:r>
          </a:p>
          <a:p xmlns:a="http://schemas.openxmlformats.org/drawingml/2006/main">
            <a:r>
              <a:t>3. 观察启动参数</a:t>
            </a:r>
          </a:p>
          <a:p xmlns:a="http://schemas.openxmlformats.org/drawingml/2006/main">
            <a:r>
              <a:t>在 src/cli.ts 和 main 的参数处理附近下断点，先用 --help 或 --version 观察入口，再进入需要模型的流程。</a:t>
            </a:r>
          </a:p>
          <a:p xmlns:a="http://schemas.openxmlformats.org/drawingml/2006/main">
            <a:r>
              <a:t>输入：process.argv</a:t>
            </a:r>
          </a:p>
          <a:p xmlns:a="http://schemas.openxmlformats.org/drawingml/2006/main">
            <a:r>
              <a:t>输出：解析后的参数与模式</a:t>
            </a:r>
          </a:p>
          <a:p xmlns:a="http://schemas.openxmlformats.org/drawingml/2006/main">
            <a:r>
              <a:t>入口：pi；--print；--mode json|rpc</a:t>
            </a:r>
          </a:p>
          <a:p xmlns:a="http://schemas.openxmlformats.org/drawingml/2006/main">
            <a:r>
              <a:t>行为与边界：启动装配设置、资源与模型运行时；实际模型循环由 Agent 执行。</a:t>
            </a:r>
          </a:p>
          <a:p xmlns:a="http://schemas.openxmlformats.org/drawingml/2006/main">
            <a:r>
              <a:t>源码：packages/coding-agent/src/bun/cli.ts:1</a:t>
            </a:r>
          </a:p>
          <a:p xmlns:a="http://schemas.openxmlformats.org/drawingml/2006/main">
            <a:r>
              <a:t>源码：packages/coding-agent/src/bun/quickjs-wasm.d.ts:1</a:t>
            </a:r>
          </a:p>
          <a:p xmlns:a="http://schemas.openxmlformats.org/drawingml/2006/main">
            <a:r>
              <a:t>源码：packages/coding-agent/src/bun/restore-sandbox-env.ts:1</a:t>
            </a:r>
          </a:p>
          <a:p xmlns:a="http://schemas.openxmlformats.org/drawingml/2006/main">
            <a:r>
              <a:t>源码：packages/coding-agent/src/bun/runtime-setup.ts:1</a:t>
            </a:r>
          </a:p>
          <a:p xmlns:a="http://schemas.openxmlformats.org/drawingml/2006/main">
            <a:r>
              <a:t>源码：packages/coding-agent/src/bun/sandbox-env-setup.ts:1</a:t>
            </a:r>
          </a:p>
          <a:p xmlns:a="http://schemas.openxmlformats.org/drawingml/2006/main">
            <a:r>
              <a:t>源码：packages/coding-agent/src/cli.ts:1</a:t>
            </a:r>
          </a:p>
          <a:p xmlns:a="http://schemas.openxmlformats.org/drawingml/2006/main">
            <a:r>
              <a:t>源码：packages/coding-agent/src/cli/args.ts:1</a:t>
            </a:r>
          </a:p>
          <a:p xmlns:a="http://schemas.openxmlformats.org/drawingml/2006/main">
            <a:r>
              <a:t>源码：packages/coding-agent/src/cli/setup.ts:1</a:t>
            </a:r>
          </a:p>
          <a:p xmlns:a="http://schemas.openxmlformats.org/drawingml/2006/main">
            <a:r>
              <a:t>源码：packages/coding-agent/src/main.ts:1</a:t>
            </a:r>
          </a:p>
          <a:p xmlns:a="http://schemas.openxmlformats.org/drawingml/2006/main">
            <a:r>
              <a:t/>
            </a:r>
          </a:p>
          <a:p xmlns:a="http://schemas.openxmlformats.org/drawingml/2006/main">
            <a:r>
              <a:t>4. 完成一个最小验证</a:t>
            </a:r>
          </a:p>
          <a:p xmlns:a="http://schemas.openxmlformats.org/drawingml/2006/main">
            <a:r>
              <a:t>选择相关定向测试，记录预期与实际。缺依赖时先记录真实报错，不能通过删掉校验绕过。</a:t>
            </a:r>
          </a:p>
          <a:p xmlns:a="http://schemas.openxmlformats.org/drawingml/2006/main">
            <a:r>
              <a:t>输入：一个可复现修改</a:t>
            </a:r>
          </a:p>
          <a:p xmlns:a="http://schemas.openxmlformats.org/drawingml/2006/main">
            <a:r>
              <a:t>输出：测试结果与环境记录</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失败与恢复：缺模型数据可能在 CLI 加载阶段报错。断点未命中也可能是启动了 dist 或全局安装，而非这份 src。</a:t>
            </a:r>
          </a:p>
          <a:p xmlns:a="http://schemas.openxmlformats.org/drawingml/2006/main">
            <a:r>
              <a:t/>
            </a:r>
          </a:p>
          <a:p xmlns:a="http://schemas.openxmlformats.org/drawingml/2006/main">
            <a:r>
              <a:t>练习：让断点停在当前工作区的 cli.ts，记下绝对路径、argv 和调用栈。暂不调用真实模型。</a:t>
            </a:r>
          </a:p>
          <a:p xmlns:a="http://schemas.openxmlformats.org/drawingml/2006/main">
            <a:r>
              <a:t>参考判断：应证明运行的是源码路径；仅看到版本字符串不足以证明后续模型调用、工具和断点都可用。</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离线模型数据检查与目录水合</a:t>
            </a:r>
          </a:p>
          <a:p xmlns:a="http://schemas.openxmlformats.org/drawingml/2006/main">
            <a:r>
              <a:t>同步固定模型目录数据与生成器所需输入，验证 checkout 中的数据可供离线构建。</a:t>
            </a:r>
          </a:p>
          <a:p xmlns:a="http://schemas.openxmlformats.org/drawingml/2006/main">
            <a:r>
              <a:t>入口：hydrate:model-data；check:model-data；build:offline</a:t>
            </a:r>
          </a:p>
          <a:p xmlns:a="http://schemas.openxmlformats.org/drawingml/2006/main">
            <a:r>
              <a:t>边界：导览生成本身只读本地目录，不执行这些可能联网的维护命令。</a:t>
            </a:r>
          </a:p>
          <a:p xmlns:a="http://schemas.openxmlformats.org/drawingml/2006/main">
            <a:r>
              <a:t/>
            </a:r>
          </a:p>
          <a:p xmlns:a="http://schemas.openxmlformats.org/drawingml/2006/main">
            <a:r>
              <a:t>源码解析器与历史实验资料</a:t>
            </a:r>
          </a:p>
          <a:p xmlns:a="http://schemas.openxmlformats.org/drawingml/2006/main">
            <a:r>
              <a:t>将工作区包导入解析到当前 TypeScript 源码，供本地运行和断点调试。</a:t>
            </a:r>
          </a:p>
          <a:p xmlns:a="http://schemas.openxmlformats.org/drawingml/2006/main">
            <a:r>
              <a:t>入口：node --import source-resolver.ts src/cli.ts</a:t>
            </a:r>
          </a:p>
          <a:p xmlns:a="http://schemas.openxmlformats.org/drawingml/2006/main">
            <a:r>
              <a:t>边界：实验 CLI 与服务栈已移除；experimental 中遗留中文 README 是历史资料，不能作为可运行应用入口。</a:t>
            </a:r>
          </a:p>
          <a:p xmlns:a="http://schemas.openxmlformats.org/drawingml/2006/main">
            <a:r>
              <a:t/>
            </a:r>
          </a:p>
          <a:p xmlns:a="http://schemas.openxmlformats.org/drawingml/2006/main">
            <a:r>
              <a:t>CLI 启动与模式分派</a:t>
            </a:r>
          </a:p>
          <a:p xmlns:a="http://schemas.openxmlformats.org/drawingml/2006/main">
            <a:r>
              <a:t>解析命令行并创建与当前目录绑定的会话，选择交互、print、JSON 或 RPC。</a:t>
            </a:r>
          </a:p>
          <a:p xmlns:a="http://schemas.openxmlformats.org/drawingml/2006/main">
            <a:r>
              <a:t>入口：pi；--print；--mode json|rpc</a:t>
            </a:r>
          </a:p>
          <a:p xmlns:a="http://schemas.openxmlformats.org/drawingml/2006/main">
            <a:r>
              <a:t>边界：启动装配设置、资源与模型运行时；实际模型循环由 Agent 执行。</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packages/ai/test/model-data-validation.test.ts</a:t>
            </a:r>
          </a:p>
          <a:p xmlns:a="http://schemas.openxmlformats.org/drawingml/2006/main">
            <a:r>
              <a:t/>
            </a:r>
          </a:p>
          <a:p xmlns:a="http://schemas.openxmlformats.org/drawingml/2006/main">
            <a:r>
              <a:t>packages/coding-agent/test/restore-sandbox-env.test.ts</a:t>
            </a:r>
          </a:p>
          <a:p xmlns:a="http://schemas.openxmlformats.org/drawingml/2006/main">
            <a:r>
              <a:t/>
            </a:r>
          </a:p>
          <a:p xmlns:a="http://schemas.openxmlformats.org/drawingml/2006/main">
            <a:r>
              <a:t>packages/coding-agent/test/args.test.ts</a:t>
            </a:r>
          </a:p>
          <a:p xmlns:a="http://schemas.openxmlformats.org/drawingml/2006/main">
            <a:r>
              <a:t/>
            </a:r>
          </a:p>
          <a:p xmlns:a="http://schemas.openxmlformats.org/drawingml/2006/main">
            <a:r>
              <a:t>packages/coding-agent/test/auth-check.test.ts</a:t>
            </a:r>
          </a:p>
          <a:p xmlns:a="http://schemas.openxmlformats.org/drawingml/2006/main">
            <a:r>
              <a:t/>
            </a:r>
          </a:p>
          <a:p xmlns:a="http://schemas.openxmlformats.org/drawingml/2006/main">
            <a:r>
              <a:t>packages/coding-agent/test/credential-print.test.ts</a:t>
            </a:r>
          </a:p>
          <a:p xmlns:a="http://schemas.openxmlformats.org/drawingml/2006/main">
            <a:r>
              <a:t/>
            </a:r>
          </a:p>
          <a:p xmlns:a="http://schemas.openxmlformats.org/drawingml/2006/main">
            <a:r>
              <a:t>packages/coding-agent/test/initial-message.test.ts</a:t>
            </a:r>
          </a:p>
          <a:p xmlns:a="http://schemas.openxmlformats.org/drawingml/2006/main">
            <a:r>
              <a:t/>
            </a:r>
          </a:p>
          <a:p xmlns:a="http://schemas.openxmlformats.org/drawingml/2006/main">
            <a:r>
              <a:t>packages/coding-agent/test/max-thinking.test.ts</a:t>
            </a:r>
          </a:p>
          <a:p xmlns:a="http://schemas.openxmlformats.org/drawingml/2006/main">
            <a:r>
              <a:t/>
            </a:r>
          </a:p>
          <a:p xmlns:a="http://schemas.openxmlformats.org/drawingml/2006/main">
            <a:r>
              <a:t>packages/coding-agent/test/session-id-readonly.test.ts</a:t>
            </a:r>
          </a:p>
          <a:p xmlns:a="http://schemas.openxmlformats.org/drawingml/2006/main">
            <a:r>
              <a:t/>
            </a:r>
          </a:p>
          <a:p xmlns:a="http://schemas.openxmlformats.org/drawingml/2006/main">
            <a:r>
              <a:t>packages/coding-agent/test/suite/regressions/7269-cli-end-of-options.test.ts</a:t>
            </a:r>
          </a:p>
          <a:p xmlns:a="http://schemas.openxmlformats.org/drawingml/2006/main">
            <a:r>
              <a:t/>
            </a:r>
          </a:p>
          <a:p xmlns:a="http://schemas.openxmlformats.org/drawingml/2006/main">
            <a:r>
              <a:t>packages/coding-agent/test/package-command-paths.test.ts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UI-05 · 命令行初始提示 [内置] 支持位置参数提供任务，并用 `--` 终止参数解析，让以连字符开头的提示也能正确传入。</a:t>
            </a:r>
          </a:p>
          <a:p xmlns:a="http://schemas.openxmlformats.org/drawingml/2006/main">
            <a:r>
              <a:t/>
            </a:r>
          </a:p>
          <a:p xmlns:a="http://schemas.openxmlformats.org/drawingml/2006/main">
            <a:r>
              <a:t>MOD-12 · 禁用自动联网 [可选] 停止自动模型目录更新等网络行为，继续利用本地缓存；不等于阻断模型请求或工具联网。</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课程：01 读码基础 / source-debug / 本地源码启动与第一次断点</a:t>
            </a:r>
          </a:p>
          <a:p xmlns:a="http://schemas.openxmlformats.org/drawingml/2006/main">
            <a:r>
              <a:t/>
            </a:r>
          </a:p>
          <a:p xmlns:a="http://schemas.openxmlformats.org/drawingml/2006/main">
            <a:r>
              <a:t>场景：你改了 TypeScript 文件，却发现启动的 pi 没有变化。</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检查运行前置条件</a:t>
            </a:r>
          </a:p>
          <a:p xmlns:a="http://schemas.openxmlformats.org/drawingml/2006/main">
            <a:r>
              <a:t>先检查 Node 与依赖版本，再核对模型数据是否齐全。理解 hydrate:model-data 与单纯安装依赖解决的是不同问题。</a:t>
            </a:r>
          </a:p>
          <a:p xmlns:a="http://schemas.openxmlformats.org/drawingml/2006/main">
            <a:r>
              <a:t>输入：源码工作区</a:t>
            </a:r>
          </a:p>
          <a:p xmlns:a="http://schemas.openxmlformats.org/drawingml/2006/main">
            <a:r>
              <a:t>输出：可定位的环境与数据问题</a:t>
            </a:r>
          </a:p>
          <a:p xmlns:a="http://schemas.openxmlformats.org/drawingml/2006/main">
            <a:r>
              <a:t>入口：hydrate:model-data；check:model-data；build:offline</a:t>
            </a:r>
          </a:p>
          <a:p xmlns:a="http://schemas.openxmlformats.org/drawingml/2006/main">
            <a:r>
              <a:t>行为与边界：导览生成本身只读本地目录，不执行这些可能联网的维护命令。</a:t>
            </a:r>
          </a:p>
          <a:p xmlns:a="http://schemas.openxmlformats.org/drawingml/2006/main">
            <a:r>
              <a:t>源码：packages/ai/scripts/check-model-data.ts:1</a:t>
            </a:r>
          </a:p>
          <a:p xmlns:a="http://schemas.openxmlformats.org/drawingml/2006/main">
            <a:r>
              <a:t>源码：packages/ai/scripts/generate-models.ts:1</a:t>
            </a:r>
          </a:p>
          <a:p xmlns:a="http://schemas.openxmlformats.org/drawingml/2006/main">
            <a:r>
              <a:t>源码：packages/ai/scripts/hydrate-model-catalog.ts:1</a:t>
            </a:r>
          </a:p>
          <a:p xmlns:a="http://schemas.openxmlformats.org/drawingml/2006/main">
            <a:r>
              <a:t>源码：packages/ai/scripts/model-data.ts:1</a:t>
            </a:r>
          </a:p>
          <a:p xmlns:a="http://schemas.openxmlformats.org/drawingml/2006/main">
            <a:r>
              <a:t/>
            </a:r>
          </a:p>
          <a:p xmlns:a="http://schemas.openxmlformats.org/drawingml/2006/main">
            <a:r>
              <a:t>2. 启用源码解析器</a:t>
            </a:r>
          </a:p>
          <a:p xmlns:a="http://schemas.openxmlformats.org/drawingml/2006/main">
            <a:r>
              <a:t>从本地开发说明复制 source-resolver 的启动方式，检查包名导入实际解析到 src。不要把全局 pi 当成当前源码。</a:t>
            </a:r>
          </a:p>
          <a:p xmlns:a="http://schemas.openxmlformats.org/drawingml/2006/main">
            <a:r>
              <a:t>输入：Node 与源码路径</a:t>
            </a:r>
          </a:p>
          <a:p xmlns:a="http://schemas.openxmlformats.org/drawingml/2006/main">
            <a:r>
              <a:t>输出：明确的源码入口</a:t>
            </a:r>
          </a:p>
          <a:p xmlns:a="http://schemas.openxmlformats.org/drawingml/2006/main">
            <a:r>
              <a:t>入口：node --import source-resolver.ts src/cli.ts</a:t>
            </a:r>
          </a:p>
          <a:p xmlns:a="http://schemas.openxmlformats.org/drawingml/2006/main">
            <a:r>
              <a:t>行为与边界：实验 CLI 与服务栈已移除；experimental 中遗留中文 README 是历史资料，不能作为可运行应用入口。</a:t>
            </a:r>
          </a:p>
          <a:p xmlns:a="http://schemas.openxmlformats.org/drawingml/2006/main">
            <a:r>
              <a:t>源码：packages/coding-agent/src/experimental/source-resolver.ts:1</a:t>
            </a:r>
          </a:p>
          <a:p xmlns:a="http://schemas.openxmlformats.org/drawingml/2006/main">
            <a:r>
              <a:t/>
            </a:r>
          </a:p>
          <a:p xmlns:a="http://schemas.openxmlformats.org/drawingml/2006/main">
            <a:r>
              <a:t>3. 观察启动参数</a:t>
            </a:r>
          </a:p>
          <a:p xmlns:a="http://schemas.openxmlformats.org/drawingml/2006/main">
            <a:r>
              <a:t>在 src/cli.ts 和 main 的参数处理附近下断点，先用 --help 或 --version 观察入口，再进入需要模型的流程。</a:t>
            </a:r>
          </a:p>
          <a:p xmlns:a="http://schemas.openxmlformats.org/drawingml/2006/main">
            <a:r>
              <a:t>输入：process.argv</a:t>
            </a:r>
          </a:p>
          <a:p xmlns:a="http://schemas.openxmlformats.org/drawingml/2006/main">
            <a:r>
              <a:t>输出：解析后的参数与模式</a:t>
            </a:r>
          </a:p>
          <a:p xmlns:a="http://schemas.openxmlformats.org/drawingml/2006/main">
            <a:r>
              <a:t>入口：pi；--print；--mode json|rpc</a:t>
            </a:r>
          </a:p>
          <a:p xmlns:a="http://schemas.openxmlformats.org/drawingml/2006/main">
            <a:r>
              <a:t>行为与边界：启动装配设置、资源与模型运行时；实际模型循环由 Agent 执行。</a:t>
            </a:r>
          </a:p>
          <a:p xmlns:a="http://schemas.openxmlformats.org/drawingml/2006/main">
            <a:r>
              <a:t>源码：packages/coding-agent/src/bun/cli.ts:1</a:t>
            </a:r>
          </a:p>
          <a:p xmlns:a="http://schemas.openxmlformats.org/drawingml/2006/main">
            <a:r>
              <a:t>源码：packages/coding-agent/src/bun/quickjs-wasm.d.ts:1</a:t>
            </a:r>
          </a:p>
          <a:p xmlns:a="http://schemas.openxmlformats.org/drawingml/2006/main">
            <a:r>
              <a:t>源码：packages/coding-agent/src/bun/restore-sandbox-env.ts:1</a:t>
            </a:r>
          </a:p>
          <a:p xmlns:a="http://schemas.openxmlformats.org/drawingml/2006/main">
            <a:r>
              <a:t>源码：packages/coding-agent/src/bun/runtime-setup.ts:1</a:t>
            </a:r>
          </a:p>
          <a:p xmlns:a="http://schemas.openxmlformats.org/drawingml/2006/main">
            <a:r>
              <a:t>源码：packages/coding-agent/src/bun/sandbox-env-setup.ts:1</a:t>
            </a:r>
          </a:p>
          <a:p xmlns:a="http://schemas.openxmlformats.org/drawingml/2006/main">
            <a:r>
              <a:t>源码：packages/coding-agent/src/cli.ts:1</a:t>
            </a:r>
          </a:p>
          <a:p xmlns:a="http://schemas.openxmlformats.org/drawingml/2006/main">
            <a:r>
              <a:t>源码：packages/coding-agent/src/cli/args.ts:1</a:t>
            </a:r>
          </a:p>
          <a:p xmlns:a="http://schemas.openxmlformats.org/drawingml/2006/main">
            <a:r>
              <a:t>源码：packages/coding-agent/src/cli/setup.ts:1</a:t>
            </a:r>
          </a:p>
          <a:p xmlns:a="http://schemas.openxmlformats.org/drawingml/2006/main">
            <a:r>
              <a:t>源码：packages/coding-agent/src/main.ts:1</a:t>
            </a:r>
          </a:p>
          <a:p xmlns:a="http://schemas.openxmlformats.org/drawingml/2006/main">
            <a:r>
              <a:t/>
            </a:r>
          </a:p>
          <a:p xmlns:a="http://schemas.openxmlformats.org/drawingml/2006/main">
            <a:r>
              <a:t>4. 完成一个最小验证</a:t>
            </a:r>
          </a:p>
          <a:p xmlns:a="http://schemas.openxmlformats.org/drawingml/2006/main">
            <a:r>
              <a:t>选择相关定向测试，记录预期与实际。缺依赖时先记录真实报错，不能通过删掉校验绕过。</a:t>
            </a:r>
          </a:p>
          <a:p xmlns:a="http://schemas.openxmlformats.org/drawingml/2006/main">
            <a:r>
              <a:t>输入：一个可复现修改</a:t>
            </a:r>
          </a:p>
          <a:p xmlns:a="http://schemas.openxmlformats.org/drawingml/2006/main">
            <a:r>
              <a:t>输出：测试结果与环境记录</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失败与恢复：缺模型数据可能在 CLI 加载阶段报错。断点未命中也可能是启动了 dist 或全局安装，而非这份 src。</a:t>
            </a:r>
          </a:p>
          <a:p xmlns:a="http://schemas.openxmlformats.org/drawingml/2006/main">
            <a:r>
              <a:t/>
            </a:r>
          </a:p>
          <a:p xmlns:a="http://schemas.openxmlformats.org/drawingml/2006/main">
            <a:r>
              <a:t>练习：让断点停在当前工作区的 cli.ts，记下绝对路径、argv 和调用栈。暂不调用真实模型。</a:t>
            </a:r>
          </a:p>
          <a:p xmlns:a="http://schemas.openxmlformats.org/drawingml/2006/main">
            <a:r>
              <a:t>参考判断：应证明运行的是源码路径；仅看到版本字符串不足以证明后续模型调用、工具和断点都可用。</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离线模型数据检查与目录水合</a:t>
            </a:r>
          </a:p>
          <a:p xmlns:a="http://schemas.openxmlformats.org/drawingml/2006/main">
            <a:r>
              <a:t>同步固定模型目录数据与生成器所需输入，验证 checkout 中的数据可供离线构建。</a:t>
            </a:r>
          </a:p>
          <a:p xmlns:a="http://schemas.openxmlformats.org/drawingml/2006/main">
            <a:r>
              <a:t>入口：hydrate:model-data；check:model-data；build:offline</a:t>
            </a:r>
          </a:p>
          <a:p xmlns:a="http://schemas.openxmlformats.org/drawingml/2006/main">
            <a:r>
              <a:t>边界：导览生成本身只读本地目录，不执行这些可能联网的维护命令。</a:t>
            </a:r>
          </a:p>
          <a:p xmlns:a="http://schemas.openxmlformats.org/drawingml/2006/main">
            <a:r>
              <a:t/>
            </a:r>
          </a:p>
          <a:p xmlns:a="http://schemas.openxmlformats.org/drawingml/2006/main">
            <a:r>
              <a:t>源码解析器与历史实验资料</a:t>
            </a:r>
          </a:p>
          <a:p xmlns:a="http://schemas.openxmlformats.org/drawingml/2006/main">
            <a:r>
              <a:t>将工作区包导入解析到当前 TypeScript 源码，供本地运行和断点调试。</a:t>
            </a:r>
          </a:p>
          <a:p xmlns:a="http://schemas.openxmlformats.org/drawingml/2006/main">
            <a:r>
              <a:t>入口：node --import source-resolver.ts src/cli.ts</a:t>
            </a:r>
          </a:p>
          <a:p xmlns:a="http://schemas.openxmlformats.org/drawingml/2006/main">
            <a:r>
              <a:t>边界：实验 CLI 与服务栈已移除；experimental 中遗留中文 README 是历史资料，不能作为可运行应用入口。</a:t>
            </a:r>
          </a:p>
          <a:p xmlns:a="http://schemas.openxmlformats.org/drawingml/2006/main">
            <a:r>
              <a:t/>
            </a:r>
          </a:p>
          <a:p xmlns:a="http://schemas.openxmlformats.org/drawingml/2006/main">
            <a:r>
              <a:t>CLI 启动与模式分派</a:t>
            </a:r>
          </a:p>
          <a:p xmlns:a="http://schemas.openxmlformats.org/drawingml/2006/main">
            <a:r>
              <a:t>解析命令行并创建与当前目录绑定的会话，选择交互、print、JSON 或 RPC。</a:t>
            </a:r>
          </a:p>
          <a:p xmlns:a="http://schemas.openxmlformats.org/drawingml/2006/main">
            <a:r>
              <a:t>入口：pi；--print；--mode json|rpc</a:t>
            </a:r>
          </a:p>
          <a:p xmlns:a="http://schemas.openxmlformats.org/drawingml/2006/main">
            <a:r>
              <a:t>边界：启动装配设置、资源与模型运行时；实际模型循环由 Agent 执行。</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packages/ai/test/model-data-validation.test.ts</a:t>
            </a:r>
          </a:p>
          <a:p xmlns:a="http://schemas.openxmlformats.org/drawingml/2006/main">
            <a:r>
              <a:t/>
            </a:r>
          </a:p>
          <a:p xmlns:a="http://schemas.openxmlformats.org/drawingml/2006/main">
            <a:r>
              <a:t>packages/coding-agent/test/restore-sandbox-env.test.ts</a:t>
            </a:r>
          </a:p>
          <a:p xmlns:a="http://schemas.openxmlformats.org/drawingml/2006/main">
            <a:r>
              <a:t/>
            </a:r>
          </a:p>
          <a:p xmlns:a="http://schemas.openxmlformats.org/drawingml/2006/main">
            <a:r>
              <a:t>packages/coding-agent/test/args.test.ts</a:t>
            </a:r>
          </a:p>
          <a:p xmlns:a="http://schemas.openxmlformats.org/drawingml/2006/main">
            <a:r>
              <a:t/>
            </a:r>
          </a:p>
          <a:p xmlns:a="http://schemas.openxmlformats.org/drawingml/2006/main">
            <a:r>
              <a:t>packages/coding-agent/test/auth-check.test.ts</a:t>
            </a:r>
          </a:p>
          <a:p xmlns:a="http://schemas.openxmlformats.org/drawingml/2006/main">
            <a:r>
              <a:t/>
            </a:r>
          </a:p>
          <a:p xmlns:a="http://schemas.openxmlformats.org/drawingml/2006/main">
            <a:r>
              <a:t>packages/coding-agent/test/credential-print.test.ts</a:t>
            </a:r>
          </a:p>
          <a:p xmlns:a="http://schemas.openxmlformats.org/drawingml/2006/main">
            <a:r>
              <a:t/>
            </a:r>
          </a:p>
          <a:p xmlns:a="http://schemas.openxmlformats.org/drawingml/2006/main">
            <a:r>
              <a:t>packages/coding-agent/test/initial-message.test.ts</a:t>
            </a:r>
          </a:p>
          <a:p xmlns:a="http://schemas.openxmlformats.org/drawingml/2006/main">
            <a:r>
              <a:t/>
            </a:r>
          </a:p>
          <a:p xmlns:a="http://schemas.openxmlformats.org/drawingml/2006/main">
            <a:r>
              <a:t>packages/coding-agent/test/max-thinking.test.ts</a:t>
            </a:r>
          </a:p>
          <a:p xmlns:a="http://schemas.openxmlformats.org/drawingml/2006/main">
            <a:r>
              <a:t/>
            </a:r>
          </a:p>
          <a:p xmlns:a="http://schemas.openxmlformats.org/drawingml/2006/main">
            <a:r>
              <a:t>packages/coding-agent/test/session-id-readonly.test.ts</a:t>
            </a:r>
          </a:p>
          <a:p xmlns:a="http://schemas.openxmlformats.org/drawingml/2006/main">
            <a:r>
              <a:t/>
            </a:r>
          </a:p>
          <a:p xmlns:a="http://schemas.openxmlformats.org/drawingml/2006/main">
            <a:r>
              <a:t>packages/coding-agent/test/suite/regressions/7269-cli-end-of-options.test.ts</a:t>
            </a:r>
          </a:p>
          <a:p xmlns:a="http://schemas.openxmlformats.org/drawingml/2006/main">
            <a:r>
              <a:t/>
            </a:r>
          </a:p>
          <a:p xmlns:a="http://schemas.openxmlformats.org/drawingml/2006/main">
            <a:r>
              <a:t>packages/coding-agent/test/package-command-paths.test.ts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UI-05 · 命令行初始提示 [内置] 支持位置参数提供任务，并用 `--` 终止参数解析，让以连字符开头的提示也能正确传入。</a:t>
            </a:r>
          </a:p>
          <a:p xmlns:a="http://schemas.openxmlformats.org/drawingml/2006/main">
            <a:r>
              <a:t/>
            </a:r>
          </a:p>
          <a:p xmlns:a="http://schemas.openxmlformats.org/drawingml/2006/main">
            <a:r>
              <a:t>MOD-12 · 禁用自动联网 [可选] 停止自动模型目录更新等网络行为，继续利用本地缓存；不等于阻断模型请求或工具联网。</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7e151a94674c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2fd6afa42c41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86144150814a8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04ca8455e745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a15672eb9c44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c8644f4e1e4d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4133A5-3A79-4FD4-A072-F2DF394FC55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53EDE5-F8B4-4EE5-99F6-E8B11082EAE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B7A31A-2E76-4371-92BC-3B665E8AFB5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BA956D-B7C3-4F1B-A593-40C50F6B2D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4EB4EF9-4492-4EB9-9429-D9C4C889319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14E49C5-3C5C-4628-8545-C688560809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B18E72-7148-4CD9-B5B6-0B90E230EB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C3139E2-C950-4993-98E3-F12DEEAFC3B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76A1D3-455D-4D6A-9485-51A0DF1B45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3F7B4F-71FE-480A-8D78-7AD99BBF7E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9bddee285a4bb7" /><Relationship Type="http://schemas.openxmlformats.org/officeDocument/2006/relationships/slideLayout" Target="/ppt/slideLayouts/slideLayout1.xml" Id="R890fc00612084c00" /><Relationship Type="http://schemas.openxmlformats.org/officeDocument/2006/relationships/slideLayout" Target="/ppt/slideLayouts/slideLayout2.xml" Id="Rad66738f8f0b4c5d" /><Relationship Type="http://schemas.openxmlformats.org/officeDocument/2006/relationships/slideLayout" Target="/ppt/slideLayouts/slideLayout3.xml" Id="R3913cf5359234fd6" /><Relationship Type="http://schemas.openxmlformats.org/officeDocument/2006/relationships/slideLayout" Target="/ppt/slideLayouts/slideLayout4.xml" Id="R182731fdb3334812" /><Relationship Type="http://schemas.openxmlformats.org/officeDocument/2006/relationships/slideLayout" Target="/ppt/slideLayouts/slideLayout5.xml" Id="R11e1738190de476b" /><Relationship Type="http://schemas.openxmlformats.org/officeDocument/2006/relationships/slideLayout" Target="/ppt/slideLayouts/slideLayout6.xml" Id="R8070aa71e6c64e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0fc00612084c00"/>
    <p:sldLayoutId xmlns:r="http://schemas.openxmlformats.org/officeDocument/2006/relationships" id="2147483650" r:id="Rad66738f8f0b4c5d"/>
    <p:sldLayoutId xmlns:r="http://schemas.openxmlformats.org/officeDocument/2006/relationships" id="2147483651" r:id="R3913cf5359234fd6"/>
    <p:sldLayoutId xmlns:r="http://schemas.openxmlformats.org/officeDocument/2006/relationships" id="2147483652" r:id="R182731fdb3334812"/>
    <p:sldLayoutId xmlns:r="http://schemas.openxmlformats.org/officeDocument/2006/relationships" id="2147483653" r:id="R11e1738190de476b"/>
    <p:sldLayoutId xmlns:r="http://schemas.openxmlformats.org/officeDocument/2006/relationships" id="2147483654" r:id="R8070aa71e6c64e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3060497b46498a" /><Relationship Type="http://schemas.openxmlformats.org/officeDocument/2006/relationships/notesSlide" Target="/ppt/notesSlides/notesSlide1.xml" Id="R0c7dd30981ac40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fd16a8e8944fc9" /><Relationship Type="http://schemas.openxmlformats.org/officeDocument/2006/relationships/notesSlide" Target="/ppt/notesSlides/notesSlide2.xml" Id="R7ab8896cb3854d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58b5d197ead4add" /><Relationship Type="http://schemas.openxmlformats.org/officeDocument/2006/relationships/notesSlide" Target="/ppt/notesSlides/notesSlide3.xml" Id="R9fbb2b947f0640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31f8d85f6fd4c43" /><Relationship Type="http://schemas.openxmlformats.org/officeDocument/2006/relationships/notesSlide" Target="/ppt/notesSlides/notesSlide4.xml" Id="R9d52ead5b10445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204ed3569cd4444" /><Relationship Type="http://schemas.openxmlformats.org/officeDocument/2006/relationships/notesSlide" Target="/ppt/notesSlides/notesSlide5.xml" Id="R5c806df98a744d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20075dc513345d5" /><Relationship Type="http://schemas.openxmlformats.org/officeDocument/2006/relationships/notesSlide" Target="/ppt/notesSlides/notesSlide6.xml" Id="R50307bdc42d9452f"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70ED2CF8-7088-4D92-98BE-116854DB4CFF}"/>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01 读码基础   /   场景与职责</a:t>
            </a:r>
          </a:p>
        </p:txBody>
      </p:sp>
      <p:sp>
        <p:nvSpPr>
          <p:cNvPr id="2" name="title">
            <a:extLst xmlns:a="http://schemas.openxmlformats.org/drawingml/2006/main">
              <a:ext uri="{FF2B5EF4-FFF2-40B4-BE49-F238E27FC236}">
                <a16:creationId xmlns:a16="http://schemas.microsoft.com/office/drawing/2014/main" id="{D33FB8DD-1212-40E8-B0FB-49C25A3974F8}"/>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从目录找到功能与公开入口</a:t>
            </a:r>
          </a:p>
        </p:txBody>
      </p:sp>
      <p:sp>
        <p:nvSpPr>
          <p:cNvPr id="3" name="scenario">
            <a:extLst xmlns:a="http://schemas.openxmlformats.org/drawingml/2006/main">
              <a:ext uri="{FF2B5EF4-FFF2-40B4-BE49-F238E27FC236}">
                <a16:creationId xmlns:a16="http://schemas.microsoft.com/office/drawing/2014/main" id="{391C934C-83CE-445D-AD50-9651308C41E7}"/>
              </a:ext>
            </a:extLst>
          </p:cNvPr>
          <p:cNvSpPr>
            <a:spLocks xmlns:a="http://schemas.openxmlformats.org/drawingml/2006/main" noGrp="1"/>
          </p:cNvSpPr>
          <p:nvPr/>
        </p:nvSpPr>
        <p:spPr>
          <a:xfrm xmlns:a="http://schemas.openxmlformats.org/drawingml/2006/main">
            <a:off x="609600" y="1943100"/>
            <a:ext cx="1093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44B60"/>
                </a:solidFill>
                <a:latin typeface="Microsoft YaHei"/>
                <a:ea typeface="Microsoft YaHei"/>
                <a:cs typeface="Microsoft YaHei"/>
              </a:defRPr>
            </a:defPPr>
            <a:lvl1pPr>
              <a:defRPr sz="2100" b="0">
                <a:solidFill>
                  <a:srgbClr val="344B60"/>
                </a:solidFill>
                <a:latin typeface="Microsoft YaHei"/>
                <a:ea typeface="Microsoft YaHei"/>
                <a:cs typeface="Microsoft YaHei"/>
              </a:defRPr>
            </a:lvl1pPr>
            <a:lvl2pPr>
              <a:defRPr sz="2100" b="0">
                <a:solidFill>
                  <a:srgbClr val="344B60"/>
                </a:solidFill>
                <a:latin typeface="Microsoft YaHei"/>
                <a:ea typeface="Microsoft YaHei"/>
                <a:cs typeface="Microsoft YaHei"/>
              </a:defRPr>
            </a:lvl2pPr>
            <a:lvl3pPr>
              <a:defRPr sz="2100" b="0">
                <a:solidFill>
                  <a:srgbClr val="344B60"/>
                </a:solidFill>
                <a:latin typeface="Microsoft YaHei"/>
                <a:ea typeface="Microsoft YaHei"/>
                <a:cs typeface="Microsoft YaHei"/>
              </a:defRPr>
            </a:lvl3pPr>
            <a:lvl4pPr>
              <a:defRPr sz="2100" b="0">
                <a:solidFill>
                  <a:srgbClr val="344B60"/>
                </a:solidFill>
                <a:latin typeface="Microsoft YaHei"/>
                <a:ea typeface="Microsoft YaHei"/>
                <a:cs typeface="Microsoft YaHei"/>
              </a:defRPr>
            </a:lvl4pPr>
            <a:lvl5pPr>
              <a:defRPr sz="2100" b="0">
                <a:solidFill>
                  <a:srgbClr val="344B60"/>
                </a:solidFill>
                <a:latin typeface="Microsoft YaHei"/>
                <a:ea typeface="Microsoft YaHei"/>
                <a:cs typeface="Microsoft YaHei"/>
              </a:defRPr>
            </a:lvl5pPr>
            <a:lvl6pPr>
              <a:defRPr sz="2100" b="0">
                <a:solidFill>
                  <a:srgbClr val="344B60"/>
                </a:solidFill>
                <a:latin typeface="Microsoft YaHei"/>
                <a:ea typeface="Microsoft YaHei"/>
                <a:cs typeface="Microsoft YaHei"/>
              </a:defRPr>
            </a:lvl6pPr>
            <a:lvl7pPr>
              <a:defRPr sz="2100" b="0">
                <a:solidFill>
                  <a:srgbClr val="344B60"/>
                </a:solidFill>
                <a:latin typeface="Microsoft YaHei"/>
                <a:ea typeface="Microsoft YaHei"/>
                <a:cs typeface="Microsoft YaHei"/>
              </a:defRPr>
            </a:lvl7pPr>
            <a:lvl8pPr>
              <a:defRPr sz="2100" b="0">
                <a:solidFill>
                  <a:srgbClr val="344B60"/>
                </a:solidFill>
                <a:latin typeface="Microsoft YaHei"/>
                <a:ea typeface="Microsoft YaHei"/>
                <a:cs typeface="Microsoft YaHei"/>
              </a:defRPr>
            </a:lvl8pPr>
            <a:lvl9pPr>
              <a:defRPr sz="2100" b="0">
                <a:solidFill>
                  <a:srgbClr val="344B60"/>
                </a:solidFill>
                <a:latin typeface="Microsoft YaHei"/>
                <a:ea typeface="Microsoft YaHei"/>
                <a:cs typeface="Microsoft YaHei"/>
              </a:defRPr>
            </a:lvl9pPr>
          </a:lstStyle>
          <a:p xmlns:a="http://schemas.openxmlformats.org/drawingml/2006/main">
            <a:pPr>
              <a:buNone/>
              <a:defRPr sz="2100" b="0">
                <a:solidFill>
                  <a:srgbClr val="344B60"/>
                </a:solidFill>
                <a:latin typeface="Microsoft YaHei"/>
                <a:ea typeface="Microsoft YaHei"/>
                <a:cs typeface="Microsoft YaHei"/>
              </a:defRPr>
            </a:pPr>
            <a:r>
              <a:rPr sz="2100" b="0">
                <a:solidFill>
                  <a:srgbClr val="344B60"/>
                </a:solidFill>
                <a:latin typeface="Microsoft YaHei"/>
                <a:ea typeface="Microsoft YaHei"/>
                <a:cs typeface="Microsoft YaHei"/>
              </a:rPr>
              <a:t>你看到 packages 下许多目录，需要知道改一个功能应从哪个包进入。</a:t>
            </a:r>
          </a:p>
        </p:txBody>
      </p:sp>
      <p:sp>
        <p:nvSpPr>
          <p:cNvPr id="4" name="section">
            <a:extLst xmlns:a="http://schemas.openxmlformats.org/drawingml/2006/main">
              <a:ext uri="{FF2B5EF4-FFF2-40B4-BE49-F238E27FC236}">
                <a16:creationId xmlns:a16="http://schemas.microsoft.com/office/drawing/2014/main" id="{0A2E8C08-7F02-40D0-AB48-93836E25F70F}"/>
              </a:ext>
            </a:extLst>
          </p:cNvPr>
          <p:cNvSpPr>
            <a:spLocks xmlns:a="http://schemas.openxmlformats.org/drawingml/2006/main" noGrp="1"/>
          </p:cNvSpPr>
          <p:nvPr/>
        </p:nvSpPr>
        <p:spPr>
          <a:xfrm xmlns:a="http://schemas.openxmlformats.org/drawingml/2006/main">
            <a:off x="609600" y="291465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各层负责什么</a:t>
            </a:r>
          </a:p>
        </p:txBody>
      </p:sp>
      <p:sp>
        <p:nvSpPr>
          <p:cNvPr id="5" name="responsibility-0">
            <a:extLst xmlns:a="http://schemas.openxmlformats.org/drawingml/2006/main">
              <a:ext uri="{FF2B5EF4-FFF2-40B4-BE49-F238E27FC236}">
                <a16:creationId xmlns:a16="http://schemas.microsoft.com/office/drawing/2014/main" id="{3E63E2B2-176B-48D2-A8A3-72894B549206}"/>
              </a:ext>
            </a:extLst>
          </p:cNvPr>
          <p:cNvSpPr>
            <a:spLocks xmlns:a="http://schemas.openxmlformats.org/drawingml/2006/main" noGrp="1"/>
          </p:cNvSpPr>
          <p:nvPr/>
        </p:nvSpPr>
        <p:spPr>
          <a:xfrm xmlns:a="http://schemas.openxmlformats.org/drawingml/2006/main">
            <a:off x="609600" y="34385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1. 依赖、导入与构建边界校验</a:t>
            </a:r>
          </a:p>
        </p:txBody>
      </p:sp>
      <p:sp>
        <p:nvSpPr>
          <p:cNvPr id="6" name="responsibility-1">
            <a:extLst xmlns:a="http://schemas.openxmlformats.org/drawingml/2006/main">
              <a:ext uri="{FF2B5EF4-FFF2-40B4-BE49-F238E27FC236}">
                <a16:creationId xmlns:a16="http://schemas.microsoft.com/office/drawing/2014/main" id="{C26430BE-8034-46FB-ABA9-847B35EB209A}"/>
              </a:ext>
            </a:extLst>
          </p:cNvPr>
          <p:cNvSpPr>
            <a:spLocks xmlns:a="http://schemas.openxmlformats.org/drawingml/2006/main" noGrp="1"/>
          </p:cNvSpPr>
          <p:nvPr/>
        </p:nvSpPr>
        <p:spPr>
          <a:xfrm xmlns:a="http://schemas.openxmlformats.org/drawingml/2006/main">
            <a:off x="609600" y="38957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2. SDK 创建与替换运行时</a:t>
            </a:r>
          </a:p>
        </p:txBody>
      </p:sp>
      <p:sp>
        <p:nvSpPr>
          <p:cNvPr id="7" name="responsibility-2">
            <a:extLst xmlns:a="http://schemas.openxmlformats.org/drawingml/2006/main">
              <a:ext uri="{FF2B5EF4-FFF2-40B4-BE49-F238E27FC236}">
                <a16:creationId xmlns:a16="http://schemas.microsoft.com/office/drawing/2014/main" id="{30366938-574E-4F00-ADC7-534D7DD13C63}"/>
              </a:ext>
            </a:extLst>
          </p:cNvPr>
          <p:cNvSpPr>
            <a:spLocks xmlns:a="http://schemas.openxmlformats.org/drawingml/2006/main" noGrp="1"/>
          </p:cNvSpPr>
          <p:nvPr/>
        </p:nvSpPr>
        <p:spPr>
          <a:xfrm xmlns:a="http://schemas.openxmlformats.org/drawingml/2006/main">
            <a:off x="609600" y="43529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3. 消息、工具与多轮循环</a:t>
            </a:r>
          </a:p>
        </p:txBody>
      </p:sp>
      <p:sp>
        <p:nvSpPr>
          <p:cNvPr id="8" name="responsibility-3">
            <a:extLst xmlns:a="http://schemas.openxmlformats.org/drawingml/2006/main">
              <a:ext uri="{FF2B5EF4-FFF2-40B4-BE49-F238E27FC236}">
                <a16:creationId xmlns:a16="http://schemas.microsoft.com/office/drawing/2014/main" id="{92DFBAC1-28E8-48B1-BE48-38BD0C22EA9A}"/>
              </a:ext>
            </a:extLst>
          </p:cNvPr>
          <p:cNvSpPr>
            <a:spLocks xmlns:a="http://schemas.openxmlformats.org/drawingml/2006/main" noGrp="1"/>
          </p:cNvSpPr>
          <p:nvPr/>
        </p:nvSpPr>
        <p:spPr>
          <a:xfrm xmlns:a="http://schemas.openxmlformats.org/drawingml/2006/main">
            <a:off x="609600" y="48101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4. 统一消息、模型与工具契约</a:t>
            </a:r>
          </a:p>
        </p:txBody>
      </p:sp>
      <p:sp>
        <p:nvSpPr>
          <p:cNvPr id="9" name="footer">
            <a:extLst xmlns:a="http://schemas.openxmlformats.org/drawingml/2006/main">
              <a:ext uri="{FF2B5EF4-FFF2-40B4-BE49-F238E27FC236}">
                <a16:creationId xmlns:a16="http://schemas.microsoft.com/office/drawing/2014/main" id="{90C940DD-CF30-474C-BD39-F1E73BFC5B9A}"/>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read-map   /   1     基线 136b87e8a · 源码与参考答案见讲者备注</a:t>
            </a:r>
          </a:p>
        </p:txBody>
      </p:sp>
    </p:spTree>
    <p:extLst>
      <p:ext uri="{BB962C8B-B14F-4D97-AF65-F5344CB8AC3E}">
        <p14:creationId xmlns:p14="http://schemas.microsoft.com/office/powerpoint/2010/main" val="1146063901"/>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D7FB5181-6139-41FD-B90E-FFA6C9E7F8B4}"/>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01 读码基础   /   步骤与数据</a:t>
            </a:r>
          </a:p>
        </p:txBody>
      </p:sp>
      <p:sp>
        <p:nvSpPr>
          <p:cNvPr id="2" name="title">
            <a:extLst xmlns:a="http://schemas.openxmlformats.org/drawingml/2006/main">
              <a:ext uri="{FF2B5EF4-FFF2-40B4-BE49-F238E27FC236}">
                <a16:creationId xmlns:a16="http://schemas.microsoft.com/office/drawing/2014/main" id="{AB28B10C-5B03-41E3-98F2-6016CD0373BA}"/>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从目录找到功能与公开入口</a:t>
            </a:r>
          </a:p>
        </p:txBody>
      </p:sp>
      <p:sp>
        <p:nvSpPr>
          <p:cNvPr id="3" name="step-0">
            <a:extLst xmlns:a="http://schemas.openxmlformats.org/drawingml/2006/main">
              <a:ext uri="{FF2B5EF4-FFF2-40B4-BE49-F238E27FC236}">
                <a16:creationId xmlns:a16="http://schemas.microsoft.com/office/drawing/2014/main" id="{5EAE3200-4EC4-41F9-B3BF-A7E8D2A7D4D2}"/>
              </a:ext>
            </a:extLst>
          </p:cNvPr>
          <p:cNvSpPr>
            <a:spLocks xmlns:a="http://schemas.openxmlformats.org/drawingml/2006/main" noGrp="1"/>
          </p:cNvSpPr>
          <p:nvPr/>
        </p:nvSpPr>
        <p:spPr>
          <a:xfrm xmlns:a="http://schemas.openxmlformats.org/drawingml/2006/main">
            <a:off x="609600" y="204787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1. 识别工作区和包清单</a:t>
            </a:r>
          </a:p>
        </p:txBody>
      </p:sp>
      <p:sp>
        <p:nvSpPr>
          <p:cNvPr id="4" name="data-0">
            <a:extLst xmlns:a="http://schemas.openxmlformats.org/drawingml/2006/main">
              <a:ext uri="{FF2B5EF4-FFF2-40B4-BE49-F238E27FC236}">
                <a16:creationId xmlns:a16="http://schemas.microsoft.com/office/drawing/2014/main" id="{7CD1EBF1-8056-44AE-BD73-F1A5E6DD9871}"/>
              </a:ext>
            </a:extLst>
          </p:cNvPr>
          <p:cNvSpPr>
            <a:spLocks xmlns:a="http://schemas.openxmlformats.org/drawingml/2006/main" noGrp="1"/>
          </p:cNvSpPr>
          <p:nvPr/>
        </p:nvSpPr>
        <p:spPr>
          <a:xfrm xmlns:a="http://schemas.openxmlformats.org/drawingml/2006/main">
            <a:off x="838200" y="240982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输入：仓库根目录    输出：工作区、包名和公开入口清单</a:t>
            </a:r>
          </a:p>
        </p:txBody>
      </p:sp>
      <p:sp>
        <p:nvSpPr>
          <p:cNvPr id="5" name="step-1">
            <a:extLst xmlns:a="http://schemas.openxmlformats.org/drawingml/2006/main">
              <a:ext uri="{FF2B5EF4-FFF2-40B4-BE49-F238E27FC236}">
                <a16:creationId xmlns:a16="http://schemas.microsoft.com/office/drawing/2014/main" id="{2FC83515-6F1F-45E6-A3F0-4CFA8DEA58DE}"/>
              </a:ext>
            </a:extLst>
          </p:cNvPr>
          <p:cNvSpPr>
            <a:spLocks xmlns:a="http://schemas.openxmlformats.org/drawingml/2006/main" noGrp="1"/>
          </p:cNvSpPr>
          <p:nvPr/>
        </p:nvSpPr>
        <p:spPr>
          <a:xfrm xmlns:a="http://schemas.openxmlformats.org/drawingml/2006/main">
            <a:off x="609600" y="28194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2. 区分产品装配与执行循环</a:t>
            </a:r>
          </a:p>
        </p:txBody>
      </p:sp>
      <p:sp>
        <p:nvSpPr>
          <p:cNvPr id="6" name="data-1">
            <a:extLst xmlns:a="http://schemas.openxmlformats.org/drawingml/2006/main">
              <a:ext uri="{FF2B5EF4-FFF2-40B4-BE49-F238E27FC236}">
                <a16:creationId xmlns:a16="http://schemas.microsoft.com/office/drawing/2014/main" id="{228174E5-2AB4-4158-8270-7C4BC65A0754}"/>
              </a:ext>
            </a:extLst>
          </p:cNvPr>
          <p:cNvSpPr>
            <a:spLocks xmlns:a="http://schemas.openxmlformats.org/drawingml/2006/main" noGrp="1"/>
          </p:cNvSpPr>
          <p:nvPr/>
        </p:nvSpPr>
        <p:spPr>
          <a:xfrm xmlns:a="http://schemas.openxmlformats.org/drawingml/2006/main">
            <a:off x="838200" y="318135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输入：一个 SDK 调用    输出：产品装配依赖图</a:t>
            </a:r>
          </a:p>
        </p:txBody>
      </p:sp>
      <p:sp>
        <p:nvSpPr>
          <p:cNvPr id="7" name="step-2">
            <a:extLst xmlns:a="http://schemas.openxmlformats.org/drawingml/2006/main">
              <a:ext uri="{FF2B5EF4-FFF2-40B4-BE49-F238E27FC236}">
                <a16:creationId xmlns:a16="http://schemas.microsoft.com/office/drawing/2014/main" id="{35307662-2DBA-4313-94C2-AF804D4683DF}"/>
              </a:ext>
            </a:extLst>
          </p:cNvPr>
          <p:cNvSpPr>
            <a:spLocks xmlns:a="http://schemas.openxmlformats.org/drawingml/2006/main" noGrp="1"/>
          </p:cNvSpPr>
          <p:nvPr/>
        </p:nvSpPr>
        <p:spPr>
          <a:xfrm xmlns:a="http://schemas.openxmlformats.org/drawingml/2006/main">
            <a:off x="609600" y="35909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3. 沿导入找到下一层</a:t>
            </a:r>
          </a:p>
        </p:txBody>
      </p:sp>
      <p:sp>
        <p:nvSpPr>
          <p:cNvPr id="8" name="data-2">
            <a:extLst xmlns:a="http://schemas.openxmlformats.org/drawingml/2006/main">
              <a:ext uri="{FF2B5EF4-FFF2-40B4-BE49-F238E27FC236}">
                <a16:creationId xmlns:a16="http://schemas.microsoft.com/office/drawing/2014/main" id="{0BC9D99F-FBA6-41C4-A3FD-9D1E9E695EB7}"/>
              </a:ext>
            </a:extLst>
          </p:cNvPr>
          <p:cNvSpPr>
            <a:spLocks xmlns:a="http://schemas.openxmlformats.org/drawingml/2006/main" noGrp="1"/>
          </p:cNvSpPr>
          <p:nvPr/>
        </p:nvSpPr>
        <p:spPr>
          <a:xfrm xmlns:a="http://schemas.openxmlformats.org/drawingml/2006/main">
            <a:off x="838200" y="395287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输入：Agent.prompt    输出：一轮模型与工具循环</a:t>
            </a:r>
          </a:p>
        </p:txBody>
      </p:sp>
      <p:sp>
        <p:nvSpPr>
          <p:cNvPr id="9" name="step-3">
            <a:extLst xmlns:a="http://schemas.openxmlformats.org/drawingml/2006/main">
              <a:ext uri="{FF2B5EF4-FFF2-40B4-BE49-F238E27FC236}">
                <a16:creationId xmlns:a16="http://schemas.microsoft.com/office/drawing/2014/main" id="{AD27210C-DD33-41F9-83F2-499027A358C5}"/>
              </a:ext>
            </a:extLst>
          </p:cNvPr>
          <p:cNvSpPr>
            <a:spLocks xmlns:a="http://schemas.openxmlformats.org/drawingml/2006/main" noGrp="1"/>
          </p:cNvSpPr>
          <p:nvPr/>
        </p:nvSpPr>
        <p:spPr>
          <a:xfrm xmlns:a="http://schemas.openxmlformats.org/drawingml/2006/main">
            <a:off x="609600" y="43624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4. 用类型确认数据形状</a:t>
            </a:r>
          </a:p>
        </p:txBody>
      </p:sp>
      <p:sp>
        <p:nvSpPr>
          <p:cNvPr id="10" name="data-3">
            <a:extLst xmlns:a="http://schemas.openxmlformats.org/drawingml/2006/main">
              <a:ext uri="{FF2B5EF4-FFF2-40B4-BE49-F238E27FC236}">
                <a16:creationId xmlns:a16="http://schemas.microsoft.com/office/drawing/2014/main" id="{6984B799-FC02-4D65-9B43-4A8207619501}"/>
              </a:ext>
            </a:extLst>
          </p:cNvPr>
          <p:cNvSpPr>
            <a:spLocks xmlns:a="http://schemas.openxmlformats.org/drawingml/2006/main" noGrp="1"/>
          </p:cNvSpPr>
          <p:nvPr/>
        </p:nvSpPr>
        <p:spPr>
          <a:xfrm xmlns:a="http://schemas.openxmlformats.org/drawingml/2006/main">
            <a:off x="838200" y="472440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输入：类型声明和实现    输出：输入、输出及事件词汇表</a:t>
            </a:r>
          </a:p>
        </p:txBody>
      </p:sp>
      <p:sp>
        <p:nvSpPr>
          <p:cNvPr id="11" name="footer">
            <a:extLst xmlns:a="http://schemas.openxmlformats.org/drawingml/2006/main">
              <a:ext uri="{FF2B5EF4-FFF2-40B4-BE49-F238E27FC236}">
                <a16:creationId xmlns:a16="http://schemas.microsoft.com/office/drawing/2014/main" id="{338BA49A-6242-4F43-98F8-AA545792D72F}"/>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read-map   /   2     基线 136b87e8a · 源码与参考答案见讲者备注</a:t>
            </a:r>
          </a:p>
        </p:txBody>
      </p:sp>
    </p:spTree>
    <p:extLst>
      <p:ext uri="{BB962C8B-B14F-4D97-AF65-F5344CB8AC3E}">
        <p14:creationId xmlns:p14="http://schemas.microsoft.com/office/powerpoint/2010/main" val="454117726"/>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591CC728-27DB-40F9-9D3B-991E0DD5BE64}"/>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01 读码基础   /   失败与验证</a:t>
            </a:r>
          </a:p>
        </p:txBody>
      </p:sp>
      <p:sp>
        <p:nvSpPr>
          <p:cNvPr id="2" name="title">
            <a:extLst xmlns:a="http://schemas.openxmlformats.org/drawingml/2006/main">
              <a:ext uri="{FF2B5EF4-FFF2-40B4-BE49-F238E27FC236}">
                <a16:creationId xmlns:a16="http://schemas.microsoft.com/office/drawing/2014/main" id="{621A1763-92BC-47EC-BC1E-16A932107B02}"/>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从目录找到功能与公开入口</a:t>
            </a:r>
          </a:p>
        </p:txBody>
      </p:sp>
      <p:sp>
        <p:nvSpPr>
          <p:cNvPr id="3" name="failure-label">
            <a:extLst xmlns:a="http://schemas.openxmlformats.org/drawingml/2006/main">
              <a:ext uri="{FF2B5EF4-FFF2-40B4-BE49-F238E27FC236}">
                <a16:creationId xmlns:a16="http://schemas.microsoft.com/office/drawing/2014/main" id="{598EB0D9-8129-480C-8193-048251C1827C}"/>
              </a:ext>
            </a:extLst>
          </p:cNvPr>
          <p:cNvSpPr>
            <a:spLocks xmlns:a="http://schemas.openxmlformats.org/drawingml/2006/main" noGrp="1"/>
          </p:cNvSpPr>
          <p:nvPr/>
        </p:nvSpPr>
        <p:spPr>
          <a:xfrm xmlns:a="http://schemas.openxmlformats.org/drawingml/2006/main">
            <a:off x="609600" y="200977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失败与恢复</a:t>
            </a:r>
          </a:p>
        </p:txBody>
      </p:sp>
      <p:sp>
        <p:nvSpPr>
          <p:cNvPr id="4" name="failure">
            <a:extLst xmlns:a="http://schemas.openxmlformats.org/drawingml/2006/main">
              <a:ext uri="{FF2B5EF4-FFF2-40B4-BE49-F238E27FC236}">
                <a16:creationId xmlns:a16="http://schemas.microsoft.com/office/drawing/2014/main" id="{ED9C1F7A-29B8-44B9-ABBE-9BD7F92B74C9}"/>
              </a:ext>
            </a:extLst>
          </p:cNvPr>
          <p:cNvSpPr>
            <a:spLocks xmlns:a="http://schemas.openxmlformats.org/drawingml/2006/main" noGrp="1"/>
          </p:cNvSpPr>
          <p:nvPr/>
        </p:nvSpPr>
        <p:spPr>
          <a:xfrm xmlns:a="http://schemas.openxmlformats.org/drawingml/2006/main">
            <a:off x="609600" y="254317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旧目录可能只有 README 或被忽略的 dist。先核对 package.json 与当前 src，不按旧接口推断新实现。</a:t>
            </a:r>
          </a:p>
        </p:txBody>
      </p:sp>
      <p:sp>
        <p:nvSpPr>
          <p:cNvPr id="5" name="exercise-label">
            <a:extLst xmlns:a="http://schemas.openxmlformats.org/drawingml/2006/main">
              <a:ext uri="{FF2B5EF4-FFF2-40B4-BE49-F238E27FC236}">
                <a16:creationId xmlns:a16="http://schemas.microsoft.com/office/drawing/2014/main" id="{F072A493-A678-4080-BAC9-BDD8DF39567A}"/>
              </a:ext>
            </a:extLst>
          </p:cNvPr>
          <p:cNvSpPr>
            <a:spLocks xmlns:a="http://schemas.openxmlformats.org/drawingml/2006/main" noGrp="1"/>
          </p:cNvSpPr>
          <p:nvPr/>
        </p:nvSpPr>
        <p:spPr>
          <a:xfrm xmlns:a="http://schemas.openxmlformats.org/drawingml/2006/main">
            <a:off x="609600" y="408622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动手练习</a:t>
            </a:r>
          </a:p>
        </p:txBody>
      </p:sp>
      <p:sp>
        <p:nvSpPr>
          <p:cNvPr id="6" name="exercise">
            <a:extLst xmlns:a="http://schemas.openxmlformats.org/drawingml/2006/main">
              <a:ext uri="{FF2B5EF4-FFF2-40B4-BE49-F238E27FC236}">
                <a16:creationId xmlns:a16="http://schemas.microsoft.com/office/drawing/2014/main" id="{F7D311FB-3166-4C91-82C3-7A8A827269E8}"/>
              </a:ext>
            </a:extLst>
          </p:cNvPr>
          <p:cNvSpPr>
            <a:spLocks xmlns:a="http://schemas.openxmlformats.org/drawingml/2006/main" noGrp="1"/>
          </p:cNvSpPr>
          <p:nvPr/>
        </p:nvSpPr>
        <p:spPr>
          <a:xfrm xmlns:a="http://schemas.openxmlformats.org/drawingml/2006/main">
            <a:off x="609600" y="46196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任选一个编号功能，从编号打开专题、源码、依赖和测试，记录至少两个跨文件引用。</a:t>
            </a:r>
          </a:p>
        </p:txBody>
      </p:sp>
      <p:sp>
        <p:nvSpPr>
          <p:cNvPr id="7" name="footer">
            <a:extLst xmlns:a="http://schemas.openxmlformats.org/drawingml/2006/main">
              <a:ext uri="{FF2B5EF4-FFF2-40B4-BE49-F238E27FC236}">
                <a16:creationId xmlns:a16="http://schemas.microsoft.com/office/drawing/2014/main" id="{D8EEF124-B8EE-4393-9388-1369E9F51094}"/>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read-map   /   3     基线 136b87e8a · 源码与参考答案见讲者备注</a:t>
            </a:r>
          </a:p>
        </p:txBody>
      </p:sp>
    </p:spTree>
    <p:extLst>
      <p:ext uri="{BB962C8B-B14F-4D97-AF65-F5344CB8AC3E}">
        <p14:creationId xmlns:p14="http://schemas.microsoft.com/office/powerpoint/2010/main" val="1829399395"/>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9264A63F-5D1D-45C1-A43B-F2A6C1AF1DF5}"/>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01 读码基础   /   场景与职责</a:t>
            </a:r>
          </a:p>
        </p:txBody>
      </p:sp>
      <p:sp>
        <p:nvSpPr>
          <p:cNvPr id="2" name="title">
            <a:extLst xmlns:a="http://schemas.openxmlformats.org/drawingml/2006/main">
              <a:ext uri="{FF2B5EF4-FFF2-40B4-BE49-F238E27FC236}">
                <a16:creationId xmlns:a16="http://schemas.microsoft.com/office/drawing/2014/main" id="{7D520BB9-AD84-41C1-A834-B0F6264E603B}"/>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本地源码启动与第一次断点</a:t>
            </a:r>
          </a:p>
        </p:txBody>
      </p:sp>
      <p:sp>
        <p:nvSpPr>
          <p:cNvPr id="3" name="scenario">
            <a:extLst xmlns:a="http://schemas.openxmlformats.org/drawingml/2006/main">
              <a:ext uri="{FF2B5EF4-FFF2-40B4-BE49-F238E27FC236}">
                <a16:creationId xmlns:a16="http://schemas.microsoft.com/office/drawing/2014/main" id="{5044B4A3-0F61-4C5B-8A8D-4B2B81631F8A}"/>
              </a:ext>
            </a:extLst>
          </p:cNvPr>
          <p:cNvSpPr>
            <a:spLocks xmlns:a="http://schemas.openxmlformats.org/drawingml/2006/main" noGrp="1"/>
          </p:cNvSpPr>
          <p:nvPr/>
        </p:nvSpPr>
        <p:spPr>
          <a:xfrm xmlns:a="http://schemas.openxmlformats.org/drawingml/2006/main">
            <a:off x="609600" y="1943100"/>
            <a:ext cx="1093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44B60"/>
                </a:solidFill>
                <a:latin typeface="Microsoft YaHei"/>
                <a:ea typeface="Microsoft YaHei"/>
                <a:cs typeface="Microsoft YaHei"/>
              </a:defRPr>
            </a:defPPr>
            <a:lvl1pPr>
              <a:defRPr sz="2100" b="0">
                <a:solidFill>
                  <a:srgbClr val="344B60"/>
                </a:solidFill>
                <a:latin typeface="Microsoft YaHei"/>
                <a:ea typeface="Microsoft YaHei"/>
                <a:cs typeface="Microsoft YaHei"/>
              </a:defRPr>
            </a:lvl1pPr>
            <a:lvl2pPr>
              <a:defRPr sz="2100" b="0">
                <a:solidFill>
                  <a:srgbClr val="344B60"/>
                </a:solidFill>
                <a:latin typeface="Microsoft YaHei"/>
                <a:ea typeface="Microsoft YaHei"/>
                <a:cs typeface="Microsoft YaHei"/>
              </a:defRPr>
            </a:lvl2pPr>
            <a:lvl3pPr>
              <a:defRPr sz="2100" b="0">
                <a:solidFill>
                  <a:srgbClr val="344B60"/>
                </a:solidFill>
                <a:latin typeface="Microsoft YaHei"/>
                <a:ea typeface="Microsoft YaHei"/>
                <a:cs typeface="Microsoft YaHei"/>
              </a:defRPr>
            </a:lvl3pPr>
            <a:lvl4pPr>
              <a:defRPr sz="2100" b="0">
                <a:solidFill>
                  <a:srgbClr val="344B60"/>
                </a:solidFill>
                <a:latin typeface="Microsoft YaHei"/>
                <a:ea typeface="Microsoft YaHei"/>
                <a:cs typeface="Microsoft YaHei"/>
              </a:defRPr>
            </a:lvl4pPr>
            <a:lvl5pPr>
              <a:defRPr sz="2100" b="0">
                <a:solidFill>
                  <a:srgbClr val="344B60"/>
                </a:solidFill>
                <a:latin typeface="Microsoft YaHei"/>
                <a:ea typeface="Microsoft YaHei"/>
                <a:cs typeface="Microsoft YaHei"/>
              </a:defRPr>
            </a:lvl5pPr>
            <a:lvl6pPr>
              <a:defRPr sz="2100" b="0">
                <a:solidFill>
                  <a:srgbClr val="344B60"/>
                </a:solidFill>
                <a:latin typeface="Microsoft YaHei"/>
                <a:ea typeface="Microsoft YaHei"/>
                <a:cs typeface="Microsoft YaHei"/>
              </a:defRPr>
            </a:lvl6pPr>
            <a:lvl7pPr>
              <a:defRPr sz="2100" b="0">
                <a:solidFill>
                  <a:srgbClr val="344B60"/>
                </a:solidFill>
                <a:latin typeface="Microsoft YaHei"/>
                <a:ea typeface="Microsoft YaHei"/>
                <a:cs typeface="Microsoft YaHei"/>
              </a:defRPr>
            </a:lvl7pPr>
            <a:lvl8pPr>
              <a:defRPr sz="2100" b="0">
                <a:solidFill>
                  <a:srgbClr val="344B60"/>
                </a:solidFill>
                <a:latin typeface="Microsoft YaHei"/>
                <a:ea typeface="Microsoft YaHei"/>
                <a:cs typeface="Microsoft YaHei"/>
              </a:defRPr>
            </a:lvl8pPr>
            <a:lvl9pPr>
              <a:defRPr sz="2100" b="0">
                <a:solidFill>
                  <a:srgbClr val="344B60"/>
                </a:solidFill>
                <a:latin typeface="Microsoft YaHei"/>
                <a:ea typeface="Microsoft YaHei"/>
                <a:cs typeface="Microsoft YaHei"/>
              </a:defRPr>
            </a:lvl9pPr>
          </a:lstStyle>
          <a:p xmlns:a="http://schemas.openxmlformats.org/drawingml/2006/main">
            <a:pPr>
              <a:buNone/>
              <a:defRPr sz="2100" b="0">
                <a:solidFill>
                  <a:srgbClr val="344B60"/>
                </a:solidFill>
                <a:latin typeface="Microsoft YaHei"/>
                <a:ea typeface="Microsoft YaHei"/>
                <a:cs typeface="Microsoft YaHei"/>
              </a:defRPr>
            </a:pPr>
            <a:r>
              <a:rPr sz="2100" b="0">
                <a:solidFill>
                  <a:srgbClr val="344B60"/>
                </a:solidFill>
                <a:latin typeface="Microsoft YaHei"/>
                <a:ea typeface="Microsoft YaHei"/>
                <a:cs typeface="Microsoft YaHei"/>
              </a:rPr>
              <a:t>你改了 TypeScript 文件，却发现启动的 pi 没有变化。</a:t>
            </a:r>
          </a:p>
        </p:txBody>
      </p:sp>
      <p:sp>
        <p:nvSpPr>
          <p:cNvPr id="4" name="section">
            <a:extLst xmlns:a="http://schemas.openxmlformats.org/drawingml/2006/main">
              <a:ext uri="{FF2B5EF4-FFF2-40B4-BE49-F238E27FC236}">
                <a16:creationId xmlns:a16="http://schemas.microsoft.com/office/drawing/2014/main" id="{68698DF8-F228-44B0-83F2-3455D65697F3}"/>
              </a:ext>
            </a:extLst>
          </p:cNvPr>
          <p:cNvSpPr>
            <a:spLocks xmlns:a="http://schemas.openxmlformats.org/drawingml/2006/main" noGrp="1"/>
          </p:cNvSpPr>
          <p:nvPr/>
        </p:nvSpPr>
        <p:spPr>
          <a:xfrm xmlns:a="http://schemas.openxmlformats.org/drawingml/2006/main">
            <a:off x="609600" y="291465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各层负责什么</a:t>
            </a:r>
          </a:p>
        </p:txBody>
      </p:sp>
      <p:sp>
        <p:nvSpPr>
          <p:cNvPr id="5" name="responsibility-0">
            <a:extLst xmlns:a="http://schemas.openxmlformats.org/drawingml/2006/main">
              <a:ext uri="{FF2B5EF4-FFF2-40B4-BE49-F238E27FC236}">
                <a16:creationId xmlns:a16="http://schemas.microsoft.com/office/drawing/2014/main" id="{77021E06-322F-4BE3-B034-860CFB5F2468}"/>
              </a:ext>
            </a:extLst>
          </p:cNvPr>
          <p:cNvSpPr>
            <a:spLocks xmlns:a="http://schemas.openxmlformats.org/drawingml/2006/main" noGrp="1"/>
          </p:cNvSpPr>
          <p:nvPr/>
        </p:nvSpPr>
        <p:spPr>
          <a:xfrm xmlns:a="http://schemas.openxmlformats.org/drawingml/2006/main">
            <a:off x="609600" y="34385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1. 离线模型数据检查与目录水合</a:t>
            </a:r>
          </a:p>
        </p:txBody>
      </p:sp>
      <p:sp>
        <p:nvSpPr>
          <p:cNvPr id="6" name="responsibility-1">
            <a:extLst xmlns:a="http://schemas.openxmlformats.org/drawingml/2006/main">
              <a:ext uri="{FF2B5EF4-FFF2-40B4-BE49-F238E27FC236}">
                <a16:creationId xmlns:a16="http://schemas.microsoft.com/office/drawing/2014/main" id="{4110C8CC-77D0-48DF-AF0B-01E481712332}"/>
              </a:ext>
            </a:extLst>
          </p:cNvPr>
          <p:cNvSpPr>
            <a:spLocks xmlns:a="http://schemas.openxmlformats.org/drawingml/2006/main" noGrp="1"/>
          </p:cNvSpPr>
          <p:nvPr/>
        </p:nvSpPr>
        <p:spPr>
          <a:xfrm xmlns:a="http://schemas.openxmlformats.org/drawingml/2006/main">
            <a:off x="609600" y="38957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2. 源码解析器与历史实验资料</a:t>
            </a:r>
          </a:p>
        </p:txBody>
      </p:sp>
      <p:sp>
        <p:nvSpPr>
          <p:cNvPr id="7" name="responsibility-2">
            <a:extLst xmlns:a="http://schemas.openxmlformats.org/drawingml/2006/main">
              <a:ext uri="{FF2B5EF4-FFF2-40B4-BE49-F238E27FC236}">
                <a16:creationId xmlns:a16="http://schemas.microsoft.com/office/drawing/2014/main" id="{B7CD1105-4272-4501-B81D-0DFEE1B822B3}"/>
              </a:ext>
            </a:extLst>
          </p:cNvPr>
          <p:cNvSpPr>
            <a:spLocks xmlns:a="http://schemas.openxmlformats.org/drawingml/2006/main" noGrp="1"/>
          </p:cNvSpPr>
          <p:nvPr/>
        </p:nvSpPr>
        <p:spPr>
          <a:xfrm xmlns:a="http://schemas.openxmlformats.org/drawingml/2006/main">
            <a:off x="609600" y="43529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3. CLI 启动与模式分派</a:t>
            </a:r>
          </a:p>
        </p:txBody>
      </p:sp>
      <p:sp>
        <p:nvSpPr>
          <p:cNvPr id="8" name="responsibility-3">
            <a:extLst xmlns:a="http://schemas.openxmlformats.org/drawingml/2006/main">
              <a:ext uri="{FF2B5EF4-FFF2-40B4-BE49-F238E27FC236}">
                <a16:creationId xmlns:a16="http://schemas.microsoft.com/office/drawing/2014/main" id="{D83E213D-7AF7-44BC-9459-B92A6C808A85}"/>
              </a:ext>
            </a:extLst>
          </p:cNvPr>
          <p:cNvSpPr>
            <a:spLocks xmlns:a="http://schemas.openxmlformats.org/drawingml/2006/main" noGrp="1"/>
          </p:cNvSpPr>
          <p:nvPr/>
        </p:nvSpPr>
        <p:spPr>
          <a:xfrm xmlns:a="http://schemas.openxmlformats.org/drawingml/2006/main">
            <a:off x="609600" y="48101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4. 依赖、导入与构建边界校验</a:t>
            </a:r>
          </a:p>
        </p:txBody>
      </p:sp>
      <p:sp>
        <p:nvSpPr>
          <p:cNvPr id="9" name="footer">
            <a:extLst xmlns:a="http://schemas.openxmlformats.org/drawingml/2006/main">
              <a:ext uri="{FF2B5EF4-FFF2-40B4-BE49-F238E27FC236}">
                <a16:creationId xmlns:a16="http://schemas.microsoft.com/office/drawing/2014/main" id="{E74DD51F-20C8-4A87-9099-29FCE2ACE0F0}"/>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source-debug   /   1     基线 136b87e8a · 源码与参考答案见讲者备注</a:t>
            </a:r>
          </a:p>
        </p:txBody>
      </p:sp>
    </p:spTree>
    <p:extLst>
      <p:ext uri="{BB962C8B-B14F-4D97-AF65-F5344CB8AC3E}">
        <p14:creationId xmlns:p14="http://schemas.microsoft.com/office/powerpoint/2010/main" val="434731231"/>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16A865AC-CBC4-416D-820A-B2E1C7C2232E}"/>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01 读码基础   /   步骤与数据</a:t>
            </a:r>
          </a:p>
        </p:txBody>
      </p:sp>
      <p:sp>
        <p:nvSpPr>
          <p:cNvPr id="2" name="title">
            <a:extLst xmlns:a="http://schemas.openxmlformats.org/drawingml/2006/main">
              <a:ext uri="{FF2B5EF4-FFF2-40B4-BE49-F238E27FC236}">
                <a16:creationId xmlns:a16="http://schemas.microsoft.com/office/drawing/2014/main" id="{A0AC3D11-4F35-4756-8F03-7F8D5B6032E1}"/>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本地源码启动与第一次断点</a:t>
            </a:r>
          </a:p>
        </p:txBody>
      </p:sp>
      <p:sp>
        <p:nvSpPr>
          <p:cNvPr id="3" name="step-0">
            <a:extLst xmlns:a="http://schemas.openxmlformats.org/drawingml/2006/main">
              <a:ext uri="{FF2B5EF4-FFF2-40B4-BE49-F238E27FC236}">
                <a16:creationId xmlns:a16="http://schemas.microsoft.com/office/drawing/2014/main" id="{9D25692E-DA90-40B9-AE17-0B7763C455F9}"/>
              </a:ext>
            </a:extLst>
          </p:cNvPr>
          <p:cNvSpPr>
            <a:spLocks xmlns:a="http://schemas.openxmlformats.org/drawingml/2006/main" noGrp="1"/>
          </p:cNvSpPr>
          <p:nvPr/>
        </p:nvSpPr>
        <p:spPr>
          <a:xfrm xmlns:a="http://schemas.openxmlformats.org/drawingml/2006/main">
            <a:off x="609600" y="204787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1. 检查运行前置条件</a:t>
            </a:r>
          </a:p>
        </p:txBody>
      </p:sp>
      <p:sp>
        <p:nvSpPr>
          <p:cNvPr id="4" name="data-0">
            <a:extLst xmlns:a="http://schemas.openxmlformats.org/drawingml/2006/main">
              <a:ext uri="{FF2B5EF4-FFF2-40B4-BE49-F238E27FC236}">
                <a16:creationId xmlns:a16="http://schemas.microsoft.com/office/drawing/2014/main" id="{938DC377-B78C-4677-9AFC-CA996DFB1A47}"/>
              </a:ext>
            </a:extLst>
          </p:cNvPr>
          <p:cNvSpPr>
            <a:spLocks xmlns:a="http://schemas.openxmlformats.org/drawingml/2006/main" noGrp="1"/>
          </p:cNvSpPr>
          <p:nvPr/>
        </p:nvSpPr>
        <p:spPr>
          <a:xfrm xmlns:a="http://schemas.openxmlformats.org/drawingml/2006/main">
            <a:off x="838200" y="240982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输入：源码工作区    输出：可定位的环境与数据问题</a:t>
            </a:r>
          </a:p>
        </p:txBody>
      </p:sp>
      <p:sp>
        <p:nvSpPr>
          <p:cNvPr id="5" name="step-1">
            <a:extLst xmlns:a="http://schemas.openxmlformats.org/drawingml/2006/main">
              <a:ext uri="{FF2B5EF4-FFF2-40B4-BE49-F238E27FC236}">
                <a16:creationId xmlns:a16="http://schemas.microsoft.com/office/drawing/2014/main" id="{153C37DB-A3B9-480F-B96D-D0CA509292BE}"/>
              </a:ext>
            </a:extLst>
          </p:cNvPr>
          <p:cNvSpPr>
            <a:spLocks xmlns:a="http://schemas.openxmlformats.org/drawingml/2006/main" noGrp="1"/>
          </p:cNvSpPr>
          <p:nvPr/>
        </p:nvSpPr>
        <p:spPr>
          <a:xfrm xmlns:a="http://schemas.openxmlformats.org/drawingml/2006/main">
            <a:off x="609600" y="28194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2. 启用源码解析器</a:t>
            </a:r>
          </a:p>
        </p:txBody>
      </p:sp>
      <p:sp>
        <p:nvSpPr>
          <p:cNvPr id="6" name="data-1">
            <a:extLst xmlns:a="http://schemas.openxmlformats.org/drawingml/2006/main">
              <a:ext uri="{FF2B5EF4-FFF2-40B4-BE49-F238E27FC236}">
                <a16:creationId xmlns:a16="http://schemas.microsoft.com/office/drawing/2014/main" id="{3E3DCC75-6298-409C-AFEC-B012A4C43657}"/>
              </a:ext>
            </a:extLst>
          </p:cNvPr>
          <p:cNvSpPr>
            <a:spLocks xmlns:a="http://schemas.openxmlformats.org/drawingml/2006/main" noGrp="1"/>
          </p:cNvSpPr>
          <p:nvPr/>
        </p:nvSpPr>
        <p:spPr>
          <a:xfrm xmlns:a="http://schemas.openxmlformats.org/drawingml/2006/main">
            <a:off x="838200" y="318135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输入：Node 与源码路径    输出：明确的源码入口</a:t>
            </a:r>
          </a:p>
        </p:txBody>
      </p:sp>
      <p:sp>
        <p:nvSpPr>
          <p:cNvPr id="7" name="step-2">
            <a:extLst xmlns:a="http://schemas.openxmlformats.org/drawingml/2006/main">
              <a:ext uri="{FF2B5EF4-FFF2-40B4-BE49-F238E27FC236}">
                <a16:creationId xmlns:a16="http://schemas.microsoft.com/office/drawing/2014/main" id="{0747B8BF-68F8-4870-98BB-6C8F55C4F894}"/>
              </a:ext>
            </a:extLst>
          </p:cNvPr>
          <p:cNvSpPr>
            <a:spLocks xmlns:a="http://schemas.openxmlformats.org/drawingml/2006/main" noGrp="1"/>
          </p:cNvSpPr>
          <p:nvPr/>
        </p:nvSpPr>
        <p:spPr>
          <a:xfrm xmlns:a="http://schemas.openxmlformats.org/drawingml/2006/main">
            <a:off x="609600" y="35909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3. 观察启动参数</a:t>
            </a:r>
          </a:p>
        </p:txBody>
      </p:sp>
      <p:sp>
        <p:nvSpPr>
          <p:cNvPr id="8" name="data-2">
            <a:extLst xmlns:a="http://schemas.openxmlformats.org/drawingml/2006/main">
              <a:ext uri="{FF2B5EF4-FFF2-40B4-BE49-F238E27FC236}">
                <a16:creationId xmlns:a16="http://schemas.microsoft.com/office/drawing/2014/main" id="{DEDC1C0F-6F63-4E2B-833A-3C7A99182A4A}"/>
              </a:ext>
            </a:extLst>
          </p:cNvPr>
          <p:cNvSpPr>
            <a:spLocks xmlns:a="http://schemas.openxmlformats.org/drawingml/2006/main" noGrp="1"/>
          </p:cNvSpPr>
          <p:nvPr/>
        </p:nvSpPr>
        <p:spPr>
          <a:xfrm xmlns:a="http://schemas.openxmlformats.org/drawingml/2006/main">
            <a:off x="838200" y="395287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输入：process.argv    输出：解析后的参数与模式</a:t>
            </a:r>
          </a:p>
        </p:txBody>
      </p:sp>
      <p:sp>
        <p:nvSpPr>
          <p:cNvPr id="9" name="step-3">
            <a:extLst xmlns:a="http://schemas.openxmlformats.org/drawingml/2006/main">
              <a:ext uri="{FF2B5EF4-FFF2-40B4-BE49-F238E27FC236}">
                <a16:creationId xmlns:a16="http://schemas.microsoft.com/office/drawing/2014/main" id="{12BD0308-6AB7-4135-9AC3-3352A1BB5224}"/>
              </a:ext>
            </a:extLst>
          </p:cNvPr>
          <p:cNvSpPr>
            <a:spLocks xmlns:a="http://schemas.openxmlformats.org/drawingml/2006/main" noGrp="1"/>
          </p:cNvSpPr>
          <p:nvPr/>
        </p:nvSpPr>
        <p:spPr>
          <a:xfrm xmlns:a="http://schemas.openxmlformats.org/drawingml/2006/main">
            <a:off x="609600" y="43624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4. 完成一个最小验证</a:t>
            </a:r>
          </a:p>
        </p:txBody>
      </p:sp>
      <p:sp>
        <p:nvSpPr>
          <p:cNvPr id="10" name="data-3">
            <a:extLst xmlns:a="http://schemas.openxmlformats.org/drawingml/2006/main">
              <a:ext uri="{FF2B5EF4-FFF2-40B4-BE49-F238E27FC236}">
                <a16:creationId xmlns:a16="http://schemas.microsoft.com/office/drawing/2014/main" id="{FB731797-F21F-4014-AC30-40B57EF9FFD8}"/>
              </a:ext>
            </a:extLst>
          </p:cNvPr>
          <p:cNvSpPr>
            <a:spLocks xmlns:a="http://schemas.openxmlformats.org/drawingml/2006/main" noGrp="1"/>
          </p:cNvSpPr>
          <p:nvPr/>
        </p:nvSpPr>
        <p:spPr>
          <a:xfrm xmlns:a="http://schemas.openxmlformats.org/drawingml/2006/main">
            <a:off x="838200" y="472440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输入：一个可复现修改    输出：测试结果与环境记录</a:t>
            </a:r>
          </a:p>
        </p:txBody>
      </p:sp>
      <p:sp>
        <p:nvSpPr>
          <p:cNvPr id="11" name="footer">
            <a:extLst xmlns:a="http://schemas.openxmlformats.org/drawingml/2006/main">
              <a:ext uri="{FF2B5EF4-FFF2-40B4-BE49-F238E27FC236}">
                <a16:creationId xmlns:a16="http://schemas.microsoft.com/office/drawing/2014/main" id="{BE13F336-3B5D-43C9-85BF-D08A5ECB54FC}"/>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source-debug   /   2     基线 136b87e8a · 源码与参考答案见讲者备注</a:t>
            </a:r>
          </a:p>
        </p:txBody>
      </p:sp>
    </p:spTree>
    <p:extLst>
      <p:ext uri="{BB962C8B-B14F-4D97-AF65-F5344CB8AC3E}">
        <p14:creationId xmlns:p14="http://schemas.microsoft.com/office/powerpoint/2010/main" val="898004354"/>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620A1F50-6C33-49B5-B834-E9A96AB4249B}"/>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01 读码基础   /   失败与验证</a:t>
            </a:r>
          </a:p>
        </p:txBody>
      </p:sp>
      <p:sp>
        <p:nvSpPr>
          <p:cNvPr id="2" name="title">
            <a:extLst xmlns:a="http://schemas.openxmlformats.org/drawingml/2006/main">
              <a:ext uri="{FF2B5EF4-FFF2-40B4-BE49-F238E27FC236}">
                <a16:creationId xmlns:a16="http://schemas.microsoft.com/office/drawing/2014/main" id="{27F866B4-774E-44B2-90D0-C04F93DF2795}"/>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本地源码启动与第一次断点</a:t>
            </a:r>
          </a:p>
        </p:txBody>
      </p:sp>
      <p:sp>
        <p:nvSpPr>
          <p:cNvPr id="3" name="failure-label">
            <a:extLst xmlns:a="http://schemas.openxmlformats.org/drawingml/2006/main">
              <a:ext uri="{FF2B5EF4-FFF2-40B4-BE49-F238E27FC236}">
                <a16:creationId xmlns:a16="http://schemas.microsoft.com/office/drawing/2014/main" id="{D84B317D-18D4-429B-9183-159AF273ED87}"/>
              </a:ext>
            </a:extLst>
          </p:cNvPr>
          <p:cNvSpPr>
            <a:spLocks xmlns:a="http://schemas.openxmlformats.org/drawingml/2006/main" noGrp="1"/>
          </p:cNvSpPr>
          <p:nvPr/>
        </p:nvSpPr>
        <p:spPr>
          <a:xfrm xmlns:a="http://schemas.openxmlformats.org/drawingml/2006/main">
            <a:off x="609600" y="200977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失败与恢复</a:t>
            </a:r>
          </a:p>
        </p:txBody>
      </p:sp>
      <p:sp>
        <p:nvSpPr>
          <p:cNvPr id="4" name="failure">
            <a:extLst xmlns:a="http://schemas.openxmlformats.org/drawingml/2006/main">
              <a:ext uri="{FF2B5EF4-FFF2-40B4-BE49-F238E27FC236}">
                <a16:creationId xmlns:a16="http://schemas.microsoft.com/office/drawing/2014/main" id="{74487F10-A500-4D12-94EC-C7FD581E4833}"/>
              </a:ext>
            </a:extLst>
          </p:cNvPr>
          <p:cNvSpPr>
            <a:spLocks xmlns:a="http://schemas.openxmlformats.org/drawingml/2006/main" noGrp="1"/>
          </p:cNvSpPr>
          <p:nvPr/>
        </p:nvSpPr>
        <p:spPr>
          <a:xfrm xmlns:a="http://schemas.openxmlformats.org/drawingml/2006/main">
            <a:off x="609600" y="254317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缺模型数据可能在 CLI 加载阶段报错。断点未命中也可能是启动了 dist 或全局安装，而非这份 src。</a:t>
            </a:r>
          </a:p>
        </p:txBody>
      </p:sp>
      <p:sp>
        <p:nvSpPr>
          <p:cNvPr id="5" name="exercise-label">
            <a:extLst xmlns:a="http://schemas.openxmlformats.org/drawingml/2006/main">
              <a:ext uri="{FF2B5EF4-FFF2-40B4-BE49-F238E27FC236}">
                <a16:creationId xmlns:a16="http://schemas.microsoft.com/office/drawing/2014/main" id="{C14AFF53-C2A7-4B69-AB09-61A4CCF6EBAF}"/>
              </a:ext>
            </a:extLst>
          </p:cNvPr>
          <p:cNvSpPr>
            <a:spLocks xmlns:a="http://schemas.openxmlformats.org/drawingml/2006/main" noGrp="1"/>
          </p:cNvSpPr>
          <p:nvPr/>
        </p:nvSpPr>
        <p:spPr>
          <a:xfrm xmlns:a="http://schemas.openxmlformats.org/drawingml/2006/main">
            <a:off x="609600" y="408622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动手练习</a:t>
            </a:r>
          </a:p>
        </p:txBody>
      </p:sp>
      <p:sp>
        <p:nvSpPr>
          <p:cNvPr id="6" name="exercise">
            <a:extLst xmlns:a="http://schemas.openxmlformats.org/drawingml/2006/main">
              <a:ext uri="{FF2B5EF4-FFF2-40B4-BE49-F238E27FC236}">
                <a16:creationId xmlns:a16="http://schemas.microsoft.com/office/drawing/2014/main" id="{22CBB27C-F0BB-4521-90DC-C3153670C1E2}"/>
              </a:ext>
            </a:extLst>
          </p:cNvPr>
          <p:cNvSpPr>
            <a:spLocks xmlns:a="http://schemas.openxmlformats.org/drawingml/2006/main" noGrp="1"/>
          </p:cNvSpPr>
          <p:nvPr/>
        </p:nvSpPr>
        <p:spPr>
          <a:xfrm xmlns:a="http://schemas.openxmlformats.org/drawingml/2006/main">
            <a:off x="609600" y="46196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让断点停在当前工作区的 cli.ts，记下绝对路径、argv 和调用栈。暂不调用真实模型。</a:t>
            </a:r>
          </a:p>
        </p:txBody>
      </p:sp>
      <p:sp>
        <p:nvSpPr>
          <p:cNvPr id="7" name="footer">
            <a:extLst xmlns:a="http://schemas.openxmlformats.org/drawingml/2006/main">
              <a:ext uri="{FF2B5EF4-FFF2-40B4-BE49-F238E27FC236}">
                <a16:creationId xmlns:a16="http://schemas.microsoft.com/office/drawing/2014/main" id="{61690DA1-33CF-4AF7-B2BC-5F3E716C7F38}"/>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source-debug   /   3     基线 136b87e8a · 源码与参考答案见讲者备注</a:t>
            </a:r>
          </a:p>
        </p:txBody>
      </p:sp>
    </p:spTree>
    <p:extLst>
      <p:ext uri="{BB962C8B-B14F-4D97-AF65-F5344CB8AC3E}">
        <p14:creationId xmlns:p14="http://schemas.microsoft.com/office/powerpoint/2010/main" val="16344231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2026-10-24T08:15:37.1130000Z</dcterms:created>
  <dcterms:modified xsi:type="dcterms:W3CDTF">2026-10-24T08:15:37.1130000Z</dcterms:modified>
</coreProperties>
</file>