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0553ed00c4b73" /><Relationship Type="http://schemas.openxmlformats.org/officeDocument/2006/relationships/extended-properties" Target="/docProps/app.xml" Id="Red6b1f0419b945a5" /><Relationship Type="http://schemas.openxmlformats.org/officeDocument/2006/relationships/officeDocument" Target="/ppt/presentation.xml" Id="R835e703274e1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6d92d9fb24173"/>
  </p:sldMasterIdLst>
  <p:notesMasterIdLst>
    <p:notesMasterId xmlns:r="http://schemas.openxmlformats.org/officeDocument/2006/relationships" r:id="Rcefcdd5032d2452f"/>
  </p:notesMasterIdLst>
  <p:sldIdLst>
    <p:sldId xmlns:r="http://schemas.openxmlformats.org/officeDocument/2006/relationships" id="256" r:id="Radcc4b87831c404c"/>
    <p:sldId xmlns:r="http://schemas.openxmlformats.org/officeDocument/2006/relationships" id="257" r:id="R741e2c901c1e4c2d"/>
    <p:sldId xmlns:r="http://schemas.openxmlformats.org/officeDocument/2006/relationships" id="258" r:id="Rd5d45d92234b4737"/>
    <p:sldId xmlns:r="http://schemas.openxmlformats.org/officeDocument/2006/relationships" id="259" r:id="R80af949ba430461f"/>
    <p:sldId xmlns:r="http://schemas.openxmlformats.org/officeDocument/2006/relationships" id="260" r:id="R7a57991a15004c27"/>
    <p:sldId xmlns:r="http://schemas.openxmlformats.org/officeDocument/2006/relationships" id="261" r:id="Rc3edd995753d4e3b"/>
    <p:sldId xmlns:r="http://schemas.openxmlformats.org/officeDocument/2006/relationships" id="262" r:id="R3285449f0c7a46ea"/>
    <p:sldId xmlns:r="http://schemas.openxmlformats.org/officeDocument/2006/relationships" id="263" r:id="Re24a6fe2ba8947f9"/>
    <p:sldId xmlns:r="http://schemas.openxmlformats.org/officeDocument/2006/relationships" id="264" r:id="R287dc9ad5f7b4ad9"/>
    <p:sldId xmlns:r="http://schemas.openxmlformats.org/officeDocument/2006/relationships" id="265" r:id="R64e3eb25d69140cf"/>
    <p:sldId xmlns:r="http://schemas.openxmlformats.org/officeDocument/2006/relationships" id="266" r:id="R5c9e45f55dea4da6"/>
    <p:sldId xmlns:r="http://schemas.openxmlformats.org/officeDocument/2006/relationships" id="267" r:id="R7902f1a345fe4e1d"/>
    <p:sldId xmlns:r="http://schemas.openxmlformats.org/officeDocument/2006/relationships" id="268" r:id="R48c2482175b64595"/>
    <p:sldId xmlns:r="http://schemas.openxmlformats.org/officeDocument/2006/relationships" id="269" r:id="R673579e530dc4461"/>
    <p:sldId xmlns:r="http://schemas.openxmlformats.org/officeDocument/2006/relationships" id="270" r:id="R7607c0be198c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c12437d2024cfe" /><Relationship Type="http://schemas.openxmlformats.org/officeDocument/2006/relationships/slideMaster" Target="/ppt/slideMasters/slideMaster1.xml" Id="R1366d92d9fb24173" /><Relationship Type="http://schemas.openxmlformats.org/officeDocument/2006/relationships/notesMaster" Target="/ppt/notesMasters/notesMaster1.xml" Id="Rcefcdd5032d2452f" /><Relationship Type="http://schemas.openxmlformats.org/officeDocument/2006/relationships/presProps" Target="/ppt/presProps.xml" Id="Rd7676eba9b434f1e" /><Relationship Type="http://schemas.openxmlformats.org/officeDocument/2006/relationships/tableStyles" Target="/ppt/tableStyles.xml" Id="R18969ca93b704172" /><Relationship Type="http://schemas.openxmlformats.org/officeDocument/2006/relationships/slide" Target="/ppt/slides/slide1.xml" Id="Radcc4b87831c404c" /><Relationship Type="http://schemas.openxmlformats.org/officeDocument/2006/relationships/slide" Target="/ppt/slides/slide2.xml" Id="R741e2c901c1e4c2d" /><Relationship Type="http://schemas.openxmlformats.org/officeDocument/2006/relationships/slide" Target="/ppt/slides/slide3.xml" Id="Rd5d45d92234b4737" /><Relationship Type="http://schemas.openxmlformats.org/officeDocument/2006/relationships/slide" Target="/ppt/slides/slide4.xml" Id="R80af949ba430461f" /><Relationship Type="http://schemas.openxmlformats.org/officeDocument/2006/relationships/slide" Target="/ppt/slides/slide5.xml" Id="R7a57991a15004c27" /><Relationship Type="http://schemas.openxmlformats.org/officeDocument/2006/relationships/slide" Target="/ppt/slides/slide6.xml" Id="Rc3edd995753d4e3b" /><Relationship Type="http://schemas.openxmlformats.org/officeDocument/2006/relationships/slide" Target="/ppt/slides/slide7.xml" Id="R3285449f0c7a46ea" /><Relationship Type="http://schemas.openxmlformats.org/officeDocument/2006/relationships/slide" Target="/ppt/slides/slide8.xml" Id="Re24a6fe2ba8947f9" /><Relationship Type="http://schemas.openxmlformats.org/officeDocument/2006/relationships/slide" Target="/ppt/slides/slide9.xml" Id="R287dc9ad5f7b4ad9" /><Relationship Type="http://schemas.openxmlformats.org/officeDocument/2006/relationships/slide" Target="/ppt/slides/slide10.xml" Id="R64e3eb25d69140cf" /><Relationship Type="http://schemas.openxmlformats.org/officeDocument/2006/relationships/slide" Target="/ppt/slides/slide11.xml" Id="R5c9e45f55dea4da6" /><Relationship Type="http://schemas.openxmlformats.org/officeDocument/2006/relationships/slide" Target="/ppt/slides/slide12.xml" Id="R7902f1a345fe4e1d" /><Relationship Type="http://schemas.openxmlformats.org/officeDocument/2006/relationships/slide" Target="/ppt/slides/slide13.xml" Id="R48c2482175b64595" /><Relationship Type="http://schemas.openxmlformats.org/officeDocument/2006/relationships/slide" Target="/ppt/slides/slide14.xml" Id="R673579e530dc4461" /><Relationship Type="http://schemas.openxmlformats.org/officeDocument/2006/relationships/slide" Target="/ppt/slides/slide15.xml" Id="R7607c0be198c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9cc4938c940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0f03e18b49452d" /><Relationship Type="http://schemas.openxmlformats.org/officeDocument/2006/relationships/notesMaster" Target="/ppt/notesMasters/notesMaster1.xml" Id="Ra4947e7b4918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744a5e38604d34" /><Relationship Type="http://schemas.openxmlformats.org/officeDocument/2006/relationships/notesMaster" Target="/ppt/notesMasters/notesMaster1.xml" Id="Rf712bdd4f56746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bfb4b19e7a4fae" /><Relationship Type="http://schemas.openxmlformats.org/officeDocument/2006/relationships/notesMaster" Target="/ppt/notesMasters/notesMaster1.xml" Id="R0c4f072a5c9f45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b5be24ca26414b" /><Relationship Type="http://schemas.openxmlformats.org/officeDocument/2006/relationships/notesMaster" Target="/ppt/notesMasters/notesMaster1.xml" Id="R11995d143934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267b1b72f4783" /><Relationship Type="http://schemas.openxmlformats.org/officeDocument/2006/relationships/notesMaster" Target="/ppt/notesMasters/notesMaster1.xml" Id="Rfe38f699eff442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9aacbd64b041f1" /><Relationship Type="http://schemas.openxmlformats.org/officeDocument/2006/relationships/notesMaster" Target="/ppt/notesMasters/notesMaster1.xml" Id="Rf45bff5d0560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d92abb13f748f4" /><Relationship Type="http://schemas.openxmlformats.org/officeDocument/2006/relationships/notesMaster" Target="/ppt/notesMasters/notesMaster1.xml" Id="R954a32f6ecd04a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595a675e90412e" /><Relationship Type="http://schemas.openxmlformats.org/officeDocument/2006/relationships/notesMaster" Target="/ppt/notesMasters/notesMaster1.xml" Id="R6b6c58e721d14a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06d4954f264485" /><Relationship Type="http://schemas.openxmlformats.org/officeDocument/2006/relationships/notesMaster" Target="/ppt/notesMasters/notesMaster1.xml" Id="R38e0d3972f3149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956910ee9e464a" /><Relationship Type="http://schemas.openxmlformats.org/officeDocument/2006/relationships/notesMaster" Target="/ppt/notesMasters/notesMaster1.xml" Id="R16eee306597b49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f22dfce1644907" /><Relationship Type="http://schemas.openxmlformats.org/officeDocument/2006/relationships/notesMaster" Target="/ppt/notesMasters/notesMaster1.xml" Id="Re69c8bd1040646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f82d919c0b48a3" /><Relationship Type="http://schemas.openxmlformats.org/officeDocument/2006/relationships/notesMaster" Target="/ppt/notesMasters/notesMaster1.xml" Id="R6b4cc20a622b42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6022fa3a174785" /><Relationship Type="http://schemas.openxmlformats.org/officeDocument/2006/relationships/notesMaster" Target="/ppt/notesMasters/notesMaster1.xml" Id="R5b14fb17959c4d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2acce70d614ae5" /><Relationship Type="http://schemas.openxmlformats.org/officeDocument/2006/relationships/notesMaster" Target="/ppt/notesMasters/notesMaster1.xml" Id="Rdd0cf1d91dc940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8647534bf5483d" /><Relationship Type="http://schemas.openxmlformats.org/officeDocument/2006/relationships/notesMaster" Target="/ppt/notesMasters/notesMaster1.xml" Id="Rc4f9498c959549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你要添加一个命令或工具，并在会话变化后保持正确状态。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发现并加载工厂</a:t>
            </a:r>
          </a:p>
          <a:p xmlns:a="http://schemas.openxmlformats.org/drawingml/2006/main">
            <a:r>
              <a:t>跟踪 loader 如何加载扩展入口，再对照 ExtensionAPI 阅读注册函数。</a:t>
            </a:r>
          </a:p>
          <a:p xmlns:a="http://schemas.openxmlformats.org/drawingml/2006/main">
            <a:r>
              <a:t>输入：扩展文件与资源来源</a:t>
            </a:r>
          </a:p>
          <a:p xmlns:a="http://schemas.openxmlformats.org/drawingml/2006/main">
            <a:r>
              <a:t>输出：注册中的扩展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注册受类型约束的能力</a:t>
            </a:r>
          </a:p>
          <a:p xmlns:a="http://schemas.openxmlformats.org/drawingml/2006/main">
            <a:r>
              <a:t>选择工具、命令或事件的一种扩展方式，查明参数 schema、上下文和返回值，不把内部方法当公共接口。</a:t>
            </a:r>
          </a:p>
          <a:p xmlns:a="http://schemas.openxmlformats.org/drawingml/2006/main">
            <a:r>
              <a:t>输入：扩展工厂回调</a:t>
            </a:r>
          </a:p>
          <a:p xmlns:a="http://schemas.openxmlformats.org/drawingml/2006/main">
            <a:r>
              <a:t>输出：已注册能力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在事件阶段影响运行</a:t>
            </a:r>
          </a:p>
          <a:p xmlns:a="http://schemas.openxmlformats.org/drawingml/2006/main">
            <a:r>
              <a:t>区分 input、运行准备、工具调用和会话事件，核对哪个回调可修改结果、哪个只观察。</a:t>
            </a:r>
          </a:p>
          <a:p xmlns:a="http://schemas.openxmlformats.org/drawingml/2006/main">
            <a:r>
              <a:t>输入：用户动作和会话状态</a:t>
            </a:r>
          </a:p>
          <a:p xmlns:a="http://schemas.openxmlformats.org/drawingml/2006/main">
            <a:r>
              <a:t>输出：扩展处理后的运行输入</a:t>
            </a:r>
          </a:p>
          <a:p xmlns:a="http://schemas.openxmlformats.org/drawingml/2006/main">
            <a:r>
              <a:t>入口线索：BeforeAgentStartTrigger / messageType / _startRun</a:t>
            </a:r>
          </a:p>
          <a:p xmlns:a="http://schemas.openxmlformats.org/drawingml/2006/main">
            <a:r>
              <a:t>职责：先标记忙碌，再检查压缩、执行扩展、准备工具与系统提示；事件的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保存状态与清理重载</a:t>
            </a:r>
          </a:p>
          <a:p xmlns:a="http://schemas.openxmlformats.org/drawingml/2006/main">
            <a:r>
              <a:t>通过会话条目重建状态，检查 reload 时监听器、资源和运行上下文的清理。</a:t>
            </a:r>
          </a:p>
          <a:p xmlns:a="http://schemas.openxmlformats.org/drawingml/2006/main">
            <a:r>
              <a:t>输入：会话变更或 reload</a:t>
            </a:r>
          </a:p>
          <a:p xmlns:a="http://schemas.openxmlformats.org/drawingml/2006/main">
            <a:r>
              <a:t>输出：一致的新扩展状态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失败与恢复：进程内变量不会自动随会话分支恢复；重复注册监听器会让一次事件产生多次副作用。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练习：选择现有扩展示例，分别模拟新会话、恢复、分叉和 /reload，并说明状态初始化位置。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参考判断：状态由对应会话数据恢复；资源由生命周期清理；所有行为应对应公开 ExtensionAPI 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功能编号：SES-01, SES-02, SES-03, SES-04, SES-05, SES-06, SES-07, SES-18, SES-19, SES-20, CFG-10, EXT-01, EXT-02, EXT-04, EXT-05, EXT-06, EXT-07, EXT-08, EXT-16, EXT-17, EXT-18, EXT-19, EXT-20, EXT-21, EXT-22, EXT-25, EXT-27, EXT-28, EXT-30, EXT-33, INT-06, OTH-08, OTH-09, OTH-12, OTH-13, OTH-14, OTH-39, OTH-51, OTH-55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你要添加一个命令或工具，并在会话变化后保持正确状态。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发现并加载工厂</a:t>
            </a:r>
          </a:p>
          <a:p xmlns:a="http://schemas.openxmlformats.org/drawingml/2006/main">
            <a:r>
              <a:t>跟踪 loader 如何加载扩展入口，再对照 ExtensionAPI 阅读注册函数。</a:t>
            </a:r>
          </a:p>
          <a:p xmlns:a="http://schemas.openxmlformats.org/drawingml/2006/main">
            <a:r>
              <a:t>输入：扩展文件与资源来源</a:t>
            </a:r>
          </a:p>
          <a:p xmlns:a="http://schemas.openxmlformats.org/drawingml/2006/main">
            <a:r>
              <a:t>输出：注册中的扩展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注册受类型约束的能力</a:t>
            </a:r>
          </a:p>
          <a:p xmlns:a="http://schemas.openxmlformats.org/drawingml/2006/main">
            <a:r>
              <a:t>选择工具、命令或事件的一种扩展方式，查明参数 schema、上下文和返回值，不把内部方法当公共接口。</a:t>
            </a:r>
          </a:p>
          <a:p xmlns:a="http://schemas.openxmlformats.org/drawingml/2006/main">
            <a:r>
              <a:t>输入：扩展工厂回调</a:t>
            </a:r>
          </a:p>
          <a:p xmlns:a="http://schemas.openxmlformats.org/drawingml/2006/main">
            <a:r>
              <a:t>输出：已注册能力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在事件阶段影响运行</a:t>
            </a:r>
          </a:p>
          <a:p xmlns:a="http://schemas.openxmlformats.org/drawingml/2006/main">
            <a:r>
              <a:t>区分 input、运行准备、工具调用和会话事件，核对哪个回调可修改结果、哪个只观察。</a:t>
            </a:r>
          </a:p>
          <a:p xmlns:a="http://schemas.openxmlformats.org/drawingml/2006/main">
            <a:r>
              <a:t>输入：用户动作和会话状态</a:t>
            </a:r>
          </a:p>
          <a:p xmlns:a="http://schemas.openxmlformats.org/drawingml/2006/main">
            <a:r>
              <a:t>输出：扩展处理后的运行输入</a:t>
            </a:r>
          </a:p>
          <a:p xmlns:a="http://schemas.openxmlformats.org/drawingml/2006/main">
            <a:r>
              <a:t>入口线索：BeforeAgentStartTrigger / messageType / _startRun</a:t>
            </a:r>
          </a:p>
          <a:p xmlns:a="http://schemas.openxmlformats.org/drawingml/2006/main">
            <a:r>
              <a:t>职责：先标记忙碌，再检查压缩、执行扩展、准备工具与系统提示；事件的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保存状态与清理重载</a:t>
            </a:r>
          </a:p>
          <a:p xmlns:a="http://schemas.openxmlformats.org/drawingml/2006/main">
            <a:r>
              <a:t>通过会话条目重建状态，检查 reload 时监听器、资源和运行上下文的清理。</a:t>
            </a:r>
          </a:p>
          <a:p xmlns:a="http://schemas.openxmlformats.org/drawingml/2006/main">
            <a:r>
              <a:t>输入：会话变更或 reload</a:t>
            </a:r>
          </a:p>
          <a:p xmlns:a="http://schemas.openxmlformats.org/drawingml/2006/main">
            <a:r>
              <a:t>输出：一致的新扩展状态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失败与恢复：进程内变量不会自动随会话分支恢复；重复注册监听器会让一次事件产生多次副作用。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练习：选择现有扩展示例，分别模拟新会话、恢复、分叉和 /reload，并说明状态初始化位置。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参考判断：状态由对应会话数据恢复；资源由生命周期清理；所有行为应对应公开 ExtensionAPI 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功能编号：SES-01, SES-02, SES-03, SES-04, SES-05, SES-06, SES-07, SES-18, SES-19, SES-20, CFG-10, EXT-01, EXT-02, EXT-04, EXT-05, EXT-06, EXT-07, EXT-08, EXT-16, EXT-17, EXT-18, EXT-19, EXT-20, EXT-21, EXT-22, EXT-25, EXT-27, EXT-28, EXT-30, EXT-33, INT-06, OTH-08, OTH-09, OTH-12, OTH-13, OTH-14, OTH-39, OTH-51, OTH-55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你要添加一个命令或工具，并在会话变化后保持正确状态。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发现并加载工厂</a:t>
            </a:r>
          </a:p>
          <a:p xmlns:a="http://schemas.openxmlformats.org/drawingml/2006/main">
            <a:r>
              <a:t>跟踪 loader 如何加载扩展入口，再对照 ExtensionAPI 阅读注册函数。</a:t>
            </a:r>
          </a:p>
          <a:p xmlns:a="http://schemas.openxmlformats.org/drawingml/2006/main">
            <a:r>
              <a:t>输入：扩展文件与资源来源</a:t>
            </a:r>
          </a:p>
          <a:p xmlns:a="http://schemas.openxmlformats.org/drawingml/2006/main">
            <a:r>
              <a:t>输出：注册中的扩展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注册受类型约束的能力</a:t>
            </a:r>
          </a:p>
          <a:p xmlns:a="http://schemas.openxmlformats.org/drawingml/2006/main">
            <a:r>
              <a:t>选择工具、命令或事件的一种扩展方式，查明参数 schema、上下文和返回值，不把内部方法当公共接口。</a:t>
            </a:r>
          </a:p>
          <a:p xmlns:a="http://schemas.openxmlformats.org/drawingml/2006/main">
            <a:r>
              <a:t>输入：扩展工厂回调</a:t>
            </a:r>
          </a:p>
          <a:p xmlns:a="http://schemas.openxmlformats.org/drawingml/2006/main">
            <a:r>
              <a:t>输出：已注册能力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在事件阶段影响运行</a:t>
            </a:r>
          </a:p>
          <a:p xmlns:a="http://schemas.openxmlformats.org/drawingml/2006/main">
            <a:r>
              <a:t>区分 input、运行准备、工具调用和会话事件，核对哪个回调可修改结果、哪个只观察。</a:t>
            </a:r>
          </a:p>
          <a:p xmlns:a="http://schemas.openxmlformats.org/drawingml/2006/main">
            <a:r>
              <a:t>输入：用户动作和会话状态</a:t>
            </a:r>
          </a:p>
          <a:p xmlns:a="http://schemas.openxmlformats.org/drawingml/2006/main">
            <a:r>
              <a:t>输出：扩展处理后的运行输入</a:t>
            </a:r>
          </a:p>
          <a:p xmlns:a="http://schemas.openxmlformats.org/drawingml/2006/main">
            <a:r>
              <a:t>入口线索：BeforeAgentStartTrigger / messageType / _startRun</a:t>
            </a:r>
          </a:p>
          <a:p xmlns:a="http://schemas.openxmlformats.org/drawingml/2006/main">
            <a:r>
              <a:t>职责：先标记忙碌，再检查压缩、执行扩展、准备工具与系统提示；事件的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保存状态与清理重载</a:t>
            </a:r>
          </a:p>
          <a:p xmlns:a="http://schemas.openxmlformats.org/drawingml/2006/main">
            <a:r>
              <a:t>通过会话条目重建状态，检查 reload 时监听器、资源和运行上下文的清理。</a:t>
            </a:r>
          </a:p>
          <a:p xmlns:a="http://schemas.openxmlformats.org/drawingml/2006/main">
            <a:r>
              <a:t>输入：会话变更或 reload</a:t>
            </a:r>
          </a:p>
          <a:p xmlns:a="http://schemas.openxmlformats.org/drawingml/2006/main">
            <a:r>
              <a:t>输出：一致的新扩展状态</a:t>
            </a:r>
          </a:p>
          <a:p xmlns:a="http://schemas.openxmlformats.org/drawingml/2006/main">
            <a:r>
              <a:t>入口线索：--continue；--resume；--session；--name</a:t>
            </a:r>
          </a:p>
          <a:p xmlns:a="http://schemas.openxmlformats.org/drawingml/2006/main">
            <a:r>
              <a:t>职责：当前分支重建下一次模型上下文，内存会话可关闭持久化。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</a:t>
            </a:r>
          </a:p>
          <a:p xmlns:a="http://schemas.openxmlformats.org/drawingml/2006/main">
            <a:r>
              <a:t>packages/coding-agent/src/core/session-cwd.ts</a:t>
            </a:r>
          </a:p>
          <a:p xmlns:a="http://schemas.openxmlformats.org/drawingml/2006/main">
            <a:r>
              <a:t>packages/coding-agent/src/core/session-manager.ts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失败与恢复：进程内变量不会自动随会话分支恢复；重复注册监听器会让一次事件产生多次副作用。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练习：选择现有扩展示例，分别模拟新会话、恢复、分叉和 /reload，并说明状态初始化位置。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参考判断：状态由对应会话数据恢复；资源由生命周期清理；所有行为应对应公开 ExtensionAPI 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功能编号：SES-01, SES-02, SES-03, SES-04, SES-05, SES-06, SES-07, SES-18, SES-19, SES-20, CFG-10, EXT-01, EXT-02, EXT-04, EXT-05, EXT-06, EXT-07, EXT-08, EXT-16, EXT-17, EXT-18, EXT-19, EXT-20, EXT-21, EXT-22, EXT-25, EXT-27, EXT-28, EXT-30, EXT-33, INT-06, OTH-08, OTH-09, OTH-12, OTH-13, OTH-14, OTH-39, OTH-51, OTH-55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扩展要显示选择器、状态或自定义工具结果。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核对 UI 能力</a:t>
            </a:r>
          </a:p>
          <a:p xmlns:a="http://schemas.openxmlformats.org/drawingml/2006/main">
            <a:r>
              <a:t>先检查当前运行模式和 ctx.ui 契约；交互终端与 RPC 的 UI 支持范围不同。</a:t>
            </a:r>
          </a:p>
          <a:p xmlns:a="http://schemas.openxmlformats.org/drawingml/2006/main">
            <a:r>
              <a:t>输入：扩展上下文</a:t>
            </a:r>
          </a:p>
          <a:p xmlns:a="http://schemas.openxmlformats.org/drawingml/2006/main">
            <a:r>
              <a:t>输出：当前可使用的 UI 接口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选择已有组件</a:t>
            </a:r>
          </a:p>
          <a:p xmlns:a="http://schemas.openxmlformats.org/drawingml/2006/main">
            <a:r>
              <a:t>复用选择器、消息和工具 renderer，区分渲染字符串、组件实例与模型 content。</a:t>
            </a:r>
          </a:p>
          <a:p xmlns:a="http://schemas.openxmlformats.org/drawingml/2006/main">
            <a:r>
              <a:t>输入：工具详情或用户选择</a:t>
            </a:r>
          </a:p>
          <a:p xmlns:a="http://schemas.openxmlformats.org/drawingml/2006/main">
            <a:r>
              <a:t>输出：可显示组件</a:t>
            </a:r>
          </a:p>
          <a:p xmlns:a="http://schemas.openxmlformats.org/drawingml/2006/main">
            <a:r>
              <a:t>入口线索：InteractiveMode；扩展自定义 UI</a:t>
            </a:r>
          </a:p>
          <a:p xmlns:a="http://schemas.openxmlformats.org/drawingml/2006/main">
            <a:r>
              <a:t>职责：组件清单按源码保留，可从符号和原始注释追踪每个组件。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</a:t>
            </a:r>
          </a:p>
          <a:p xmlns:a="http://schemas.openxmlformats.org/drawingml/2006/main">
            <a:r>
              <a:t>packages/coding-agent/src/core/tools/renderers/bash.ts</a:t>
            </a:r>
          </a:p>
          <a:p xmlns:a="http://schemas.openxmlformats.org/drawingml/2006/main">
            <a:r>
              <a:t>packages/coding-agent/src/core/tools/renderers/edit.ts</a:t>
            </a:r>
          </a:p>
          <a:p xmlns:a="http://schemas.openxmlformats.org/drawingml/2006/main">
            <a:r>
              <a:t>packages/coding-agent/src/core/tools/renderers/find.ts</a:t>
            </a:r>
          </a:p>
          <a:p xmlns:a="http://schemas.openxmlformats.org/drawingml/2006/main">
            <a:r>
              <a:t>packages/coding-agent/src/core/tools/renderers/grep.ts</a:t>
            </a:r>
          </a:p>
          <a:p xmlns:a="http://schemas.openxmlformats.org/drawingml/2006/main">
            <a:r>
              <a:t>packages/coding-agent/src/core/tools/renderers/index.ts</a:t>
            </a:r>
          </a:p>
          <a:p xmlns:a="http://schemas.openxmlformats.org/drawingml/2006/main">
            <a:r>
              <a:t>packages/coding-agent/src/core/tools/renderers/ls.ts</a:t>
            </a:r>
          </a:p>
          <a:p xmlns:a="http://schemas.openxmlformats.org/drawingml/2006/main">
            <a:r>
              <a:t>packages/coding-agent/src/core/tools/renderers/read.ts</a:t>
            </a:r>
          </a:p>
          <a:p xmlns:a="http://schemas.openxmlformats.org/drawingml/2006/main">
            <a:r>
              <a:t>packages/coding-agent/src/core/tools/renderers/write.ts</a:t>
            </a:r>
          </a:p>
          <a:p xmlns:a="http://schemas.openxmlformats.org/drawingml/2006/main">
            <a:r>
              <a:t>packages/coding-agent/src/modes/interactive/components/armin.ts</a:t>
            </a:r>
          </a:p>
          <a:p xmlns:a="http://schemas.openxmlformats.org/drawingml/2006/main">
            <a:r>
              <a:t>packages/coding-agent/src/modes/interactive/components/assistant-message.ts</a:t>
            </a:r>
          </a:p>
          <a:p xmlns:a="http://schemas.openxmlformats.org/drawingml/2006/main">
            <a:r>
              <a:t>packages/coding-agent/src/modes/interactive/components/auth-url.ts</a:t>
            </a:r>
          </a:p>
          <a:p xmlns:a="http://schemas.openxmlformats.org/drawingml/2006/main">
            <a:r>
              <a:t>packages/coding-agent/src/modes/interactive/components/bash-execution.ts</a:t>
            </a:r>
          </a:p>
          <a:p xmlns:a="http://schemas.openxmlformats.org/drawingml/2006/main">
            <a:r>
              <a:t>packages/coding-agent/src/modes/interactive/components/bordered-loader.ts</a:t>
            </a:r>
          </a:p>
          <a:p xmlns:a="http://schemas.openxmlformats.org/drawingml/2006/main">
            <a:r>
              <a:t>packages/coding-agent/src/modes/interactive/components/branch-summary-message.ts</a:t>
            </a:r>
          </a:p>
          <a:p xmlns:a="http://schemas.openxmlformats.org/drawingml/2006/main">
            <a:r>
              <a:t>packages/coding-agent/src/modes/interactive/components/compaction-summary-message.ts</a:t>
            </a:r>
          </a:p>
          <a:p xmlns:a="http://schemas.openxmlformats.org/drawingml/2006/main">
            <a:r>
              <a:t>packages/coding-agent/src/modes/interactive/components/config-selector.ts</a:t>
            </a:r>
          </a:p>
          <a:p xmlns:a="http://schemas.openxmlformats.org/drawingml/2006/main">
            <a:r>
              <a:t>packages/coding-agent/src/modes/interactive/components/countdown-timer.ts</a:t>
            </a:r>
          </a:p>
          <a:p xmlns:a="http://schemas.openxmlformats.org/drawingml/2006/main">
            <a:r>
              <a:t>packages/coding-agent/src/modes/interactive/components/custom-editor.ts</a:t>
            </a:r>
          </a:p>
          <a:p xmlns:a="http://schemas.openxmlformats.org/drawingml/2006/main">
            <a:r>
              <a:t>packages/coding-agent/src/modes/interactive/components/custom-entry.ts</a:t>
            </a:r>
          </a:p>
          <a:p xmlns:a="http://schemas.openxmlformats.org/drawingml/2006/main">
            <a:r>
              <a:t>packages/coding-agent/src/modes/interactive/components/custom-message.ts</a:t>
            </a:r>
          </a:p>
          <a:p xmlns:a="http://schemas.openxmlformats.org/drawingml/2006/main">
            <a:r>
              <a:t>packages/coding-agent/src/modes/interactive/components/diff.ts</a:t>
            </a:r>
          </a:p>
          <a:p xmlns:a="http://schemas.openxmlformats.org/drawingml/2006/main">
            <a:r>
              <a:t>packages/coding-agent/src/modes/interactive/components/dynamic-border.ts</a:t>
            </a:r>
          </a:p>
          <a:p xmlns:a="http://schemas.openxmlformats.org/drawingml/2006/main">
            <a:r>
              <a:t>packages/coding-agent/src/modes/interactive/components/earendil-announcement.ts</a:t>
            </a:r>
          </a:p>
          <a:p xmlns:a="http://schemas.openxmlformats.org/drawingml/2006/main">
            <a:r>
              <a:t>packages/coding-agent/src/modes/interactive/components/easter-egg-3d.lazy.ts</a:t>
            </a:r>
          </a:p>
          <a:p xmlns:a="http://schemas.openxmlformats.org/drawingml/2006/main">
            <a:r>
              <a:t>packages/coding-agent/src/modes/interactive/components/easter-egg-3d.ts</a:t>
            </a:r>
          </a:p>
          <a:p xmlns:a="http://schemas.openxmlformats.org/drawingml/2006/main">
            <a:r>
              <a:t>packages/coding-agent/src/modes/interactive/components/extension-editor.ts</a:t>
            </a:r>
          </a:p>
          <a:p xmlns:a="http://schemas.openxmlformats.org/drawingml/2006/main">
            <a:r>
              <a:t>packages/coding-agent/src/modes/interactive/components/extension-input.ts</a:t>
            </a:r>
          </a:p>
          <a:p xmlns:a="http://schemas.openxmlformats.org/drawingml/2006/main">
            <a:r>
              <a:t>packages/coding-agent/src/modes/interactive/components/extension-selector.ts</a:t>
            </a:r>
          </a:p>
          <a:p xmlns:a="http://schemas.openxmlformats.org/drawingml/2006/main">
            <a:r>
              <a:t>packages/coding-agent/src/modes/interactive/components/first-time-setup.ts</a:t>
            </a:r>
          </a:p>
          <a:p xmlns:a="http://schemas.openxmlformats.org/drawingml/2006/main">
            <a:r>
              <a:t>packages/coding-agent/src/modes/interactive/components/footer.ts</a:t>
            </a:r>
          </a:p>
          <a:p xmlns:a="http://schemas.openxmlformats.org/drawingml/2006/main">
            <a:r>
              <a:t>packages/coding-agent/src/modes/interactive/components/index.ts</a:t>
            </a:r>
          </a:p>
          <a:p xmlns:a="http://schemas.openxmlformats.org/drawingml/2006/main">
            <a:r>
              <a:t>packages/coding-agent/src/modes/interactive/components/keybinding-hints.ts</a:t>
            </a:r>
          </a:p>
          <a:p xmlns:a="http://schemas.openxmlformats.org/drawingml/2006/main">
            <a:r>
              <a:t>packages/coding-agent/src/modes/interactive/components/login-dialog.ts</a:t>
            </a:r>
          </a:p>
          <a:p xmlns:a="http://schemas.openxmlformats.org/drawingml/2006/main">
            <a:r>
              <a:t>packages/coding-agent/src/modes/interactive/components/markdown-transform.ts</a:t>
            </a:r>
          </a:p>
          <a:p xmlns:a="http://schemas.openxmlformats.org/drawingml/2006/main">
            <a:r>
              <a:t>packages/coding-agent/src/modes/interactive/components/mermaid.ts</a:t>
            </a:r>
          </a:p>
          <a:p xmlns:a="http://schemas.openxmlformats.org/drawingml/2006/main">
            <a:r>
              <a:t>packages/coding-agent/src/modes/interactive/components/model-selector.ts</a:t>
            </a:r>
          </a:p>
          <a:p xmlns:a="http://schemas.openxmlformats.org/drawingml/2006/main">
            <a:r>
              <a:t>packages/coding-agent/src/modes/interactive/components/oauth-selector.ts</a:t>
            </a:r>
          </a:p>
          <a:p xmlns:a="http://schemas.openxmlformats.org/drawingml/2006/main">
            <a:r>
              <a:t>packages/coding-agent/src/modes/interactive/components/pi-logo.ts</a:t>
            </a:r>
          </a:p>
          <a:p xmlns:a="http://schemas.openxmlformats.org/drawingml/2006/main">
            <a:r>
              <a:t>packages/coding-agent/src/modes/interactive/components/radius-login-selector.ts</a:t>
            </a:r>
          </a:p>
          <a:p xmlns:a="http://schemas.openxmlformats.org/drawingml/2006/main">
            <a:r>
              <a:t>packages/coding-agent/src/modes/interactive/components/scoped-models-selector.ts</a:t>
            </a:r>
          </a:p>
          <a:p xmlns:a="http://schemas.openxmlformats.org/drawingml/2006/main">
            <a:r>
              <a:t>packages/coding-agent/src/modes/interactive/components/session-selector-search.ts</a:t>
            </a:r>
          </a:p>
          <a:p xmlns:a="http://schemas.openxmlformats.org/drawingml/2006/main">
            <a:r>
              <a:t>packages/coding-agent/src/modes/interactive/components/session-selector.ts</a:t>
            </a:r>
          </a:p>
          <a:p xmlns:a="http://schemas.openxmlformats.org/drawingml/2006/main">
            <a:r>
              <a:t>packages/coding-agent/src/modes/interactive/components/settings-selector.ts</a:t>
            </a:r>
          </a:p>
          <a:p xmlns:a="http://schemas.openxmlformats.org/drawingml/2006/main">
            <a:r>
              <a:t>packages/coding-agent/src/modes/interactive/components/settings-submenu.ts</a:t>
            </a:r>
          </a:p>
          <a:p xmlns:a="http://schemas.openxmlformats.org/drawingml/2006/main">
            <a:r>
              <a:t>packages/coding-agent/src/modes/interactive/components/show-images-selector.ts</a:t>
            </a:r>
          </a:p>
          <a:p xmlns:a="http://schemas.openxmlformats.org/drawingml/2006/main">
            <a:r>
              <a:t>packages/coding-agent/src/modes/interactive/components/skill-invocation-message.ts</a:t>
            </a:r>
          </a:p>
          <a:p xmlns:a="http://schemas.openxmlformats.org/drawingml/2006/main">
            <a:r>
              <a:t>packages/coding-agent/src/modes/interactive/components/status-indicator.ts</a:t>
            </a:r>
          </a:p>
          <a:p xmlns:a="http://schemas.openxmlformats.org/drawingml/2006/main">
            <a:r>
              <a:t>packages/coding-agent/src/modes/interactive/components/theme-selector.ts</a:t>
            </a:r>
          </a:p>
          <a:p xmlns:a="http://schemas.openxmlformats.org/drawingml/2006/main">
            <a:r>
              <a:t>packages/coding-agent/src/modes/interactive/components/themed-text.ts</a:t>
            </a:r>
          </a:p>
          <a:p xmlns:a="http://schemas.openxmlformats.org/drawingml/2006/main">
            <a:r>
              <a:t>packages/coding-agent/src/modes/interactive/components/thinking-selector.ts</a:t>
            </a:r>
          </a:p>
          <a:p xmlns:a="http://schemas.openxmlformats.org/drawingml/2006/main">
            <a:r>
              <a:t>packages/coding-agent/src/modes/interactive/components/tool-execution.ts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>packages/coding-agent/src/modes/interactive/components/trust-selector.ts</a:t>
            </a:r>
          </a:p>
          <a:p xmlns:a="http://schemas.openxmlformats.org/drawingml/2006/main">
            <a:r>
              <a:t>packages/coding-agent/src/modes/interactive/components/user-message-selector.ts</a:t>
            </a:r>
          </a:p>
          <a:p xmlns:a="http://schemas.openxmlformats.org/drawingml/2006/main">
            <a:r>
              <a:t>packages/coding-agent/src/modes/interactive/components/user-message.ts</a:t>
            </a:r>
          </a:p>
          <a:p xmlns:a="http://schemas.openxmlformats.org/drawingml/2006/main">
            <a:r>
              <a:t>packages/coding-agent/src/modes/interactive/components/visual-truncate.ts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布局与屏幕模式</a:t>
            </a:r>
          </a:p>
          <a:p xmlns:a="http://schemas.openxmlformats.org/drawingml/2006/main">
            <a:r>
              <a:t>查看全屏布局、浮层和焦点变化，确认退出后恢复原来的终端状态。</a:t>
            </a:r>
          </a:p>
          <a:p xmlns:a="http://schemas.openxmlformats.org/drawingml/2006/main">
            <a:r>
              <a:t>输入：组件与可用空间</a:t>
            </a:r>
          </a:p>
          <a:p xmlns:a="http://schemas.openxmlformats.org/drawingml/2006/main">
            <a:r>
              <a:t>输出：可交互布局</a:t>
            </a:r>
          </a:p>
          <a:p xmlns:a="http://schemas.openxmlformats.org/drawingml/2006/main">
            <a:r>
              <a:t>入口线索：--tui-mode；tuiMode；quietStartup: header</a:t>
            </a:r>
          </a:p>
          <a:p xmlns:a="http://schemas.openxmlformats.org/drawingml/2006/main">
            <a:r>
              <a:t>职责：fullscreen/regular 是终端呈现选择，不改变底层 Agent 消息循环。</a:t>
            </a:r>
          </a:p>
          <a:p xmlns:a="http://schemas.openxmlformats.org/drawingml/2006/main">
            <a:r>
              <a:t>源码：packages/coding-agent/src/cli/startup-ui.ts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>packages/coding-agent/src/modes/interactive/interactive-mode.ts</a:t>
            </a:r>
          </a:p>
          <a:p xmlns:a="http://schemas.openxmlformats.org/drawingml/2006/main">
            <a:r>
              <a:t>packages/coding-agent/src/modes/interactive/tui-renderer.ts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应用主题与重载</a:t>
            </a:r>
          </a:p>
          <a:p xmlns:a="http://schemas.openxmlformats.org/drawingml/2006/main">
            <a:r>
              <a:t>从语义颜色读取主题，观察系统主题变化与自定义主题验证，不把颜色硬编码进逻辑。</a:t>
            </a:r>
          </a:p>
          <a:p xmlns:a="http://schemas.openxmlformats.org/drawingml/2006/main">
            <a:r>
              <a:t>输入：主题设置与终端能力</a:t>
            </a:r>
          </a:p>
          <a:p xmlns:a="http://schemas.openxmlformats.org/drawingml/2006/main">
            <a:r>
              <a:t>输出：一致的界面样式</a:t>
            </a:r>
          </a:p>
          <a:p xmlns:a="http://schemas.openxmlformats.org/drawingml/2006/main">
            <a:r>
              <a:t>入口线索：--theme；--use-theme；主题设置</a:t>
            </a:r>
          </a:p>
          <a:p xmlns:a="http://schemas.openxmlformats.org/drawingml/2006/main">
            <a:r>
              <a:t>职责：样式属于呈现层；主题资源有独立验证与重载机制。</a:t>
            </a:r>
          </a:p>
          <a:p xmlns:a="http://schemas.openxmlformats.org/drawingml/2006/main">
            <a:r>
              <a:t>源码：packages/coding-agent/src/modes/interactive/theme/dark.json</a:t>
            </a:r>
          </a:p>
          <a:p xmlns:a="http://schemas.openxmlformats.org/drawingml/2006/main">
            <a:r>
              <a:t>packages/coding-agent/src/modes/interactive/theme/light.json</a:t>
            </a:r>
          </a:p>
          <a:p xmlns:a="http://schemas.openxmlformats.org/drawingml/2006/main">
            <a:r>
              <a:t>packages/coding-agent/src/modes/interactive/theme/system-theme.ts</a:t>
            </a:r>
          </a:p>
          <a:p xmlns:a="http://schemas.openxmlformats.org/drawingml/2006/main">
            <a:r>
              <a:t>packages/coding-agent/src/modes/interactive/theme/theme-controller.ts</a:t>
            </a:r>
          </a:p>
          <a:p xmlns:a="http://schemas.openxmlformats.org/drawingml/2006/main">
            <a:r>
              <a:t>packages/coding-agent/src/modes/interactive/theme/theme-schema.ts</a:t>
            </a:r>
          </a:p>
          <a:p xmlns:a="http://schemas.openxmlformats.org/drawingml/2006/main">
            <a:r>
              <a:t>packages/coding-agent/src/modes/interactive/theme/theme-tokens.ts</a:t>
            </a:r>
          </a:p>
          <a:p xmlns:a="http://schemas.openxmlformats.org/drawingml/2006/main">
            <a:r>
              <a:t>packages/coding-agent/src/modes/interactive/theme/theme.ts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失败与恢复：渲染不能成为写入业务状态的隐式入口。无 UI 模式需要明确降级，不能等待永远不会出现的选择器。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练习：找一个自定义 UI 示例，记录输入、返回值、取消值以及清理步骤。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参考判断：答案需说明非交互模式的行为，且区分展示细节与发送给模型的内容。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功能编号：UI-12, UI-13, UI-18, UI-19, UI-23, UI-26, TOOL-17, CFG-10, CFG-19, CFG-20, CFG-21, EXT-01, EXT-02, EXT-05, EXT-06, EXT-07, EXT-08, EXT-16, EXT-17, EXT-18, EXT-19, EXT-20, EXT-21, EXT-22, EXT-25, EXT-27, EXT-28, EXT-30, EXT-31, INT-06, OTH-10, OTH-11, OTH-15, OTH-27, OTH-28, OTH-29, OTH-30, OTH-32, OTH-34, OTH-35, OTH-36, OTH-37, OTH-38, OTH-49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packages/coding-agent/examples/extensions/doom-overlay/README.md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packages/coding-agent/test/first-time-setup-fork.test.ts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>packages/coding-agent/test/system-theme.test.ts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>packages/coding-agent/test/syntax-highlight.test.ts</a:t>
            </a:r>
          </a:p>
          <a:p xmlns:a="http://schemas.openxmlformats.org/drawingml/2006/main">
            <a:r>
              <a:t>packages/coding-agent/test/test-theme-colors.ts</a:t>
            </a:r>
          </a:p>
          <a:p xmlns:a="http://schemas.openxmlformats.org/drawingml/2006/main">
            <a:r>
              <a:t>packages/coding-agent/test/theme-detection.test.ts</a:t>
            </a:r>
          </a:p>
          <a:p xmlns:a="http://schemas.openxmlformats.org/drawingml/2006/main">
            <a:r>
              <a:t>packages/coding-agent/test/theme-export.test.ts</a:t>
            </a:r>
          </a:p>
          <a:p xmlns:a="http://schemas.openxmlformats.org/drawingml/2006/main">
            <a:r>
              <a:t>packages/coding-agent/test/theme-picker.test.ts</a:t>
            </a:r>
          </a:p>
          <a:p xmlns:a="http://schemas.openxmlformats.org/drawingml/2006/main">
            <a:r>
              <a:t>packages/coding-agent/test/theme-style.test.ts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扩展要显示选择器、状态或自定义工具结果。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核对 UI 能力</a:t>
            </a:r>
          </a:p>
          <a:p xmlns:a="http://schemas.openxmlformats.org/drawingml/2006/main">
            <a:r>
              <a:t>先检查当前运行模式和 ctx.ui 契约；交互终端与 RPC 的 UI 支持范围不同。</a:t>
            </a:r>
          </a:p>
          <a:p xmlns:a="http://schemas.openxmlformats.org/drawingml/2006/main">
            <a:r>
              <a:t>输入：扩展上下文</a:t>
            </a:r>
          </a:p>
          <a:p xmlns:a="http://schemas.openxmlformats.org/drawingml/2006/main">
            <a:r>
              <a:t>输出：当前可使用的 UI 接口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选择已有组件</a:t>
            </a:r>
          </a:p>
          <a:p xmlns:a="http://schemas.openxmlformats.org/drawingml/2006/main">
            <a:r>
              <a:t>复用选择器、消息和工具 renderer，区分渲染字符串、组件实例与模型 content。</a:t>
            </a:r>
          </a:p>
          <a:p xmlns:a="http://schemas.openxmlformats.org/drawingml/2006/main">
            <a:r>
              <a:t>输入：工具详情或用户选择</a:t>
            </a:r>
          </a:p>
          <a:p xmlns:a="http://schemas.openxmlformats.org/drawingml/2006/main">
            <a:r>
              <a:t>输出：可显示组件</a:t>
            </a:r>
          </a:p>
          <a:p xmlns:a="http://schemas.openxmlformats.org/drawingml/2006/main">
            <a:r>
              <a:t>入口线索：InteractiveMode；扩展自定义 UI</a:t>
            </a:r>
          </a:p>
          <a:p xmlns:a="http://schemas.openxmlformats.org/drawingml/2006/main">
            <a:r>
              <a:t>职责：组件清单按源码保留，可从符号和原始注释追踪每个组件。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</a:t>
            </a:r>
          </a:p>
          <a:p xmlns:a="http://schemas.openxmlformats.org/drawingml/2006/main">
            <a:r>
              <a:t>packages/coding-agent/src/core/tools/renderers/bash.ts</a:t>
            </a:r>
          </a:p>
          <a:p xmlns:a="http://schemas.openxmlformats.org/drawingml/2006/main">
            <a:r>
              <a:t>packages/coding-agent/src/core/tools/renderers/edit.ts</a:t>
            </a:r>
          </a:p>
          <a:p xmlns:a="http://schemas.openxmlformats.org/drawingml/2006/main">
            <a:r>
              <a:t>packages/coding-agent/src/core/tools/renderers/find.ts</a:t>
            </a:r>
          </a:p>
          <a:p xmlns:a="http://schemas.openxmlformats.org/drawingml/2006/main">
            <a:r>
              <a:t>packages/coding-agent/src/core/tools/renderers/grep.ts</a:t>
            </a:r>
          </a:p>
          <a:p xmlns:a="http://schemas.openxmlformats.org/drawingml/2006/main">
            <a:r>
              <a:t>packages/coding-agent/src/core/tools/renderers/index.ts</a:t>
            </a:r>
          </a:p>
          <a:p xmlns:a="http://schemas.openxmlformats.org/drawingml/2006/main">
            <a:r>
              <a:t>packages/coding-agent/src/core/tools/renderers/ls.ts</a:t>
            </a:r>
          </a:p>
          <a:p xmlns:a="http://schemas.openxmlformats.org/drawingml/2006/main">
            <a:r>
              <a:t>packages/coding-agent/src/core/tools/renderers/read.ts</a:t>
            </a:r>
          </a:p>
          <a:p xmlns:a="http://schemas.openxmlformats.org/drawingml/2006/main">
            <a:r>
              <a:t>packages/coding-agent/src/core/tools/renderers/write.ts</a:t>
            </a:r>
          </a:p>
          <a:p xmlns:a="http://schemas.openxmlformats.org/drawingml/2006/main">
            <a:r>
              <a:t>packages/coding-agent/src/modes/interactive/components/armin.ts</a:t>
            </a:r>
          </a:p>
          <a:p xmlns:a="http://schemas.openxmlformats.org/drawingml/2006/main">
            <a:r>
              <a:t>packages/coding-agent/src/modes/interactive/components/assistant-message.ts</a:t>
            </a:r>
          </a:p>
          <a:p xmlns:a="http://schemas.openxmlformats.org/drawingml/2006/main">
            <a:r>
              <a:t>packages/coding-agent/src/modes/interactive/components/auth-url.ts</a:t>
            </a:r>
          </a:p>
          <a:p xmlns:a="http://schemas.openxmlformats.org/drawingml/2006/main">
            <a:r>
              <a:t>packages/coding-agent/src/modes/interactive/components/bash-execution.ts</a:t>
            </a:r>
          </a:p>
          <a:p xmlns:a="http://schemas.openxmlformats.org/drawingml/2006/main">
            <a:r>
              <a:t>packages/coding-agent/src/modes/interactive/components/bordered-loader.ts</a:t>
            </a:r>
          </a:p>
          <a:p xmlns:a="http://schemas.openxmlformats.org/drawingml/2006/main">
            <a:r>
              <a:t>packages/coding-agent/src/modes/interactive/components/branch-summary-message.ts</a:t>
            </a:r>
          </a:p>
          <a:p xmlns:a="http://schemas.openxmlformats.org/drawingml/2006/main">
            <a:r>
              <a:t>packages/coding-agent/src/modes/interactive/components/compaction-summary-message.ts</a:t>
            </a:r>
          </a:p>
          <a:p xmlns:a="http://schemas.openxmlformats.org/drawingml/2006/main">
            <a:r>
              <a:t>packages/coding-agent/src/modes/interactive/components/config-selector.ts</a:t>
            </a:r>
          </a:p>
          <a:p xmlns:a="http://schemas.openxmlformats.org/drawingml/2006/main">
            <a:r>
              <a:t>packages/coding-agent/src/modes/interactive/components/countdown-timer.ts</a:t>
            </a:r>
          </a:p>
          <a:p xmlns:a="http://schemas.openxmlformats.org/drawingml/2006/main">
            <a:r>
              <a:t>packages/coding-agent/src/modes/interactive/components/custom-editor.ts</a:t>
            </a:r>
          </a:p>
          <a:p xmlns:a="http://schemas.openxmlformats.org/drawingml/2006/main">
            <a:r>
              <a:t>packages/coding-agent/src/modes/interactive/components/custom-entry.ts</a:t>
            </a:r>
          </a:p>
          <a:p xmlns:a="http://schemas.openxmlformats.org/drawingml/2006/main">
            <a:r>
              <a:t>packages/coding-agent/src/modes/interactive/components/custom-message.ts</a:t>
            </a:r>
          </a:p>
          <a:p xmlns:a="http://schemas.openxmlformats.org/drawingml/2006/main">
            <a:r>
              <a:t>packages/coding-agent/src/modes/interactive/components/diff.ts</a:t>
            </a:r>
          </a:p>
          <a:p xmlns:a="http://schemas.openxmlformats.org/drawingml/2006/main">
            <a:r>
              <a:t>packages/coding-agent/src/modes/interactive/components/dynamic-border.ts</a:t>
            </a:r>
          </a:p>
          <a:p xmlns:a="http://schemas.openxmlformats.org/drawingml/2006/main">
            <a:r>
              <a:t>packages/coding-agent/src/modes/interactive/components/earendil-announcement.ts</a:t>
            </a:r>
          </a:p>
          <a:p xmlns:a="http://schemas.openxmlformats.org/drawingml/2006/main">
            <a:r>
              <a:t>packages/coding-agent/src/modes/interactive/components/easter-egg-3d.lazy.ts</a:t>
            </a:r>
          </a:p>
          <a:p xmlns:a="http://schemas.openxmlformats.org/drawingml/2006/main">
            <a:r>
              <a:t>packages/coding-agent/src/modes/interactive/components/easter-egg-3d.ts</a:t>
            </a:r>
          </a:p>
          <a:p xmlns:a="http://schemas.openxmlformats.org/drawingml/2006/main">
            <a:r>
              <a:t>packages/coding-agent/src/modes/interactive/components/extension-editor.ts</a:t>
            </a:r>
          </a:p>
          <a:p xmlns:a="http://schemas.openxmlformats.org/drawingml/2006/main">
            <a:r>
              <a:t>packages/coding-agent/src/modes/interactive/components/extension-input.ts</a:t>
            </a:r>
          </a:p>
          <a:p xmlns:a="http://schemas.openxmlformats.org/drawingml/2006/main">
            <a:r>
              <a:t>packages/coding-agent/src/modes/interactive/components/extension-selector.ts</a:t>
            </a:r>
          </a:p>
          <a:p xmlns:a="http://schemas.openxmlformats.org/drawingml/2006/main">
            <a:r>
              <a:t>packages/coding-agent/src/modes/interactive/components/first-time-setup.ts</a:t>
            </a:r>
          </a:p>
          <a:p xmlns:a="http://schemas.openxmlformats.org/drawingml/2006/main">
            <a:r>
              <a:t>packages/coding-agent/src/modes/interactive/components/footer.ts</a:t>
            </a:r>
          </a:p>
          <a:p xmlns:a="http://schemas.openxmlformats.org/drawingml/2006/main">
            <a:r>
              <a:t>packages/coding-agent/src/modes/interactive/components/index.ts</a:t>
            </a:r>
          </a:p>
          <a:p xmlns:a="http://schemas.openxmlformats.org/drawingml/2006/main">
            <a:r>
              <a:t>packages/coding-agent/src/modes/interactive/components/keybinding-hints.ts</a:t>
            </a:r>
          </a:p>
          <a:p xmlns:a="http://schemas.openxmlformats.org/drawingml/2006/main">
            <a:r>
              <a:t>packages/coding-agent/src/modes/interactive/components/login-dialog.ts</a:t>
            </a:r>
          </a:p>
          <a:p xmlns:a="http://schemas.openxmlformats.org/drawingml/2006/main">
            <a:r>
              <a:t>packages/coding-agent/src/modes/interactive/components/markdown-transform.ts</a:t>
            </a:r>
          </a:p>
          <a:p xmlns:a="http://schemas.openxmlformats.org/drawingml/2006/main">
            <a:r>
              <a:t>packages/coding-agent/src/modes/interactive/components/mermaid.ts</a:t>
            </a:r>
          </a:p>
          <a:p xmlns:a="http://schemas.openxmlformats.org/drawingml/2006/main">
            <a:r>
              <a:t>packages/coding-agent/src/modes/interactive/components/model-selector.ts</a:t>
            </a:r>
          </a:p>
          <a:p xmlns:a="http://schemas.openxmlformats.org/drawingml/2006/main">
            <a:r>
              <a:t>packages/coding-agent/src/modes/interactive/components/oauth-selector.ts</a:t>
            </a:r>
          </a:p>
          <a:p xmlns:a="http://schemas.openxmlformats.org/drawingml/2006/main">
            <a:r>
              <a:t>packages/coding-agent/src/modes/interactive/components/pi-logo.ts</a:t>
            </a:r>
          </a:p>
          <a:p xmlns:a="http://schemas.openxmlformats.org/drawingml/2006/main">
            <a:r>
              <a:t>packages/coding-agent/src/modes/interactive/components/radius-login-selector.ts</a:t>
            </a:r>
          </a:p>
          <a:p xmlns:a="http://schemas.openxmlformats.org/drawingml/2006/main">
            <a:r>
              <a:t>packages/coding-agent/src/modes/interactive/components/scoped-models-selector.ts</a:t>
            </a:r>
          </a:p>
          <a:p xmlns:a="http://schemas.openxmlformats.org/drawingml/2006/main">
            <a:r>
              <a:t>packages/coding-agent/src/modes/interactive/components/session-selector-search.ts</a:t>
            </a:r>
          </a:p>
          <a:p xmlns:a="http://schemas.openxmlformats.org/drawingml/2006/main">
            <a:r>
              <a:t>packages/coding-agent/src/modes/interactive/components/session-selector.ts</a:t>
            </a:r>
          </a:p>
          <a:p xmlns:a="http://schemas.openxmlformats.org/drawingml/2006/main">
            <a:r>
              <a:t>packages/coding-agent/src/modes/interactive/components/settings-selector.ts</a:t>
            </a:r>
          </a:p>
          <a:p xmlns:a="http://schemas.openxmlformats.org/drawingml/2006/main">
            <a:r>
              <a:t>packages/coding-agent/src/modes/interactive/components/settings-submenu.ts</a:t>
            </a:r>
          </a:p>
          <a:p xmlns:a="http://schemas.openxmlformats.org/drawingml/2006/main">
            <a:r>
              <a:t>packages/coding-agent/src/modes/interactive/components/show-images-selector.ts</a:t>
            </a:r>
          </a:p>
          <a:p xmlns:a="http://schemas.openxmlformats.org/drawingml/2006/main">
            <a:r>
              <a:t>packages/coding-agent/src/modes/interactive/components/skill-invocation-message.ts</a:t>
            </a:r>
          </a:p>
          <a:p xmlns:a="http://schemas.openxmlformats.org/drawingml/2006/main">
            <a:r>
              <a:t>packages/coding-agent/src/modes/interactive/components/status-indicator.ts</a:t>
            </a:r>
          </a:p>
          <a:p xmlns:a="http://schemas.openxmlformats.org/drawingml/2006/main">
            <a:r>
              <a:t>packages/coding-agent/src/modes/interactive/components/theme-selector.ts</a:t>
            </a:r>
          </a:p>
          <a:p xmlns:a="http://schemas.openxmlformats.org/drawingml/2006/main">
            <a:r>
              <a:t>packages/coding-agent/src/modes/interactive/components/themed-text.ts</a:t>
            </a:r>
          </a:p>
          <a:p xmlns:a="http://schemas.openxmlformats.org/drawingml/2006/main">
            <a:r>
              <a:t>packages/coding-agent/src/modes/interactive/components/thinking-selector.ts</a:t>
            </a:r>
          </a:p>
          <a:p xmlns:a="http://schemas.openxmlformats.org/drawingml/2006/main">
            <a:r>
              <a:t>packages/coding-agent/src/modes/interactive/components/tool-execution.ts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>packages/coding-agent/src/modes/interactive/components/trust-selector.ts</a:t>
            </a:r>
          </a:p>
          <a:p xmlns:a="http://schemas.openxmlformats.org/drawingml/2006/main">
            <a:r>
              <a:t>packages/coding-agent/src/modes/interactive/components/user-message-selector.ts</a:t>
            </a:r>
          </a:p>
          <a:p xmlns:a="http://schemas.openxmlformats.org/drawingml/2006/main">
            <a:r>
              <a:t>packages/coding-agent/src/modes/interactive/components/user-message.ts</a:t>
            </a:r>
          </a:p>
          <a:p xmlns:a="http://schemas.openxmlformats.org/drawingml/2006/main">
            <a:r>
              <a:t>packages/coding-agent/src/modes/interactive/components/visual-truncate.ts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布局与屏幕模式</a:t>
            </a:r>
          </a:p>
          <a:p xmlns:a="http://schemas.openxmlformats.org/drawingml/2006/main">
            <a:r>
              <a:t>查看全屏布局、浮层和焦点变化，确认退出后恢复原来的终端状态。</a:t>
            </a:r>
          </a:p>
          <a:p xmlns:a="http://schemas.openxmlformats.org/drawingml/2006/main">
            <a:r>
              <a:t>输入：组件与可用空间</a:t>
            </a:r>
          </a:p>
          <a:p xmlns:a="http://schemas.openxmlformats.org/drawingml/2006/main">
            <a:r>
              <a:t>输出：可交互布局</a:t>
            </a:r>
          </a:p>
          <a:p xmlns:a="http://schemas.openxmlformats.org/drawingml/2006/main">
            <a:r>
              <a:t>入口线索：--tui-mode；tuiMode；quietStartup: header</a:t>
            </a:r>
          </a:p>
          <a:p xmlns:a="http://schemas.openxmlformats.org/drawingml/2006/main">
            <a:r>
              <a:t>职责：fullscreen/regular 是终端呈现选择，不改变底层 Agent 消息循环。</a:t>
            </a:r>
          </a:p>
          <a:p xmlns:a="http://schemas.openxmlformats.org/drawingml/2006/main">
            <a:r>
              <a:t>源码：packages/coding-agent/src/cli/startup-ui.ts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>packages/coding-agent/src/modes/interactive/interactive-mode.ts</a:t>
            </a:r>
          </a:p>
          <a:p xmlns:a="http://schemas.openxmlformats.org/drawingml/2006/main">
            <a:r>
              <a:t>packages/coding-agent/src/modes/interactive/tui-renderer.ts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应用主题与重载</a:t>
            </a:r>
          </a:p>
          <a:p xmlns:a="http://schemas.openxmlformats.org/drawingml/2006/main">
            <a:r>
              <a:t>从语义颜色读取主题，观察系统主题变化与自定义主题验证，不把颜色硬编码进逻辑。</a:t>
            </a:r>
          </a:p>
          <a:p xmlns:a="http://schemas.openxmlformats.org/drawingml/2006/main">
            <a:r>
              <a:t>输入：主题设置与终端能力</a:t>
            </a:r>
          </a:p>
          <a:p xmlns:a="http://schemas.openxmlformats.org/drawingml/2006/main">
            <a:r>
              <a:t>输出：一致的界面样式</a:t>
            </a:r>
          </a:p>
          <a:p xmlns:a="http://schemas.openxmlformats.org/drawingml/2006/main">
            <a:r>
              <a:t>入口线索：--theme；--use-theme；主题设置</a:t>
            </a:r>
          </a:p>
          <a:p xmlns:a="http://schemas.openxmlformats.org/drawingml/2006/main">
            <a:r>
              <a:t>职责：样式属于呈现层；主题资源有独立验证与重载机制。</a:t>
            </a:r>
          </a:p>
          <a:p xmlns:a="http://schemas.openxmlformats.org/drawingml/2006/main">
            <a:r>
              <a:t>源码：packages/coding-agent/src/modes/interactive/theme/dark.json</a:t>
            </a:r>
          </a:p>
          <a:p xmlns:a="http://schemas.openxmlformats.org/drawingml/2006/main">
            <a:r>
              <a:t>packages/coding-agent/src/modes/interactive/theme/light.json</a:t>
            </a:r>
          </a:p>
          <a:p xmlns:a="http://schemas.openxmlformats.org/drawingml/2006/main">
            <a:r>
              <a:t>packages/coding-agent/src/modes/interactive/theme/system-theme.ts</a:t>
            </a:r>
          </a:p>
          <a:p xmlns:a="http://schemas.openxmlformats.org/drawingml/2006/main">
            <a:r>
              <a:t>packages/coding-agent/src/modes/interactive/theme/theme-controller.ts</a:t>
            </a:r>
          </a:p>
          <a:p xmlns:a="http://schemas.openxmlformats.org/drawingml/2006/main">
            <a:r>
              <a:t>packages/coding-agent/src/modes/interactive/theme/theme-schema.ts</a:t>
            </a:r>
          </a:p>
          <a:p xmlns:a="http://schemas.openxmlformats.org/drawingml/2006/main">
            <a:r>
              <a:t>packages/coding-agent/src/modes/interactive/theme/theme-tokens.ts</a:t>
            </a:r>
          </a:p>
          <a:p xmlns:a="http://schemas.openxmlformats.org/drawingml/2006/main">
            <a:r>
              <a:t>packages/coding-agent/src/modes/interactive/theme/theme.ts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失败与恢复：渲染不能成为写入业务状态的隐式入口。无 UI 模式需要明确降级，不能等待永远不会出现的选择器。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练习：找一个自定义 UI 示例，记录输入、返回值、取消值以及清理步骤。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参考判断：答案需说明非交互模式的行为，且区分展示细节与发送给模型的内容。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功能编号：UI-12, UI-13, UI-18, UI-19, UI-23, UI-26, TOOL-17, CFG-10, CFG-19, CFG-20, CFG-21, EXT-01, EXT-02, EXT-05, EXT-06, EXT-07, EXT-08, EXT-16, EXT-17, EXT-18, EXT-19, EXT-20, EXT-21, EXT-22, EXT-25, EXT-27, EXT-28, EXT-30, EXT-31, INT-06, OTH-10, OTH-11, OTH-15, OTH-27, OTH-28, OTH-29, OTH-30, OTH-32, OTH-34, OTH-35, OTH-36, OTH-37, OTH-38, OTH-49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packages/coding-agent/examples/extensions/doom-overlay/README.md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packages/coding-agent/test/first-time-setup-fork.test.ts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>packages/coding-agent/test/system-theme.test.ts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>packages/coding-agent/test/syntax-highlight.test.ts</a:t>
            </a:r>
          </a:p>
          <a:p xmlns:a="http://schemas.openxmlformats.org/drawingml/2006/main">
            <a:r>
              <a:t>packages/coding-agent/test/test-theme-colors.ts</a:t>
            </a:r>
          </a:p>
          <a:p xmlns:a="http://schemas.openxmlformats.org/drawingml/2006/main">
            <a:r>
              <a:t>packages/coding-agent/test/theme-detection.test.ts</a:t>
            </a:r>
          </a:p>
          <a:p xmlns:a="http://schemas.openxmlformats.org/drawingml/2006/main">
            <a:r>
              <a:t>packages/coding-agent/test/theme-export.test.ts</a:t>
            </a:r>
          </a:p>
          <a:p xmlns:a="http://schemas.openxmlformats.org/drawingml/2006/main">
            <a:r>
              <a:t>packages/coding-agent/test/theme-picker.test.ts</a:t>
            </a:r>
          </a:p>
          <a:p xmlns:a="http://schemas.openxmlformats.org/drawingml/2006/main">
            <a:r>
              <a:t>packages/coding-agent/test/theme-style.test.ts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扩展要显示选择器、状态或自定义工具结果。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核对 UI 能力</a:t>
            </a:r>
          </a:p>
          <a:p xmlns:a="http://schemas.openxmlformats.org/drawingml/2006/main">
            <a:r>
              <a:t>先检查当前运行模式和 ctx.ui 契约；交互终端与 RPC 的 UI 支持范围不同。</a:t>
            </a:r>
          </a:p>
          <a:p xmlns:a="http://schemas.openxmlformats.org/drawingml/2006/main">
            <a:r>
              <a:t>输入：扩展上下文</a:t>
            </a:r>
          </a:p>
          <a:p xmlns:a="http://schemas.openxmlformats.org/drawingml/2006/main">
            <a:r>
              <a:t>输出：当前可使用的 UI 接口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选择已有组件</a:t>
            </a:r>
          </a:p>
          <a:p xmlns:a="http://schemas.openxmlformats.org/drawingml/2006/main">
            <a:r>
              <a:t>复用选择器、消息和工具 renderer，区分渲染字符串、组件实例与模型 content。</a:t>
            </a:r>
          </a:p>
          <a:p xmlns:a="http://schemas.openxmlformats.org/drawingml/2006/main">
            <a:r>
              <a:t>输入：工具详情或用户选择</a:t>
            </a:r>
          </a:p>
          <a:p xmlns:a="http://schemas.openxmlformats.org/drawingml/2006/main">
            <a:r>
              <a:t>输出：可显示组件</a:t>
            </a:r>
          </a:p>
          <a:p xmlns:a="http://schemas.openxmlformats.org/drawingml/2006/main">
            <a:r>
              <a:t>入口线索：InteractiveMode；扩展自定义 UI</a:t>
            </a:r>
          </a:p>
          <a:p xmlns:a="http://schemas.openxmlformats.org/drawingml/2006/main">
            <a:r>
              <a:t>职责：组件清单按源码保留，可从符号和原始注释追踪每个组件。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</a:t>
            </a:r>
          </a:p>
          <a:p xmlns:a="http://schemas.openxmlformats.org/drawingml/2006/main">
            <a:r>
              <a:t>packages/coding-agent/src/core/tools/renderers/bash.ts</a:t>
            </a:r>
          </a:p>
          <a:p xmlns:a="http://schemas.openxmlformats.org/drawingml/2006/main">
            <a:r>
              <a:t>packages/coding-agent/src/core/tools/renderers/edit.ts</a:t>
            </a:r>
          </a:p>
          <a:p xmlns:a="http://schemas.openxmlformats.org/drawingml/2006/main">
            <a:r>
              <a:t>packages/coding-agent/src/core/tools/renderers/find.ts</a:t>
            </a:r>
          </a:p>
          <a:p xmlns:a="http://schemas.openxmlformats.org/drawingml/2006/main">
            <a:r>
              <a:t>packages/coding-agent/src/core/tools/renderers/grep.ts</a:t>
            </a:r>
          </a:p>
          <a:p xmlns:a="http://schemas.openxmlformats.org/drawingml/2006/main">
            <a:r>
              <a:t>packages/coding-agent/src/core/tools/renderers/index.ts</a:t>
            </a:r>
          </a:p>
          <a:p xmlns:a="http://schemas.openxmlformats.org/drawingml/2006/main">
            <a:r>
              <a:t>packages/coding-agent/src/core/tools/renderers/ls.ts</a:t>
            </a:r>
          </a:p>
          <a:p xmlns:a="http://schemas.openxmlformats.org/drawingml/2006/main">
            <a:r>
              <a:t>packages/coding-agent/src/core/tools/renderers/read.ts</a:t>
            </a:r>
          </a:p>
          <a:p xmlns:a="http://schemas.openxmlformats.org/drawingml/2006/main">
            <a:r>
              <a:t>packages/coding-agent/src/core/tools/renderers/write.ts</a:t>
            </a:r>
          </a:p>
          <a:p xmlns:a="http://schemas.openxmlformats.org/drawingml/2006/main">
            <a:r>
              <a:t>packages/coding-agent/src/modes/interactive/components/armin.ts</a:t>
            </a:r>
          </a:p>
          <a:p xmlns:a="http://schemas.openxmlformats.org/drawingml/2006/main">
            <a:r>
              <a:t>packages/coding-agent/src/modes/interactive/components/assistant-message.ts</a:t>
            </a:r>
          </a:p>
          <a:p xmlns:a="http://schemas.openxmlformats.org/drawingml/2006/main">
            <a:r>
              <a:t>packages/coding-agent/src/modes/interactive/components/auth-url.ts</a:t>
            </a:r>
          </a:p>
          <a:p xmlns:a="http://schemas.openxmlformats.org/drawingml/2006/main">
            <a:r>
              <a:t>packages/coding-agent/src/modes/interactive/components/bash-execution.ts</a:t>
            </a:r>
          </a:p>
          <a:p xmlns:a="http://schemas.openxmlformats.org/drawingml/2006/main">
            <a:r>
              <a:t>packages/coding-agent/src/modes/interactive/components/bordered-loader.ts</a:t>
            </a:r>
          </a:p>
          <a:p xmlns:a="http://schemas.openxmlformats.org/drawingml/2006/main">
            <a:r>
              <a:t>packages/coding-agent/src/modes/interactive/components/branch-summary-message.ts</a:t>
            </a:r>
          </a:p>
          <a:p xmlns:a="http://schemas.openxmlformats.org/drawingml/2006/main">
            <a:r>
              <a:t>packages/coding-agent/src/modes/interactive/components/compaction-summary-message.ts</a:t>
            </a:r>
          </a:p>
          <a:p xmlns:a="http://schemas.openxmlformats.org/drawingml/2006/main">
            <a:r>
              <a:t>packages/coding-agent/src/modes/interactive/components/config-selector.ts</a:t>
            </a:r>
          </a:p>
          <a:p xmlns:a="http://schemas.openxmlformats.org/drawingml/2006/main">
            <a:r>
              <a:t>packages/coding-agent/src/modes/interactive/components/countdown-timer.ts</a:t>
            </a:r>
          </a:p>
          <a:p xmlns:a="http://schemas.openxmlformats.org/drawingml/2006/main">
            <a:r>
              <a:t>packages/coding-agent/src/modes/interactive/components/custom-editor.ts</a:t>
            </a:r>
          </a:p>
          <a:p xmlns:a="http://schemas.openxmlformats.org/drawingml/2006/main">
            <a:r>
              <a:t>packages/coding-agent/src/modes/interactive/components/custom-entry.ts</a:t>
            </a:r>
          </a:p>
          <a:p xmlns:a="http://schemas.openxmlformats.org/drawingml/2006/main">
            <a:r>
              <a:t>packages/coding-agent/src/modes/interactive/components/custom-message.ts</a:t>
            </a:r>
          </a:p>
          <a:p xmlns:a="http://schemas.openxmlformats.org/drawingml/2006/main">
            <a:r>
              <a:t>packages/coding-agent/src/modes/interactive/components/diff.ts</a:t>
            </a:r>
          </a:p>
          <a:p xmlns:a="http://schemas.openxmlformats.org/drawingml/2006/main">
            <a:r>
              <a:t>packages/coding-agent/src/modes/interactive/components/dynamic-border.ts</a:t>
            </a:r>
          </a:p>
          <a:p xmlns:a="http://schemas.openxmlformats.org/drawingml/2006/main">
            <a:r>
              <a:t>packages/coding-agent/src/modes/interactive/components/earendil-announcement.ts</a:t>
            </a:r>
          </a:p>
          <a:p xmlns:a="http://schemas.openxmlformats.org/drawingml/2006/main">
            <a:r>
              <a:t>packages/coding-agent/src/modes/interactive/components/easter-egg-3d.lazy.ts</a:t>
            </a:r>
          </a:p>
          <a:p xmlns:a="http://schemas.openxmlformats.org/drawingml/2006/main">
            <a:r>
              <a:t>packages/coding-agent/src/modes/interactive/components/easter-egg-3d.ts</a:t>
            </a:r>
          </a:p>
          <a:p xmlns:a="http://schemas.openxmlformats.org/drawingml/2006/main">
            <a:r>
              <a:t>packages/coding-agent/src/modes/interactive/components/extension-editor.ts</a:t>
            </a:r>
          </a:p>
          <a:p xmlns:a="http://schemas.openxmlformats.org/drawingml/2006/main">
            <a:r>
              <a:t>packages/coding-agent/src/modes/interactive/components/extension-input.ts</a:t>
            </a:r>
          </a:p>
          <a:p xmlns:a="http://schemas.openxmlformats.org/drawingml/2006/main">
            <a:r>
              <a:t>packages/coding-agent/src/modes/interactive/components/extension-selector.ts</a:t>
            </a:r>
          </a:p>
          <a:p xmlns:a="http://schemas.openxmlformats.org/drawingml/2006/main">
            <a:r>
              <a:t>packages/coding-agent/src/modes/interactive/components/first-time-setup.ts</a:t>
            </a:r>
          </a:p>
          <a:p xmlns:a="http://schemas.openxmlformats.org/drawingml/2006/main">
            <a:r>
              <a:t>packages/coding-agent/src/modes/interactive/components/footer.ts</a:t>
            </a:r>
          </a:p>
          <a:p xmlns:a="http://schemas.openxmlformats.org/drawingml/2006/main">
            <a:r>
              <a:t>packages/coding-agent/src/modes/interactive/components/index.ts</a:t>
            </a:r>
          </a:p>
          <a:p xmlns:a="http://schemas.openxmlformats.org/drawingml/2006/main">
            <a:r>
              <a:t>packages/coding-agent/src/modes/interactive/components/keybinding-hints.ts</a:t>
            </a:r>
          </a:p>
          <a:p xmlns:a="http://schemas.openxmlformats.org/drawingml/2006/main">
            <a:r>
              <a:t>packages/coding-agent/src/modes/interactive/components/login-dialog.ts</a:t>
            </a:r>
          </a:p>
          <a:p xmlns:a="http://schemas.openxmlformats.org/drawingml/2006/main">
            <a:r>
              <a:t>packages/coding-agent/src/modes/interactive/components/markdown-transform.ts</a:t>
            </a:r>
          </a:p>
          <a:p xmlns:a="http://schemas.openxmlformats.org/drawingml/2006/main">
            <a:r>
              <a:t>packages/coding-agent/src/modes/interactive/components/mermaid.ts</a:t>
            </a:r>
          </a:p>
          <a:p xmlns:a="http://schemas.openxmlformats.org/drawingml/2006/main">
            <a:r>
              <a:t>packages/coding-agent/src/modes/interactive/components/model-selector.ts</a:t>
            </a:r>
          </a:p>
          <a:p xmlns:a="http://schemas.openxmlformats.org/drawingml/2006/main">
            <a:r>
              <a:t>packages/coding-agent/src/modes/interactive/components/oauth-selector.ts</a:t>
            </a:r>
          </a:p>
          <a:p xmlns:a="http://schemas.openxmlformats.org/drawingml/2006/main">
            <a:r>
              <a:t>packages/coding-agent/src/modes/interactive/components/pi-logo.ts</a:t>
            </a:r>
          </a:p>
          <a:p xmlns:a="http://schemas.openxmlformats.org/drawingml/2006/main">
            <a:r>
              <a:t>packages/coding-agent/src/modes/interactive/components/radius-login-selector.ts</a:t>
            </a:r>
          </a:p>
          <a:p xmlns:a="http://schemas.openxmlformats.org/drawingml/2006/main">
            <a:r>
              <a:t>packages/coding-agent/src/modes/interactive/components/scoped-models-selector.ts</a:t>
            </a:r>
          </a:p>
          <a:p xmlns:a="http://schemas.openxmlformats.org/drawingml/2006/main">
            <a:r>
              <a:t>packages/coding-agent/src/modes/interactive/components/session-selector-search.ts</a:t>
            </a:r>
          </a:p>
          <a:p xmlns:a="http://schemas.openxmlformats.org/drawingml/2006/main">
            <a:r>
              <a:t>packages/coding-agent/src/modes/interactive/components/session-selector.ts</a:t>
            </a:r>
          </a:p>
          <a:p xmlns:a="http://schemas.openxmlformats.org/drawingml/2006/main">
            <a:r>
              <a:t>packages/coding-agent/src/modes/interactive/components/settings-selector.ts</a:t>
            </a:r>
          </a:p>
          <a:p xmlns:a="http://schemas.openxmlformats.org/drawingml/2006/main">
            <a:r>
              <a:t>packages/coding-agent/src/modes/interactive/components/settings-submenu.ts</a:t>
            </a:r>
          </a:p>
          <a:p xmlns:a="http://schemas.openxmlformats.org/drawingml/2006/main">
            <a:r>
              <a:t>packages/coding-agent/src/modes/interactive/components/show-images-selector.ts</a:t>
            </a:r>
          </a:p>
          <a:p xmlns:a="http://schemas.openxmlformats.org/drawingml/2006/main">
            <a:r>
              <a:t>packages/coding-agent/src/modes/interactive/components/skill-invocation-message.ts</a:t>
            </a:r>
          </a:p>
          <a:p xmlns:a="http://schemas.openxmlformats.org/drawingml/2006/main">
            <a:r>
              <a:t>packages/coding-agent/src/modes/interactive/components/status-indicator.ts</a:t>
            </a:r>
          </a:p>
          <a:p xmlns:a="http://schemas.openxmlformats.org/drawingml/2006/main">
            <a:r>
              <a:t>packages/coding-agent/src/modes/interactive/components/theme-selector.ts</a:t>
            </a:r>
          </a:p>
          <a:p xmlns:a="http://schemas.openxmlformats.org/drawingml/2006/main">
            <a:r>
              <a:t>packages/coding-agent/src/modes/interactive/components/themed-text.ts</a:t>
            </a:r>
          </a:p>
          <a:p xmlns:a="http://schemas.openxmlformats.org/drawingml/2006/main">
            <a:r>
              <a:t>packages/coding-agent/src/modes/interactive/components/thinking-selector.ts</a:t>
            </a:r>
          </a:p>
          <a:p xmlns:a="http://schemas.openxmlformats.org/drawingml/2006/main">
            <a:r>
              <a:t>packages/coding-agent/src/modes/interactive/components/tool-execution.ts</a:t>
            </a:r>
          </a:p>
          <a:p xmlns:a="http://schemas.openxmlformats.org/drawingml/2006/main">
            <a:r>
              <a:t>packages/coding-agent/src/modes/interactive/components/tree-selector.ts</a:t>
            </a:r>
          </a:p>
          <a:p xmlns:a="http://schemas.openxmlformats.org/drawingml/2006/main">
            <a:r>
              <a:t>packages/coding-agent/src/modes/interactive/components/trust-selector.ts</a:t>
            </a:r>
          </a:p>
          <a:p xmlns:a="http://schemas.openxmlformats.org/drawingml/2006/main">
            <a:r>
              <a:t>packages/coding-agent/src/modes/interactive/components/user-message-selector.ts</a:t>
            </a:r>
          </a:p>
          <a:p xmlns:a="http://schemas.openxmlformats.org/drawingml/2006/main">
            <a:r>
              <a:t>packages/coding-agent/src/modes/interactive/components/user-message.ts</a:t>
            </a:r>
          </a:p>
          <a:p xmlns:a="http://schemas.openxmlformats.org/drawingml/2006/main">
            <a:r>
              <a:t>packages/coding-agent/src/modes/interactive/components/visual-truncate.ts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布局与屏幕模式</a:t>
            </a:r>
          </a:p>
          <a:p xmlns:a="http://schemas.openxmlformats.org/drawingml/2006/main">
            <a:r>
              <a:t>查看全屏布局、浮层和焦点变化，确认退出后恢复原来的终端状态。</a:t>
            </a:r>
          </a:p>
          <a:p xmlns:a="http://schemas.openxmlformats.org/drawingml/2006/main">
            <a:r>
              <a:t>输入：组件与可用空间</a:t>
            </a:r>
          </a:p>
          <a:p xmlns:a="http://schemas.openxmlformats.org/drawingml/2006/main">
            <a:r>
              <a:t>输出：可交互布局</a:t>
            </a:r>
          </a:p>
          <a:p xmlns:a="http://schemas.openxmlformats.org/drawingml/2006/main">
            <a:r>
              <a:t>入口线索：--tui-mode；tuiMode；quietStartup: header</a:t>
            </a:r>
          </a:p>
          <a:p xmlns:a="http://schemas.openxmlformats.org/drawingml/2006/main">
            <a:r>
              <a:t>职责：fullscreen/regular 是终端呈现选择，不改变底层 Agent 消息循环。</a:t>
            </a:r>
          </a:p>
          <a:p xmlns:a="http://schemas.openxmlformats.org/drawingml/2006/main">
            <a:r>
              <a:t>源码：packages/coding-agent/src/cli/startup-ui.ts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>packages/coding-agent/src/modes/interactive/interactive-mode.ts</a:t>
            </a:r>
          </a:p>
          <a:p xmlns:a="http://schemas.openxmlformats.org/drawingml/2006/main">
            <a:r>
              <a:t>packages/coding-agent/src/modes/interactive/tui-renderer.ts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应用主题与重载</a:t>
            </a:r>
          </a:p>
          <a:p xmlns:a="http://schemas.openxmlformats.org/drawingml/2006/main">
            <a:r>
              <a:t>从语义颜色读取主题，观察系统主题变化与自定义主题验证，不把颜色硬编码进逻辑。</a:t>
            </a:r>
          </a:p>
          <a:p xmlns:a="http://schemas.openxmlformats.org/drawingml/2006/main">
            <a:r>
              <a:t>输入：主题设置与终端能力</a:t>
            </a:r>
          </a:p>
          <a:p xmlns:a="http://schemas.openxmlformats.org/drawingml/2006/main">
            <a:r>
              <a:t>输出：一致的界面样式</a:t>
            </a:r>
          </a:p>
          <a:p xmlns:a="http://schemas.openxmlformats.org/drawingml/2006/main">
            <a:r>
              <a:t>入口线索：--theme；--use-theme；主题设置</a:t>
            </a:r>
          </a:p>
          <a:p xmlns:a="http://schemas.openxmlformats.org/drawingml/2006/main">
            <a:r>
              <a:t>职责：样式属于呈现层；主题资源有独立验证与重载机制。</a:t>
            </a:r>
          </a:p>
          <a:p xmlns:a="http://schemas.openxmlformats.org/drawingml/2006/main">
            <a:r>
              <a:t>源码：packages/coding-agent/src/modes/interactive/theme/dark.json</a:t>
            </a:r>
          </a:p>
          <a:p xmlns:a="http://schemas.openxmlformats.org/drawingml/2006/main">
            <a:r>
              <a:t>packages/coding-agent/src/modes/interactive/theme/light.json</a:t>
            </a:r>
          </a:p>
          <a:p xmlns:a="http://schemas.openxmlformats.org/drawingml/2006/main">
            <a:r>
              <a:t>packages/coding-agent/src/modes/interactive/theme/system-theme.ts</a:t>
            </a:r>
          </a:p>
          <a:p xmlns:a="http://schemas.openxmlformats.org/drawingml/2006/main">
            <a:r>
              <a:t>packages/coding-agent/src/modes/interactive/theme/theme-controller.ts</a:t>
            </a:r>
          </a:p>
          <a:p xmlns:a="http://schemas.openxmlformats.org/drawingml/2006/main">
            <a:r>
              <a:t>packages/coding-agent/src/modes/interactive/theme/theme-schema.ts</a:t>
            </a:r>
          </a:p>
          <a:p xmlns:a="http://schemas.openxmlformats.org/drawingml/2006/main">
            <a:r>
              <a:t>packages/coding-agent/src/modes/interactive/theme/theme-tokens.ts</a:t>
            </a:r>
          </a:p>
          <a:p xmlns:a="http://schemas.openxmlformats.org/drawingml/2006/main">
            <a:r>
              <a:t>packages/coding-agent/src/modes/interactive/theme/theme.ts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失败与恢复：渲染不能成为写入业务状态的隐式入口。无 UI 模式需要明确降级，不能等待永远不会出现的选择器。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练习：找一个自定义 UI 示例，记录输入、返回值、取消值以及清理步骤。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参考判断：答案需说明非交互模式的行为，且区分展示细节与发送给模型的内容。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功能编号：UI-12, UI-13, UI-18, UI-19, UI-23, UI-26, TOOL-17, CFG-10, CFG-19, CFG-20, CFG-21, EXT-01, EXT-02, EXT-05, EXT-06, EXT-07, EXT-08, EXT-16, EXT-17, EXT-18, EXT-19, EXT-20, EXT-21, EXT-22, EXT-25, EXT-27, EXT-28, EXT-30, EXT-31, INT-06, OTH-10, OTH-11, OTH-15, OTH-27, OTH-28, OTH-29, OTH-30, OTH-32, OTH-34, OTH-35, OTH-36, OTH-37, OTH-38, OTH-49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packages/coding-agent/examples/extensions/doom-overlay/README.md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packages/coding-agent/test/first-time-setup-fork.test.ts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>packages/coding-agent/test/system-theme.test.ts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>packages/coding-agent/test/syntax-highlight.test.ts</a:t>
            </a:r>
          </a:p>
          <a:p xmlns:a="http://schemas.openxmlformats.org/drawingml/2006/main">
            <a:r>
              <a:t>packages/coding-agent/test/test-theme-colors.ts</a:t>
            </a:r>
          </a:p>
          <a:p xmlns:a="http://schemas.openxmlformats.org/drawingml/2006/main">
            <a:r>
              <a:t>packages/coding-agent/test/theme-detection.test.ts</a:t>
            </a:r>
          </a:p>
          <a:p xmlns:a="http://schemas.openxmlformats.org/drawingml/2006/main">
            <a:r>
              <a:t>packages/coding-agent/test/theme-export.test.ts</a:t>
            </a:r>
          </a:p>
          <a:p xmlns:a="http://schemas.openxmlformats.org/drawingml/2006/main">
            <a:r>
              <a:t>packages/coding-agent/test/theme-picker.test.ts</a:t>
            </a:r>
          </a:p>
          <a:p xmlns:a="http://schemas.openxmlformats.org/drawingml/2006/main">
            <a:r>
              <a:t>packages/coding-agent/test/theme-style.test.ts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输入中文、粘贴多行或按快捷键时，需要理解编辑器如何变化。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拆分输入协议</a:t>
            </a:r>
          </a:p>
          <a:p xmlns:a="http://schemas.openxmlformats.org/drawingml/2006/main">
            <a:r>
              <a:t>阅读 stdin-buffer、keys 与 mouse，把转义序列、普通文字和协议报告分开。</a:t>
            </a:r>
          </a:p>
          <a:p xmlns:a="http://schemas.openxmlformats.org/drawingml/2006/main">
            <a:r>
              <a:t>输入：终端字节流</a:t>
            </a:r>
          </a:p>
          <a:p xmlns:a="http://schemas.openxmlformats.org/drawingml/2006/main">
            <a:r>
              <a:t>输出：键盘、鼠标或粘贴事件</a:t>
            </a:r>
          </a:p>
          <a:p xmlns:a="http://schemas.openxmlformats.org/drawingml/2006/main">
            <a:r>
              <a:t>入口线索：KeybindingsManager / parseKey</a:t>
            </a:r>
          </a:p>
          <a:p xmlns:a="http://schemas.openxmlformats.org/drawingml/2006/main">
            <a:r>
              <a:t>职责：终端协议报告与普通输入需要分开处理。</a:t>
            </a:r>
          </a:p>
          <a:p xmlns:a="http://schemas.openxmlformats.org/drawingml/2006/main">
            <a:r>
              <a:t>源码：packages/tui/src/keybindings.ts</a:t>
            </a:r>
          </a:p>
          <a:p xmlns:a="http://schemas.openxmlformats.org/drawingml/2006/main">
            <a:r>
              <a:t>packages/tui/src/keys.ts</a:t>
            </a:r>
          </a:p>
          <a:p xmlns:a="http://schemas.openxmlformats.org/drawingml/2006/main">
            <a:r>
              <a:t>packages/tui/src/stdin-buffer.ts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映射可配置动作</a:t>
            </a:r>
          </a:p>
          <a:p xmlns:a="http://schemas.openxmlformats.org/drawingml/2006/main">
            <a:r>
              <a:t>查 DEFAULT_*_KEYBINDINGS 和配置读取，按命名动作定位处理逻辑，不增加硬编码按键判断。</a:t>
            </a:r>
          </a:p>
          <a:p xmlns:a="http://schemas.openxmlformats.org/drawingml/2006/main">
            <a:r>
              <a:t>输入：标准化按键与用户绑定</a:t>
            </a:r>
          </a:p>
          <a:p xmlns:a="http://schemas.openxmlformats.org/drawingml/2006/main">
            <a:r>
              <a:t>输出：编辑或应用动作</a:t>
            </a:r>
          </a:p>
          <a:p xmlns:a="http://schemas.openxmlformats.org/drawingml/2006/main">
            <a:r>
              <a:t>入口线索：/hotkeys；keybindings.json；输入 /</a:t>
            </a:r>
          </a:p>
          <a:p xmlns:a="http://schemas.openxmlformats.org/drawingml/2006/main">
            <a:r>
              <a:t>职责：快捷键应复用命名配置；完整命令表在参考文档内。</a:t>
            </a:r>
          </a:p>
          <a:p xmlns:a="http://schemas.openxmlformats.org/drawingml/2006/main">
            <a:r>
              <a:t>源码：packages/coding-agent/src/core/keybindings.ts</a:t>
            </a:r>
          </a:p>
          <a:p xmlns:a="http://schemas.openxmlformats.org/drawingml/2006/main">
            <a:r>
              <a:t>packages/coding-agent/src/core/slash-commands.ts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更新编辑状态</a:t>
            </a:r>
          </a:p>
          <a:p xmlns:a="http://schemas.openxmlformats.org/drawingml/2006/main">
            <a:r>
              <a:t>观察光标、选择、撤销与历史记录，在多字节字符和多行粘贴处检查边界。</a:t>
            </a:r>
          </a:p>
          <a:p xmlns:a="http://schemas.openxmlformats.org/drawingml/2006/main">
            <a:r>
              <a:t>输入：编辑动作</a:t>
            </a:r>
          </a:p>
          <a:p xmlns:a="http://schemas.openxmlformats.org/drawingml/2006/main">
            <a:r>
              <a:t>输出：文本、光标和历史</a:t>
            </a:r>
          </a:p>
          <a:p xmlns:a="http://schemas.openxmlformats.org/drawingml/2006/main">
            <a:r>
              <a:t>入口线索：Editor；配置的编辑动作</a:t>
            </a:r>
          </a:p>
          <a:p xmlns:a="http://schemas.openxmlformats.org/drawingml/2006/main">
            <a:r>
              <a:t>职责：编辑历史属于输入状态，不等同于 Agent 会话树。</a:t>
            </a:r>
          </a:p>
          <a:p xmlns:a="http://schemas.openxmlformats.org/drawingml/2006/main">
            <a:r>
              <a:t>源码：packages/tui/src/kill-ring.ts</a:t>
            </a:r>
          </a:p>
          <a:p xmlns:a="http://schemas.openxmlformats.org/drawingml/2006/main">
            <a:r>
              <a:t>packages/tui/src/undo-stack.ts</a:t>
            </a:r>
          </a:p>
          <a:p xmlns:a="http://schemas.openxmlformats.org/drawingml/2006/main">
            <a:r>
              <a:t>packages/tui/src/word-navigation.ts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生成和应用补全</a:t>
            </a:r>
          </a:p>
          <a:p xmlns:a="http://schemas.openxmlformats.org/drawingml/2006/main">
            <a:r>
              <a:t>跟踪候选搜索、模糊排序和替换范围，核对补全结果如何进入编辑器。</a:t>
            </a:r>
          </a:p>
          <a:p xmlns:a="http://schemas.openxmlformats.org/drawingml/2006/main">
            <a:r>
              <a:t>输入：输入文本与位置</a:t>
            </a:r>
          </a:p>
          <a:p xmlns:a="http://schemas.openxmlformats.org/drawingml/2006/main">
            <a:r>
              <a:t>输出：候选和替换后的文本</a:t>
            </a:r>
          </a:p>
          <a:p xmlns:a="http://schemas.openxmlformats.org/drawingml/2006/main">
            <a:r>
              <a:t>入口线索：CombinedAutocompleteProvider</a:t>
            </a:r>
          </a:p>
          <a:p xmlns:a="http://schemas.openxmlformats.org/drawingml/2006/main">
            <a:r>
              <a:t>职责：补全逻辑与编辑器替换范围共同决定体验。</a:t>
            </a:r>
          </a:p>
          <a:p xmlns:a="http://schemas.openxmlformats.org/drawingml/2006/main">
            <a:r>
              <a:t>源码：packages/tui/src/autocomplete.ts</a:t>
            </a:r>
          </a:p>
          <a:p xmlns:a="http://schemas.openxmlformats.org/drawingml/2006/main">
            <a:r>
              <a:t>packages/tui/src/fuzzy.ts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失败与恢复：字节数、字符数与终端列宽不同；协议序列被拆分时不能立即当普通文本处理。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练习：从已有编辑器测试选择中文、组合字符和多行粘贴三个场景，标注光标的预期位置。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参考判断：依据编辑器和宽度函数的契约断言，而不是用 string.length 代替显示列宽。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功能编号：UI-07, UI-10, UI-17, UI-20, UI-22, UI-24, CFG-18, TUI-07, TUI-10, TUI-16, TUI-22, OTH-26, OTH-76, OTH-77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packages/coding-agent/docs/tmux.md</a:t>
            </a:r>
          </a:p>
          <a:p xmlns:a="http://schemas.openxmlformats.org/drawingml/2006/main">
            <a:r>
              <a:t>packages/coding-agent/docs/termux.md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packages/tui/test/keybindings.test.ts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>packages/tui/test/keys.test.ts</a:t>
            </a:r>
          </a:p>
          <a:p xmlns:a="http://schemas.openxmlformats.org/drawingml/2006/main">
            <a:r>
              <a:t>packages/tui/test/stdin-buffer.test.ts</a:t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packages/tui/test/word-navigation.test.ts</a:t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>packages/tui/test/wheel-scroll.test.ts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输入中文、粘贴多行或按快捷键时，需要理解编辑器如何变化。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拆分输入协议</a:t>
            </a:r>
          </a:p>
          <a:p xmlns:a="http://schemas.openxmlformats.org/drawingml/2006/main">
            <a:r>
              <a:t>阅读 stdin-buffer、keys 与 mouse，把转义序列、普通文字和协议报告分开。</a:t>
            </a:r>
          </a:p>
          <a:p xmlns:a="http://schemas.openxmlformats.org/drawingml/2006/main">
            <a:r>
              <a:t>输入：终端字节流</a:t>
            </a:r>
          </a:p>
          <a:p xmlns:a="http://schemas.openxmlformats.org/drawingml/2006/main">
            <a:r>
              <a:t>输出：键盘、鼠标或粘贴事件</a:t>
            </a:r>
          </a:p>
          <a:p xmlns:a="http://schemas.openxmlformats.org/drawingml/2006/main">
            <a:r>
              <a:t>入口线索：KeybindingsManager / parseKey</a:t>
            </a:r>
          </a:p>
          <a:p xmlns:a="http://schemas.openxmlformats.org/drawingml/2006/main">
            <a:r>
              <a:t>职责：终端协议报告与普通输入需要分开处理。</a:t>
            </a:r>
          </a:p>
          <a:p xmlns:a="http://schemas.openxmlformats.org/drawingml/2006/main">
            <a:r>
              <a:t>源码：packages/tui/src/keybindings.ts</a:t>
            </a:r>
          </a:p>
          <a:p xmlns:a="http://schemas.openxmlformats.org/drawingml/2006/main">
            <a:r>
              <a:t>packages/tui/src/keys.ts</a:t>
            </a:r>
          </a:p>
          <a:p xmlns:a="http://schemas.openxmlformats.org/drawingml/2006/main">
            <a:r>
              <a:t>packages/tui/src/stdin-buffer.ts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映射可配置动作</a:t>
            </a:r>
          </a:p>
          <a:p xmlns:a="http://schemas.openxmlformats.org/drawingml/2006/main">
            <a:r>
              <a:t>查 DEFAULT_*_KEYBINDINGS 和配置读取，按命名动作定位处理逻辑，不增加硬编码按键判断。</a:t>
            </a:r>
          </a:p>
          <a:p xmlns:a="http://schemas.openxmlformats.org/drawingml/2006/main">
            <a:r>
              <a:t>输入：标准化按键与用户绑定</a:t>
            </a:r>
          </a:p>
          <a:p xmlns:a="http://schemas.openxmlformats.org/drawingml/2006/main">
            <a:r>
              <a:t>输出：编辑或应用动作</a:t>
            </a:r>
          </a:p>
          <a:p xmlns:a="http://schemas.openxmlformats.org/drawingml/2006/main">
            <a:r>
              <a:t>入口线索：/hotkeys；keybindings.json；输入 /</a:t>
            </a:r>
          </a:p>
          <a:p xmlns:a="http://schemas.openxmlformats.org/drawingml/2006/main">
            <a:r>
              <a:t>职责：快捷键应复用命名配置；完整命令表在参考文档内。</a:t>
            </a:r>
          </a:p>
          <a:p xmlns:a="http://schemas.openxmlformats.org/drawingml/2006/main">
            <a:r>
              <a:t>源码：packages/coding-agent/src/core/keybindings.ts</a:t>
            </a:r>
          </a:p>
          <a:p xmlns:a="http://schemas.openxmlformats.org/drawingml/2006/main">
            <a:r>
              <a:t>packages/coding-agent/src/core/slash-commands.ts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更新编辑状态</a:t>
            </a:r>
          </a:p>
          <a:p xmlns:a="http://schemas.openxmlformats.org/drawingml/2006/main">
            <a:r>
              <a:t>观察光标、选择、撤销与历史记录，在多字节字符和多行粘贴处检查边界。</a:t>
            </a:r>
          </a:p>
          <a:p xmlns:a="http://schemas.openxmlformats.org/drawingml/2006/main">
            <a:r>
              <a:t>输入：编辑动作</a:t>
            </a:r>
          </a:p>
          <a:p xmlns:a="http://schemas.openxmlformats.org/drawingml/2006/main">
            <a:r>
              <a:t>输出：文本、光标和历史</a:t>
            </a:r>
          </a:p>
          <a:p xmlns:a="http://schemas.openxmlformats.org/drawingml/2006/main">
            <a:r>
              <a:t>入口线索：Editor；配置的编辑动作</a:t>
            </a:r>
          </a:p>
          <a:p xmlns:a="http://schemas.openxmlformats.org/drawingml/2006/main">
            <a:r>
              <a:t>职责：编辑历史属于输入状态，不等同于 Agent 会话树。</a:t>
            </a:r>
          </a:p>
          <a:p xmlns:a="http://schemas.openxmlformats.org/drawingml/2006/main">
            <a:r>
              <a:t>源码：packages/tui/src/kill-ring.ts</a:t>
            </a:r>
          </a:p>
          <a:p xmlns:a="http://schemas.openxmlformats.org/drawingml/2006/main">
            <a:r>
              <a:t>packages/tui/src/undo-stack.ts</a:t>
            </a:r>
          </a:p>
          <a:p xmlns:a="http://schemas.openxmlformats.org/drawingml/2006/main">
            <a:r>
              <a:t>packages/tui/src/word-navigation.ts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生成和应用补全</a:t>
            </a:r>
          </a:p>
          <a:p xmlns:a="http://schemas.openxmlformats.org/drawingml/2006/main">
            <a:r>
              <a:t>跟踪候选搜索、模糊排序和替换范围，核对补全结果如何进入编辑器。</a:t>
            </a:r>
          </a:p>
          <a:p xmlns:a="http://schemas.openxmlformats.org/drawingml/2006/main">
            <a:r>
              <a:t>输入：输入文本与位置</a:t>
            </a:r>
          </a:p>
          <a:p xmlns:a="http://schemas.openxmlformats.org/drawingml/2006/main">
            <a:r>
              <a:t>输出：候选和替换后的文本</a:t>
            </a:r>
          </a:p>
          <a:p xmlns:a="http://schemas.openxmlformats.org/drawingml/2006/main">
            <a:r>
              <a:t>入口线索：CombinedAutocompleteProvider</a:t>
            </a:r>
          </a:p>
          <a:p xmlns:a="http://schemas.openxmlformats.org/drawingml/2006/main">
            <a:r>
              <a:t>职责：补全逻辑与编辑器替换范围共同决定体验。</a:t>
            </a:r>
          </a:p>
          <a:p xmlns:a="http://schemas.openxmlformats.org/drawingml/2006/main">
            <a:r>
              <a:t>源码：packages/tui/src/autocomplete.ts</a:t>
            </a:r>
          </a:p>
          <a:p xmlns:a="http://schemas.openxmlformats.org/drawingml/2006/main">
            <a:r>
              <a:t>packages/tui/src/fuzzy.ts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失败与恢复：字节数、字符数与终端列宽不同；协议序列被拆分时不能立即当普通文本处理。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练习：从已有编辑器测试选择中文、组合字符和多行粘贴三个场景，标注光标的预期位置。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参考判断：依据编辑器和宽度函数的契约断言，而不是用 string.length 代替显示列宽。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功能编号：UI-07, UI-10, UI-17, UI-20, UI-22, UI-24, CFG-18, TUI-07, TUI-10, TUI-16, TUI-22, OTH-26, OTH-76, OTH-77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packages/coding-agent/docs/tmux.md</a:t>
            </a:r>
          </a:p>
          <a:p xmlns:a="http://schemas.openxmlformats.org/drawingml/2006/main">
            <a:r>
              <a:t>packages/coding-agent/docs/termux.md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packages/tui/test/keybindings.test.ts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>packages/tui/test/keys.test.ts</a:t>
            </a:r>
          </a:p>
          <a:p xmlns:a="http://schemas.openxmlformats.org/drawingml/2006/main">
            <a:r>
              <a:t>packages/tui/test/stdin-buffer.test.ts</a:t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packages/tui/test/word-navigation.test.ts</a:t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>packages/tui/test/wheel-scroll.test.ts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输入中文、粘贴多行或按快捷键时，需要理解编辑器如何变化。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拆分输入协议</a:t>
            </a:r>
          </a:p>
          <a:p xmlns:a="http://schemas.openxmlformats.org/drawingml/2006/main">
            <a:r>
              <a:t>阅读 stdin-buffer、keys 与 mouse，把转义序列、普通文字和协议报告分开。</a:t>
            </a:r>
          </a:p>
          <a:p xmlns:a="http://schemas.openxmlformats.org/drawingml/2006/main">
            <a:r>
              <a:t>输入：终端字节流</a:t>
            </a:r>
          </a:p>
          <a:p xmlns:a="http://schemas.openxmlformats.org/drawingml/2006/main">
            <a:r>
              <a:t>输出：键盘、鼠标或粘贴事件</a:t>
            </a:r>
          </a:p>
          <a:p xmlns:a="http://schemas.openxmlformats.org/drawingml/2006/main">
            <a:r>
              <a:t>入口线索：KeybindingsManager / parseKey</a:t>
            </a:r>
          </a:p>
          <a:p xmlns:a="http://schemas.openxmlformats.org/drawingml/2006/main">
            <a:r>
              <a:t>职责：终端协议报告与普通输入需要分开处理。</a:t>
            </a:r>
          </a:p>
          <a:p xmlns:a="http://schemas.openxmlformats.org/drawingml/2006/main">
            <a:r>
              <a:t>源码：packages/tui/src/keybindings.ts</a:t>
            </a:r>
          </a:p>
          <a:p xmlns:a="http://schemas.openxmlformats.org/drawingml/2006/main">
            <a:r>
              <a:t>packages/tui/src/keys.ts</a:t>
            </a:r>
          </a:p>
          <a:p xmlns:a="http://schemas.openxmlformats.org/drawingml/2006/main">
            <a:r>
              <a:t>packages/tui/src/stdin-buffer.ts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映射可配置动作</a:t>
            </a:r>
          </a:p>
          <a:p xmlns:a="http://schemas.openxmlformats.org/drawingml/2006/main">
            <a:r>
              <a:t>查 DEFAULT_*_KEYBINDINGS 和配置读取，按命名动作定位处理逻辑，不增加硬编码按键判断。</a:t>
            </a:r>
          </a:p>
          <a:p xmlns:a="http://schemas.openxmlformats.org/drawingml/2006/main">
            <a:r>
              <a:t>输入：标准化按键与用户绑定</a:t>
            </a:r>
          </a:p>
          <a:p xmlns:a="http://schemas.openxmlformats.org/drawingml/2006/main">
            <a:r>
              <a:t>输出：编辑或应用动作</a:t>
            </a:r>
          </a:p>
          <a:p xmlns:a="http://schemas.openxmlformats.org/drawingml/2006/main">
            <a:r>
              <a:t>入口线索：/hotkeys；keybindings.json；输入 /</a:t>
            </a:r>
          </a:p>
          <a:p xmlns:a="http://schemas.openxmlformats.org/drawingml/2006/main">
            <a:r>
              <a:t>职责：快捷键应复用命名配置；完整命令表在参考文档内。</a:t>
            </a:r>
          </a:p>
          <a:p xmlns:a="http://schemas.openxmlformats.org/drawingml/2006/main">
            <a:r>
              <a:t>源码：packages/coding-agent/src/core/keybindings.ts</a:t>
            </a:r>
          </a:p>
          <a:p xmlns:a="http://schemas.openxmlformats.org/drawingml/2006/main">
            <a:r>
              <a:t>packages/coding-agent/src/core/slash-commands.ts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更新编辑状态</a:t>
            </a:r>
          </a:p>
          <a:p xmlns:a="http://schemas.openxmlformats.org/drawingml/2006/main">
            <a:r>
              <a:t>观察光标、选择、撤销与历史记录，在多字节字符和多行粘贴处检查边界。</a:t>
            </a:r>
          </a:p>
          <a:p xmlns:a="http://schemas.openxmlformats.org/drawingml/2006/main">
            <a:r>
              <a:t>输入：编辑动作</a:t>
            </a:r>
          </a:p>
          <a:p xmlns:a="http://schemas.openxmlformats.org/drawingml/2006/main">
            <a:r>
              <a:t>输出：文本、光标和历史</a:t>
            </a:r>
          </a:p>
          <a:p xmlns:a="http://schemas.openxmlformats.org/drawingml/2006/main">
            <a:r>
              <a:t>入口线索：Editor；配置的编辑动作</a:t>
            </a:r>
          </a:p>
          <a:p xmlns:a="http://schemas.openxmlformats.org/drawingml/2006/main">
            <a:r>
              <a:t>职责：编辑历史属于输入状态，不等同于 Agent 会话树。</a:t>
            </a:r>
          </a:p>
          <a:p xmlns:a="http://schemas.openxmlformats.org/drawingml/2006/main">
            <a:r>
              <a:t>源码：packages/tui/src/kill-ring.ts</a:t>
            </a:r>
          </a:p>
          <a:p xmlns:a="http://schemas.openxmlformats.org/drawingml/2006/main">
            <a:r>
              <a:t>packages/tui/src/undo-stack.ts</a:t>
            </a:r>
          </a:p>
          <a:p xmlns:a="http://schemas.openxmlformats.org/drawingml/2006/main">
            <a:r>
              <a:t>packages/tui/src/word-navigation.ts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生成和应用补全</a:t>
            </a:r>
          </a:p>
          <a:p xmlns:a="http://schemas.openxmlformats.org/drawingml/2006/main">
            <a:r>
              <a:t>跟踪候选搜索、模糊排序和替换范围，核对补全结果如何进入编辑器。</a:t>
            </a:r>
          </a:p>
          <a:p xmlns:a="http://schemas.openxmlformats.org/drawingml/2006/main">
            <a:r>
              <a:t>输入：输入文本与位置</a:t>
            </a:r>
          </a:p>
          <a:p xmlns:a="http://schemas.openxmlformats.org/drawingml/2006/main">
            <a:r>
              <a:t>输出：候选和替换后的文本</a:t>
            </a:r>
          </a:p>
          <a:p xmlns:a="http://schemas.openxmlformats.org/drawingml/2006/main">
            <a:r>
              <a:t>入口线索：CombinedAutocompleteProvider</a:t>
            </a:r>
          </a:p>
          <a:p xmlns:a="http://schemas.openxmlformats.org/drawingml/2006/main">
            <a:r>
              <a:t>职责：补全逻辑与编辑器替换范围共同决定体验。</a:t>
            </a:r>
          </a:p>
          <a:p xmlns:a="http://schemas.openxmlformats.org/drawingml/2006/main">
            <a:r>
              <a:t>源码：packages/tui/src/autocomplete.ts</a:t>
            </a:r>
          </a:p>
          <a:p xmlns:a="http://schemas.openxmlformats.org/drawingml/2006/main">
            <a:r>
              <a:t>packages/tui/src/fuzzy.ts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失败与恢复：字节数、字符数与终端列宽不同；协议序列被拆分时不能立即当普通文本处理。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练习：从已有编辑器测试选择中文、组合字符和多行粘贴三个场景，标注光标的预期位置。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参考判断：依据编辑器和宽度函数的契约断言，而不是用 string.length 代替显示列宽。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功能编号：UI-07, UI-10, UI-17, UI-20, UI-22, UI-24, CFG-18, TUI-07, TUI-10, TUI-16, TUI-22, OTH-26, OTH-76, OTH-77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packages/coding-agent/docs/tmux.md</a:t>
            </a:r>
          </a:p>
          <a:p xmlns:a="http://schemas.openxmlformats.org/drawingml/2006/main">
            <a:r>
              <a:t>packages/coding-agent/docs/termux.md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packages/tui/test/keybindings.test.ts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>packages/tui/test/keys.test.ts</a:t>
            </a:r>
          </a:p>
          <a:p xmlns:a="http://schemas.openxmlformats.org/drawingml/2006/main">
            <a:r>
              <a:t>packages/tui/test/stdin-buffer.test.ts</a:t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packages/tui/test/word-navigation.test.ts</a:t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>packages/tui/test/wheel-scroll.test.ts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窗口缩小、主题改变或工具输出变长后，终端需要正确重绘。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测量组件与布局</a:t>
            </a:r>
          </a:p>
          <a:p xmlns:a="http://schemas.openxmlformats.org/drawingml/2006/main">
            <a:r>
              <a:t>从 Component.render(width) 和布局组件看行的组合、滚动与裁剪。</a:t>
            </a:r>
          </a:p>
          <a:p xmlns:a="http://schemas.openxmlformats.org/drawingml/2006/main">
            <a:r>
              <a:t>输入：组件树与窗口尺寸</a:t>
            </a:r>
          </a:p>
          <a:p xmlns:a="http://schemas.openxmlformats.org/drawingml/2006/main">
            <a:r>
              <a:t>输出：目标屏幕行</a:t>
            </a:r>
          </a:p>
          <a:p xmlns:a="http://schemas.openxmlformats.org/drawingml/2006/main">
            <a:r>
              <a:t>入口线索：Layout / LayoutNode / ScrollView</a:t>
            </a:r>
          </a:p>
          <a:p xmlns:a="http://schemas.openxmlformats.org/drawingml/2006/main">
            <a:r>
              <a:t>职责：终端列宽与文本字符数不同，测量结果服务于屏幕渲染。</a:t>
            </a:r>
          </a:p>
          <a:p xmlns:a="http://schemas.openxmlformats.org/drawingml/2006/main">
            <a:r>
              <a:t>源码：packages/tui/src/components/scroll-view.ts</a:t>
            </a:r>
          </a:p>
          <a:p xmlns:a="http://schemas.openxmlformats.org/drawingml/2006/main">
            <a:r>
              <a:t>packages/tui/src/layout-node.ts</a:t>
            </a:r>
          </a:p>
          <a:p xmlns:a="http://schemas.openxmlformats.org/drawingml/2006/main">
            <a:r>
              <a:t>packages/tui/src/layout.ts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按显示宽度处理文本</a:t>
            </a:r>
          </a:p>
          <a:p xmlns:a="http://schemas.openxmlformats.org/drawingml/2006/main">
            <a:r>
              <a:t>追踪 ANSI、Unicode、换行和截断，比较视觉列宽和原始字符串。</a:t>
            </a:r>
          </a:p>
          <a:p xmlns:a="http://schemas.openxmlformats.org/drawingml/2006/main">
            <a:r>
              <a:t>输入：带样式文本</a:t>
            </a:r>
          </a:p>
          <a:p xmlns:a="http://schemas.openxmlformats.org/drawingml/2006/main">
            <a:r>
              <a:t>输出：可显示的行</a:t>
            </a:r>
          </a:p>
          <a:p xmlns:a="http://schemas.openxmlformats.org/drawingml/2006/main">
            <a:r>
              <a:t>入口线索：visibleWidth / wrapTextWithAnsi / renderLatex</a:t>
            </a:r>
          </a:p>
          <a:p xmlns:a="http://schemas.openxmlformats.org/drawingml/2006/main">
            <a:r>
              <a:t>职责：字符数量不等于终端列宽。</a:t>
            </a:r>
          </a:p>
          <a:p xmlns:a="http://schemas.openxmlformats.org/drawingml/2006/main">
            <a:r>
              <a:t>源码：packages/tui/src/latex.ts</a:t>
            </a:r>
          </a:p>
          <a:p xmlns:a="http://schemas.openxmlformats.org/drawingml/2006/main">
            <a:r>
              <a:t>packages/tui/src/utils.ts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更新终端屏幕</a:t>
            </a:r>
          </a:p>
          <a:p xmlns:a="http://schemas.openxmlformats.org/drawingml/2006/main">
            <a:r>
              <a:t>区分主屏、替代屏、全量重绘与差分更新，观察光标定位及 resize。</a:t>
            </a:r>
          </a:p>
          <a:p xmlns:a="http://schemas.openxmlformats.org/drawingml/2006/main">
            <a:r>
              <a:t>输入：新旧屏幕状态</a:t>
            </a:r>
          </a:p>
          <a:p xmlns:a="http://schemas.openxmlformats.org/drawingml/2006/main">
            <a:r>
              <a:t>输出：终端输出序列</a:t>
            </a:r>
          </a:p>
          <a:p xmlns:a="http://schemas.openxmlformats.org/drawingml/2006/main">
            <a:r>
              <a:t>入口线索：TuiMainScreen / TuiAltScreen</a:t>
            </a:r>
          </a:p>
          <a:p xmlns:a="http://schemas.openxmlformats.org/drawingml/2006/main">
            <a:r>
              <a:t>职责：渲染只处理展示，模型状态由上层传入。</a:t>
            </a:r>
          </a:p>
          <a:p xmlns:a="http://schemas.openxmlformats.org/drawingml/2006/main">
            <a:r>
              <a:t>源码：packages/tui/src/terminal.ts</a:t>
            </a:r>
          </a:p>
          <a:p xmlns:a="http://schemas.openxmlformats.org/drawingml/2006/main">
            <a:r>
              <a:t>packages/tui/src/tui-alt-screen.ts</a:t>
            </a:r>
          </a:p>
          <a:p xmlns:a="http://schemas.openxmlformats.org/drawingml/2006/main">
            <a:r>
              <a:t>packages/tui/src/tui-main-screen.ts</a:t>
            </a:r>
          </a:p>
          <a:p xmlns:a="http://schemas.openxmlformats.org/drawingml/2006/main">
            <a:r>
              <a:t>packages/tui/src/tui.ts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处理图像与平台能力</a:t>
            </a:r>
          </a:p>
          <a:p xmlns:a="http://schemas.openxmlformats.org/drawingml/2006/main">
            <a:r>
              <a:t>检查 Kitty/iTerm2 与 native-platform 能力检测、剪贴板和回退。平台二进制与 TypeScript 包是不同构建层。</a:t>
            </a:r>
          </a:p>
          <a:p xmlns:a="http://schemas.openxmlformats.org/drawingml/2006/main">
            <a:r>
              <a:t>输入：图片和终端能力</a:t>
            </a:r>
          </a:p>
          <a:p xmlns:a="http://schemas.openxmlformats.org/drawingml/2006/main">
            <a:r>
              <a:t>输出：图像输出或回退表现</a:t>
            </a:r>
          </a:p>
          <a:p xmlns:a="http://schemas.openxmlformats.org/drawingml/2006/main">
            <a:r>
              <a:t>入口线索：renderImage / detectCapabilities</a:t>
            </a:r>
          </a:p>
          <a:p xmlns:a="http://schemas.openxmlformats.org/drawingml/2006/main">
            <a:r>
              <a:t>职责：终端不支持时使用对应回退路径。</a:t>
            </a:r>
          </a:p>
          <a:p xmlns:a="http://schemas.openxmlformats.org/drawingml/2006/main">
            <a:r>
              <a:t>源码：packages/tui/src/native-platform.ts</a:t>
            </a:r>
          </a:p>
          <a:p xmlns:a="http://schemas.openxmlformats.org/drawingml/2006/main">
            <a:r>
              <a:t>packages/tui/src/terminal-image.ts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失败与恢复：没有对应终端协议、显示服务或平台二进制时，图像与剪贴板能力可能降级。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 resize 测试解释哪些行重绘；再对照一个图像能力检测测试写出回退预期。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参考判断：状态验证需要包含窗口宽度和屏幕模式；图像能力不能由操作系统名称直接推断。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功能编号：UI-09, UI-21, UI-23, EXT-19, TUI-01, TUI-02, TUI-03, TUI-04, TUI-05, TUI-06, TUI-08, TUI-09, TUI-11, TUI-12, TUI-13, TUI-14, TUI-15, TUI-17, TUI-18, TUI-19, TUI-20, TUI-21, TUI-23, TUI-24, TUI-25, TUI-26, TUI-27, OTH-47, OTH-73, OTH-74, OTH-75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packages/tui/CHANGELOG.md</a:t>
            </a:r>
          </a:p>
          <a:p xmlns:a="http://schemas.openxmlformats.org/drawingml/2006/main">
            <a:r>
              <a:t>packages/tui/native/win32/README.md</a:t>
            </a:r>
          </a:p>
          <a:p xmlns:a="http://schemas.openxmlformats.org/drawingml/2006/main">
            <a:r>
              <a:t>packages/tui/native/darwin/README.md</a:t>
            </a:r>
          </a:p>
          <a:p xmlns:a="http://schemas.openxmlformats.org/drawingml/2006/main">
            <a:r>
              <a:t>packages/tui/native/linux/README.md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>packages/tui/test/regression-regional-indicator-width.test.ts</a:t>
            </a:r>
          </a:p>
          <a:p xmlns:a="http://schemas.openxmlformats.org/drawingml/2006/main">
            <a:r>
              <a:t>packages/tui/test/regression-slice-by-column-ansi-order.test.ts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packages/tui/test/truncate-to-width.test.ts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packages/tui/test/visible-width.test.ts</a:t>
            </a:r>
          </a:p>
          <a:p xmlns:a="http://schemas.openxmlformats.org/drawingml/2006/main">
            <a:r>
              <a:t>packages/tui/test/wrap-ansi.test.ts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packages/tui/test/regression-sigwinch-kill-eacces.test.ts</a:t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>packages/tui/test/virtual-terminal.ts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>packages/tui/test/native-platform.test.ts</a:t>
            </a:r>
          </a:p>
          <a:p xmlns:a="http://schemas.openxmlformats.org/drawingml/2006/main">
            <a:r>
              <a:t>packages/tui/test/bug-regression-isimageline-startswith-bug.test.ts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>packages/coding-agent/test/clipboard-image-bmp-conversion.test.ts</a:t>
            </a:r>
          </a:p>
          <a:p xmlns:a="http://schemas.openxmlformats.org/drawingml/2006/main">
            <a:r>
              <a:t>packages/coding-agent/test/clipboard-image.test.ts</a:t>
            </a:r>
          </a:p>
          <a:p xmlns:a="http://schemas.openxmlformats.org/drawingml/2006/main">
            <a:r>
              <a:t>packages/coding-agent/test/clipboard.test.ts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窗口缩小、主题改变或工具输出变长后，终端需要正确重绘。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测量组件与布局</a:t>
            </a:r>
          </a:p>
          <a:p xmlns:a="http://schemas.openxmlformats.org/drawingml/2006/main">
            <a:r>
              <a:t>从 Component.render(width) 和布局组件看行的组合、滚动与裁剪。</a:t>
            </a:r>
          </a:p>
          <a:p xmlns:a="http://schemas.openxmlformats.org/drawingml/2006/main">
            <a:r>
              <a:t>输入：组件树与窗口尺寸</a:t>
            </a:r>
          </a:p>
          <a:p xmlns:a="http://schemas.openxmlformats.org/drawingml/2006/main">
            <a:r>
              <a:t>输出：目标屏幕行</a:t>
            </a:r>
          </a:p>
          <a:p xmlns:a="http://schemas.openxmlformats.org/drawingml/2006/main">
            <a:r>
              <a:t>入口线索：Layout / LayoutNode / ScrollView</a:t>
            </a:r>
          </a:p>
          <a:p xmlns:a="http://schemas.openxmlformats.org/drawingml/2006/main">
            <a:r>
              <a:t>职责：终端列宽与文本字符数不同，测量结果服务于屏幕渲染。</a:t>
            </a:r>
          </a:p>
          <a:p xmlns:a="http://schemas.openxmlformats.org/drawingml/2006/main">
            <a:r>
              <a:t>源码：packages/tui/src/components/scroll-view.ts</a:t>
            </a:r>
          </a:p>
          <a:p xmlns:a="http://schemas.openxmlformats.org/drawingml/2006/main">
            <a:r>
              <a:t>packages/tui/src/layout-node.ts</a:t>
            </a:r>
          </a:p>
          <a:p xmlns:a="http://schemas.openxmlformats.org/drawingml/2006/main">
            <a:r>
              <a:t>packages/tui/src/layout.ts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按显示宽度处理文本</a:t>
            </a:r>
          </a:p>
          <a:p xmlns:a="http://schemas.openxmlformats.org/drawingml/2006/main">
            <a:r>
              <a:t>追踪 ANSI、Unicode、换行和截断，比较视觉列宽和原始字符串。</a:t>
            </a:r>
          </a:p>
          <a:p xmlns:a="http://schemas.openxmlformats.org/drawingml/2006/main">
            <a:r>
              <a:t>输入：带样式文本</a:t>
            </a:r>
          </a:p>
          <a:p xmlns:a="http://schemas.openxmlformats.org/drawingml/2006/main">
            <a:r>
              <a:t>输出：可显示的行</a:t>
            </a:r>
          </a:p>
          <a:p xmlns:a="http://schemas.openxmlformats.org/drawingml/2006/main">
            <a:r>
              <a:t>入口线索：visibleWidth / wrapTextWithAnsi / renderLatex</a:t>
            </a:r>
          </a:p>
          <a:p xmlns:a="http://schemas.openxmlformats.org/drawingml/2006/main">
            <a:r>
              <a:t>职责：字符数量不等于终端列宽。</a:t>
            </a:r>
          </a:p>
          <a:p xmlns:a="http://schemas.openxmlformats.org/drawingml/2006/main">
            <a:r>
              <a:t>源码：packages/tui/src/latex.ts</a:t>
            </a:r>
          </a:p>
          <a:p xmlns:a="http://schemas.openxmlformats.org/drawingml/2006/main">
            <a:r>
              <a:t>packages/tui/src/utils.ts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更新终端屏幕</a:t>
            </a:r>
          </a:p>
          <a:p xmlns:a="http://schemas.openxmlformats.org/drawingml/2006/main">
            <a:r>
              <a:t>区分主屏、替代屏、全量重绘与差分更新，观察光标定位及 resize。</a:t>
            </a:r>
          </a:p>
          <a:p xmlns:a="http://schemas.openxmlformats.org/drawingml/2006/main">
            <a:r>
              <a:t>输入：新旧屏幕状态</a:t>
            </a:r>
          </a:p>
          <a:p xmlns:a="http://schemas.openxmlformats.org/drawingml/2006/main">
            <a:r>
              <a:t>输出：终端输出序列</a:t>
            </a:r>
          </a:p>
          <a:p xmlns:a="http://schemas.openxmlformats.org/drawingml/2006/main">
            <a:r>
              <a:t>入口线索：TuiMainScreen / TuiAltScreen</a:t>
            </a:r>
          </a:p>
          <a:p xmlns:a="http://schemas.openxmlformats.org/drawingml/2006/main">
            <a:r>
              <a:t>职责：渲染只处理展示，模型状态由上层传入。</a:t>
            </a:r>
          </a:p>
          <a:p xmlns:a="http://schemas.openxmlformats.org/drawingml/2006/main">
            <a:r>
              <a:t>源码：packages/tui/src/terminal.ts</a:t>
            </a:r>
          </a:p>
          <a:p xmlns:a="http://schemas.openxmlformats.org/drawingml/2006/main">
            <a:r>
              <a:t>packages/tui/src/tui-alt-screen.ts</a:t>
            </a:r>
          </a:p>
          <a:p xmlns:a="http://schemas.openxmlformats.org/drawingml/2006/main">
            <a:r>
              <a:t>packages/tui/src/tui-main-screen.ts</a:t>
            </a:r>
          </a:p>
          <a:p xmlns:a="http://schemas.openxmlformats.org/drawingml/2006/main">
            <a:r>
              <a:t>packages/tui/src/tui.ts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处理图像与平台能力</a:t>
            </a:r>
          </a:p>
          <a:p xmlns:a="http://schemas.openxmlformats.org/drawingml/2006/main">
            <a:r>
              <a:t>检查 Kitty/iTerm2 与 native-platform 能力检测、剪贴板和回退。平台二进制与 TypeScript 包是不同构建层。</a:t>
            </a:r>
          </a:p>
          <a:p xmlns:a="http://schemas.openxmlformats.org/drawingml/2006/main">
            <a:r>
              <a:t>输入：图片和终端能力</a:t>
            </a:r>
          </a:p>
          <a:p xmlns:a="http://schemas.openxmlformats.org/drawingml/2006/main">
            <a:r>
              <a:t>输出：图像输出或回退表现</a:t>
            </a:r>
          </a:p>
          <a:p xmlns:a="http://schemas.openxmlformats.org/drawingml/2006/main">
            <a:r>
              <a:t>入口线索：renderImage / detectCapabilities</a:t>
            </a:r>
          </a:p>
          <a:p xmlns:a="http://schemas.openxmlformats.org/drawingml/2006/main">
            <a:r>
              <a:t>职责：终端不支持时使用对应回退路径。</a:t>
            </a:r>
          </a:p>
          <a:p xmlns:a="http://schemas.openxmlformats.org/drawingml/2006/main">
            <a:r>
              <a:t>源码：packages/tui/src/native-platform.ts</a:t>
            </a:r>
          </a:p>
          <a:p xmlns:a="http://schemas.openxmlformats.org/drawingml/2006/main">
            <a:r>
              <a:t>packages/tui/src/terminal-image.ts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失败与恢复：没有对应终端协议、显示服务或平台二进制时，图像与剪贴板能力可能降级。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 resize 测试解释哪些行重绘；再对照一个图像能力检测测试写出回退预期。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参考判断：状态验证需要包含窗口宽度和屏幕模式；图像能力不能由操作系统名称直接推断。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功能编号：UI-09, UI-21, UI-23, EXT-19, TUI-01, TUI-02, TUI-03, TUI-04, TUI-05, TUI-06, TUI-08, TUI-09, TUI-11, TUI-12, TUI-13, TUI-14, TUI-15, TUI-17, TUI-18, TUI-19, TUI-20, TUI-21, TUI-23, TUI-24, TUI-25, TUI-26, TUI-27, OTH-47, OTH-73, OTH-74, OTH-75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packages/tui/CHANGELOG.md</a:t>
            </a:r>
          </a:p>
          <a:p xmlns:a="http://schemas.openxmlformats.org/drawingml/2006/main">
            <a:r>
              <a:t>packages/tui/native/win32/README.md</a:t>
            </a:r>
          </a:p>
          <a:p xmlns:a="http://schemas.openxmlformats.org/drawingml/2006/main">
            <a:r>
              <a:t>packages/tui/native/darwin/README.md</a:t>
            </a:r>
          </a:p>
          <a:p xmlns:a="http://schemas.openxmlformats.org/drawingml/2006/main">
            <a:r>
              <a:t>packages/tui/native/linux/README.md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>packages/tui/test/regression-regional-indicator-width.test.ts</a:t>
            </a:r>
          </a:p>
          <a:p xmlns:a="http://schemas.openxmlformats.org/drawingml/2006/main">
            <a:r>
              <a:t>packages/tui/test/regression-slice-by-column-ansi-order.test.ts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packages/tui/test/truncate-to-width.test.ts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packages/tui/test/visible-width.test.ts</a:t>
            </a:r>
          </a:p>
          <a:p xmlns:a="http://schemas.openxmlformats.org/drawingml/2006/main">
            <a:r>
              <a:t>packages/tui/test/wrap-ansi.test.ts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packages/tui/test/regression-sigwinch-kill-eacces.test.ts</a:t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>packages/tui/test/virtual-terminal.ts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>packages/tui/test/native-platform.test.ts</a:t>
            </a:r>
          </a:p>
          <a:p xmlns:a="http://schemas.openxmlformats.org/drawingml/2006/main">
            <a:r>
              <a:t>packages/tui/test/bug-regression-isimageline-startswith-bug.test.ts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>packages/coding-agent/test/clipboard-image-bmp-conversion.test.ts</a:t>
            </a:r>
          </a:p>
          <a:p xmlns:a="http://schemas.openxmlformats.org/drawingml/2006/main">
            <a:r>
              <a:t>packages/coding-agent/test/clipboard-image.test.ts</a:t>
            </a:r>
          </a:p>
          <a:p xmlns:a="http://schemas.openxmlformats.org/drawingml/2006/main">
            <a:r>
              <a:t>packages/coding-agent/test/clipboard.test.ts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窗口缩小、主题改变或工具输出变长后，终端需要正确重绘。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测量组件与布局</a:t>
            </a:r>
          </a:p>
          <a:p xmlns:a="http://schemas.openxmlformats.org/drawingml/2006/main">
            <a:r>
              <a:t>从 Component.render(width) 和布局组件看行的组合、滚动与裁剪。</a:t>
            </a:r>
          </a:p>
          <a:p xmlns:a="http://schemas.openxmlformats.org/drawingml/2006/main">
            <a:r>
              <a:t>输入：组件树与窗口尺寸</a:t>
            </a:r>
          </a:p>
          <a:p xmlns:a="http://schemas.openxmlformats.org/drawingml/2006/main">
            <a:r>
              <a:t>输出：目标屏幕行</a:t>
            </a:r>
          </a:p>
          <a:p xmlns:a="http://schemas.openxmlformats.org/drawingml/2006/main">
            <a:r>
              <a:t>入口线索：Layout / LayoutNode / ScrollView</a:t>
            </a:r>
          </a:p>
          <a:p xmlns:a="http://schemas.openxmlformats.org/drawingml/2006/main">
            <a:r>
              <a:t>职责：终端列宽与文本字符数不同，测量结果服务于屏幕渲染。</a:t>
            </a:r>
          </a:p>
          <a:p xmlns:a="http://schemas.openxmlformats.org/drawingml/2006/main">
            <a:r>
              <a:t>源码：packages/tui/src/components/scroll-view.ts</a:t>
            </a:r>
          </a:p>
          <a:p xmlns:a="http://schemas.openxmlformats.org/drawingml/2006/main">
            <a:r>
              <a:t>packages/tui/src/layout-node.ts</a:t>
            </a:r>
          </a:p>
          <a:p xmlns:a="http://schemas.openxmlformats.org/drawingml/2006/main">
            <a:r>
              <a:t>packages/tui/src/layout.ts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按显示宽度处理文本</a:t>
            </a:r>
          </a:p>
          <a:p xmlns:a="http://schemas.openxmlformats.org/drawingml/2006/main">
            <a:r>
              <a:t>追踪 ANSI、Unicode、换行和截断，比较视觉列宽和原始字符串。</a:t>
            </a:r>
          </a:p>
          <a:p xmlns:a="http://schemas.openxmlformats.org/drawingml/2006/main">
            <a:r>
              <a:t>输入：带样式文本</a:t>
            </a:r>
          </a:p>
          <a:p xmlns:a="http://schemas.openxmlformats.org/drawingml/2006/main">
            <a:r>
              <a:t>输出：可显示的行</a:t>
            </a:r>
          </a:p>
          <a:p xmlns:a="http://schemas.openxmlformats.org/drawingml/2006/main">
            <a:r>
              <a:t>入口线索：visibleWidth / wrapTextWithAnsi / renderLatex</a:t>
            </a:r>
          </a:p>
          <a:p xmlns:a="http://schemas.openxmlformats.org/drawingml/2006/main">
            <a:r>
              <a:t>职责：字符数量不等于终端列宽。</a:t>
            </a:r>
          </a:p>
          <a:p xmlns:a="http://schemas.openxmlformats.org/drawingml/2006/main">
            <a:r>
              <a:t>源码：packages/tui/src/latex.ts</a:t>
            </a:r>
          </a:p>
          <a:p xmlns:a="http://schemas.openxmlformats.org/drawingml/2006/main">
            <a:r>
              <a:t>packages/tui/src/utils.ts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更新终端屏幕</a:t>
            </a:r>
          </a:p>
          <a:p xmlns:a="http://schemas.openxmlformats.org/drawingml/2006/main">
            <a:r>
              <a:t>区分主屏、替代屏、全量重绘与差分更新，观察光标定位及 resize。</a:t>
            </a:r>
          </a:p>
          <a:p xmlns:a="http://schemas.openxmlformats.org/drawingml/2006/main">
            <a:r>
              <a:t>输入：新旧屏幕状态</a:t>
            </a:r>
          </a:p>
          <a:p xmlns:a="http://schemas.openxmlformats.org/drawingml/2006/main">
            <a:r>
              <a:t>输出：终端输出序列</a:t>
            </a:r>
          </a:p>
          <a:p xmlns:a="http://schemas.openxmlformats.org/drawingml/2006/main">
            <a:r>
              <a:t>入口线索：TuiMainScreen / TuiAltScreen</a:t>
            </a:r>
          </a:p>
          <a:p xmlns:a="http://schemas.openxmlformats.org/drawingml/2006/main">
            <a:r>
              <a:t>职责：渲染只处理展示，模型状态由上层传入。</a:t>
            </a:r>
          </a:p>
          <a:p xmlns:a="http://schemas.openxmlformats.org/drawingml/2006/main">
            <a:r>
              <a:t>源码：packages/tui/src/terminal.ts</a:t>
            </a:r>
          </a:p>
          <a:p xmlns:a="http://schemas.openxmlformats.org/drawingml/2006/main">
            <a:r>
              <a:t>packages/tui/src/tui-alt-screen.ts</a:t>
            </a:r>
          </a:p>
          <a:p xmlns:a="http://schemas.openxmlformats.org/drawingml/2006/main">
            <a:r>
              <a:t>packages/tui/src/tui-main-screen.ts</a:t>
            </a:r>
          </a:p>
          <a:p xmlns:a="http://schemas.openxmlformats.org/drawingml/2006/main">
            <a:r>
              <a:t>packages/tui/src/tui.ts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处理图像与平台能力</a:t>
            </a:r>
          </a:p>
          <a:p xmlns:a="http://schemas.openxmlformats.org/drawingml/2006/main">
            <a:r>
              <a:t>检查 Kitty/iTerm2 与 native-platform 能力检测、剪贴板和回退。平台二进制与 TypeScript 包是不同构建层。</a:t>
            </a:r>
          </a:p>
          <a:p xmlns:a="http://schemas.openxmlformats.org/drawingml/2006/main">
            <a:r>
              <a:t>输入：图片和终端能力</a:t>
            </a:r>
          </a:p>
          <a:p xmlns:a="http://schemas.openxmlformats.org/drawingml/2006/main">
            <a:r>
              <a:t>输出：图像输出或回退表现</a:t>
            </a:r>
          </a:p>
          <a:p xmlns:a="http://schemas.openxmlformats.org/drawingml/2006/main">
            <a:r>
              <a:t>入口线索：renderImage / detectCapabilities</a:t>
            </a:r>
          </a:p>
          <a:p xmlns:a="http://schemas.openxmlformats.org/drawingml/2006/main">
            <a:r>
              <a:t>职责：终端不支持时使用对应回退路径。</a:t>
            </a:r>
          </a:p>
          <a:p xmlns:a="http://schemas.openxmlformats.org/drawingml/2006/main">
            <a:r>
              <a:t>源码：packages/tui/src/native-platform.ts</a:t>
            </a:r>
          </a:p>
          <a:p xmlns:a="http://schemas.openxmlformats.org/drawingml/2006/main">
            <a:r>
              <a:t>packages/tui/src/terminal-image.ts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失败与恢复：没有对应终端协议、显示服务或平台二进制时，图像与剪贴板能力可能降级。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 resize 测试解释哪些行重绘；再对照一个图像能力检测测试写出回退预期。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参考判断：状态验证需要包含窗口宽度和屏幕模式；图像能力不能由操作系统名称直接推断。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功能编号：UI-09, UI-21, UI-23, EXT-19, TUI-01, TUI-02, TUI-03, TUI-04, TUI-05, TUI-06, TUI-08, TUI-09, TUI-11, TUI-12, TUI-13, TUI-14, TUI-15, TUI-17, TUI-18, TUI-19, TUI-20, TUI-21, TUI-23, TUI-24, TUI-25, TUI-26, TUI-27, OTH-47, OTH-73, OTH-74, OTH-75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packages/tui/CHANGELOG.md</a:t>
            </a:r>
          </a:p>
          <a:p xmlns:a="http://schemas.openxmlformats.org/drawingml/2006/main">
            <a:r>
              <a:t>packages/tui/native/win32/README.md</a:t>
            </a:r>
          </a:p>
          <a:p xmlns:a="http://schemas.openxmlformats.org/drawingml/2006/main">
            <a:r>
              <a:t>packages/tui/native/darwin/README.md</a:t>
            </a:r>
          </a:p>
          <a:p xmlns:a="http://schemas.openxmlformats.org/drawingml/2006/main">
            <a:r>
              <a:t>packages/tui/native/linux/README.md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packages/tui/test/key-tester.ts</a:t>
            </a:r>
          </a:p>
          <a:p xmlns:a="http://schemas.openxmlformats.org/drawingml/2006/main">
            <a:r>
              <a:t>packages/tui/test/regression-overlay-cjk-boundary.test.ts</a:t>
            </a:r>
          </a:p>
          <a:p xmlns:a="http://schemas.openxmlformats.org/drawingml/2006/main">
            <a:r>
              <a:t>packages/tui/test/regression-regional-indicator-width.test.ts</a:t>
            </a:r>
          </a:p>
          <a:p xmlns:a="http://schemas.openxmlformats.org/drawingml/2006/main">
            <a:r>
              <a:t>packages/tui/test/regression-slice-by-column-ansi-order.test.ts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packages/tui/test/tab-width.test.ts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packages/tui/test/truncate-to-width.test.ts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packages/tui/test/visible-width.test.ts</a:t>
            </a:r>
          </a:p>
          <a:p xmlns:a="http://schemas.openxmlformats.org/drawingml/2006/main">
            <a:r>
              <a:t>packages/tui/test/wrap-ansi.test.ts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packages/tui/test/regression-sigwinch-kill-eacces.test.ts</a:t>
            </a:r>
          </a:p>
          <a:p xmlns:a="http://schemas.openxmlformats.org/drawingml/2006/main">
            <a:r>
              <a:t>packages/tui/test/terminal.test.ts</a:t>
            </a:r>
          </a:p>
          <a:p xmlns:a="http://schemas.openxmlformats.org/drawingml/2006/main">
            <a:r>
              <a:t>packages/tui/test/viewport-overwrite-repro.ts</a:t>
            </a:r>
          </a:p>
          <a:p xmlns:a="http://schemas.openxmlformats.org/drawingml/2006/main">
            <a:r>
              <a:t>packages/tui/test/virtual-terminal.ts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packages/tui/test/overlay-non-capturing.test.ts</a:t>
            </a:r>
          </a:p>
          <a:p xmlns:a="http://schemas.openxmlformats.org/drawingml/2006/main">
            <a:r>
              <a:t>packages/tui/test/overlay-options.test.ts</a:t>
            </a:r>
          </a:p>
          <a:p xmlns:a="http://schemas.openxmlformats.org/drawingml/2006/main">
            <a:r>
              <a:t>packages/tui/test/overlay-short-content.test.ts</a:t>
            </a:r>
          </a:p>
          <a:p xmlns:a="http://schemas.openxmlformats.org/drawingml/2006/main">
            <a:r>
              <a:t>packages/tui/test/tui-cell-size-input.test.ts</a:t>
            </a:r>
          </a:p>
          <a:p xmlns:a="http://schemas.openxmlformats.org/drawingml/2006/main">
            <a:r>
              <a:t>packages/tui/test/tui-overlay-style-leak.test.ts</a:t>
            </a:r>
          </a:p>
          <a:p xmlns:a="http://schemas.openxmlformats.org/drawingml/2006/main">
            <a:r>
              <a:t>packages/tui/test/tui-shrink.test.ts</a:t>
            </a:r>
          </a:p>
          <a:p xmlns:a="http://schemas.openxmlformats.org/drawingml/2006/main">
            <a:r>
              <a:t>packages/tui/test/native-platform.test.ts</a:t>
            </a:r>
          </a:p>
          <a:p xmlns:a="http://schemas.openxmlformats.org/drawingml/2006/main">
            <a:r>
              <a:t>packages/tui/test/bug-regression-isimageline-startswith-bug.test.ts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packages/tui/test/terminal-colors.test.ts</a:t>
            </a:r>
          </a:p>
          <a:p xmlns:a="http://schemas.openxmlformats.org/drawingml/2006/main">
            <a:r>
              <a:t>packages/coding-agent/test/clipboard-image-bmp-conversion.test.ts</a:t>
            </a:r>
          </a:p>
          <a:p xmlns:a="http://schemas.openxmlformats.org/drawingml/2006/main">
            <a:r>
              <a:t>packages/coding-agent/test/clipboard-image.test.ts</a:t>
            </a:r>
          </a:p>
          <a:p xmlns:a="http://schemas.openxmlformats.org/drawingml/2006/main">
            <a:r>
              <a:t>packages/coding-agent/test/clipboard.test.ts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Pi 嵌入自己的界面，或让另一个进程控制它。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选择集成边界</a:t>
            </a:r>
          </a:p>
          <a:p xmlns:a="http://schemas.openxmlformats.org/drawingml/2006/main">
            <a:r>
              <a:t>比较直接创建 AgentSession 与启动 RPC 进程，确定谁持有生命周期、凭据和工作目录。</a:t>
            </a:r>
          </a:p>
          <a:p xmlns:a="http://schemas.openxmlformats.org/drawingml/2006/main">
            <a:r>
              <a:t>输入：应用集成目标</a:t>
            </a:r>
          </a:p>
          <a:p xmlns:a="http://schemas.openxmlformats.org/drawingml/2006/main">
            <a:r>
              <a:t>输出：SDK 或进程协议方案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关联命令和响应</a:t>
            </a:r>
          </a:p>
          <a:p xmlns:a="http://schemas.openxmlformats.org/drawingml/2006/main">
            <a:r>
              <a:t>阅读命令联合类型、请求 ID、响应和独立事件；响应确认不等于整轮生成完成。</a:t>
            </a:r>
          </a:p>
          <a:p xmlns:a="http://schemas.openxmlformats.org/drawingml/2006/main">
            <a:r>
              <a:t>输入：JSON 请求</a:t>
            </a:r>
          </a:p>
          <a:p xmlns:a="http://schemas.openxmlformats.org/drawingml/2006/main">
            <a:r>
              <a:t>输出：命令结果与异步事件</a:t>
            </a:r>
          </a:p>
          <a:p xmlns:a="http://schemas.openxmlformats.org/drawingml/2006/main">
            <a:r>
              <a:t>入口线索：--mode rpc；RpcClient</a:t>
            </a:r>
          </a:p>
          <a:p xmlns:a="http://schemas.openxmlformats.org/drawingml/2006/main">
            <a:r>
              <a:t>职责：通过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</a:t>
            </a:r>
          </a:p>
          <a:p xmlns:a="http://schemas.openxmlformats.org/drawingml/2006/main">
            <a:r>
              <a:t>packages/coding-agent/src/modes/rpc/rpc-client.ts</a:t>
            </a:r>
          </a:p>
          <a:p xmlns:a="http://schemas.openxmlformats.org/drawingml/2006/main">
            <a:r>
              <a:t>packages/coding-agent/src/modes/rpc/rpc-mode.ts</a:t>
            </a:r>
          </a:p>
          <a:p xmlns:a="http://schemas.openxmlformats.org/drawingml/2006/main">
            <a:r>
              <a:t>packages/coding-agent/src/modes/rpc/rpc-types.ts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处理流与取消</a:t>
            </a:r>
          </a:p>
          <a:p xmlns:a="http://schemas.openxmlformats.org/drawingml/2006/main">
            <a:r>
              <a:t>比较代理流转换和直接模型流，把传输中断、用户 abort 和正常结束分开。</a:t>
            </a:r>
          </a:p>
          <a:p xmlns:a="http://schemas.openxmlformats.org/drawingml/2006/main">
            <a:r>
              <a:t>输入：远端事件流</a:t>
            </a:r>
          </a:p>
          <a:p xmlns:a="http://schemas.openxmlformats.org/drawingml/2006/main">
            <a:r>
              <a:t>输出：Agent 可消费的事件</a:t>
            </a:r>
          </a:p>
          <a:p xmlns:a="http://schemas.openxmlformats.org/drawingml/2006/main">
            <a:r>
              <a:t>入口线索：代理流 SDK</a:t>
            </a:r>
          </a:p>
          <a:p xmlns:a="http://schemas.openxmlformats.org/drawingml/2006/main">
            <a:r>
              <a:t>职责：是否使用由宿主注入的流函数决定。</a:t>
            </a:r>
          </a:p>
          <a:p xmlns:a="http://schemas.openxmlformats.org/drawingml/2006/main">
            <a:r>
              <a:t>源码：packages/agent/src/proxy.ts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释放进程和资源</a:t>
            </a:r>
          </a:p>
          <a:p xmlns:a="http://schemas.openxmlformats.org/drawingml/2006/main">
            <a:r>
              <a:t>跟踪关闭、错误与 UI 请求的处理，保证等待中的调用最终得到结果或明确失败。</a:t>
            </a:r>
          </a:p>
          <a:p xmlns:a="http://schemas.openxmlformats.org/drawingml/2006/main">
            <a:r>
              <a:t>输入：进程退出或会话关闭</a:t>
            </a:r>
          </a:p>
          <a:p xmlns:a="http://schemas.openxmlformats.org/drawingml/2006/main">
            <a:r>
              <a:t>输出：已收尾的客户端状态</a:t>
            </a:r>
          </a:p>
          <a:p xmlns:a="http://schemas.openxmlformats.org/drawingml/2006/main">
            <a:r>
              <a:t>入口线索：--mode rpc；RpcClient</a:t>
            </a:r>
          </a:p>
          <a:p xmlns:a="http://schemas.openxmlformats.org/drawingml/2006/main">
            <a:r>
              <a:t>职责：通过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</a:t>
            </a:r>
          </a:p>
          <a:p xmlns:a="http://schemas.openxmlformats.org/drawingml/2006/main">
            <a:r>
              <a:t>packages/coding-agent/src/modes/rpc/rpc-client.ts</a:t>
            </a:r>
          </a:p>
          <a:p xmlns:a="http://schemas.openxmlformats.org/drawingml/2006/main">
            <a:r>
              <a:t>packages/coding-agent/src/modes/rpc/rpc-mode.ts</a:t>
            </a:r>
          </a:p>
          <a:p xmlns:a="http://schemas.openxmlformats.org/drawingml/2006/main">
            <a:r>
              <a:t>packages/coding-agent/src/modes/rpc/rpc-types.ts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失败与恢复：请求响应和异步事件可能交错；不要以收到任意 JSON 行就认定自己的请求完成。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 RPC 测试中跟踪一条 prompt 的 ID、事件和最终完成，写一个取消中的等待场景。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参考判断：请求按 ID 关联；事件按协议类型处理；进程异常时所有挂起等待需被处理。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功能编号：UI-04, EXT-22, INT-01, INT-03, INT-04, INT-05, INT-07, INT-09, INT-10, INT-11, INT-12, INT-13, INT-14, INT-15, INT-16, INT-17, INT-18, INT-19, INT-20, INT-21, INT-22, INT-23, INT-24, AG-19, OTH-18, OTH-19, OTH-20, OTH-24, OTH-25, OTH-31, OTH-33,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packages/coding-agent/examples/extensions/subagent/README.md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packages/agent/test/proxy.test.ts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Pi 嵌入自己的界面，或让另一个进程控制它。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选择集成边界</a:t>
            </a:r>
          </a:p>
          <a:p xmlns:a="http://schemas.openxmlformats.org/drawingml/2006/main">
            <a:r>
              <a:t>比较直接创建 AgentSession 与启动 RPC 进程，确定谁持有生命周期、凭据和工作目录。</a:t>
            </a:r>
          </a:p>
          <a:p xmlns:a="http://schemas.openxmlformats.org/drawingml/2006/main">
            <a:r>
              <a:t>输入：应用集成目标</a:t>
            </a:r>
          </a:p>
          <a:p xmlns:a="http://schemas.openxmlformats.org/drawingml/2006/main">
            <a:r>
              <a:t>输出：SDK 或进程协议方案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关联命令和响应</a:t>
            </a:r>
          </a:p>
          <a:p xmlns:a="http://schemas.openxmlformats.org/drawingml/2006/main">
            <a:r>
              <a:t>阅读命令联合类型、请求 ID、响应和独立事件；响应确认不等于整轮生成完成。</a:t>
            </a:r>
          </a:p>
          <a:p xmlns:a="http://schemas.openxmlformats.org/drawingml/2006/main">
            <a:r>
              <a:t>输入：JSON 请求</a:t>
            </a:r>
          </a:p>
          <a:p xmlns:a="http://schemas.openxmlformats.org/drawingml/2006/main">
            <a:r>
              <a:t>输出：命令结果与异步事件</a:t>
            </a:r>
          </a:p>
          <a:p xmlns:a="http://schemas.openxmlformats.org/drawingml/2006/main">
            <a:r>
              <a:t>入口线索：--mode rpc；RpcClient</a:t>
            </a:r>
          </a:p>
          <a:p xmlns:a="http://schemas.openxmlformats.org/drawingml/2006/main">
            <a:r>
              <a:t>职责：通过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</a:t>
            </a:r>
          </a:p>
          <a:p xmlns:a="http://schemas.openxmlformats.org/drawingml/2006/main">
            <a:r>
              <a:t>packages/coding-agent/src/modes/rpc/rpc-client.ts</a:t>
            </a:r>
          </a:p>
          <a:p xmlns:a="http://schemas.openxmlformats.org/drawingml/2006/main">
            <a:r>
              <a:t>packages/coding-agent/src/modes/rpc/rpc-mode.ts</a:t>
            </a:r>
          </a:p>
          <a:p xmlns:a="http://schemas.openxmlformats.org/drawingml/2006/main">
            <a:r>
              <a:t>packages/coding-agent/src/modes/rpc/rpc-types.ts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处理流与取消</a:t>
            </a:r>
          </a:p>
          <a:p xmlns:a="http://schemas.openxmlformats.org/drawingml/2006/main">
            <a:r>
              <a:t>比较代理流转换和直接模型流，把传输中断、用户 abort 和正常结束分开。</a:t>
            </a:r>
          </a:p>
          <a:p xmlns:a="http://schemas.openxmlformats.org/drawingml/2006/main">
            <a:r>
              <a:t>输入：远端事件流</a:t>
            </a:r>
          </a:p>
          <a:p xmlns:a="http://schemas.openxmlformats.org/drawingml/2006/main">
            <a:r>
              <a:t>输出：Agent 可消费的事件</a:t>
            </a:r>
          </a:p>
          <a:p xmlns:a="http://schemas.openxmlformats.org/drawingml/2006/main">
            <a:r>
              <a:t>入口线索：代理流 SDK</a:t>
            </a:r>
          </a:p>
          <a:p xmlns:a="http://schemas.openxmlformats.org/drawingml/2006/main">
            <a:r>
              <a:t>职责：是否使用由宿主注入的流函数决定。</a:t>
            </a:r>
          </a:p>
          <a:p xmlns:a="http://schemas.openxmlformats.org/drawingml/2006/main">
            <a:r>
              <a:t>源码：packages/agent/src/proxy.ts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释放进程和资源</a:t>
            </a:r>
          </a:p>
          <a:p xmlns:a="http://schemas.openxmlformats.org/drawingml/2006/main">
            <a:r>
              <a:t>跟踪关闭、错误与 UI 请求的处理，保证等待中的调用最终得到结果或明确失败。</a:t>
            </a:r>
          </a:p>
          <a:p xmlns:a="http://schemas.openxmlformats.org/drawingml/2006/main">
            <a:r>
              <a:t>输入：进程退出或会话关闭</a:t>
            </a:r>
          </a:p>
          <a:p xmlns:a="http://schemas.openxmlformats.org/drawingml/2006/main">
            <a:r>
              <a:t>输出：已收尾的客户端状态</a:t>
            </a:r>
          </a:p>
          <a:p xmlns:a="http://schemas.openxmlformats.org/drawingml/2006/main">
            <a:r>
              <a:t>入口线索：--mode rpc；RpcClient</a:t>
            </a:r>
          </a:p>
          <a:p xmlns:a="http://schemas.openxmlformats.org/drawingml/2006/main">
            <a:r>
              <a:t>职责：通过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</a:t>
            </a:r>
          </a:p>
          <a:p xmlns:a="http://schemas.openxmlformats.org/drawingml/2006/main">
            <a:r>
              <a:t>packages/coding-agent/src/modes/rpc/rpc-client.ts</a:t>
            </a:r>
          </a:p>
          <a:p xmlns:a="http://schemas.openxmlformats.org/drawingml/2006/main">
            <a:r>
              <a:t>packages/coding-agent/src/modes/rpc/rpc-mode.ts</a:t>
            </a:r>
          </a:p>
          <a:p xmlns:a="http://schemas.openxmlformats.org/drawingml/2006/main">
            <a:r>
              <a:t>packages/coding-agent/src/modes/rpc/rpc-types.ts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失败与恢复：请求响应和异步事件可能交错；不要以收到任意 JSON 行就认定自己的请求完成。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 RPC 测试中跟踪一条 prompt 的 ID、事件和最终完成，写一个取消中的等待场景。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参考判断：请求按 ID 关联；事件按协议类型处理；进程异常时所有挂起等待需被处理。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功能编号：UI-04, EXT-22, INT-01, INT-03, INT-04, INT-05, INT-07, INT-09, INT-10, INT-11, INT-12, INT-13, INT-14, INT-15, INT-16, INT-17, INT-18, INT-19, INT-20, INT-21, INT-22, INT-23, INT-24, AG-19, OTH-18, OTH-19, OTH-20, OTH-24, OTH-25, OTH-31, OTH-33,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packages/coding-agent/examples/extensions/subagent/README.md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packages/agent/test/proxy.test.ts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Pi 嵌入自己的界面，或让另一个进程控制它。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选择集成边界</a:t>
            </a:r>
          </a:p>
          <a:p xmlns:a="http://schemas.openxmlformats.org/drawingml/2006/main">
            <a:r>
              <a:t>比较直接创建 AgentSession 与启动 RPC 进程，确定谁持有生命周期、凭据和工作目录。</a:t>
            </a:r>
          </a:p>
          <a:p xmlns:a="http://schemas.openxmlformats.org/drawingml/2006/main">
            <a:r>
              <a:t>输入：应用集成目标</a:t>
            </a:r>
          </a:p>
          <a:p xmlns:a="http://schemas.openxmlformats.org/drawingml/2006/main">
            <a:r>
              <a:t>输出：SDK 或进程协议方案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关联命令和响应</a:t>
            </a:r>
          </a:p>
          <a:p xmlns:a="http://schemas.openxmlformats.org/drawingml/2006/main">
            <a:r>
              <a:t>阅读命令联合类型、请求 ID、响应和独立事件；响应确认不等于整轮生成完成。</a:t>
            </a:r>
          </a:p>
          <a:p xmlns:a="http://schemas.openxmlformats.org/drawingml/2006/main">
            <a:r>
              <a:t>输入：JSON 请求</a:t>
            </a:r>
          </a:p>
          <a:p xmlns:a="http://schemas.openxmlformats.org/drawingml/2006/main">
            <a:r>
              <a:t>输出：命令结果与异步事件</a:t>
            </a:r>
          </a:p>
          <a:p xmlns:a="http://schemas.openxmlformats.org/drawingml/2006/main">
            <a:r>
              <a:t>入口线索：--mode rpc；RpcClient</a:t>
            </a:r>
          </a:p>
          <a:p xmlns:a="http://schemas.openxmlformats.org/drawingml/2006/main">
            <a:r>
              <a:t>职责：通过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</a:t>
            </a:r>
          </a:p>
          <a:p xmlns:a="http://schemas.openxmlformats.org/drawingml/2006/main">
            <a:r>
              <a:t>packages/coding-agent/src/modes/rpc/rpc-client.ts</a:t>
            </a:r>
          </a:p>
          <a:p xmlns:a="http://schemas.openxmlformats.org/drawingml/2006/main">
            <a:r>
              <a:t>packages/coding-agent/src/modes/rpc/rpc-mode.ts</a:t>
            </a:r>
          </a:p>
          <a:p xmlns:a="http://schemas.openxmlformats.org/drawingml/2006/main">
            <a:r>
              <a:t>packages/coding-agent/src/modes/rpc/rpc-types.ts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处理流与取消</a:t>
            </a:r>
          </a:p>
          <a:p xmlns:a="http://schemas.openxmlformats.org/drawingml/2006/main">
            <a:r>
              <a:t>比较代理流转换和直接模型流，把传输中断、用户 abort 和正常结束分开。</a:t>
            </a:r>
          </a:p>
          <a:p xmlns:a="http://schemas.openxmlformats.org/drawingml/2006/main">
            <a:r>
              <a:t>输入：远端事件流</a:t>
            </a:r>
          </a:p>
          <a:p xmlns:a="http://schemas.openxmlformats.org/drawingml/2006/main">
            <a:r>
              <a:t>输出：Agent 可消费的事件</a:t>
            </a:r>
          </a:p>
          <a:p xmlns:a="http://schemas.openxmlformats.org/drawingml/2006/main">
            <a:r>
              <a:t>入口线索：代理流 SDK</a:t>
            </a:r>
          </a:p>
          <a:p xmlns:a="http://schemas.openxmlformats.org/drawingml/2006/main">
            <a:r>
              <a:t>职责：是否使用由宿主注入的流函数决定。</a:t>
            </a:r>
          </a:p>
          <a:p xmlns:a="http://schemas.openxmlformats.org/drawingml/2006/main">
            <a:r>
              <a:t>源码：packages/agent/src/proxy.ts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释放进程和资源</a:t>
            </a:r>
          </a:p>
          <a:p xmlns:a="http://schemas.openxmlformats.org/drawingml/2006/main">
            <a:r>
              <a:t>跟踪关闭、错误与 UI 请求的处理，保证等待中的调用最终得到结果或明确失败。</a:t>
            </a:r>
          </a:p>
          <a:p xmlns:a="http://schemas.openxmlformats.org/drawingml/2006/main">
            <a:r>
              <a:t>输入：进程退出或会话关闭</a:t>
            </a:r>
          </a:p>
          <a:p xmlns:a="http://schemas.openxmlformats.org/drawingml/2006/main">
            <a:r>
              <a:t>输出：已收尾的客户端状态</a:t>
            </a:r>
          </a:p>
          <a:p xmlns:a="http://schemas.openxmlformats.org/drawingml/2006/main">
            <a:r>
              <a:t>入口线索：--mode rpc；RpcClient</a:t>
            </a:r>
          </a:p>
          <a:p xmlns:a="http://schemas.openxmlformats.org/drawingml/2006/main">
            <a:r>
              <a:t>职责：通过 stdin/stdout 交换 JSONL 命令、响应与事件；外部程序管理进程与协议交互。</a:t>
            </a:r>
          </a:p>
          <a:p xmlns:a="http://schemas.openxmlformats.org/drawingml/2006/main">
            <a:r>
              <a:t>源码：packages/coding-agent/src/modes/rpc/jsonl.ts</a:t>
            </a:r>
          </a:p>
          <a:p xmlns:a="http://schemas.openxmlformats.org/drawingml/2006/main">
            <a:r>
              <a:t>packages/coding-agent/src/modes/rpc/rpc-client.ts</a:t>
            </a:r>
          </a:p>
          <a:p xmlns:a="http://schemas.openxmlformats.org/drawingml/2006/main">
            <a:r>
              <a:t>packages/coding-agent/src/modes/rpc/rpc-mode.ts</a:t>
            </a:r>
          </a:p>
          <a:p xmlns:a="http://schemas.openxmlformats.org/drawingml/2006/main">
            <a:r>
              <a:t>packages/coding-agent/src/modes/rpc/rpc-types.ts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失败与恢复：请求响应和异步事件可能交错；不要以收到任意 JSON 行就认定自己的请求完成。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 RPC 测试中跟踪一条 prompt 的 ID、事件和最终完成，写一个取消中的等待场景。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参考判断：请求按 ID 关联；事件按协议类型处理；进程异常时所有挂起等待需被处理。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功能编号：UI-04, EXT-22, INT-01, INT-03, INT-04, INT-05, INT-07, INT-09, INT-10, INT-11, INT-12, INT-13, INT-14, INT-15, INT-16, INT-17, INT-18, INT-19, INT-20, INT-21, INT-22, INT-23, INT-24, AG-19, OTH-18, OTH-19, OTH-20, OTH-24, OTH-25, OTH-31, OTH-33,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packages/coding-agent/examples/extensions/subagent/README.md</a:t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>packages/agent/test/proxy.test.ts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5c43f951b4c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f0475bd8845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0a8caca3149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0338a921946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1b95a5d944f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43a65a4ec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0AFC9-BF4A-4D66-998F-33FE52574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C95521-0BA8-4526-BE26-E8728EC4EF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2CD93C-3B95-4D5E-B396-E132F38AF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53387B-9925-4038-93B3-2A3690D26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41A97B-BF8D-4054-8337-882F6AD4F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732110-862C-4271-A900-A438F3879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330AC5-BC40-4BF7-AC2C-DCEB65912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17FE05-D2DA-426B-90D0-CD198A93B2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17D8D6-BE9A-4DFC-98E4-22116548D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6E0E5E-DCE5-4F30-96CE-8B408CC96A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75c1a705144de" /><Relationship Type="http://schemas.openxmlformats.org/officeDocument/2006/relationships/slideLayout" Target="/ppt/slideLayouts/slideLayout1.xml" Id="Rad7bc261e3494b41" /><Relationship Type="http://schemas.openxmlformats.org/officeDocument/2006/relationships/slideLayout" Target="/ppt/slideLayouts/slideLayout2.xml" Id="Rd9f85c7249694ec8" /><Relationship Type="http://schemas.openxmlformats.org/officeDocument/2006/relationships/slideLayout" Target="/ppt/slideLayouts/slideLayout3.xml" Id="Re697d25ce88f4d08" /><Relationship Type="http://schemas.openxmlformats.org/officeDocument/2006/relationships/slideLayout" Target="/ppt/slideLayouts/slideLayout4.xml" Id="R5de788fe3d46452f" /><Relationship Type="http://schemas.openxmlformats.org/officeDocument/2006/relationships/slideLayout" Target="/ppt/slideLayouts/slideLayout5.xml" Id="R3094b4fa63534812" /><Relationship Type="http://schemas.openxmlformats.org/officeDocument/2006/relationships/slideLayout" Target="/ppt/slideLayouts/slideLayout6.xml" Id="Ra3283d17c3e241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bc261e3494b41"/>
    <p:sldLayoutId xmlns:r="http://schemas.openxmlformats.org/officeDocument/2006/relationships" id="2147483650" r:id="Rd9f85c7249694ec8"/>
    <p:sldLayoutId xmlns:r="http://schemas.openxmlformats.org/officeDocument/2006/relationships" id="2147483651" r:id="Re697d25ce88f4d08"/>
    <p:sldLayoutId xmlns:r="http://schemas.openxmlformats.org/officeDocument/2006/relationships" id="2147483652" r:id="R5de788fe3d46452f"/>
    <p:sldLayoutId xmlns:r="http://schemas.openxmlformats.org/officeDocument/2006/relationships" id="2147483653" r:id="R3094b4fa63534812"/>
    <p:sldLayoutId xmlns:r="http://schemas.openxmlformats.org/officeDocument/2006/relationships" id="2147483654" r:id="Ra3283d17c3e241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0e121ca3b4263" /><Relationship Type="http://schemas.openxmlformats.org/officeDocument/2006/relationships/notesSlide" Target="/ppt/notesSlides/notesSlide1.xml" Id="Rae3d55751a7540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af4cb690943f2" /><Relationship Type="http://schemas.openxmlformats.org/officeDocument/2006/relationships/notesSlide" Target="/ppt/notesSlides/notesSlide2.xml" Id="R58143bde23e849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789deca074290" /><Relationship Type="http://schemas.openxmlformats.org/officeDocument/2006/relationships/notesSlide" Target="/ppt/notesSlides/notesSlide3.xml" Id="Rcc36838c5f9146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2a71daffe40ab" /><Relationship Type="http://schemas.openxmlformats.org/officeDocument/2006/relationships/notesSlide" Target="/ppt/notesSlides/notesSlide4.xml" Id="Rebda18b7fe4a4a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0d058899540f9" /><Relationship Type="http://schemas.openxmlformats.org/officeDocument/2006/relationships/notesSlide" Target="/ppt/notesSlides/notesSlide5.xml" Id="Rc3794a9dee8c4b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dcdc41ed4425b" /><Relationship Type="http://schemas.openxmlformats.org/officeDocument/2006/relationships/notesSlide" Target="/ppt/notesSlides/notesSlide6.xml" Id="Rab00629b4ed242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e7e01c34a4ff8" /><Relationship Type="http://schemas.openxmlformats.org/officeDocument/2006/relationships/notesSlide" Target="/ppt/notesSlides/notesSlide7.xml" Id="R66bca95d95d947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7558313e347d5" /><Relationship Type="http://schemas.openxmlformats.org/officeDocument/2006/relationships/notesSlide" Target="/ppt/notesSlides/notesSlide8.xml" Id="Redde68674e5c4c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1833de0a44716" /><Relationship Type="http://schemas.openxmlformats.org/officeDocument/2006/relationships/notesSlide" Target="/ppt/notesSlides/notesSlide9.xml" Id="Rce2631b391c045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d922ec1f3483e" /><Relationship Type="http://schemas.openxmlformats.org/officeDocument/2006/relationships/notesSlide" Target="/ppt/notesSlides/notesSlide10.xml" Id="Re5528f0c881c47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bc7c561c1416b" /><Relationship Type="http://schemas.openxmlformats.org/officeDocument/2006/relationships/notesSlide" Target="/ppt/notesSlides/notesSlide11.xml" Id="R1298fd683f3e4b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c3ba749ce4d3a" /><Relationship Type="http://schemas.openxmlformats.org/officeDocument/2006/relationships/notesSlide" Target="/ppt/notesSlides/notesSlide12.xml" Id="Rd352f2057df746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fd8b3a09546eb" /><Relationship Type="http://schemas.openxmlformats.org/officeDocument/2006/relationships/notesSlide" Target="/ppt/notesSlides/notesSlide13.xml" Id="Rcf4b427123704f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27a5e7a5e4467" /><Relationship Type="http://schemas.openxmlformats.org/officeDocument/2006/relationships/notesSlide" Target="/ppt/notesSlides/notesSlide14.xml" Id="R0493ff0d945c46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3835039334eaa" /><Relationship Type="http://schemas.openxmlformats.org/officeDocument/2006/relationships/notesSlide" Target="/ppt/notesSlides/notesSlide15.xml" Id="R7f8f6224c4a04c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A6C068C-AB02-4D2B-9791-4DEBBD16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05A848-7731-4FDD-BB00-E9F1226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扩展从加载、注册到事件与重载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E7F1983-FCDA-4D72-8ED5-508CA5B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你要添加一个命令或工具，并在会话变化后保持正确状态。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7CCFD80-23B9-45B2-B67B-91D8BA23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BFBD819A-3441-4B7A-AD44-4FC48BA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扩展发现、注册与事件分发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AB30112-F6E2-469E-85EF-254FCA0E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用户与自定义消息的统一运行准备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ED5D325A-68A3-4FDA-8590-9161B6A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会话保存、恢复与命名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31851CA-D4DD-4EAF-95F2-3B80BB8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extension-lifecycle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6567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F910BE4-032E-4751-840B-C63D14A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2DD384-CF85-4093-B904-F672E98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扩展从加载、注册到事件与重载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319E6ED-E5AD-41A2-A717-F1533AC9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发现并加载工厂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C1342FD-D0C5-4BC4-B77E-4C30F79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输入：扩展文件与资源来源    输出：注册中的扩展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C2546E7D-889E-4FC4-BD3A-C1E7332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注册受类型约束的能力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65943C1A-D672-4AB8-AAD2-411BFD9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输入：扩展工厂回调    输出：已注册能力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DA74263-30A5-41D5-A5FF-4BEF90B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在事件阶段影响运行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43EAE5C7-14B8-480D-A5F3-D91F7428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输入：用户动作和会话状态    输出：扩展处理后的运行输入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7EC98CC-84E7-437B-9EB4-BF720372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保存状态与清理重载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E279FAE2-F77E-495C-AA8F-D9A12122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输入：会话变更或 reload    输出：一致的新扩展状态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CA4819A-2F50-4148-A2CC-FBDF5CE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extension-lifecycle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26790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10C79FD-BAF6-43FB-A8EA-0A357DA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289289-1AF5-44FF-B75D-6BA7F94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扩展从加载、注册到事件与重载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A6BF217D-3C38-464B-ACDF-99659A4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C1DFB95-AFA0-46DC-BAD7-885B49F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进程内变量不会自动随会话分支恢复；重复注册监听器会让一次事件产生多次副作用。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1C4E26C-BB35-4B41-A6B0-E69566F4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F39A407-BF8E-40E7-BDB5-C1A874A7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选择现有扩展示例，分别模拟新会话、恢复、分叉和 /reload，并说明状态初始化位置。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9B7B1DE-719D-411C-AADE-0E6F13E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extension-lifecycle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45918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E011CC4-E66A-4CA3-BFEB-2BB436EC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2D45A9-DC1E-4A48-9968-005C701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自定义组件、交互窗口与主题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5D1E6AF-511B-4929-9190-75D9ECB4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扩展要显示选择器、状态或自定义工具结果。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27632BB-D87B-41C8-B41B-3030123E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E3EC791B-FA79-4113-8F8B-92881B0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扩展发现、注册与事件分发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92DB701-732D-4323-ACAB-054F6EC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选择器、消息与工具 UI 组件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BC41658-9236-40BF-B2EE-604A3575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全屏终端、普通模式与启动显示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5E02FD41-9C89-4B46-B64D-F818BE47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主题、颜色与代码高亮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C288AFD-2ED6-4F02-9767-E8EC2D42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extension-ui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44217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042DAA8-4F82-4AB5-A894-485D3D6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D2B099-F435-4E02-8403-47C3A6F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自定义组件、交互窗口与主题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AD87397-23B0-4049-A63A-06342220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核对 UI 能力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48DF0DC3-A69E-475C-8E6A-69F7BA7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输入：扩展上下文    输出：当前可使用的 UI 接口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5A52A91-1F8C-4FE4-B7AB-A574AEF9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选择已有组件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3EEDFBE-0C5A-4811-A84B-EECE28B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输入：工具详情或用户选择    输出：可显示组件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1D1B7C59-379A-4CC1-A6AB-4B34CE9F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布局与屏幕模式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6124663-EDE2-43E6-8827-2B166116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输入：组件与可用空间    输出：可交互布局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166180E-630C-44F8-A698-A058F5F0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应用主题与重载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27CBF33-0179-42E0-AA01-6BAA1100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输入：主题设置与终端能力    输出：一致的界面样式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4BACC80-C492-4C2F-BC8E-AC36083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extension-ui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6337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680837B-0579-45AE-B2D1-FDD7A62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EC042B-D2FD-40BA-AEA4-35A1065A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自定义组件、交互窗口与主题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DF97EB86-FD0F-463A-8D91-C1B6833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B1BAD8D6-0809-4738-8CB2-F2FC64B1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渲染不能成为写入业务状态的隐式入口。无 UI 模式需要明确降级，不能等待永远不会出现的选择器。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39F5A7FF-0619-465C-864D-26B6DC6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8D384F81-3225-4BB4-86E3-3399954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找一个自定义 UI 示例，记录输入、返回值、取消值以及清理步骤。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1D8FF84-8B1A-4DCE-83A4-899E70F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extension-ui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62834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C88048BB-1CD5-403E-9D36-0A4555B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44595D-B156-4338-9DC4-3919B8F3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终端字节到按键、编辑与补全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D1F9458-69C0-48E5-B041-AD71750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输入中文、粘贴多行或按快捷键时，需要理解编辑器如何变化。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344087F-F787-46FB-90BC-A3ED974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BF61368-15D3-4343-93CC-42097922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键盘、鼠标与输入缓存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95AAFF61-B5F1-4AA6-B6E6-F5B00516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快捷键与斜杠命令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75F0AE2B-49B7-4FD1-BCC9-C067AE3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撤销、Kill Ring 与词边界导航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53C6F59-2173-4CC8-937A-8F18B93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路径、斜杠命令与模糊补全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E6159C5-59C6-48E6-81B3-8E27AC34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tui-input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47693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E0FA4FE-C3A1-47B8-9B44-E4B4BAC3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082049-3DB4-49C6-89EA-9816ED67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终端字节到按键、编辑与补全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681B954B-3F34-4DE8-8147-500AA30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拆分输入协议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F2AAA7E3-5FF3-4D7E-A4C1-C7A51F1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输入：终端字节流    输出：键盘、鼠标或粘贴事件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D6262DE-47B9-4BE3-99EE-DD75D3D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映射可配置动作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4AA2A9F5-60D9-4871-B482-A64EEB1D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输入：标准化按键与用户绑定    输出：编辑或应用动作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124CF8D-8D88-4041-A11C-19E5BE5C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更新编辑状态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210D25B5-110D-4E95-AE65-F27E074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输入：编辑动作    输出：文本、光标和历史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C24AAE4-7344-477A-AB62-195CEA9F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生成和应用补全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7E65024-17FB-4154-8B53-C05A7B2E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输入：输入文本与位置    输出：候选和替换后的文本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BF6B849-3E7A-43A3-8947-91580D5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tui-input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692371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EEB9330-F733-47AA-B69C-A47B6924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33DE9D-E5A0-403C-9E2E-59810C7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终端字节到按键、编辑与补全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2BFC0086-176F-4E30-BEF6-A03387CB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5A408411-ACDD-49C3-A76A-4DED445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字节数、字符数与终端列宽不同；协议序列被拆分时不能立即当普通文本处理。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273478F1-6214-42B4-8476-F28E7D7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915D3A08-E8FD-4CAD-A29A-1BD3ED3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从已有编辑器测试选择中文、组合字符和多行粘贴三个场景，标注光标的预期位置。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D3CF709-FE37-40A9-9ED5-2E51C53F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tui-input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515717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49BAB17-3F8C-4B33-8AFB-55665EC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E62F80-F9B9-4D98-8B60-7A13005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组件树到差分渲染、图像与原生桥接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73489915-C786-4A7D-9EEA-9B320A2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窗口缩小、主题改变或工具输出变长后，终端需要正确重绘。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326E6C6-74E5-4FA8-9F95-36AE1B3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CE584B22-4F30-4B00-BF74-E047C07E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布局节点、测量与滚动几何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9980955A-E106-42BE-931D-3281079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Unicode 宽度、ANSI 与 LaTeX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9E1EBE8C-D1B2-46B3-B224-83E42697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主屏、替代屏与差分渲染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47F4C1F-E955-46FE-93C3-8D2AFB71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图像协议与能力探测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710B5AC-EA02-4E37-8093-41A016B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tui-render   /   10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99046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3B76209-3495-4D19-BC56-A36DF883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3C8A0D-B39A-49C8-A6CC-69DD7CF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组件树到差分渲染、图像与原生桥接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28F65BB-CA99-44AD-A13B-C2973E5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测量组件与布局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B9639C5-FF6D-4596-8B36-304E304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输入：组件树与窗口尺寸    输出：目标屏幕行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E596467-053C-44D8-AAAF-5E99BA2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按显示宽度处理文本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2F4F5EA-1242-474A-B325-E600C76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输入：带样式文本    输出：可显示的行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1ECBC4D-E8DB-470D-B144-AC84B1E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更新终端屏幕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1FE6009-1937-472F-A169-0531539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输入：新旧屏幕状态    输出：终端输出序列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272F3A4-8FAF-4982-9BB5-687A635E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处理图像与平台能力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9B17E973-1BF6-4EB4-BB65-44E241DD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输入：图片和终端能力    输出：图像输出或回退表现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68A3319-2347-4A5E-B5A8-662B5AFF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tui-render   /   11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30826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C17E10F-BF8D-4364-9590-1BE88AD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AA432C-DF6E-4DC6-AAF5-CB451439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组件树到差分渲染、图像与原生桥接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1EB286C5-F2B6-4B29-9373-E3DBBA5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1F7076A6-B1B0-4C03-BEB5-1F8752A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没有对应终端协议、显示服务或平台二进制时，图像与剪贴板能力可能降级。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EB35682E-52E7-4C47-BB33-1A603E9D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89C45BE-7F88-42AE-9ECD-9C08109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选一个 resize 测试解释哪些行重绘；再对照一个图像能力检测测试写出回退预期。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3D9CB98-A35E-41F6-AB88-C76B5937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tui-render   /   12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68285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9F30E4CA-167E-40F6-A0BB-88748A4F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F21BC6-E9A3-4EB3-84A1-78E24AE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SDK 嵌入、RPC 请求与代理流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D5D3D51D-1F93-4622-A409-0014744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把 Pi 嵌入自己的界面，或让另一个进程控制它。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5E1626F-CD50-4ACD-80ED-041781A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5C7F7C8-596D-4694-980E-CB828315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SDK 创建与替换运行时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D315D35-19BB-44E0-A98E-A962506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CLI RPC 与扩展 UI 代理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8E1D875-1108-42B1-A63E-B822899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代理流与状态事件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CDA7254-09DD-4A3B-A9FC-0C42093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sdk-rpc   /   13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90051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D1122D9-684A-4888-94C4-917B099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E450DD-8834-41C2-B8A7-715D190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SDK 嵌入、RPC 请求与代理流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BF5151B-C346-4094-9820-5B981CC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选择集成边界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6C4B141B-D68F-4A9D-A720-521FA41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输入：应用集成目标    输出：SDK 或进程协议方案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8A0AB10-06EB-47F6-A3E4-437494E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关联命令和响应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3A64CEB-BBA9-41A0-9F2B-1F9029C0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输入：JSON 请求    输出：命令结果与异步事件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95740B2-4F5A-4FB7-B64A-308FC6DF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处理流与取消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4CEC8A7-51AD-4F17-8C9A-33E8595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输入：远端事件流    输出：Agent 可消费的事件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93B6BCFF-C283-433A-A4CB-A9B149F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释放进程和资源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446DB5A-79D2-42C1-AA05-52CB2205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输入：进程退出或会话关闭    输出：已收尾的客户端状态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6B81F9E-3220-49AB-ABC1-F02E8FA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sdk-rpc   /   14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973113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7DA723CE-8A46-44EE-AF19-837B79F1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05 扩展与界面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052836-DBB4-4CDC-8A57-F311B58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SDK 嵌入、RPC 请求与代理流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A954EA1F-1581-4B4A-A8B4-DBAE34D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B8811FE-9781-406C-B117-BB751BCC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请求响应和异步事件可能交错；不要以收到任意 JSON 行就认定自己的请求完成。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CB4615D5-748A-4832-943C-8C5665DD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F6ACBBC-6722-41A8-AC4F-8D97E5DB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在 RPC 测试中跟踪一条 prompt 的 ID、事件和最终完成，写一个取消中的等待场景。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A0BEDC4-4DB7-4347-A6D3-2609399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sdk-rpc   /   15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6306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2026-10-12T14:55:40.8570000Z</dcterms:created>
  <dcterms:modified xsi:type="dcterms:W3CDTF">2026-10-12T14:55:40.8570000Z</dcterms:modified>
</coreProperties>
</file>