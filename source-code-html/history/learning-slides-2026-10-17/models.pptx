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ffd7c8758b348c3" /><Relationship Type="http://schemas.openxmlformats.org/officeDocument/2006/relationships/extended-properties" Target="/docProps/app.xml" Id="Rb84724fff6c54a9b" /><Relationship Type="http://schemas.openxmlformats.org/officeDocument/2006/relationships/officeDocument" Target="/ppt/presentation.xml" Id="Rab64999902ba460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2104a2baa2940a9"/>
  </p:sldMasterIdLst>
  <p:notesMasterIdLst>
    <p:notesMasterId xmlns:r="http://schemas.openxmlformats.org/officeDocument/2006/relationships" r:id="R8487b56dad2c4d52"/>
  </p:notesMasterIdLst>
  <p:sldIdLst>
    <p:sldId xmlns:r="http://schemas.openxmlformats.org/officeDocument/2006/relationships" id="256" r:id="R9e8bc05479a748d7"/>
    <p:sldId xmlns:r="http://schemas.openxmlformats.org/officeDocument/2006/relationships" id="257" r:id="R0e0b7260c1744d11"/>
    <p:sldId xmlns:r="http://schemas.openxmlformats.org/officeDocument/2006/relationships" id="258" r:id="Re938c33662834abd"/>
    <p:sldId xmlns:r="http://schemas.openxmlformats.org/officeDocument/2006/relationships" id="259" r:id="R9df9470d5758451a"/>
    <p:sldId xmlns:r="http://schemas.openxmlformats.org/officeDocument/2006/relationships" id="260" r:id="R521d45419ba44be5"/>
    <p:sldId xmlns:r="http://schemas.openxmlformats.org/officeDocument/2006/relationships" id="261" r:id="R7ff49e956636479d"/>
    <p:sldId xmlns:r="http://schemas.openxmlformats.org/officeDocument/2006/relationships" id="262" r:id="R83308d9c695b4921"/>
    <p:sldId xmlns:r="http://schemas.openxmlformats.org/officeDocument/2006/relationships" id="263" r:id="Re39acf219cef42d7"/>
    <p:sldId xmlns:r="http://schemas.openxmlformats.org/officeDocument/2006/relationships" id="264" r:id="R5f5d12503bb6474f"/>
    <p:sldId xmlns:r="http://schemas.openxmlformats.org/officeDocument/2006/relationships" id="265" r:id="R58f7c4ca1da54f2c"/>
    <p:sldId xmlns:r="http://schemas.openxmlformats.org/officeDocument/2006/relationships" id="266" r:id="Rfbf4434c61024da1"/>
    <p:sldId xmlns:r="http://schemas.openxmlformats.org/officeDocument/2006/relationships" id="267" r:id="Rebe315f5ddb44d8f"/>
    <p:sldId xmlns:r="http://schemas.openxmlformats.org/officeDocument/2006/relationships" id="268" r:id="R7108cc48acc046f9"/>
    <p:sldId xmlns:r="http://schemas.openxmlformats.org/officeDocument/2006/relationships" id="269" r:id="Re4aa22e195f8476f"/>
    <p:sldId xmlns:r="http://schemas.openxmlformats.org/officeDocument/2006/relationships" id="270" r:id="R23a0c8eda72a401f"/>
    <p:sldId xmlns:r="http://schemas.openxmlformats.org/officeDocument/2006/relationships" id="271" r:id="R92e8ba2d78654858"/>
    <p:sldId xmlns:r="http://schemas.openxmlformats.org/officeDocument/2006/relationships" id="272" r:id="R9fb4e58cdffa48dc"/>
    <p:sldId xmlns:r="http://schemas.openxmlformats.org/officeDocument/2006/relationships" id="273" r:id="R26d1ca621ed44882"/>
    <p:sldId xmlns:r="http://schemas.openxmlformats.org/officeDocument/2006/relationships" id="274" r:id="R8d1ba1bba0e64692"/>
    <p:sldId xmlns:r="http://schemas.openxmlformats.org/officeDocument/2006/relationships" id="275" r:id="Rc7ac44ba447141c3"/>
    <p:sldId xmlns:r="http://schemas.openxmlformats.org/officeDocument/2006/relationships" id="276" r:id="R802cc75b70124d7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de8c25186244d63" /><Relationship Type="http://schemas.openxmlformats.org/officeDocument/2006/relationships/slideMaster" Target="/ppt/slideMasters/slideMaster1.xml" Id="R32104a2baa2940a9" /><Relationship Type="http://schemas.openxmlformats.org/officeDocument/2006/relationships/notesMaster" Target="/ppt/notesMasters/notesMaster1.xml" Id="R8487b56dad2c4d52" /><Relationship Type="http://schemas.openxmlformats.org/officeDocument/2006/relationships/presProps" Target="/ppt/presProps.xml" Id="R9e4d71c1ed0b43f0" /><Relationship Type="http://schemas.openxmlformats.org/officeDocument/2006/relationships/tableStyles" Target="/ppt/tableStyles.xml" Id="R32a20872cbda41af" /><Relationship Type="http://schemas.openxmlformats.org/officeDocument/2006/relationships/slide" Target="/ppt/slides/slide1.xml" Id="R9e8bc05479a748d7" /><Relationship Type="http://schemas.openxmlformats.org/officeDocument/2006/relationships/slide" Target="/ppt/slides/slide2.xml" Id="R0e0b7260c1744d11" /><Relationship Type="http://schemas.openxmlformats.org/officeDocument/2006/relationships/slide" Target="/ppt/slides/slide3.xml" Id="Re938c33662834abd" /><Relationship Type="http://schemas.openxmlformats.org/officeDocument/2006/relationships/slide" Target="/ppt/slides/slide4.xml" Id="R9df9470d5758451a" /><Relationship Type="http://schemas.openxmlformats.org/officeDocument/2006/relationships/slide" Target="/ppt/slides/slide5.xml" Id="R521d45419ba44be5" /><Relationship Type="http://schemas.openxmlformats.org/officeDocument/2006/relationships/slide" Target="/ppt/slides/slide6.xml" Id="R7ff49e956636479d" /><Relationship Type="http://schemas.openxmlformats.org/officeDocument/2006/relationships/slide" Target="/ppt/slides/slide7.xml" Id="R83308d9c695b4921" /><Relationship Type="http://schemas.openxmlformats.org/officeDocument/2006/relationships/slide" Target="/ppt/slides/slide8.xml" Id="Re39acf219cef42d7" /><Relationship Type="http://schemas.openxmlformats.org/officeDocument/2006/relationships/slide" Target="/ppt/slides/slide9.xml" Id="R5f5d12503bb6474f" /><Relationship Type="http://schemas.openxmlformats.org/officeDocument/2006/relationships/slide" Target="/ppt/slides/slide10.xml" Id="R58f7c4ca1da54f2c" /><Relationship Type="http://schemas.openxmlformats.org/officeDocument/2006/relationships/slide" Target="/ppt/slides/slide11.xml" Id="Rfbf4434c61024da1" /><Relationship Type="http://schemas.openxmlformats.org/officeDocument/2006/relationships/slide" Target="/ppt/slides/slide12.xml" Id="Rebe315f5ddb44d8f" /><Relationship Type="http://schemas.openxmlformats.org/officeDocument/2006/relationships/slide" Target="/ppt/slides/slide13.xml" Id="R7108cc48acc046f9" /><Relationship Type="http://schemas.openxmlformats.org/officeDocument/2006/relationships/slide" Target="/ppt/slides/slide14.xml" Id="Re4aa22e195f8476f" /><Relationship Type="http://schemas.openxmlformats.org/officeDocument/2006/relationships/slide" Target="/ppt/slides/slide15.xml" Id="R23a0c8eda72a401f" /><Relationship Type="http://schemas.openxmlformats.org/officeDocument/2006/relationships/slide" Target="/ppt/slides/slide16.xml" Id="R92e8ba2d78654858" /><Relationship Type="http://schemas.openxmlformats.org/officeDocument/2006/relationships/slide" Target="/ppt/slides/slide17.xml" Id="R9fb4e58cdffa48dc" /><Relationship Type="http://schemas.openxmlformats.org/officeDocument/2006/relationships/slide" Target="/ppt/slides/slide18.xml" Id="R26d1ca621ed44882" /><Relationship Type="http://schemas.openxmlformats.org/officeDocument/2006/relationships/slide" Target="/ppt/slides/slide19.xml" Id="R8d1ba1bba0e64692" /><Relationship Type="http://schemas.openxmlformats.org/officeDocument/2006/relationships/slide" Target="/ppt/slides/slide20.xml" Id="Rc7ac44ba447141c3" /><Relationship Type="http://schemas.openxmlformats.org/officeDocument/2006/relationships/slide" Target="/ppt/slides/slide21.xml" Id="R802cc75b70124d7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219d167eb4b40a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4e8b0a93577489b" /><Relationship Type="http://schemas.openxmlformats.org/officeDocument/2006/relationships/notesMaster" Target="/ppt/notesMasters/notesMaster1.xml" Id="Ra72e1e0570f64e2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45e3638804949b3" /><Relationship Type="http://schemas.openxmlformats.org/officeDocument/2006/relationships/notesMaster" Target="/ppt/notesMasters/notesMaster1.xml" Id="Rcad9c9ed546d437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6b893d42e6c4f6d" /><Relationship Type="http://schemas.openxmlformats.org/officeDocument/2006/relationships/notesMaster" Target="/ppt/notesMasters/notesMaster1.xml" Id="Re58270bfb70c4a4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d226aea73834894" /><Relationship Type="http://schemas.openxmlformats.org/officeDocument/2006/relationships/notesMaster" Target="/ppt/notesMasters/notesMaster1.xml" Id="Re00226c5fe62496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894190285044197" /><Relationship Type="http://schemas.openxmlformats.org/officeDocument/2006/relationships/notesMaster" Target="/ppt/notesMasters/notesMaster1.xml" Id="Re6815df3b86540d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b2a14871f494f69" /><Relationship Type="http://schemas.openxmlformats.org/officeDocument/2006/relationships/notesMaster" Target="/ppt/notesMasters/notesMaster1.xml" Id="R704d1bb48826485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f6c7ce69ea94d3b" /><Relationship Type="http://schemas.openxmlformats.org/officeDocument/2006/relationships/notesMaster" Target="/ppt/notesMasters/notesMaster1.xml" Id="R9369140744ae439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37d180320254c76" /><Relationship Type="http://schemas.openxmlformats.org/officeDocument/2006/relationships/notesMaster" Target="/ppt/notesMasters/notesMaster1.xml" Id="R827f90e27b1547d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fc9910e27454054" /><Relationship Type="http://schemas.openxmlformats.org/officeDocument/2006/relationships/notesMaster" Target="/ppt/notesMasters/notesMaster1.xml" Id="Ra81e5195198644f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c6b0eb574d14003" /><Relationship Type="http://schemas.openxmlformats.org/officeDocument/2006/relationships/notesMaster" Target="/ppt/notesMasters/notesMaster1.xml" Id="R88f5f33ca3be48c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a1faf09020b43fd" /><Relationship Type="http://schemas.openxmlformats.org/officeDocument/2006/relationships/notesMaster" Target="/ppt/notesMasters/notesMaster1.xml" Id="Rd83a7495e4b3406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39e05a1b42d4635" /><Relationship Type="http://schemas.openxmlformats.org/officeDocument/2006/relationships/notesMaster" Target="/ppt/notesMasters/notesMaster1.xml" Id="Rba8381140da8462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8a26940e35c400d" /><Relationship Type="http://schemas.openxmlformats.org/officeDocument/2006/relationships/notesMaster" Target="/ppt/notesMasters/notesMaster1.xml" Id="Rc52bff80a249451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2d72bd567a943b9" /><Relationship Type="http://schemas.openxmlformats.org/officeDocument/2006/relationships/notesMaster" Target="/ppt/notesMasters/notesMaster1.xml" Id="Raa318042a4374d1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914b468d1e84234" /><Relationship Type="http://schemas.openxmlformats.org/officeDocument/2006/relationships/notesMaster" Target="/ppt/notesMasters/notesMaster1.xml" Id="R422b1632884e440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559e0ad4414455f" /><Relationship Type="http://schemas.openxmlformats.org/officeDocument/2006/relationships/notesMaster" Target="/ppt/notesMasters/notesMaster1.xml" Id="R7bb83fcb0c904e84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e666bdcd040b4036" /><Relationship Type="http://schemas.openxmlformats.org/officeDocument/2006/relationships/notesMaster" Target="/ppt/notesMasters/notesMaster1.xml" Id="R0665d0ee96b1492d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4a444fe633054d6a" /><Relationship Type="http://schemas.openxmlformats.org/officeDocument/2006/relationships/notesMaster" Target="/ppt/notesMasters/notesMaster1.xml" Id="R1d8553c1ff2a43b6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efe11f0e939e4ef1" /><Relationship Type="http://schemas.openxmlformats.org/officeDocument/2006/relationships/notesMaster" Target="/ppt/notesMasters/notesMaster1.xml" Id="Re282a53bdf5341e4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7ef543f65d8148fe" /><Relationship Type="http://schemas.openxmlformats.org/officeDocument/2006/relationships/notesMaster" Target="/ppt/notesMasters/notesMaster1.xml" Id="Raea0266ce30e4c2b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5b47f459948340f0" /><Relationship Type="http://schemas.openxmlformats.org/officeDocument/2006/relationships/notesMaster" Target="/ppt/notesMasters/notesMaster1.xml" Id="Rbe5ff69f7c444c8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你修改了项目设置，但新会话没有按预期采用这些值。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确定目录与作用域</a:t>
            </a:r>
          </a:p>
          <a:p xmlns:a="http://schemas.openxmlformats.org/drawingml/2006/main">
            <a:r>
              <a:t>先确认 cwd 和 agentDir。对照 configuration.md，分别找到用户 settings.json 与项目 .pi/settings.json。</a:t>
            </a:r>
          </a:p>
          <a:p xmlns:a="http://schemas.openxmlformats.org/drawingml/2006/main">
            <a:r>
              <a:t>输入：cwd、agentDir</a:t>
            </a:r>
          </a:p>
          <a:p xmlns:a="http://schemas.openxmlformats.org/drawingml/2006/main">
            <a:r>
              <a:t>输出：两层配置来源</a:t>
            </a:r>
          </a:p>
          <a:p xmlns:a="http://schemas.openxmlformats.org/drawingml/2006/main">
            <a:r>
              <a:t>入口线索：settings.json；环境变量；CLI 覆盖</a:t>
            </a:r>
          </a:p>
          <a:p xmlns:a="http://schemas.openxmlformats.org/drawingml/2006/main">
            <a:r>
              <a:t>职责：配置作用域和优先级以 settings/configuration 文档为准。</a:t>
            </a:r>
          </a:p>
          <a:p xmlns:a="http://schemas.openxmlformats.org/drawingml/2006/main">
            <a:r>
              <a:t>源码：packages/coding-agent/src/cli/config-selector.ts</a:t>
            </a:r>
          </a:p>
          <a:p xmlns:a="http://schemas.openxmlformats.org/drawingml/2006/main">
            <a:r>
              <a:t>packages/coding-agent/src/config.ts</a:t>
            </a:r>
          </a:p>
          <a:p xmlns:a="http://schemas.openxmlformats.org/drawingml/2006/main">
            <a:r>
              <a:t>packages/coding-agent/src/core/resolve-config-value.ts</a:t>
            </a:r>
          </a:p>
          <a:p xmlns:a="http://schemas.openxmlformats.org/drawingml/2006/main">
            <a:r>
              <a:t>packages/coding-agent/src/core/settings-diagnostics.ts</a:t>
            </a:r>
          </a:p>
          <a:p xmlns:a="http://schemas.openxmlformats.org/drawingml/2006/main">
            <a:r>
              <a:t>packages/coding-agent/src/core/settings-manager.ts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检查项目加载条件</a:t>
            </a:r>
          </a:p>
          <a:p xmlns:a="http://schemas.openxmlformats.org/drawingml/2006/main">
            <a:r>
              <a:t>跟踪项目是否已受信任，辨认项目资源加载和上下文文件发现的差别。sessionDir 有定位会话所需的特殊读取时机。</a:t>
            </a:r>
          </a:p>
          <a:p xmlns:a="http://schemas.openxmlformats.org/drawingml/2006/main">
            <a:r>
              <a:t>输入：项目路径与信任状态</a:t>
            </a:r>
          </a:p>
          <a:p xmlns:a="http://schemas.openxmlformats.org/drawingml/2006/main">
            <a:r>
              <a:t>输出：允许加载的项目资源</a:t>
            </a:r>
          </a:p>
          <a:p xmlns:a="http://schemas.openxmlformats.org/drawingml/2006/main">
            <a:r>
              <a:t>入口线索：/trust；--approve；--no-approve</a:t>
            </a:r>
          </a:p>
          <a:p xmlns:a="http://schemas.openxmlformats.org/drawingml/2006/main">
            <a:r>
              <a:t>职责：项目资源信任不是文件系统、网络或进程级通用沙箱。</a:t>
            </a:r>
          </a:p>
          <a:p xmlns:a="http://schemas.openxmlformats.org/drawingml/2006/main">
            <a:r>
              <a:t>源码：packages/coding-agent/src/cli/project-trust.ts</a:t>
            </a:r>
          </a:p>
          <a:p xmlns:a="http://schemas.openxmlformats.org/drawingml/2006/main">
            <a:r>
              <a:t>packages/coding-agent/src/core/project-trust.ts</a:t>
            </a:r>
          </a:p>
          <a:p xmlns:a="http://schemas.openxmlformats.org/drawingml/2006/main">
            <a:r>
              <a:t>packages/coding-agent/src/core/trust-manager.ts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解析设置与配置值</a:t>
            </a:r>
          </a:p>
          <a:p xmlns:a="http://schemas.openxmlformats.org/drawingml/2006/main">
            <a:r>
              <a:t>进入 SettingsManager 和 resolve-config-value，区分结构合并、字面值、环境变量和命令值。不要只看最终 JSON 猜执行时机。</a:t>
            </a:r>
          </a:p>
          <a:p xmlns:a="http://schemas.openxmlformats.org/drawingml/2006/main">
            <a:r>
              <a:t>输入：配置文件与覆盖选项</a:t>
            </a:r>
          </a:p>
          <a:p xmlns:a="http://schemas.openxmlformats.org/drawingml/2006/main">
            <a:r>
              <a:t>输出：运行时设置</a:t>
            </a:r>
          </a:p>
          <a:p xmlns:a="http://schemas.openxmlformats.org/drawingml/2006/main">
            <a:r>
              <a:t>入口线索：settings.json；环境变量；CLI 覆盖</a:t>
            </a:r>
          </a:p>
          <a:p xmlns:a="http://schemas.openxmlformats.org/drawingml/2006/main">
            <a:r>
              <a:t>职责：配置作用域和优先级以 settings/configuration 文档为准。</a:t>
            </a:r>
          </a:p>
          <a:p xmlns:a="http://schemas.openxmlformats.org/drawingml/2006/main">
            <a:r>
              <a:t>源码：packages/coding-agent/src/cli/config-selector.ts</a:t>
            </a:r>
          </a:p>
          <a:p xmlns:a="http://schemas.openxmlformats.org/drawingml/2006/main">
            <a:r>
              <a:t>packages/coding-agent/src/config.ts</a:t>
            </a:r>
          </a:p>
          <a:p xmlns:a="http://schemas.openxmlformats.org/drawingml/2006/main">
            <a:r>
              <a:t>packages/coding-agent/src/core/resolve-config-value.ts</a:t>
            </a:r>
          </a:p>
          <a:p xmlns:a="http://schemas.openxmlformats.org/drawingml/2006/main">
            <a:r>
              <a:t>packages/coding-agent/src/core/settings-diagnostics.ts</a:t>
            </a:r>
          </a:p>
          <a:p xmlns:a="http://schemas.openxmlformats.org/drawingml/2006/main">
            <a:r>
              <a:t>packages/coding-agent/src/core/settings-manager.ts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4. 核对 Schema 和消费位置</a:t>
            </a:r>
          </a:p>
          <a:p xmlns:a="http://schemas.openxmlformats.org/drawingml/2006/main">
            <a:r>
              <a:t>查看 schema 中的字段、枚举与默认说明，再找到读取该字段的实现。保存设置后核对是否需要 /reload 或新建会话。</a:t>
            </a:r>
          </a:p>
          <a:p xmlns:a="http://schemas.openxmlformats.org/drawingml/2006/main">
            <a:r>
              <a:t>输入：一个具体配置字段</a:t>
            </a:r>
          </a:p>
          <a:p xmlns:a="http://schemas.openxmlformats.org/drawingml/2006/main">
            <a:r>
              <a:t>输出：字段校验、生效阶段和验证方法</a:t>
            </a:r>
          </a:p>
          <a:p xmlns:a="http://schemas.openxmlformats.org/drawingml/2006/main">
            <a:r>
              <a:t>入口线索：schemas/theme.schema.json；vars</a:t>
            </a:r>
          </a:p>
          <a:p xmlns:a="http://schemas.openxmlformats.org/drawingml/2006/main">
            <a:r>
              <a:t>职责：旧主题的自定义颜色应放 vars，更新 $schema 路径并清理不支持的元数据。</a:t>
            </a:r>
          </a:p>
          <a:p xmlns:a="http://schemas.openxmlformats.org/drawingml/2006/main">
            <a:r>
              <a:t>源码：packages/coding-agent/src/core/keybindings-schema.ts</a:t>
            </a:r>
          </a:p>
          <a:p xmlns:a="http://schemas.openxmlformats.org/drawingml/2006/main">
            <a:r>
              <a:t>packages/coding-agent/src/core/settings-schema.ts</a:t>
            </a:r>
          </a:p>
          <a:p xmlns:a="http://schemas.openxmlformats.org/drawingml/2006/main">
            <a:r>
              <a:t>packages/coding-agent/src/modes/interactive/theme/theme-schema.ts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失败与恢复：项目没有受信任、目录选错、字段拼写错误或仅修改默认值而未改变当前会话，都可能造成“设置没生效”。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练习：选择 defaultTools 或 tuiMode，记录它的用户配置、项目配置、CLI 覆盖及最后的消费位置。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参考判断：答案需要给出实际作用域和读取时机，不能简单断言所有配置都遵循同一种覆盖或重载规则。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功能编号：UI-26, TOOL-13, SES-16, MOD-05, CFG-01, CFG-02, CFG-03, CFG-04, CFG-28, CFG-29, OTH-21, OTH-88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文档来源：</a:t>
            </a:r>
          </a:p>
          <a:p xmlns:a="http://schemas.openxmlformats.org/drawingml/2006/main">
            <a:r>
              <a:t>packages/coding-agent/docs/cli.md</a:t>
            </a:r>
          </a:p>
          <a:p xmlns:a="http://schemas.openxmlformats.org/drawingml/2006/main">
            <a:r>
              <a:t>packages/coding-agent/docs/themes.md</a:t>
            </a:r>
          </a:p>
          <a:p xmlns:a="http://schemas.openxmlformats.org/drawingml/2006/main">
            <a:r>
              <a:t>packages/coding-agent/CHANGELOG.md</a:t>
            </a:r>
          </a:p>
          <a:p xmlns:a="http://schemas.openxmlformats.org/drawingml/2006/main">
            <a:r>
              <a:t>packages/coding-agent/examples/extensions/README.md</a:t>
            </a:r>
          </a:p>
          <a:p xmlns:a="http://schemas.openxmlformats.org/drawingml/2006/main">
            <a:r>
              <a:t>packages/coding-agent/docs/settings.md</a:t>
            </a:r>
          </a:p>
          <a:p xmlns:a="http://schemas.openxmlformats.org/drawingml/2006/main">
            <a:r>
              <a:t>packages/coding-agent/docs/keybindings.md</a:t>
            </a:r>
          </a:p>
          <a:p xmlns:a="http://schemas.openxmlformats.org/drawingml/2006/main">
            <a:r>
              <a:t>packages/coding-agent/docs/configuration.md</a:t>
            </a:r>
          </a:p>
          <a:p xmlns:a="http://schemas.openxmlformats.org/drawingml/2006/main">
            <a:r>
              <a:t>packages/coding-agent/docs/security.md</a:t>
            </a:r>
          </a:p>
          <a:p xmlns:a="http://schemas.openxmlformats.org/drawingml/2006/main">
            <a:r>
              <a:t>packages/coding-agent/scripts/generate-schemas.ts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关联测试阅读线索（未在演示文稿中执行）：</a:t>
            </a:r>
          </a:p>
          <a:p xmlns:a="http://schemas.openxmlformats.org/drawingml/2006/main">
            <a:r>
              <a:t>packages/coding-agent/test/codemode-worker-config.test.ts</a:t>
            </a:r>
          </a:p>
          <a:p xmlns:a="http://schemas.openxmlformats.org/drawingml/2006/main">
            <a:r>
              <a:t>packages/coding-agent/test/config-value-migration.test.ts</a:t>
            </a:r>
          </a:p>
          <a:p xmlns:a="http://schemas.openxmlformats.org/drawingml/2006/main">
            <a:r>
              <a:t>packages/coding-agent/test/config.test.ts</a:t>
            </a:r>
          </a:p>
          <a:p xmlns:a="http://schemas.openxmlformats.org/drawingml/2006/main">
            <a:r>
              <a:t>packages/coding-agent/test/first-time-setup.test.ts</a:t>
            </a:r>
          </a:p>
          <a:p xmlns:a="http://schemas.openxmlformats.org/drawingml/2006/main">
            <a:r>
              <a:t>packages/coding-agent/test/format-resume-command.test.ts</a:t>
            </a:r>
          </a:p>
          <a:p xmlns:a="http://schemas.openxmlformats.org/drawingml/2006/main">
            <a:r>
              <a:t>packages/coding-agent/test/keybindings-migration.test.ts</a:t>
            </a:r>
          </a:p>
          <a:p xmlns:a="http://schemas.openxmlformats.org/drawingml/2006/main">
            <a:r>
              <a:t>packages/coding-agent/test/model-catalog-protocol.test.ts</a:t>
            </a:r>
          </a:p>
          <a:p xmlns:a="http://schemas.openxmlformats.org/drawingml/2006/main">
            <a:r>
              <a:t>packages/coding-agent/test/package-command-paths.test.ts</a:t>
            </a:r>
          </a:p>
          <a:p xmlns:a="http://schemas.openxmlformats.org/drawingml/2006/main">
            <a:r>
              <a:t>packages/coding-agent/test/prompt-templates.test.ts</a:t>
            </a:r>
          </a:p>
          <a:p xmlns:a="http://schemas.openxmlformats.org/drawingml/2006/main">
            <a:r>
              <a:t>packages/coding-agent/test/remote-catalog-provider.test.ts</a:t>
            </a:r>
          </a:p>
          <a:p xmlns:a="http://schemas.openxmlformats.org/drawingml/2006/main">
            <a:r>
              <a:t>packages/coding-agent/test/session-file-invalid.test.ts</a:t>
            </a:r>
          </a:p>
          <a:p xmlns:a="http://schemas.openxmlformats.org/drawingml/2006/main">
            <a:r>
              <a:t>packages/coding-agent/test/session-id-readonly.test.ts</a:t>
            </a:r>
          </a:p>
          <a:p xmlns:a="http://schemas.openxmlformats.org/drawingml/2006/main">
            <a:r>
              <a:t>packages/coding-agent/test/startup-session-name.test.ts</a:t>
            </a:r>
          </a:p>
          <a:p xmlns:a="http://schemas.openxmlformats.org/drawingml/2006/main">
            <a:r>
              <a:t>packages/coding-agent/test/stdout-cleanliness.test.ts</a:t>
            </a:r>
          </a:p>
          <a:p xmlns:a="http://schemas.openxmlformats.org/drawingml/2006/main">
            <a:r>
              <a:t>packages/coding-agent/test/suite/regressions/5080-signal-shutdown-extension-cleanup.test.ts</a:t>
            </a:r>
          </a:p>
          <a:p xmlns:a="http://schemas.openxmlformats.org/drawingml/2006/main">
            <a:r>
              <a:t>packages/coding-agent/test/suite/regressions/5661-uppercase-header-values.test.ts</a:t>
            </a:r>
          </a:p>
          <a:p xmlns:a="http://schemas.openxmlformats.org/drawingml/2006/main">
            <a:r>
              <a:t>packages/coding-agent/test/suite/regressions/7497-session-discovery-symlink.test.ts</a:t>
            </a:r>
          </a:p>
          <a:p xmlns:a="http://schemas.openxmlformats.org/drawingml/2006/main">
            <a:r>
              <a:t>packages/coding-agent/test/tool-execution-component.test.ts</a:t>
            </a:r>
          </a:p>
          <a:p xmlns:a="http://schemas.openxmlformats.org/drawingml/2006/main">
            <a:r>
              <a:t>packages/coding-agent/test/resolve-config-value.test.ts</a:t>
            </a:r>
          </a:p>
          <a:p xmlns:a="http://schemas.openxmlformats.org/drawingml/2006/main">
            <a:r>
              <a:t>packages/coding-agent/test/settings-diagnostics.test.ts</a:t>
            </a:r>
          </a:p>
          <a:p xmlns:a="http://schemas.openxmlformats.org/drawingml/2006/main">
            <a:r>
              <a:t>packages/coding-agent/test/agent-session-auto-compaction-queue.test.ts</a:t>
            </a:r>
          </a:p>
          <a:p xmlns:a="http://schemas.openxmlformats.org/drawingml/2006/main">
            <a:r>
              <a:t>packages/coding-agent/test/agent-session-compaction.test.ts</a:t>
            </a:r>
          </a:p>
          <a:p xmlns:a="http://schemas.openxmlformats.org/drawingml/2006/main">
            <a:r>
              <a:t>packages/coding-agent/test/agent-session-concurrent.test.ts</a:t>
            </a:r>
          </a:p>
          <a:p xmlns:a="http://schemas.openxmlformats.org/drawingml/2006/main">
            <a:r>
              <a:t>packages/coding-agent/test/agent-session-dynamic-provider.test.ts</a:t>
            </a:r>
          </a:p>
          <a:p xmlns:a="http://schemas.openxmlformats.org/drawingml/2006/main">
            <a:r>
              <a:t>packages/coding-agent/test/agent-session-dynamic-tools.test.ts</a:t>
            </a:r>
          </a:p>
          <a:p xmlns:a="http://schemas.openxmlformats.org/drawingml/2006/main">
            <a:r>
              <a:t>packages/coding-agent/test/agent-session-retry.test.ts</a:t>
            </a:r>
          </a:p>
          <a:p xmlns:a="http://schemas.openxmlformats.org/drawingml/2006/main">
            <a:r>
              <a:t>packages/coding-agent/test/agent-session-stats.test.ts</a:t>
            </a:r>
          </a:p>
          <a:p xmlns:a="http://schemas.openxmlformats.org/drawingml/2006/main">
            <a:r>
              <a:t>packages/coding-agent/test/block-images.test.ts</a:t>
            </a:r>
          </a:p>
          <a:p xmlns:a="http://schemas.openxmlformats.org/drawingml/2006/main">
            <a:r>
              <a:t>packages/coding-agent/test/builtin-tool-strict-mode.test.ts</a:t>
            </a:r>
          </a:p>
          <a:p xmlns:a="http://schemas.openxmlformats.org/drawingml/2006/main">
            <a:r>
              <a:t>packages/coding-agent/test/cache-warmer.test.ts</a:t>
            </a:r>
          </a:p>
          <a:p xmlns:a="http://schemas.openxmlformats.org/drawingml/2006/main">
            <a:r>
              <a:t>packages/coding-agent/test/compaction-extensions.test.ts</a:t>
            </a:r>
          </a:p>
          <a:p xmlns:a="http://schemas.openxmlformats.org/drawingml/2006/main">
            <a:r>
              <a:t>packages/coding-agent/test/config-schemas.test.ts</a:t>
            </a:r>
          </a:p>
          <a:p xmlns:a="http://schemas.openxmlformats.org/drawingml/2006/main">
            <a:r>
              <a:t>packages/coding-agent/test/default-tools-setting.test.ts</a:t>
            </a:r>
          </a:p>
          <a:p xmlns:a="http://schemas.openxmlformats.org/drawingml/2006/main">
            <a:r>
              <a:t>packages/coding-agent/test/export-jsonl-share.test.ts</a:t>
            </a:r>
          </a:p>
          <a:p xmlns:a="http://schemas.openxmlformats.org/drawingml/2006/main">
            <a:r>
              <a:t>packages/coding-agent/test/git-update.test.ts</a:t>
            </a:r>
          </a:p>
          <a:p xmlns:a="http://schemas.openxmlformats.org/drawingml/2006/main">
            <a:r>
              <a:t>packages/coding-agent/test/interactive-mode-status.test.ts</a:t>
            </a:r>
          </a:p>
          <a:p xmlns:a="http://schemas.openxmlformats.org/drawingml/2006/main">
            <a:r>
              <a:t>packages/coding-agent/test/interactive-mode-tree-navigation.test.ts</a:t>
            </a:r>
          </a:p>
          <a:p xmlns:a="http://schemas.openxmlformats.org/drawingml/2006/main">
            <a:r>
              <a:t>packages/coding-agent/test/interactive-tui.test.ts</a:t>
            </a:r>
          </a:p>
          <a:p xmlns:a="http://schemas.openxmlformats.org/drawingml/2006/main">
            <a:r>
              <a:t>packages/coding-agent/test/max-thinking.test.ts</a:t>
            </a:r>
          </a:p>
          <a:p xmlns:a="http://schemas.openxmlformats.org/drawingml/2006/main">
            <a:r>
              <a:t>packages/coding-agent/test/mermaid.test.ts</a:t>
            </a:r>
          </a:p>
          <a:p xmlns:a="http://schemas.openxmlformats.org/drawingml/2006/main">
            <a:r>
              <a:t>packages/coding-agent/test/model-resolver.test.ts</a:t>
            </a:r>
          </a:p>
          <a:p xmlns:a="http://schemas.openxmlformats.org/drawingml/2006/main">
            <a:r>
              <a:t>packages/coding-agent/test/package-manager-ssh.test.ts</a:t>
            </a:r>
          </a:p>
          <a:p xmlns:a="http://schemas.openxmlformats.org/drawingml/2006/main">
            <a:r>
              <a:t>packages/coding-agent/test/package-manager.test.ts</a:t>
            </a:r>
          </a:p>
          <a:p xmlns:a="http://schemas.openxmlformats.org/drawingml/2006/main">
            <a:r>
              <a:t>packages/coding-agent/test/resource-loader-theme.test.ts</a:t>
            </a:r>
          </a:p>
          <a:p xmlns:a="http://schemas.openxmlformats.org/drawingml/2006/main">
            <a:r>
              <a:t>packages/coding-agent/test/resource-loader.test.ts</a:t>
            </a:r>
          </a:p>
          <a:p xmlns:a="http://schemas.openxmlformats.org/drawingml/2006/main">
            <a:r>
              <a:t>packages/coding-agent/test/rpc-prompt-response-semantics.test.ts</a:t>
            </a:r>
          </a:p>
          <a:p xmlns:a="http://schemas.openxmlformats.org/drawingml/2006/main">
            <a:r>
              <a:t>packages/coding-agent/test/sdk-codex-cache-probe-tool-loop.ts</a:t>
            </a:r>
          </a:p>
          <a:p xmlns:a="http://schemas.openxmlformats.org/drawingml/2006/main">
            <a:r>
              <a:t>packages/coding-agent/test/sdk-openrouter-attribution.test.ts</a:t>
            </a:r>
          </a:p>
          <a:p xmlns:a="http://schemas.openxmlformats.org/drawingml/2006/main">
            <a:r>
              <a:t>packages/coding-agent/test/sdk-stream-options.test.ts</a:t>
            </a:r>
          </a:p>
          <a:p xmlns:a="http://schemas.openxmlformats.org/drawingml/2006/main">
            <a:r>
              <a:t>packages/coding-agent/test/settings-manager-bug.test.ts</a:t>
            </a:r>
          </a:p>
          <a:p xmlns:a="http://schemas.openxmlformats.org/drawingml/2006/main">
            <a:r>
              <a:t>packages/coding-agent/test/settings-manager-compaction.test.ts</a:t>
            </a:r>
          </a:p>
          <a:p xmlns:a="http://schemas.openxmlformats.org/drawingml/2006/main">
            <a:r>
              <a:t>packages/coding-agent/test/settings-manager.test.ts</a:t>
            </a:r>
          </a:p>
          <a:p xmlns:a="http://schemas.openxmlformats.org/drawingml/2006/main">
            <a:r>
              <a:t>packages/coding-agent/test/suite/harness.ts</a:t>
            </a:r>
          </a:p>
          <a:p xmlns:a="http://schemas.openxmlformats.org/drawingml/2006/main">
            <a:r>
              <a:t>packages/coding-agent/test/suite/regressions/2835-tools-allowlist-filters-extension-tools.test.ts</a:t>
            </a:r>
          </a:p>
          <a:p xmlns:a="http://schemas.openxmlformats.org/drawingml/2006/main">
            <a:r>
              <a:t>packages/coding-agent/test/suite/regressions/3592-no-builtin-tools-keeps-extension-tools.test.ts</a:t>
            </a:r>
          </a:p>
          <a:p xmlns:a="http://schemas.openxmlformats.org/drawingml/2006/main">
            <a:r>
              <a:t>packages/coding-agent/test/suite/regressions/3616-settings-inmemory-reload.test.ts</a:t>
            </a:r>
          </a:p>
          <a:p xmlns:a="http://schemas.openxmlformats.org/drawingml/2006/main">
            <a:r>
              <a:t>packages/coding-agent/test/suite/regressions/5596-missing-theme-export.test.ts</a:t>
            </a:r>
          </a:p>
          <a:p xmlns:a="http://schemas.openxmlformats.org/drawingml/2006/main">
            <a:r>
              <a:t>packages/coding-agent/test/suite/regressions/7187-malformed-package-manifest.test.ts</a:t>
            </a:r>
          </a:p>
          <a:p xmlns:a="http://schemas.openxmlformats.org/drawingml/2006/main">
            <a:r>
              <a:t>packages/coding-agent/test/suite/regressions/7572-provider-retry-settings-merge.test.ts</a:t>
            </a:r>
          </a:p>
          <a:p xmlns:a="http://schemas.openxmlformats.org/drawingml/2006/main">
            <a:r>
              <a:t>packages/coding-agent/test/suite/regressions/8337-utf8-bom-parsing.test.ts</a:t>
            </a:r>
          </a:p>
          <a:p xmlns:a="http://schemas.openxmlformats.org/drawingml/2006/main">
            <a:r>
              <a:t>packages/coding-agent/test/system-prompt-updates.test.ts</a:t>
            </a:r>
          </a:p>
          <a:p xmlns:a="http://schemas.openxmlformats.org/drawingml/2006/main">
            <a:r>
              <a:t>packages/coding-agent/test/test-harness.ts</a:t>
            </a:r>
          </a:p>
          <a:p xmlns:a="http://schemas.openxmlformats.org/drawingml/2006/main">
            <a:r>
              <a:t>packages/coding-agent/test/theme-controller.test.ts</a:t>
            </a:r>
          </a:p>
          <a:p xmlns:a="http://schemas.openxmlformats.org/drawingml/2006/main">
            <a:r>
              <a:t>packages/coding-agent/test/tool-renderer-examples.test.ts</a:t>
            </a:r>
          </a:p>
          <a:p xmlns:a="http://schemas.openxmlformats.org/drawingml/2006/main">
            <a:r>
              <a:t>packages/coding-agent/test/utilities.ts</a:t>
            </a:r>
          </a:p>
          <a:p xmlns:a="http://schemas.openxmlformats.org/drawingml/2006/main">
            <a:r>
              <a:t>packages/coding-agent/test/trust-manager.test.ts</a:t>
            </a:r>
          </a:p>
          <a:p xmlns:a="http://schemas.openxmlformats.org/drawingml/2006/main">
            <a:r>
              <a:t>packages/coding-agent/test/scrollbar-theme.test.ts</a:t>
            </a:r>
          </a:p>
          <a:p xmlns:a="http://schemas.openxmlformats.org/drawingml/2006/main">
            <a:r>
              <a:t>packages/coding-agent/test/assistant-message.test.ts</a:t>
            </a:r>
          </a:p>
          <a:p xmlns:a="http://schemas.openxmlformats.org/drawingml/2006/main">
            <a:r>
              <a:t>packages/coding-agent/test/streaming-render-debug.ts</a:t>
            </a:r>
          </a:p>
          <a:p xmlns:a="http://schemas.openxmlformats.org/drawingml/2006/main">
            <a:r>
              <a:t>packages/coding-agent/test/bash-execution-width.test.ts</a:t>
            </a:r>
          </a:p>
          <a:p xmlns:a="http://schemas.openxmlformats.org/drawingml/2006/main">
            <a:r>
              <a:t>packages/coding-agent/test/output-pad.test.ts</a:t>
            </a:r>
          </a:p>
          <a:p xmlns:a="http://schemas.openxmlformats.org/drawingml/2006/main">
            <a:r>
              <a:t>packages/coding-agent/test/collapsible-message-components.test.ts</a:t>
            </a:r>
          </a:p>
          <a:p xmlns:a="http://schemas.openxmlformats.org/drawingml/2006/main">
            <a:r>
              <a:t>packages/coding-agent/test/custom-editor-history-keybindings.test.ts</a:t>
            </a:r>
          </a:p>
          <a:p xmlns:a="http://schemas.openxmlformats.org/drawingml/2006/main">
            <a:r>
              <a:t>packages/coding-agent/test/status-indicator.test.ts</a:t>
            </a:r>
          </a:p>
          <a:p xmlns:a="http://schemas.openxmlformats.org/drawingml/2006/main">
            <a:r>
              <a:t>packages/coding-agent/test/custom-message.test.ts</a:t>
            </a:r>
          </a:p>
          <a:p xmlns:a="http://schemas.openxmlformats.org/drawingml/2006/main">
            <a:r>
              <a:t>packages/coding-agent/test/bug-report.test.ts</a:t>
            </a:r>
          </a:p>
          <a:p xmlns:a="http://schemas.openxmlformats.org/drawingml/2006/main">
            <a:r>
              <a:t>packages/coding-agent/test/footer-width.test.ts</a:t>
            </a:r>
          </a:p>
          <a:p xmlns:a="http://schemas.openxmlformats.org/drawingml/2006/main">
            <a:r>
              <a:t>packages/coding-agent/test/auth-url-copy.test.ts</a:t>
            </a:r>
          </a:p>
          <a:p xmlns:a="http://schemas.openxmlformats.org/drawingml/2006/main">
            <a:r>
              <a:t>packages/coding-agent/test/suite/regressions/5433-extension-oauth-prompt-input.test.ts</a:t>
            </a:r>
          </a:p>
          <a:p xmlns:a="http://schemas.openxmlformats.org/drawingml/2006/main">
            <a:r>
              <a:t>packages/coding-agent/test/model-selector.test.ts</a:t>
            </a:r>
          </a:p>
          <a:p xmlns:a="http://schemas.openxmlformats.org/drawingml/2006/main">
            <a:r>
              <a:t>packages/coding-agent/test/suite/regressions/3217-scoped-model-order.test.ts</a:t>
            </a:r>
          </a:p>
          <a:p xmlns:a="http://schemas.openxmlformats.org/drawingml/2006/main">
            <a:r>
              <a:t>packages/coding-agent/test/suite/regressions/6999-models-json-hot-reload.test.ts</a:t>
            </a:r>
          </a:p>
          <a:p xmlns:a="http://schemas.openxmlformats.org/drawingml/2006/main">
            <a:r>
              <a:t>packages/coding-agent/test/suite/regressions/7209-model-selector-filter-resets-selection.test.ts</a:t>
            </a:r>
          </a:p>
          <a:p xmlns:a="http://schemas.openxmlformats.org/drawingml/2006/main">
            <a:r>
              <a:t>packages/coding-agent/test/oauth-selector.test.ts</a:t>
            </a:r>
          </a:p>
          <a:p xmlns:a="http://schemas.openxmlformats.org/drawingml/2006/main">
            <a:r>
              <a:t>packages/coding-agent/test/scoped-models-selector.test.ts</a:t>
            </a:r>
          </a:p>
          <a:p xmlns:a="http://schemas.openxmlformats.org/drawingml/2006/main">
            <a:r>
              <a:t>packages/coding-agent/test/suite/regressions/6949-unavailable-scoped-model.test.ts</a:t>
            </a:r>
          </a:p>
          <a:p xmlns:a="http://schemas.openxmlformats.org/drawingml/2006/main">
            <a:r>
              <a:t>packages/coding-agent/test/suite/regressions/7153-scoped-models-refresh.test.ts</a:t>
            </a:r>
          </a:p>
          <a:p xmlns:a="http://schemas.openxmlformats.org/drawingml/2006/main">
            <a:r>
              <a:t>packages/coding-agent/test/session-selector-search.test.ts</a:t>
            </a:r>
          </a:p>
          <a:p xmlns:a="http://schemas.openxmlformats.org/drawingml/2006/main">
            <a:r>
              <a:t>packages/coding-agent/test/session-selector-path-delete.test.ts</a:t>
            </a:r>
          </a:p>
          <a:p xmlns:a="http://schemas.openxmlformats.org/drawingml/2006/main">
            <a:r>
              <a:t>packages/coding-agent/test/session-selector-rename.test.ts</a:t>
            </a:r>
          </a:p>
          <a:p xmlns:a="http://schemas.openxmlformats.org/drawingml/2006/main">
            <a:r>
              <a:t>packages/coding-agent/test/settings-selector.test.ts</a:t>
            </a:r>
          </a:p>
          <a:p xmlns:a="http://schemas.openxmlformats.org/drawingml/2006/main">
            <a:r>
              <a:t>packages/coding-agent/test/themed-text.test.ts</a:t>
            </a:r>
          </a:p>
          <a:p xmlns:a="http://schemas.openxmlformats.org/drawingml/2006/main">
            <a:r>
              <a:t>packages/coding-agent/test/thinking-selector.test.ts</a:t>
            </a:r>
          </a:p>
          <a:p xmlns:a="http://schemas.openxmlformats.org/drawingml/2006/main">
            <a:r>
              <a:t>packages/coding-agent/test/edit-tool-no-full-redraw.test.ts</a:t>
            </a:r>
          </a:p>
          <a:p xmlns:a="http://schemas.openxmlformats.org/drawingml/2006/main">
            <a:r>
              <a:t>packages/coding-agent/test/suite/regressions/4167-thinking-toggle-pending-tool-render.test.ts</a:t>
            </a:r>
          </a:p>
          <a:p xmlns:a="http://schemas.openxmlformats.org/drawingml/2006/main">
            <a:r>
              <a:t>packages/coding-agent/test/suite/regressions/8611-thinking-toggle-pending-bash-output.test.ts</a:t>
            </a:r>
          </a:p>
          <a:p xmlns:a="http://schemas.openxmlformats.org/drawingml/2006/main">
            <a:r>
              <a:t>packages/coding-agent/test/tree-selector.test.ts</a:t>
            </a:r>
          </a:p>
          <a:p xmlns:a="http://schemas.openxmlformats.org/drawingml/2006/main">
            <a:r>
              <a:t>packages/coding-agent/test/trust-selector.test.ts</a:t>
            </a:r>
          </a:p>
          <a:p xmlns:a="http://schemas.openxmlformats.org/drawingml/2006/main">
            <a:r>
              <a:t>packages/coding-agent/test/user-message.test.ts</a:t>
            </a:r>
          </a:p>
          <a:p xmlns:a="http://schemas.openxmlformats.org/drawingml/2006/main">
            <a:r>
              <a:t>packages/coding-agent/test/bash-close-hang-windows.test.ts</a:t>
            </a:r>
          </a:p>
          <a:p xmlns:a="http://schemas.openxmlformats.org/drawingml/2006/main">
            <a:r>
              <a:t>packages/coding-agent/test/tools.test.ts</a:t>
            </a:r>
          </a:p>
          <a:p xmlns:a="http://schemas.openxmlformats.org/drawingml/2006/main">
            <a:r>
              <a:t>packages/coding-agent/test/suite/agent-session-bash-persistence.test.ts</a:t>
            </a:r>
          </a:p>
          <a:p xmlns:a="http://schemas.openxmlformats.org/drawingml/2006/main">
            <a:r>
              <a:t>packages/coding-agent/test/suite/regressions/5208-late-bash-output.test.ts</a:t>
            </a:r>
          </a:p>
          <a:p xmlns:a="http://schemas.openxmlformats.org/drawingml/2006/main">
            <a:r>
              <a:t>packages/coding-agent/test/tool-system-prompt-contributions.test.ts</a:t>
            </a:r>
          </a:p>
          <a:p xmlns:a="http://schemas.openxmlformats.org/drawingml/2006/main">
            <a:r>
              <a:t>packages/coding-agent/test/powershell-tool.test.ts</a:t>
            </a:r>
          </a:p>
          <a:p xmlns:a="http://schemas.openxmlformats.org/drawingml/2006/main">
            <a:r>
              <a:t>packages/coding-agent/test/suite/regressions/6596-taskkill-enoent.test.ts</a:t>
            </a:r>
          </a:p>
          <a:p xmlns:a="http://schemas.openxmlformats.org/drawingml/2006/main">
            <a:r>
              <a:t>packages/coding-agent/test/branch-summarization.test.ts</a:t>
            </a:r>
          </a:p>
          <a:p xmlns:a="http://schemas.openxmlformats.org/drawingml/2006/main">
            <a:r>
              <a:t>packages/coding-agent/test/compaction-summary-reasoning.test.ts</a:t>
            </a:r>
          </a:p>
          <a:p xmlns:a="http://schemas.openxmlformats.org/drawingml/2006/main">
            <a:r>
              <a:t>packages/coding-agent/test/compaction.test.ts</a:t>
            </a:r>
          </a:p>
          <a:p xmlns:a="http://schemas.openxmlformats.org/drawingml/2006/main">
            <a:r>
              <a:t>packages/coding-agent/test/session-context-edit.test.ts</a:t>
            </a:r>
          </a:p>
          <a:p xmlns:a="http://schemas.openxmlformats.org/drawingml/2006/main">
            <a:r>
              <a:t>packages/coding-agent/test/suite/agent-session-compaction.test.ts</a:t>
            </a:r>
          </a:p>
          <a:p xmlns:a="http://schemas.openxmlformats.org/drawingml/2006/main">
            <a:r>
              <a:t>packages/coding-agent/test/compaction-nested-calls.test.ts</a:t>
            </a:r>
          </a:p>
          <a:p xmlns:a="http://schemas.openxmlformats.org/drawingml/2006/main">
            <a:r>
              <a:t>packages/coding-agent/test/compaction-serialization.test.ts</a:t>
            </a:r>
          </a:p>
          <a:p xmlns:a="http://schemas.openxmlformats.org/drawingml/2006/main">
            <a:r>
              <a:t>packages/coding-agent/test/model-registry.test.ts</a:t>
            </a:r>
          </a:p>
          <a:p xmlns:a="http://schemas.openxmlformats.org/drawingml/2006/main">
            <a:r>
              <a:t>packages/coding-agent/test/extensions-runner.test.ts</a:t>
            </a:r>
          </a:p>
          <a:p xmlns:a="http://schemas.openxmlformats.org/drawingml/2006/main">
            <a:r>
              <a:t>packages/coding-agent/test/model-runtime-cloudflare-compat.test.ts</a:t>
            </a:r>
          </a:p>
          <a:p xmlns:a="http://schemas.openxmlformats.org/drawingml/2006/main">
            <a:r>
              <a:t>packages/coding-agent/test/model-runtime-modify-models-compat.test.ts</a:t>
            </a:r>
          </a:p>
          <a:p xmlns:a="http://schemas.openxmlformats.org/drawingml/2006/main">
            <a:r>
              <a:t>packages/coding-agent/test/model-runtime-test-utils.ts</a:t>
            </a:r>
          </a:p>
          <a:p xmlns:a="http://schemas.openxmlformats.org/drawingml/2006/main">
            <a:r>
              <a:t>packages/coding-agent/test/suite/regressions/7027-credential-refresh-hang.test.ts</a:t>
            </a:r>
          </a:p>
          <a:p xmlns:a="http://schemas.openxmlformats.org/drawingml/2006/main">
            <a:r>
              <a:t>packages/ai/test/codex-websocket-cached-probe.ts</a:t>
            </a:r>
          </a:p>
          <a:p xmlns:a="http://schemas.openxmlformats.org/drawingml/2006/main">
            <a:r>
              <a:t>packages/coding-agent/test/agent-session-runtime-events.test.ts</a:t>
            </a:r>
          </a:p>
          <a:p xmlns:a="http://schemas.openxmlformats.org/drawingml/2006/main">
            <a:r>
              <a:t>packages/coding-agent/test/auth-check.test.ts</a:t>
            </a:r>
          </a:p>
          <a:p xmlns:a="http://schemas.openxmlformats.org/drawingml/2006/main">
            <a:r>
              <a:t>packages/coding-agent/test/credential-print.test.ts</a:t>
            </a:r>
          </a:p>
          <a:p xmlns:a="http://schemas.openxmlformats.org/drawingml/2006/main">
            <a:r>
              <a:t>packages/coding-agent/test/model-runtime-auth-options.test.ts</a:t>
            </a:r>
          </a:p>
          <a:p xmlns:a="http://schemas.openxmlformats.org/drawingml/2006/main">
            <a:r>
              <a:t>packages/coding-agent/test/model-runtime-classifiers.test.ts</a:t>
            </a:r>
          </a:p>
          <a:p xmlns:a="http://schemas.openxmlformats.org/drawingml/2006/main">
            <a:r>
              <a:t>packages/coding-agent/test/model-runtime-credential-sync.test.ts</a:t>
            </a:r>
          </a:p>
          <a:p xmlns:a="http://schemas.openxmlformats.org/drawingml/2006/main">
            <a:r>
              <a:t>packages/coding-agent/test/model-runtime-images.test.ts</a:t>
            </a:r>
          </a:p>
          <a:p xmlns:a="http://schemas.openxmlformats.org/drawingml/2006/main">
            <a:r>
              <a:t>packages/coding-agent/test/radius.test.ts</a:t>
            </a:r>
          </a:p>
          <a:p xmlns:a="http://schemas.openxmlformats.org/drawingml/2006/main">
            <a:r>
              <a:t>packages/coding-agent/test/suite/regressions/2753-reload-stale-resource-settings.test.ts</a:t>
            </a:r>
          </a:p>
          <a:p xmlns:a="http://schemas.openxmlformats.org/drawingml/2006/main">
            <a:r>
              <a:t>packages/coding-agent/test/suite/regressions/2860-replaced-session-context.test.ts</a:t>
            </a:r>
          </a:p>
          <a:p xmlns:a="http://schemas.openxmlformats.org/drawingml/2006/main">
            <a:r>
              <a:t>packages/coding-agent/test/virtual-models.test.ts</a:t>
            </a:r>
          </a:p>
          <a:p xmlns:a="http://schemas.openxmlformats.org/drawingml/2006/main">
            <a:r>
              <a:t>packages/coding-agent/test/models-store.test.ts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源码基线：6cd9d957a9fd50bc504d45b72834ed9dd85a20b6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流程为教学阅读顺序，可选分支不表示每次运行必经。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你修改了项目设置，但新会话没有按预期采用这些值。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确定目录与作用域</a:t>
            </a:r>
          </a:p>
          <a:p xmlns:a="http://schemas.openxmlformats.org/drawingml/2006/main">
            <a:r>
              <a:t>先确认 cwd 和 agentDir。对照 configuration.md，分别找到用户 settings.json 与项目 .pi/settings.json。</a:t>
            </a:r>
          </a:p>
          <a:p xmlns:a="http://schemas.openxmlformats.org/drawingml/2006/main">
            <a:r>
              <a:t>输入：cwd、agentDir</a:t>
            </a:r>
          </a:p>
          <a:p xmlns:a="http://schemas.openxmlformats.org/drawingml/2006/main">
            <a:r>
              <a:t>输出：两层配置来源</a:t>
            </a:r>
          </a:p>
          <a:p xmlns:a="http://schemas.openxmlformats.org/drawingml/2006/main">
            <a:r>
              <a:t>入口线索：settings.json；环境变量；CLI 覆盖</a:t>
            </a:r>
          </a:p>
          <a:p xmlns:a="http://schemas.openxmlformats.org/drawingml/2006/main">
            <a:r>
              <a:t>职责：配置作用域和优先级以 settings/configuration 文档为准。</a:t>
            </a:r>
          </a:p>
          <a:p xmlns:a="http://schemas.openxmlformats.org/drawingml/2006/main">
            <a:r>
              <a:t>源码：packages/coding-agent/src/cli/config-selector.ts</a:t>
            </a:r>
          </a:p>
          <a:p xmlns:a="http://schemas.openxmlformats.org/drawingml/2006/main">
            <a:r>
              <a:t>packages/coding-agent/src/config.ts</a:t>
            </a:r>
          </a:p>
          <a:p xmlns:a="http://schemas.openxmlformats.org/drawingml/2006/main">
            <a:r>
              <a:t>packages/coding-agent/src/core/resolve-config-value.ts</a:t>
            </a:r>
          </a:p>
          <a:p xmlns:a="http://schemas.openxmlformats.org/drawingml/2006/main">
            <a:r>
              <a:t>packages/coding-agent/src/core/settings-diagnostics.ts</a:t>
            </a:r>
          </a:p>
          <a:p xmlns:a="http://schemas.openxmlformats.org/drawingml/2006/main">
            <a:r>
              <a:t>packages/coding-agent/src/core/settings-manager.ts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检查项目加载条件</a:t>
            </a:r>
          </a:p>
          <a:p xmlns:a="http://schemas.openxmlformats.org/drawingml/2006/main">
            <a:r>
              <a:t>跟踪项目是否已受信任，辨认项目资源加载和上下文文件发现的差别。sessionDir 有定位会话所需的特殊读取时机。</a:t>
            </a:r>
          </a:p>
          <a:p xmlns:a="http://schemas.openxmlformats.org/drawingml/2006/main">
            <a:r>
              <a:t>输入：项目路径与信任状态</a:t>
            </a:r>
          </a:p>
          <a:p xmlns:a="http://schemas.openxmlformats.org/drawingml/2006/main">
            <a:r>
              <a:t>输出：允许加载的项目资源</a:t>
            </a:r>
          </a:p>
          <a:p xmlns:a="http://schemas.openxmlformats.org/drawingml/2006/main">
            <a:r>
              <a:t>入口线索：/trust；--approve；--no-approve</a:t>
            </a:r>
          </a:p>
          <a:p xmlns:a="http://schemas.openxmlformats.org/drawingml/2006/main">
            <a:r>
              <a:t>职责：项目资源信任不是文件系统、网络或进程级通用沙箱。</a:t>
            </a:r>
          </a:p>
          <a:p xmlns:a="http://schemas.openxmlformats.org/drawingml/2006/main">
            <a:r>
              <a:t>源码：packages/coding-agent/src/cli/project-trust.ts</a:t>
            </a:r>
          </a:p>
          <a:p xmlns:a="http://schemas.openxmlformats.org/drawingml/2006/main">
            <a:r>
              <a:t>packages/coding-agent/src/core/project-trust.ts</a:t>
            </a:r>
          </a:p>
          <a:p xmlns:a="http://schemas.openxmlformats.org/drawingml/2006/main">
            <a:r>
              <a:t>packages/coding-agent/src/core/trust-manager.ts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解析设置与配置值</a:t>
            </a:r>
          </a:p>
          <a:p xmlns:a="http://schemas.openxmlformats.org/drawingml/2006/main">
            <a:r>
              <a:t>进入 SettingsManager 和 resolve-config-value，区分结构合并、字面值、环境变量和命令值。不要只看最终 JSON 猜执行时机。</a:t>
            </a:r>
          </a:p>
          <a:p xmlns:a="http://schemas.openxmlformats.org/drawingml/2006/main">
            <a:r>
              <a:t>输入：配置文件与覆盖选项</a:t>
            </a:r>
          </a:p>
          <a:p xmlns:a="http://schemas.openxmlformats.org/drawingml/2006/main">
            <a:r>
              <a:t>输出：运行时设置</a:t>
            </a:r>
          </a:p>
          <a:p xmlns:a="http://schemas.openxmlformats.org/drawingml/2006/main">
            <a:r>
              <a:t>入口线索：settings.json；环境变量；CLI 覆盖</a:t>
            </a:r>
          </a:p>
          <a:p xmlns:a="http://schemas.openxmlformats.org/drawingml/2006/main">
            <a:r>
              <a:t>职责：配置作用域和优先级以 settings/configuration 文档为准。</a:t>
            </a:r>
          </a:p>
          <a:p xmlns:a="http://schemas.openxmlformats.org/drawingml/2006/main">
            <a:r>
              <a:t>源码：packages/coding-agent/src/cli/config-selector.ts</a:t>
            </a:r>
          </a:p>
          <a:p xmlns:a="http://schemas.openxmlformats.org/drawingml/2006/main">
            <a:r>
              <a:t>packages/coding-agent/src/config.ts</a:t>
            </a:r>
          </a:p>
          <a:p xmlns:a="http://schemas.openxmlformats.org/drawingml/2006/main">
            <a:r>
              <a:t>packages/coding-agent/src/core/resolve-config-value.ts</a:t>
            </a:r>
          </a:p>
          <a:p xmlns:a="http://schemas.openxmlformats.org/drawingml/2006/main">
            <a:r>
              <a:t>packages/coding-agent/src/core/settings-diagnostics.ts</a:t>
            </a:r>
          </a:p>
          <a:p xmlns:a="http://schemas.openxmlformats.org/drawingml/2006/main">
            <a:r>
              <a:t>packages/coding-agent/src/core/settings-manager.ts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4. 核对 Schema 和消费位置</a:t>
            </a:r>
          </a:p>
          <a:p xmlns:a="http://schemas.openxmlformats.org/drawingml/2006/main">
            <a:r>
              <a:t>查看 schema 中的字段、枚举与默认说明，再找到读取该字段的实现。保存设置后核对是否需要 /reload 或新建会话。</a:t>
            </a:r>
          </a:p>
          <a:p xmlns:a="http://schemas.openxmlformats.org/drawingml/2006/main">
            <a:r>
              <a:t>输入：一个具体配置字段</a:t>
            </a:r>
          </a:p>
          <a:p xmlns:a="http://schemas.openxmlformats.org/drawingml/2006/main">
            <a:r>
              <a:t>输出：字段校验、生效阶段和验证方法</a:t>
            </a:r>
          </a:p>
          <a:p xmlns:a="http://schemas.openxmlformats.org/drawingml/2006/main">
            <a:r>
              <a:t>入口线索：schemas/theme.schema.json；vars</a:t>
            </a:r>
          </a:p>
          <a:p xmlns:a="http://schemas.openxmlformats.org/drawingml/2006/main">
            <a:r>
              <a:t>职责：旧主题的自定义颜色应放 vars，更新 $schema 路径并清理不支持的元数据。</a:t>
            </a:r>
          </a:p>
          <a:p xmlns:a="http://schemas.openxmlformats.org/drawingml/2006/main">
            <a:r>
              <a:t>源码：packages/coding-agent/src/core/keybindings-schema.ts</a:t>
            </a:r>
          </a:p>
          <a:p xmlns:a="http://schemas.openxmlformats.org/drawingml/2006/main">
            <a:r>
              <a:t>packages/coding-agent/src/core/settings-schema.ts</a:t>
            </a:r>
          </a:p>
          <a:p xmlns:a="http://schemas.openxmlformats.org/drawingml/2006/main">
            <a:r>
              <a:t>packages/coding-agent/src/modes/interactive/theme/theme-schema.ts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失败与恢复：项目没有受信任、目录选错、字段拼写错误或仅修改默认值而未改变当前会话，都可能造成“设置没生效”。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练习：选择 defaultTools 或 tuiMode，记录它的用户配置、项目配置、CLI 覆盖及最后的消费位置。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参考判断：答案需要给出实际作用域和读取时机，不能简单断言所有配置都遵循同一种覆盖或重载规则。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功能编号：UI-26, TOOL-13, SES-16, MOD-05, CFG-01, CFG-02, CFG-03, CFG-04, CFG-28, CFG-29, OTH-21, OTH-88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文档来源：</a:t>
            </a:r>
          </a:p>
          <a:p xmlns:a="http://schemas.openxmlformats.org/drawingml/2006/main">
            <a:r>
              <a:t>packages/coding-agent/docs/cli.md</a:t>
            </a:r>
          </a:p>
          <a:p xmlns:a="http://schemas.openxmlformats.org/drawingml/2006/main">
            <a:r>
              <a:t>packages/coding-agent/docs/themes.md</a:t>
            </a:r>
          </a:p>
          <a:p xmlns:a="http://schemas.openxmlformats.org/drawingml/2006/main">
            <a:r>
              <a:t>packages/coding-agent/CHANGELOG.md</a:t>
            </a:r>
          </a:p>
          <a:p xmlns:a="http://schemas.openxmlformats.org/drawingml/2006/main">
            <a:r>
              <a:t>packages/coding-agent/examples/extensions/README.md</a:t>
            </a:r>
          </a:p>
          <a:p xmlns:a="http://schemas.openxmlformats.org/drawingml/2006/main">
            <a:r>
              <a:t>packages/coding-agent/docs/settings.md</a:t>
            </a:r>
          </a:p>
          <a:p xmlns:a="http://schemas.openxmlformats.org/drawingml/2006/main">
            <a:r>
              <a:t>packages/coding-agent/docs/keybindings.md</a:t>
            </a:r>
          </a:p>
          <a:p xmlns:a="http://schemas.openxmlformats.org/drawingml/2006/main">
            <a:r>
              <a:t>packages/coding-agent/docs/configuration.md</a:t>
            </a:r>
          </a:p>
          <a:p xmlns:a="http://schemas.openxmlformats.org/drawingml/2006/main">
            <a:r>
              <a:t>packages/coding-agent/docs/security.md</a:t>
            </a:r>
          </a:p>
          <a:p xmlns:a="http://schemas.openxmlformats.org/drawingml/2006/main">
            <a:r>
              <a:t>packages/coding-agent/scripts/generate-schemas.ts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关联测试阅读线索（未在演示文稿中执行）：</a:t>
            </a:r>
          </a:p>
          <a:p xmlns:a="http://schemas.openxmlformats.org/drawingml/2006/main">
            <a:r>
              <a:t>packages/coding-agent/test/codemode-worker-config.test.ts</a:t>
            </a:r>
          </a:p>
          <a:p xmlns:a="http://schemas.openxmlformats.org/drawingml/2006/main">
            <a:r>
              <a:t>packages/coding-agent/test/config-value-migration.test.ts</a:t>
            </a:r>
          </a:p>
          <a:p xmlns:a="http://schemas.openxmlformats.org/drawingml/2006/main">
            <a:r>
              <a:t>packages/coding-agent/test/config.test.ts</a:t>
            </a:r>
          </a:p>
          <a:p xmlns:a="http://schemas.openxmlformats.org/drawingml/2006/main">
            <a:r>
              <a:t>packages/coding-agent/test/first-time-setup.test.ts</a:t>
            </a:r>
          </a:p>
          <a:p xmlns:a="http://schemas.openxmlformats.org/drawingml/2006/main">
            <a:r>
              <a:t>packages/coding-agent/test/format-resume-command.test.ts</a:t>
            </a:r>
          </a:p>
          <a:p xmlns:a="http://schemas.openxmlformats.org/drawingml/2006/main">
            <a:r>
              <a:t>packages/coding-agent/test/keybindings-migration.test.ts</a:t>
            </a:r>
          </a:p>
          <a:p xmlns:a="http://schemas.openxmlformats.org/drawingml/2006/main">
            <a:r>
              <a:t>packages/coding-agent/test/model-catalog-protocol.test.ts</a:t>
            </a:r>
          </a:p>
          <a:p xmlns:a="http://schemas.openxmlformats.org/drawingml/2006/main">
            <a:r>
              <a:t>packages/coding-agent/test/package-command-paths.test.ts</a:t>
            </a:r>
          </a:p>
          <a:p xmlns:a="http://schemas.openxmlformats.org/drawingml/2006/main">
            <a:r>
              <a:t>packages/coding-agent/test/prompt-templates.test.ts</a:t>
            </a:r>
          </a:p>
          <a:p xmlns:a="http://schemas.openxmlformats.org/drawingml/2006/main">
            <a:r>
              <a:t>packages/coding-agent/test/remote-catalog-provider.test.ts</a:t>
            </a:r>
          </a:p>
          <a:p xmlns:a="http://schemas.openxmlformats.org/drawingml/2006/main">
            <a:r>
              <a:t>packages/coding-agent/test/session-file-invalid.test.ts</a:t>
            </a:r>
          </a:p>
          <a:p xmlns:a="http://schemas.openxmlformats.org/drawingml/2006/main">
            <a:r>
              <a:t>packages/coding-agent/test/session-id-readonly.test.ts</a:t>
            </a:r>
          </a:p>
          <a:p xmlns:a="http://schemas.openxmlformats.org/drawingml/2006/main">
            <a:r>
              <a:t>packages/coding-agent/test/startup-session-name.test.ts</a:t>
            </a:r>
          </a:p>
          <a:p xmlns:a="http://schemas.openxmlformats.org/drawingml/2006/main">
            <a:r>
              <a:t>packages/coding-agent/test/stdout-cleanliness.test.ts</a:t>
            </a:r>
          </a:p>
          <a:p xmlns:a="http://schemas.openxmlformats.org/drawingml/2006/main">
            <a:r>
              <a:t>packages/coding-agent/test/suite/regressions/5080-signal-shutdown-extension-cleanup.test.ts</a:t>
            </a:r>
          </a:p>
          <a:p xmlns:a="http://schemas.openxmlformats.org/drawingml/2006/main">
            <a:r>
              <a:t>packages/coding-agent/test/suite/regressions/5661-uppercase-header-values.test.ts</a:t>
            </a:r>
          </a:p>
          <a:p xmlns:a="http://schemas.openxmlformats.org/drawingml/2006/main">
            <a:r>
              <a:t>packages/coding-agent/test/suite/regressions/7497-session-discovery-symlink.test.ts</a:t>
            </a:r>
          </a:p>
          <a:p xmlns:a="http://schemas.openxmlformats.org/drawingml/2006/main">
            <a:r>
              <a:t>packages/coding-agent/test/tool-execution-component.test.ts</a:t>
            </a:r>
          </a:p>
          <a:p xmlns:a="http://schemas.openxmlformats.org/drawingml/2006/main">
            <a:r>
              <a:t>packages/coding-agent/test/resolve-config-value.test.ts</a:t>
            </a:r>
          </a:p>
          <a:p xmlns:a="http://schemas.openxmlformats.org/drawingml/2006/main">
            <a:r>
              <a:t>packages/coding-agent/test/settings-diagnostics.test.ts</a:t>
            </a:r>
          </a:p>
          <a:p xmlns:a="http://schemas.openxmlformats.org/drawingml/2006/main">
            <a:r>
              <a:t>packages/coding-agent/test/agent-session-auto-compaction-queue.test.ts</a:t>
            </a:r>
          </a:p>
          <a:p xmlns:a="http://schemas.openxmlformats.org/drawingml/2006/main">
            <a:r>
              <a:t>packages/coding-agent/test/agent-session-compaction.test.ts</a:t>
            </a:r>
          </a:p>
          <a:p xmlns:a="http://schemas.openxmlformats.org/drawingml/2006/main">
            <a:r>
              <a:t>packages/coding-agent/test/agent-session-concurrent.test.ts</a:t>
            </a:r>
          </a:p>
          <a:p xmlns:a="http://schemas.openxmlformats.org/drawingml/2006/main">
            <a:r>
              <a:t>packages/coding-agent/test/agent-session-dynamic-provider.test.ts</a:t>
            </a:r>
          </a:p>
          <a:p xmlns:a="http://schemas.openxmlformats.org/drawingml/2006/main">
            <a:r>
              <a:t>packages/coding-agent/test/agent-session-dynamic-tools.test.ts</a:t>
            </a:r>
          </a:p>
          <a:p xmlns:a="http://schemas.openxmlformats.org/drawingml/2006/main">
            <a:r>
              <a:t>packages/coding-agent/test/agent-session-retry.test.ts</a:t>
            </a:r>
          </a:p>
          <a:p xmlns:a="http://schemas.openxmlformats.org/drawingml/2006/main">
            <a:r>
              <a:t>packages/coding-agent/test/agent-session-stats.test.ts</a:t>
            </a:r>
          </a:p>
          <a:p xmlns:a="http://schemas.openxmlformats.org/drawingml/2006/main">
            <a:r>
              <a:t>packages/coding-agent/test/block-images.test.ts</a:t>
            </a:r>
          </a:p>
          <a:p xmlns:a="http://schemas.openxmlformats.org/drawingml/2006/main">
            <a:r>
              <a:t>packages/coding-agent/test/builtin-tool-strict-mode.test.ts</a:t>
            </a:r>
          </a:p>
          <a:p xmlns:a="http://schemas.openxmlformats.org/drawingml/2006/main">
            <a:r>
              <a:t>packages/coding-agent/test/cache-warmer.test.ts</a:t>
            </a:r>
          </a:p>
          <a:p xmlns:a="http://schemas.openxmlformats.org/drawingml/2006/main">
            <a:r>
              <a:t>packages/coding-agent/test/compaction-extensions.test.ts</a:t>
            </a:r>
          </a:p>
          <a:p xmlns:a="http://schemas.openxmlformats.org/drawingml/2006/main">
            <a:r>
              <a:t>packages/coding-agent/test/config-schemas.test.ts</a:t>
            </a:r>
          </a:p>
          <a:p xmlns:a="http://schemas.openxmlformats.org/drawingml/2006/main">
            <a:r>
              <a:t>packages/coding-agent/test/default-tools-setting.test.ts</a:t>
            </a:r>
          </a:p>
          <a:p xmlns:a="http://schemas.openxmlformats.org/drawingml/2006/main">
            <a:r>
              <a:t>packages/coding-agent/test/export-jsonl-share.test.ts</a:t>
            </a:r>
          </a:p>
          <a:p xmlns:a="http://schemas.openxmlformats.org/drawingml/2006/main">
            <a:r>
              <a:t>packages/coding-agent/test/git-update.test.ts</a:t>
            </a:r>
          </a:p>
          <a:p xmlns:a="http://schemas.openxmlformats.org/drawingml/2006/main">
            <a:r>
              <a:t>packages/coding-agent/test/interactive-mode-status.test.ts</a:t>
            </a:r>
          </a:p>
          <a:p xmlns:a="http://schemas.openxmlformats.org/drawingml/2006/main">
            <a:r>
              <a:t>packages/coding-agent/test/interactive-mode-tree-navigation.test.ts</a:t>
            </a:r>
          </a:p>
          <a:p xmlns:a="http://schemas.openxmlformats.org/drawingml/2006/main">
            <a:r>
              <a:t>packages/coding-agent/test/interactive-tui.test.ts</a:t>
            </a:r>
          </a:p>
          <a:p xmlns:a="http://schemas.openxmlformats.org/drawingml/2006/main">
            <a:r>
              <a:t>packages/coding-agent/test/max-thinking.test.ts</a:t>
            </a:r>
          </a:p>
          <a:p xmlns:a="http://schemas.openxmlformats.org/drawingml/2006/main">
            <a:r>
              <a:t>packages/coding-agent/test/mermaid.test.ts</a:t>
            </a:r>
          </a:p>
          <a:p xmlns:a="http://schemas.openxmlformats.org/drawingml/2006/main">
            <a:r>
              <a:t>packages/coding-agent/test/model-resolver.test.ts</a:t>
            </a:r>
          </a:p>
          <a:p xmlns:a="http://schemas.openxmlformats.org/drawingml/2006/main">
            <a:r>
              <a:t>packages/coding-agent/test/package-manager-ssh.test.ts</a:t>
            </a:r>
          </a:p>
          <a:p xmlns:a="http://schemas.openxmlformats.org/drawingml/2006/main">
            <a:r>
              <a:t>packages/coding-agent/test/package-manager.test.ts</a:t>
            </a:r>
          </a:p>
          <a:p xmlns:a="http://schemas.openxmlformats.org/drawingml/2006/main">
            <a:r>
              <a:t>packages/coding-agent/test/resource-loader-theme.test.ts</a:t>
            </a:r>
          </a:p>
          <a:p xmlns:a="http://schemas.openxmlformats.org/drawingml/2006/main">
            <a:r>
              <a:t>packages/coding-agent/test/resource-loader.test.ts</a:t>
            </a:r>
          </a:p>
          <a:p xmlns:a="http://schemas.openxmlformats.org/drawingml/2006/main">
            <a:r>
              <a:t>packages/coding-agent/test/rpc-prompt-response-semantics.test.ts</a:t>
            </a:r>
          </a:p>
          <a:p xmlns:a="http://schemas.openxmlformats.org/drawingml/2006/main">
            <a:r>
              <a:t>packages/coding-agent/test/sdk-codex-cache-probe-tool-loop.ts</a:t>
            </a:r>
          </a:p>
          <a:p xmlns:a="http://schemas.openxmlformats.org/drawingml/2006/main">
            <a:r>
              <a:t>packages/coding-agent/test/sdk-openrouter-attribution.test.ts</a:t>
            </a:r>
          </a:p>
          <a:p xmlns:a="http://schemas.openxmlformats.org/drawingml/2006/main">
            <a:r>
              <a:t>packages/coding-agent/test/sdk-stream-options.test.ts</a:t>
            </a:r>
          </a:p>
          <a:p xmlns:a="http://schemas.openxmlformats.org/drawingml/2006/main">
            <a:r>
              <a:t>packages/coding-agent/test/settings-manager-bug.test.ts</a:t>
            </a:r>
          </a:p>
          <a:p xmlns:a="http://schemas.openxmlformats.org/drawingml/2006/main">
            <a:r>
              <a:t>packages/coding-agent/test/settings-manager-compaction.test.ts</a:t>
            </a:r>
          </a:p>
          <a:p xmlns:a="http://schemas.openxmlformats.org/drawingml/2006/main">
            <a:r>
              <a:t>packages/coding-agent/test/settings-manager.test.ts</a:t>
            </a:r>
          </a:p>
          <a:p xmlns:a="http://schemas.openxmlformats.org/drawingml/2006/main">
            <a:r>
              <a:t>packages/coding-agent/test/suite/harness.ts</a:t>
            </a:r>
          </a:p>
          <a:p xmlns:a="http://schemas.openxmlformats.org/drawingml/2006/main">
            <a:r>
              <a:t>packages/coding-agent/test/suite/regressions/2835-tools-allowlist-filters-extension-tools.test.ts</a:t>
            </a:r>
          </a:p>
          <a:p xmlns:a="http://schemas.openxmlformats.org/drawingml/2006/main">
            <a:r>
              <a:t>packages/coding-agent/test/suite/regressions/3592-no-builtin-tools-keeps-extension-tools.test.ts</a:t>
            </a:r>
          </a:p>
          <a:p xmlns:a="http://schemas.openxmlformats.org/drawingml/2006/main">
            <a:r>
              <a:t>packages/coding-agent/test/suite/regressions/3616-settings-inmemory-reload.test.ts</a:t>
            </a:r>
          </a:p>
          <a:p xmlns:a="http://schemas.openxmlformats.org/drawingml/2006/main">
            <a:r>
              <a:t>packages/coding-agent/test/suite/regressions/5596-missing-theme-export.test.ts</a:t>
            </a:r>
          </a:p>
          <a:p xmlns:a="http://schemas.openxmlformats.org/drawingml/2006/main">
            <a:r>
              <a:t>packages/coding-agent/test/suite/regressions/7187-malformed-package-manifest.test.ts</a:t>
            </a:r>
          </a:p>
          <a:p xmlns:a="http://schemas.openxmlformats.org/drawingml/2006/main">
            <a:r>
              <a:t>packages/coding-agent/test/suite/regressions/7572-provider-retry-settings-merge.test.ts</a:t>
            </a:r>
          </a:p>
          <a:p xmlns:a="http://schemas.openxmlformats.org/drawingml/2006/main">
            <a:r>
              <a:t>packages/coding-agent/test/suite/regressions/8337-utf8-bom-parsing.test.ts</a:t>
            </a:r>
          </a:p>
          <a:p xmlns:a="http://schemas.openxmlformats.org/drawingml/2006/main">
            <a:r>
              <a:t>packages/coding-agent/test/system-prompt-updates.test.ts</a:t>
            </a:r>
          </a:p>
          <a:p xmlns:a="http://schemas.openxmlformats.org/drawingml/2006/main">
            <a:r>
              <a:t>packages/coding-agent/test/test-harness.ts</a:t>
            </a:r>
          </a:p>
          <a:p xmlns:a="http://schemas.openxmlformats.org/drawingml/2006/main">
            <a:r>
              <a:t>packages/coding-agent/test/theme-controller.test.ts</a:t>
            </a:r>
          </a:p>
          <a:p xmlns:a="http://schemas.openxmlformats.org/drawingml/2006/main">
            <a:r>
              <a:t>packages/coding-agent/test/tool-renderer-examples.test.ts</a:t>
            </a:r>
          </a:p>
          <a:p xmlns:a="http://schemas.openxmlformats.org/drawingml/2006/main">
            <a:r>
              <a:t>packages/coding-agent/test/utilities.ts</a:t>
            </a:r>
          </a:p>
          <a:p xmlns:a="http://schemas.openxmlformats.org/drawingml/2006/main">
            <a:r>
              <a:t>packages/coding-agent/test/trust-manager.test.ts</a:t>
            </a:r>
          </a:p>
          <a:p xmlns:a="http://schemas.openxmlformats.org/drawingml/2006/main">
            <a:r>
              <a:t>packages/coding-agent/test/scrollbar-theme.test.ts</a:t>
            </a:r>
          </a:p>
          <a:p xmlns:a="http://schemas.openxmlformats.org/drawingml/2006/main">
            <a:r>
              <a:t>packages/coding-agent/test/assistant-message.test.ts</a:t>
            </a:r>
          </a:p>
          <a:p xmlns:a="http://schemas.openxmlformats.org/drawingml/2006/main">
            <a:r>
              <a:t>packages/coding-agent/test/streaming-render-debug.ts</a:t>
            </a:r>
          </a:p>
          <a:p xmlns:a="http://schemas.openxmlformats.org/drawingml/2006/main">
            <a:r>
              <a:t>packages/coding-agent/test/bash-execution-width.test.ts</a:t>
            </a:r>
          </a:p>
          <a:p xmlns:a="http://schemas.openxmlformats.org/drawingml/2006/main">
            <a:r>
              <a:t>packages/coding-agent/test/output-pad.test.ts</a:t>
            </a:r>
          </a:p>
          <a:p xmlns:a="http://schemas.openxmlformats.org/drawingml/2006/main">
            <a:r>
              <a:t>packages/coding-agent/test/collapsible-message-components.test.ts</a:t>
            </a:r>
          </a:p>
          <a:p xmlns:a="http://schemas.openxmlformats.org/drawingml/2006/main">
            <a:r>
              <a:t>packages/coding-agent/test/custom-editor-history-keybindings.test.ts</a:t>
            </a:r>
          </a:p>
          <a:p xmlns:a="http://schemas.openxmlformats.org/drawingml/2006/main">
            <a:r>
              <a:t>packages/coding-agent/test/status-indicator.test.ts</a:t>
            </a:r>
          </a:p>
          <a:p xmlns:a="http://schemas.openxmlformats.org/drawingml/2006/main">
            <a:r>
              <a:t>packages/coding-agent/test/custom-message.test.ts</a:t>
            </a:r>
          </a:p>
          <a:p xmlns:a="http://schemas.openxmlformats.org/drawingml/2006/main">
            <a:r>
              <a:t>packages/coding-agent/test/bug-report.test.ts</a:t>
            </a:r>
          </a:p>
          <a:p xmlns:a="http://schemas.openxmlformats.org/drawingml/2006/main">
            <a:r>
              <a:t>packages/coding-agent/test/footer-width.test.ts</a:t>
            </a:r>
          </a:p>
          <a:p xmlns:a="http://schemas.openxmlformats.org/drawingml/2006/main">
            <a:r>
              <a:t>packages/coding-agent/test/auth-url-copy.test.ts</a:t>
            </a:r>
          </a:p>
          <a:p xmlns:a="http://schemas.openxmlformats.org/drawingml/2006/main">
            <a:r>
              <a:t>packages/coding-agent/test/suite/regressions/5433-extension-oauth-prompt-input.test.ts</a:t>
            </a:r>
          </a:p>
          <a:p xmlns:a="http://schemas.openxmlformats.org/drawingml/2006/main">
            <a:r>
              <a:t>packages/coding-agent/test/model-selector.test.ts</a:t>
            </a:r>
          </a:p>
          <a:p xmlns:a="http://schemas.openxmlformats.org/drawingml/2006/main">
            <a:r>
              <a:t>packages/coding-agent/test/suite/regressions/3217-scoped-model-order.test.ts</a:t>
            </a:r>
          </a:p>
          <a:p xmlns:a="http://schemas.openxmlformats.org/drawingml/2006/main">
            <a:r>
              <a:t>packages/coding-agent/test/suite/regressions/6999-models-json-hot-reload.test.ts</a:t>
            </a:r>
          </a:p>
          <a:p xmlns:a="http://schemas.openxmlformats.org/drawingml/2006/main">
            <a:r>
              <a:t>packages/coding-agent/test/suite/regressions/7209-model-selector-filter-resets-selection.test.ts</a:t>
            </a:r>
          </a:p>
          <a:p xmlns:a="http://schemas.openxmlformats.org/drawingml/2006/main">
            <a:r>
              <a:t>packages/coding-agent/test/oauth-selector.test.ts</a:t>
            </a:r>
          </a:p>
          <a:p xmlns:a="http://schemas.openxmlformats.org/drawingml/2006/main">
            <a:r>
              <a:t>packages/coding-agent/test/scoped-models-selector.test.ts</a:t>
            </a:r>
          </a:p>
          <a:p xmlns:a="http://schemas.openxmlformats.org/drawingml/2006/main">
            <a:r>
              <a:t>packages/coding-agent/test/suite/regressions/6949-unavailable-scoped-model.test.ts</a:t>
            </a:r>
          </a:p>
          <a:p xmlns:a="http://schemas.openxmlformats.org/drawingml/2006/main">
            <a:r>
              <a:t>packages/coding-agent/test/suite/regressions/7153-scoped-models-refresh.test.ts</a:t>
            </a:r>
          </a:p>
          <a:p xmlns:a="http://schemas.openxmlformats.org/drawingml/2006/main">
            <a:r>
              <a:t>packages/coding-agent/test/session-selector-search.test.ts</a:t>
            </a:r>
          </a:p>
          <a:p xmlns:a="http://schemas.openxmlformats.org/drawingml/2006/main">
            <a:r>
              <a:t>packages/coding-agent/test/session-selector-path-delete.test.ts</a:t>
            </a:r>
          </a:p>
          <a:p xmlns:a="http://schemas.openxmlformats.org/drawingml/2006/main">
            <a:r>
              <a:t>packages/coding-agent/test/session-selector-rename.test.ts</a:t>
            </a:r>
          </a:p>
          <a:p xmlns:a="http://schemas.openxmlformats.org/drawingml/2006/main">
            <a:r>
              <a:t>packages/coding-agent/test/settings-selector.test.ts</a:t>
            </a:r>
          </a:p>
          <a:p xmlns:a="http://schemas.openxmlformats.org/drawingml/2006/main">
            <a:r>
              <a:t>packages/coding-agent/test/themed-text.test.ts</a:t>
            </a:r>
          </a:p>
          <a:p xmlns:a="http://schemas.openxmlformats.org/drawingml/2006/main">
            <a:r>
              <a:t>packages/coding-agent/test/thinking-selector.test.ts</a:t>
            </a:r>
          </a:p>
          <a:p xmlns:a="http://schemas.openxmlformats.org/drawingml/2006/main">
            <a:r>
              <a:t>packages/coding-agent/test/edit-tool-no-full-redraw.test.ts</a:t>
            </a:r>
          </a:p>
          <a:p xmlns:a="http://schemas.openxmlformats.org/drawingml/2006/main">
            <a:r>
              <a:t>packages/coding-agent/test/suite/regressions/4167-thinking-toggle-pending-tool-render.test.ts</a:t>
            </a:r>
          </a:p>
          <a:p xmlns:a="http://schemas.openxmlformats.org/drawingml/2006/main">
            <a:r>
              <a:t>packages/coding-agent/test/suite/regressions/8611-thinking-toggle-pending-bash-output.test.ts</a:t>
            </a:r>
          </a:p>
          <a:p xmlns:a="http://schemas.openxmlformats.org/drawingml/2006/main">
            <a:r>
              <a:t>packages/coding-agent/test/tree-selector.test.ts</a:t>
            </a:r>
          </a:p>
          <a:p xmlns:a="http://schemas.openxmlformats.org/drawingml/2006/main">
            <a:r>
              <a:t>packages/coding-agent/test/trust-selector.test.ts</a:t>
            </a:r>
          </a:p>
          <a:p xmlns:a="http://schemas.openxmlformats.org/drawingml/2006/main">
            <a:r>
              <a:t>packages/coding-agent/test/user-message.test.ts</a:t>
            </a:r>
          </a:p>
          <a:p xmlns:a="http://schemas.openxmlformats.org/drawingml/2006/main">
            <a:r>
              <a:t>packages/coding-agent/test/bash-close-hang-windows.test.ts</a:t>
            </a:r>
          </a:p>
          <a:p xmlns:a="http://schemas.openxmlformats.org/drawingml/2006/main">
            <a:r>
              <a:t>packages/coding-agent/test/tools.test.ts</a:t>
            </a:r>
          </a:p>
          <a:p xmlns:a="http://schemas.openxmlformats.org/drawingml/2006/main">
            <a:r>
              <a:t>packages/coding-agent/test/suite/agent-session-bash-persistence.test.ts</a:t>
            </a:r>
          </a:p>
          <a:p xmlns:a="http://schemas.openxmlformats.org/drawingml/2006/main">
            <a:r>
              <a:t>packages/coding-agent/test/suite/regressions/5208-late-bash-output.test.ts</a:t>
            </a:r>
          </a:p>
          <a:p xmlns:a="http://schemas.openxmlformats.org/drawingml/2006/main">
            <a:r>
              <a:t>packages/coding-agent/test/tool-system-prompt-contributions.test.ts</a:t>
            </a:r>
          </a:p>
          <a:p xmlns:a="http://schemas.openxmlformats.org/drawingml/2006/main">
            <a:r>
              <a:t>packages/coding-agent/test/powershell-tool.test.ts</a:t>
            </a:r>
          </a:p>
          <a:p xmlns:a="http://schemas.openxmlformats.org/drawingml/2006/main">
            <a:r>
              <a:t>packages/coding-agent/test/suite/regressions/6596-taskkill-enoent.test.ts</a:t>
            </a:r>
          </a:p>
          <a:p xmlns:a="http://schemas.openxmlformats.org/drawingml/2006/main">
            <a:r>
              <a:t>packages/coding-agent/test/branch-summarization.test.ts</a:t>
            </a:r>
          </a:p>
          <a:p xmlns:a="http://schemas.openxmlformats.org/drawingml/2006/main">
            <a:r>
              <a:t>packages/coding-agent/test/compaction-summary-reasoning.test.ts</a:t>
            </a:r>
          </a:p>
          <a:p xmlns:a="http://schemas.openxmlformats.org/drawingml/2006/main">
            <a:r>
              <a:t>packages/coding-agent/test/compaction.test.ts</a:t>
            </a:r>
          </a:p>
          <a:p xmlns:a="http://schemas.openxmlformats.org/drawingml/2006/main">
            <a:r>
              <a:t>packages/coding-agent/test/session-context-edit.test.ts</a:t>
            </a:r>
          </a:p>
          <a:p xmlns:a="http://schemas.openxmlformats.org/drawingml/2006/main">
            <a:r>
              <a:t>packages/coding-agent/test/suite/agent-session-compaction.test.ts</a:t>
            </a:r>
          </a:p>
          <a:p xmlns:a="http://schemas.openxmlformats.org/drawingml/2006/main">
            <a:r>
              <a:t>packages/coding-agent/test/compaction-nested-calls.test.ts</a:t>
            </a:r>
          </a:p>
          <a:p xmlns:a="http://schemas.openxmlformats.org/drawingml/2006/main">
            <a:r>
              <a:t>packages/coding-agent/test/compaction-serialization.test.ts</a:t>
            </a:r>
          </a:p>
          <a:p xmlns:a="http://schemas.openxmlformats.org/drawingml/2006/main">
            <a:r>
              <a:t>packages/coding-agent/test/model-registry.test.ts</a:t>
            </a:r>
          </a:p>
          <a:p xmlns:a="http://schemas.openxmlformats.org/drawingml/2006/main">
            <a:r>
              <a:t>packages/coding-agent/test/extensions-runner.test.ts</a:t>
            </a:r>
          </a:p>
          <a:p xmlns:a="http://schemas.openxmlformats.org/drawingml/2006/main">
            <a:r>
              <a:t>packages/coding-agent/test/model-runtime-cloudflare-compat.test.ts</a:t>
            </a:r>
          </a:p>
          <a:p xmlns:a="http://schemas.openxmlformats.org/drawingml/2006/main">
            <a:r>
              <a:t>packages/coding-agent/test/model-runtime-modify-models-compat.test.ts</a:t>
            </a:r>
          </a:p>
          <a:p xmlns:a="http://schemas.openxmlformats.org/drawingml/2006/main">
            <a:r>
              <a:t>packages/coding-agent/test/model-runtime-test-utils.ts</a:t>
            </a:r>
          </a:p>
          <a:p xmlns:a="http://schemas.openxmlformats.org/drawingml/2006/main">
            <a:r>
              <a:t>packages/coding-agent/test/suite/regressions/7027-credential-refresh-hang.test.ts</a:t>
            </a:r>
          </a:p>
          <a:p xmlns:a="http://schemas.openxmlformats.org/drawingml/2006/main">
            <a:r>
              <a:t>packages/ai/test/codex-websocket-cached-probe.ts</a:t>
            </a:r>
          </a:p>
          <a:p xmlns:a="http://schemas.openxmlformats.org/drawingml/2006/main">
            <a:r>
              <a:t>packages/coding-agent/test/agent-session-runtime-events.test.ts</a:t>
            </a:r>
          </a:p>
          <a:p xmlns:a="http://schemas.openxmlformats.org/drawingml/2006/main">
            <a:r>
              <a:t>packages/coding-agent/test/auth-check.test.ts</a:t>
            </a:r>
          </a:p>
          <a:p xmlns:a="http://schemas.openxmlformats.org/drawingml/2006/main">
            <a:r>
              <a:t>packages/coding-agent/test/credential-print.test.ts</a:t>
            </a:r>
          </a:p>
          <a:p xmlns:a="http://schemas.openxmlformats.org/drawingml/2006/main">
            <a:r>
              <a:t>packages/coding-agent/test/model-runtime-auth-options.test.ts</a:t>
            </a:r>
          </a:p>
          <a:p xmlns:a="http://schemas.openxmlformats.org/drawingml/2006/main">
            <a:r>
              <a:t>packages/coding-agent/test/model-runtime-classifiers.test.ts</a:t>
            </a:r>
          </a:p>
          <a:p xmlns:a="http://schemas.openxmlformats.org/drawingml/2006/main">
            <a:r>
              <a:t>packages/coding-agent/test/model-runtime-credential-sync.test.ts</a:t>
            </a:r>
          </a:p>
          <a:p xmlns:a="http://schemas.openxmlformats.org/drawingml/2006/main">
            <a:r>
              <a:t>packages/coding-agent/test/model-runtime-images.test.ts</a:t>
            </a:r>
          </a:p>
          <a:p xmlns:a="http://schemas.openxmlformats.org/drawingml/2006/main">
            <a:r>
              <a:t>packages/coding-agent/test/radius.test.ts</a:t>
            </a:r>
          </a:p>
          <a:p xmlns:a="http://schemas.openxmlformats.org/drawingml/2006/main">
            <a:r>
              <a:t>packages/coding-agent/test/suite/regressions/2753-reload-stale-resource-settings.test.ts</a:t>
            </a:r>
          </a:p>
          <a:p xmlns:a="http://schemas.openxmlformats.org/drawingml/2006/main">
            <a:r>
              <a:t>packages/coding-agent/test/suite/regressions/2860-replaced-session-context.test.ts</a:t>
            </a:r>
          </a:p>
          <a:p xmlns:a="http://schemas.openxmlformats.org/drawingml/2006/main">
            <a:r>
              <a:t>packages/coding-agent/test/virtual-models.test.ts</a:t>
            </a:r>
          </a:p>
          <a:p xmlns:a="http://schemas.openxmlformats.org/drawingml/2006/main">
            <a:r>
              <a:t>packages/coding-agent/test/models-store.test.ts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源码基线：6cd9d957a9fd50bc504d45b72834ed9dd85a20b6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流程为教学阅读顺序，可选分支不表示每次运行必经。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你修改了项目设置，但新会话没有按预期采用这些值。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确定目录与作用域</a:t>
            </a:r>
          </a:p>
          <a:p xmlns:a="http://schemas.openxmlformats.org/drawingml/2006/main">
            <a:r>
              <a:t>先确认 cwd 和 agentDir。对照 configuration.md，分别找到用户 settings.json 与项目 .pi/settings.json。</a:t>
            </a:r>
          </a:p>
          <a:p xmlns:a="http://schemas.openxmlformats.org/drawingml/2006/main">
            <a:r>
              <a:t>输入：cwd、agentDir</a:t>
            </a:r>
          </a:p>
          <a:p xmlns:a="http://schemas.openxmlformats.org/drawingml/2006/main">
            <a:r>
              <a:t>输出：两层配置来源</a:t>
            </a:r>
          </a:p>
          <a:p xmlns:a="http://schemas.openxmlformats.org/drawingml/2006/main">
            <a:r>
              <a:t>入口线索：settings.json；环境变量；CLI 覆盖</a:t>
            </a:r>
          </a:p>
          <a:p xmlns:a="http://schemas.openxmlformats.org/drawingml/2006/main">
            <a:r>
              <a:t>职责：配置作用域和优先级以 settings/configuration 文档为准。</a:t>
            </a:r>
          </a:p>
          <a:p xmlns:a="http://schemas.openxmlformats.org/drawingml/2006/main">
            <a:r>
              <a:t>源码：packages/coding-agent/src/cli/config-selector.ts</a:t>
            </a:r>
          </a:p>
          <a:p xmlns:a="http://schemas.openxmlformats.org/drawingml/2006/main">
            <a:r>
              <a:t>packages/coding-agent/src/config.ts</a:t>
            </a:r>
          </a:p>
          <a:p xmlns:a="http://schemas.openxmlformats.org/drawingml/2006/main">
            <a:r>
              <a:t>packages/coding-agent/src/core/resolve-config-value.ts</a:t>
            </a:r>
          </a:p>
          <a:p xmlns:a="http://schemas.openxmlformats.org/drawingml/2006/main">
            <a:r>
              <a:t>packages/coding-agent/src/core/settings-diagnostics.ts</a:t>
            </a:r>
          </a:p>
          <a:p xmlns:a="http://schemas.openxmlformats.org/drawingml/2006/main">
            <a:r>
              <a:t>packages/coding-agent/src/core/settings-manager.ts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检查项目加载条件</a:t>
            </a:r>
          </a:p>
          <a:p xmlns:a="http://schemas.openxmlformats.org/drawingml/2006/main">
            <a:r>
              <a:t>跟踪项目是否已受信任，辨认项目资源加载和上下文文件发现的差别。sessionDir 有定位会话所需的特殊读取时机。</a:t>
            </a:r>
          </a:p>
          <a:p xmlns:a="http://schemas.openxmlformats.org/drawingml/2006/main">
            <a:r>
              <a:t>输入：项目路径与信任状态</a:t>
            </a:r>
          </a:p>
          <a:p xmlns:a="http://schemas.openxmlformats.org/drawingml/2006/main">
            <a:r>
              <a:t>输出：允许加载的项目资源</a:t>
            </a:r>
          </a:p>
          <a:p xmlns:a="http://schemas.openxmlformats.org/drawingml/2006/main">
            <a:r>
              <a:t>入口线索：/trust；--approve；--no-approve</a:t>
            </a:r>
          </a:p>
          <a:p xmlns:a="http://schemas.openxmlformats.org/drawingml/2006/main">
            <a:r>
              <a:t>职责：项目资源信任不是文件系统、网络或进程级通用沙箱。</a:t>
            </a:r>
          </a:p>
          <a:p xmlns:a="http://schemas.openxmlformats.org/drawingml/2006/main">
            <a:r>
              <a:t>源码：packages/coding-agent/src/cli/project-trust.ts</a:t>
            </a:r>
          </a:p>
          <a:p xmlns:a="http://schemas.openxmlformats.org/drawingml/2006/main">
            <a:r>
              <a:t>packages/coding-agent/src/core/project-trust.ts</a:t>
            </a:r>
          </a:p>
          <a:p xmlns:a="http://schemas.openxmlformats.org/drawingml/2006/main">
            <a:r>
              <a:t>packages/coding-agent/src/core/trust-manager.ts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解析设置与配置值</a:t>
            </a:r>
          </a:p>
          <a:p xmlns:a="http://schemas.openxmlformats.org/drawingml/2006/main">
            <a:r>
              <a:t>进入 SettingsManager 和 resolve-config-value，区分结构合并、字面值、环境变量和命令值。不要只看最终 JSON 猜执行时机。</a:t>
            </a:r>
          </a:p>
          <a:p xmlns:a="http://schemas.openxmlformats.org/drawingml/2006/main">
            <a:r>
              <a:t>输入：配置文件与覆盖选项</a:t>
            </a:r>
          </a:p>
          <a:p xmlns:a="http://schemas.openxmlformats.org/drawingml/2006/main">
            <a:r>
              <a:t>输出：运行时设置</a:t>
            </a:r>
          </a:p>
          <a:p xmlns:a="http://schemas.openxmlformats.org/drawingml/2006/main">
            <a:r>
              <a:t>入口线索：settings.json；环境变量；CLI 覆盖</a:t>
            </a:r>
          </a:p>
          <a:p xmlns:a="http://schemas.openxmlformats.org/drawingml/2006/main">
            <a:r>
              <a:t>职责：配置作用域和优先级以 settings/configuration 文档为准。</a:t>
            </a:r>
          </a:p>
          <a:p xmlns:a="http://schemas.openxmlformats.org/drawingml/2006/main">
            <a:r>
              <a:t>源码：packages/coding-agent/src/cli/config-selector.ts</a:t>
            </a:r>
          </a:p>
          <a:p xmlns:a="http://schemas.openxmlformats.org/drawingml/2006/main">
            <a:r>
              <a:t>packages/coding-agent/src/config.ts</a:t>
            </a:r>
          </a:p>
          <a:p xmlns:a="http://schemas.openxmlformats.org/drawingml/2006/main">
            <a:r>
              <a:t>packages/coding-agent/src/core/resolve-config-value.ts</a:t>
            </a:r>
          </a:p>
          <a:p xmlns:a="http://schemas.openxmlformats.org/drawingml/2006/main">
            <a:r>
              <a:t>packages/coding-agent/src/core/settings-diagnostics.ts</a:t>
            </a:r>
          </a:p>
          <a:p xmlns:a="http://schemas.openxmlformats.org/drawingml/2006/main">
            <a:r>
              <a:t>packages/coding-agent/src/core/settings-manager.ts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4. 核对 Schema 和消费位置</a:t>
            </a:r>
          </a:p>
          <a:p xmlns:a="http://schemas.openxmlformats.org/drawingml/2006/main">
            <a:r>
              <a:t>查看 schema 中的字段、枚举与默认说明，再找到读取该字段的实现。保存设置后核对是否需要 /reload 或新建会话。</a:t>
            </a:r>
          </a:p>
          <a:p xmlns:a="http://schemas.openxmlformats.org/drawingml/2006/main">
            <a:r>
              <a:t>输入：一个具体配置字段</a:t>
            </a:r>
          </a:p>
          <a:p xmlns:a="http://schemas.openxmlformats.org/drawingml/2006/main">
            <a:r>
              <a:t>输出：字段校验、生效阶段和验证方法</a:t>
            </a:r>
          </a:p>
          <a:p xmlns:a="http://schemas.openxmlformats.org/drawingml/2006/main">
            <a:r>
              <a:t>入口线索：schemas/theme.schema.json；vars</a:t>
            </a:r>
          </a:p>
          <a:p xmlns:a="http://schemas.openxmlformats.org/drawingml/2006/main">
            <a:r>
              <a:t>职责：旧主题的自定义颜色应放 vars，更新 $schema 路径并清理不支持的元数据。</a:t>
            </a:r>
          </a:p>
          <a:p xmlns:a="http://schemas.openxmlformats.org/drawingml/2006/main">
            <a:r>
              <a:t>源码：packages/coding-agent/src/core/keybindings-schema.ts</a:t>
            </a:r>
          </a:p>
          <a:p xmlns:a="http://schemas.openxmlformats.org/drawingml/2006/main">
            <a:r>
              <a:t>packages/coding-agent/src/core/settings-schema.ts</a:t>
            </a:r>
          </a:p>
          <a:p xmlns:a="http://schemas.openxmlformats.org/drawingml/2006/main">
            <a:r>
              <a:t>packages/coding-agent/src/modes/interactive/theme/theme-schema.ts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失败与恢复：项目没有受信任、目录选错、字段拼写错误或仅修改默认值而未改变当前会话，都可能造成“设置没生效”。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练习：选择 defaultTools 或 tuiMode，记录它的用户配置、项目配置、CLI 覆盖及最后的消费位置。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参考判断：答案需要给出实际作用域和读取时机，不能简单断言所有配置都遵循同一种覆盖或重载规则。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功能编号：UI-26, TOOL-13, SES-16, MOD-05, CFG-01, CFG-02, CFG-03, CFG-04, CFG-28, CFG-29, OTH-21, OTH-88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文档来源：</a:t>
            </a:r>
          </a:p>
          <a:p xmlns:a="http://schemas.openxmlformats.org/drawingml/2006/main">
            <a:r>
              <a:t>packages/coding-agent/docs/cli.md</a:t>
            </a:r>
          </a:p>
          <a:p xmlns:a="http://schemas.openxmlformats.org/drawingml/2006/main">
            <a:r>
              <a:t>packages/coding-agent/docs/themes.md</a:t>
            </a:r>
          </a:p>
          <a:p xmlns:a="http://schemas.openxmlformats.org/drawingml/2006/main">
            <a:r>
              <a:t>packages/coding-agent/CHANGELOG.md</a:t>
            </a:r>
          </a:p>
          <a:p xmlns:a="http://schemas.openxmlformats.org/drawingml/2006/main">
            <a:r>
              <a:t>packages/coding-agent/examples/extensions/README.md</a:t>
            </a:r>
          </a:p>
          <a:p xmlns:a="http://schemas.openxmlformats.org/drawingml/2006/main">
            <a:r>
              <a:t>packages/coding-agent/docs/settings.md</a:t>
            </a:r>
          </a:p>
          <a:p xmlns:a="http://schemas.openxmlformats.org/drawingml/2006/main">
            <a:r>
              <a:t>packages/coding-agent/docs/keybindings.md</a:t>
            </a:r>
          </a:p>
          <a:p xmlns:a="http://schemas.openxmlformats.org/drawingml/2006/main">
            <a:r>
              <a:t>packages/coding-agent/docs/configuration.md</a:t>
            </a:r>
          </a:p>
          <a:p xmlns:a="http://schemas.openxmlformats.org/drawingml/2006/main">
            <a:r>
              <a:t>packages/coding-agent/docs/security.md</a:t>
            </a:r>
          </a:p>
          <a:p xmlns:a="http://schemas.openxmlformats.org/drawingml/2006/main">
            <a:r>
              <a:t>packages/coding-agent/scripts/generate-schemas.ts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关联测试阅读线索（未在演示文稿中执行）：</a:t>
            </a:r>
          </a:p>
          <a:p xmlns:a="http://schemas.openxmlformats.org/drawingml/2006/main">
            <a:r>
              <a:t>packages/coding-agent/test/codemode-worker-config.test.ts</a:t>
            </a:r>
          </a:p>
          <a:p xmlns:a="http://schemas.openxmlformats.org/drawingml/2006/main">
            <a:r>
              <a:t>packages/coding-agent/test/config-value-migration.test.ts</a:t>
            </a:r>
          </a:p>
          <a:p xmlns:a="http://schemas.openxmlformats.org/drawingml/2006/main">
            <a:r>
              <a:t>packages/coding-agent/test/config.test.ts</a:t>
            </a:r>
          </a:p>
          <a:p xmlns:a="http://schemas.openxmlformats.org/drawingml/2006/main">
            <a:r>
              <a:t>packages/coding-agent/test/first-time-setup.test.ts</a:t>
            </a:r>
          </a:p>
          <a:p xmlns:a="http://schemas.openxmlformats.org/drawingml/2006/main">
            <a:r>
              <a:t>packages/coding-agent/test/format-resume-command.test.ts</a:t>
            </a:r>
          </a:p>
          <a:p xmlns:a="http://schemas.openxmlformats.org/drawingml/2006/main">
            <a:r>
              <a:t>packages/coding-agent/test/keybindings-migration.test.ts</a:t>
            </a:r>
          </a:p>
          <a:p xmlns:a="http://schemas.openxmlformats.org/drawingml/2006/main">
            <a:r>
              <a:t>packages/coding-agent/test/model-catalog-protocol.test.ts</a:t>
            </a:r>
          </a:p>
          <a:p xmlns:a="http://schemas.openxmlformats.org/drawingml/2006/main">
            <a:r>
              <a:t>packages/coding-agent/test/package-command-paths.test.ts</a:t>
            </a:r>
          </a:p>
          <a:p xmlns:a="http://schemas.openxmlformats.org/drawingml/2006/main">
            <a:r>
              <a:t>packages/coding-agent/test/prompt-templates.test.ts</a:t>
            </a:r>
          </a:p>
          <a:p xmlns:a="http://schemas.openxmlformats.org/drawingml/2006/main">
            <a:r>
              <a:t>packages/coding-agent/test/remote-catalog-provider.test.ts</a:t>
            </a:r>
          </a:p>
          <a:p xmlns:a="http://schemas.openxmlformats.org/drawingml/2006/main">
            <a:r>
              <a:t>packages/coding-agent/test/session-file-invalid.test.ts</a:t>
            </a:r>
          </a:p>
          <a:p xmlns:a="http://schemas.openxmlformats.org/drawingml/2006/main">
            <a:r>
              <a:t>packages/coding-agent/test/session-id-readonly.test.ts</a:t>
            </a:r>
          </a:p>
          <a:p xmlns:a="http://schemas.openxmlformats.org/drawingml/2006/main">
            <a:r>
              <a:t>packages/coding-agent/test/startup-session-name.test.ts</a:t>
            </a:r>
          </a:p>
          <a:p xmlns:a="http://schemas.openxmlformats.org/drawingml/2006/main">
            <a:r>
              <a:t>packages/coding-agent/test/stdout-cleanliness.test.ts</a:t>
            </a:r>
          </a:p>
          <a:p xmlns:a="http://schemas.openxmlformats.org/drawingml/2006/main">
            <a:r>
              <a:t>packages/coding-agent/test/suite/regressions/5080-signal-shutdown-extension-cleanup.test.ts</a:t>
            </a:r>
          </a:p>
          <a:p xmlns:a="http://schemas.openxmlformats.org/drawingml/2006/main">
            <a:r>
              <a:t>packages/coding-agent/test/suite/regressions/5661-uppercase-header-values.test.ts</a:t>
            </a:r>
          </a:p>
          <a:p xmlns:a="http://schemas.openxmlformats.org/drawingml/2006/main">
            <a:r>
              <a:t>packages/coding-agent/test/suite/regressions/7497-session-discovery-symlink.test.ts</a:t>
            </a:r>
          </a:p>
          <a:p xmlns:a="http://schemas.openxmlformats.org/drawingml/2006/main">
            <a:r>
              <a:t>packages/coding-agent/test/tool-execution-component.test.ts</a:t>
            </a:r>
          </a:p>
          <a:p xmlns:a="http://schemas.openxmlformats.org/drawingml/2006/main">
            <a:r>
              <a:t>packages/coding-agent/test/resolve-config-value.test.ts</a:t>
            </a:r>
          </a:p>
          <a:p xmlns:a="http://schemas.openxmlformats.org/drawingml/2006/main">
            <a:r>
              <a:t>packages/coding-agent/test/settings-diagnostics.test.ts</a:t>
            </a:r>
          </a:p>
          <a:p xmlns:a="http://schemas.openxmlformats.org/drawingml/2006/main">
            <a:r>
              <a:t>packages/coding-agent/test/agent-session-auto-compaction-queue.test.ts</a:t>
            </a:r>
          </a:p>
          <a:p xmlns:a="http://schemas.openxmlformats.org/drawingml/2006/main">
            <a:r>
              <a:t>packages/coding-agent/test/agent-session-compaction.test.ts</a:t>
            </a:r>
          </a:p>
          <a:p xmlns:a="http://schemas.openxmlformats.org/drawingml/2006/main">
            <a:r>
              <a:t>packages/coding-agent/test/agent-session-concurrent.test.ts</a:t>
            </a:r>
          </a:p>
          <a:p xmlns:a="http://schemas.openxmlformats.org/drawingml/2006/main">
            <a:r>
              <a:t>packages/coding-agent/test/agent-session-dynamic-provider.test.ts</a:t>
            </a:r>
          </a:p>
          <a:p xmlns:a="http://schemas.openxmlformats.org/drawingml/2006/main">
            <a:r>
              <a:t>packages/coding-agent/test/agent-session-dynamic-tools.test.ts</a:t>
            </a:r>
          </a:p>
          <a:p xmlns:a="http://schemas.openxmlformats.org/drawingml/2006/main">
            <a:r>
              <a:t>packages/coding-agent/test/agent-session-retry.test.ts</a:t>
            </a:r>
          </a:p>
          <a:p xmlns:a="http://schemas.openxmlformats.org/drawingml/2006/main">
            <a:r>
              <a:t>packages/coding-agent/test/agent-session-stats.test.ts</a:t>
            </a:r>
          </a:p>
          <a:p xmlns:a="http://schemas.openxmlformats.org/drawingml/2006/main">
            <a:r>
              <a:t>packages/coding-agent/test/block-images.test.ts</a:t>
            </a:r>
          </a:p>
          <a:p xmlns:a="http://schemas.openxmlformats.org/drawingml/2006/main">
            <a:r>
              <a:t>packages/coding-agent/test/builtin-tool-strict-mode.test.ts</a:t>
            </a:r>
          </a:p>
          <a:p xmlns:a="http://schemas.openxmlformats.org/drawingml/2006/main">
            <a:r>
              <a:t>packages/coding-agent/test/cache-warmer.test.ts</a:t>
            </a:r>
          </a:p>
          <a:p xmlns:a="http://schemas.openxmlformats.org/drawingml/2006/main">
            <a:r>
              <a:t>packages/coding-agent/test/compaction-extensions.test.ts</a:t>
            </a:r>
          </a:p>
          <a:p xmlns:a="http://schemas.openxmlformats.org/drawingml/2006/main">
            <a:r>
              <a:t>packages/coding-agent/test/config-schemas.test.ts</a:t>
            </a:r>
          </a:p>
          <a:p xmlns:a="http://schemas.openxmlformats.org/drawingml/2006/main">
            <a:r>
              <a:t>packages/coding-agent/test/default-tools-setting.test.ts</a:t>
            </a:r>
          </a:p>
          <a:p xmlns:a="http://schemas.openxmlformats.org/drawingml/2006/main">
            <a:r>
              <a:t>packages/coding-agent/test/export-jsonl-share.test.ts</a:t>
            </a:r>
          </a:p>
          <a:p xmlns:a="http://schemas.openxmlformats.org/drawingml/2006/main">
            <a:r>
              <a:t>packages/coding-agent/test/git-update.test.ts</a:t>
            </a:r>
          </a:p>
          <a:p xmlns:a="http://schemas.openxmlformats.org/drawingml/2006/main">
            <a:r>
              <a:t>packages/coding-agent/test/interactive-mode-status.test.ts</a:t>
            </a:r>
          </a:p>
          <a:p xmlns:a="http://schemas.openxmlformats.org/drawingml/2006/main">
            <a:r>
              <a:t>packages/coding-agent/test/interactive-mode-tree-navigation.test.ts</a:t>
            </a:r>
          </a:p>
          <a:p xmlns:a="http://schemas.openxmlformats.org/drawingml/2006/main">
            <a:r>
              <a:t>packages/coding-agent/test/interactive-tui.test.ts</a:t>
            </a:r>
          </a:p>
          <a:p xmlns:a="http://schemas.openxmlformats.org/drawingml/2006/main">
            <a:r>
              <a:t>packages/coding-agent/test/max-thinking.test.ts</a:t>
            </a:r>
          </a:p>
          <a:p xmlns:a="http://schemas.openxmlformats.org/drawingml/2006/main">
            <a:r>
              <a:t>packages/coding-agent/test/mermaid.test.ts</a:t>
            </a:r>
          </a:p>
          <a:p xmlns:a="http://schemas.openxmlformats.org/drawingml/2006/main">
            <a:r>
              <a:t>packages/coding-agent/test/model-resolver.test.ts</a:t>
            </a:r>
          </a:p>
          <a:p xmlns:a="http://schemas.openxmlformats.org/drawingml/2006/main">
            <a:r>
              <a:t>packages/coding-agent/test/package-manager-ssh.test.ts</a:t>
            </a:r>
          </a:p>
          <a:p xmlns:a="http://schemas.openxmlformats.org/drawingml/2006/main">
            <a:r>
              <a:t>packages/coding-agent/test/package-manager.test.ts</a:t>
            </a:r>
          </a:p>
          <a:p xmlns:a="http://schemas.openxmlformats.org/drawingml/2006/main">
            <a:r>
              <a:t>packages/coding-agent/test/resource-loader-theme.test.ts</a:t>
            </a:r>
          </a:p>
          <a:p xmlns:a="http://schemas.openxmlformats.org/drawingml/2006/main">
            <a:r>
              <a:t>packages/coding-agent/test/resource-loader.test.ts</a:t>
            </a:r>
          </a:p>
          <a:p xmlns:a="http://schemas.openxmlformats.org/drawingml/2006/main">
            <a:r>
              <a:t>packages/coding-agent/test/rpc-prompt-response-semantics.test.ts</a:t>
            </a:r>
          </a:p>
          <a:p xmlns:a="http://schemas.openxmlformats.org/drawingml/2006/main">
            <a:r>
              <a:t>packages/coding-agent/test/sdk-codex-cache-probe-tool-loop.ts</a:t>
            </a:r>
          </a:p>
          <a:p xmlns:a="http://schemas.openxmlformats.org/drawingml/2006/main">
            <a:r>
              <a:t>packages/coding-agent/test/sdk-openrouter-attribution.test.ts</a:t>
            </a:r>
          </a:p>
          <a:p xmlns:a="http://schemas.openxmlformats.org/drawingml/2006/main">
            <a:r>
              <a:t>packages/coding-agent/test/sdk-stream-options.test.ts</a:t>
            </a:r>
          </a:p>
          <a:p xmlns:a="http://schemas.openxmlformats.org/drawingml/2006/main">
            <a:r>
              <a:t>packages/coding-agent/test/settings-manager-bug.test.ts</a:t>
            </a:r>
          </a:p>
          <a:p xmlns:a="http://schemas.openxmlformats.org/drawingml/2006/main">
            <a:r>
              <a:t>packages/coding-agent/test/settings-manager-compaction.test.ts</a:t>
            </a:r>
          </a:p>
          <a:p xmlns:a="http://schemas.openxmlformats.org/drawingml/2006/main">
            <a:r>
              <a:t>packages/coding-agent/test/settings-manager.test.ts</a:t>
            </a:r>
          </a:p>
          <a:p xmlns:a="http://schemas.openxmlformats.org/drawingml/2006/main">
            <a:r>
              <a:t>packages/coding-agent/test/suite/harness.ts</a:t>
            </a:r>
          </a:p>
          <a:p xmlns:a="http://schemas.openxmlformats.org/drawingml/2006/main">
            <a:r>
              <a:t>packages/coding-agent/test/suite/regressions/2835-tools-allowlist-filters-extension-tools.test.ts</a:t>
            </a:r>
          </a:p>
          <a:p xmlns:a="http://schemas.openxmlformats.org/drawingml/2006/main">
            <a:r>
              <a:t>packages/coding-agent/test/suite/regressions/3592-no-builtin-tools-keeps-extension-tools.test.ts</a:t>
            </a:r>
          </a:p>
          <a:p xmlns:a="http://schemas.openxmlformats.org/drawingml/2006/main">
            <a:r>
              <a:t>packages/coding-agent/test/suite/regressions/3616-settings-inmemory-reload.test.ts</a:t>
            </a:r>
          </a:p>
          <a:p xmlns:a="http://schemas.openxmlformats.org/drawingml/2006/main">
            <a:r>
              <a:t>packages/coding-agent/test/suite/regressions/5596-missing-theme-export.test.ts</a:t>
            </a:r>
          </a:p>
          <a:p xmlns:a="http://schemas.openxmlformats.org/drawingml/2006/main">
            <a:r>
              <a:t>packages/coding-agent/test/suite/regressions/7187-malformed-package-manifest.test.ts</a:t>
            </a:r>
          </a:p>
          <a:p xmlns:a="http://schemas.openxmlformats.org/drawingml/2006/main">
            <a:r>
              <a:t>packages/coding-agent/test/suite/regressions/7572-provider-retry-settings-merge.test.ts</a:t>
            </a:r>
          </a:p>
          <a:p xmlns:a="http://schemas.openxmlformats.org/drawingml/2006/main">
            <a:r>
              <a:t>packages/coding-agent/test/suite/regressions/8337-utf8-bom-parsing.test.ts</a:t>
            </a:r>
          </a:p>
          <a:p xmlns:a="http://schemas.openxmlformats.org/drawingml/2006/main">
            <a:r>
              <a:t>packages/coding-agent/test/system-prompt-updates.test.ts</a:t>
            </a:r>
          </a:p>
          <a:p xmlns:a="http://schemas.openxmlformats.org/drawingml/2006/main">
            <a:r>
              <a:t>packages/coding-agent/test/test-harness.ts</a:t>
            </a:r>
          </a:p>
          <a:p xmlns:a="http://schemas.openxmlformats.org/drawingml/2006/main">
            <a:r>
              <a:t>packages/coding-agent/test/theme-controller.test.ts</a:t>
            </a:r>
          </a:p>
          <a:p xmlns:a="http://schemas.openxmlformats.org/drawingml/2006/main">
            <a:r>
              <a:t>packages/coding-agent/test/tool-renderer-examples.test.ts</a:t>
            </a:r>
          </a:p>
          <a:p xmlns:a="http://schemas.openxmlformats.org/drawingml/2006/main">
            <a:r>
              <a:t>packages/coding-agent/test/utilities.ts</a:t>
            </a:r>
          </a:p>
          <a:p xmlns:a="http://schemas.openxmlformats.org/drawingml/2006/main">
            <a:r>
              <a:t>packages/coding-agent/test/trust-manager.test.ts</a:t>
            </a:r>
          </a:p>
          <a:p xmlns:a="http://schemas.openxmlformats.org/drawingml/2006/main">
            <a:r>
              <a:t>packages/coding-agent/test/scrollbar-theme.test.ts</a:t>
            </a:r>
          </a:p>
          <a:p xmlns:a="http://schemas.openxmlformats.org/drawingml/2006/main">
            <a:r>
              <a:t>packages/coding-agent/test/assistant-message.test.ts</a:t>
            </a:r>
          </a:p>
          <a:p xmlns:a="http://schemas.openxmlformats.org/drawingml/2006/main">
            <a:r>
              <a:t>packages/coding-agent/test/streaming-render-debug.ts</a:t>
            </a:r>
          </a:p>
          <a:p xmlns:a="http://schemas.openxmlformats.org/drawingml/2006/main">
            <a:r>
              <a:t>packages/coding-agent/test/bash-execution-width.test.ts</a:t>
            </a:r>
          </a:p>
          <a:p xmlns:a="http://schemas.openxmlformats.org/drawingml/2006/main">
            <a:r>
              <a:t>packages/coding-agent/test/output-pad.test.ts</a:t>
            </a:r>
          </a:p>
          <a:p xmlns:a="http://schemas.openxmlformats.org/drawingml/2006/main">
            <a:r>
              <a:t>packages/coding-agent/test/collapsible-message-components.test.ts</a:t>
            </a:r>
          </a:p>
          <a:p xmlns:a="http://schemas.openxmlformats.org/drawingml/2006/main">
            <a:r>
              <a:t>packages/coding-agent/test/custom-editor-history-keybindings.test.ts</a:t>
            </a:r>
          </a:p>
          <a:p xmlns:a="http://schemas.openxmlformats.org/drawingml/2006/main">
            <a:r>
              <a:t>packages/coding-agent/test/status-indicator.test.ts</a:t>
            </a:r>
          </a:p>
          <a:p xmlns:a="http://schemas.openxmlformats.org/drawingml/2006/main">
            <a:r>
              <a:t>packages/coding-agent/test/custom-message.test.ts</a:t>
            </a:r>
          </a:p>
          <a:p xmlns:a="http://schemas.openxmlformats.org/drawingml/2006/main">
            <a:r>
              <a:t>packages/coding-agent/test/bug-report.test.ts</a:t>
            </a:r>
          </a:p>
          <a:p xmlns:a="http://schemas.openxmlformats.org/drawingml/2006/main">
            <a:r>
              <a:t>packages/coding-agent/test/footer-width.test.ts</a:t>
            </a:r>
          </a:p>
          <a:p xmlns:a="http://schemas.openxmlformats.org/drawingml/2006/main">
            <a:r>
              <a:t>packages/coding-agent/test/auth-url-copy.test.ts</a:t>
            </a:r>
          </a:p>
          <a:p xmlns:a="http://schemas.openxmlformats.org/drawingml/2006/main">
            <a:r>
              <a:t>packages/coding-agent/test/suite/regressions/5433-extension-oauth-prompt-input.test.ts</a:t>
            </a:r>
          </a:p>
          <a:p xmlns:a="http://schemas.openxmlformats.org/drawingml/2006/main">
            <a:r>
              <a:t>packages/coding-agent/test/model-selector.test.ts</a:t>
            </a:r>
          </a:p>
          <a:p xmlns:a="http://schemas.openxmlformats.org/drawingml/2006/main">
            <a:r>
              <a:t>packages/coding-agent/test/suite/regressions/3217-scoped-model-order.test.ts</a:t>
            </a:r>
          </a:p>
          <a:p xmlns:a="http://schemas.openxmlformats.org/drawingml/2006/main">
            <a:r>
              <a:t>packages/coding-agent/test/suite/regressions/6999-models-json-hot-reload.test.ts</a:t>
            </a:r>
          </a:p>
          <a:p xmlns:a="http://schemas.openxmlformats.org/drawingml/2006/main">
            <a:r>
              <a:t>packages/coding-agent/test/suite/regressions/7209-model-selector-filter-resets-selection.test.ts</a:t>
            </a:r>
          </a:p>
          <a:p xmlns:a="http://schemas.openxmlformats.org/drawingml/2006/main">
            <a:r>
              <a:t>packages/coding-agent/test/oauth-selector.test.ts</a:t>
            </a:r>
          </a:p>
          <a:p xmlns:a="http://schemas.openxmlformats.org/drawingml/2006/main">
            <a:r>
              <a:t>packages/coding-agent/test/scoped-models-selector.test.ts</a:t>
            </a:r>
          </a:p>
          <a:p xmlns:a="http://schemas.openxmlformats.org/drawingml/2006/main">
            <a:r>
              <a:t>packages/coding-agent/test/suite/regressions/6949-unavailable-scoped-model.test.ts</a:t>
            </a:r>
          </a:p>
          <a:p xmlns:a="http://schemas.openxmlformats.org/drawingml/2006/main">
            <a:r>
              <a:t>packages/coding-agent/test/suite/regressions/7153-scoped-models-refresh.test.ts</a:t>
            </a:r>
          </a:p>
          <a:p xmlns:a="http://schemas.openxmlformats.org/drawingml/2006/main">
            <a:r>
              <a:t>packages/coding-agent/test/session-selector-search.test.ts</a:t>
            </a:r>
          </a:p>
          <a:p xmlns:a="http://schemas.openxmlformats.org/drawingml/2006/main">
            <a:r>
              <a:t>packages/coding-agent/test/session-selector-path-delete.test.ts</a:t>
            </a:r>
          </a:p>
          <a:p xmlns:a="http://schemas.openxmlformats.org/drawingml/2006/main">
            <a:r>
              <a:t>packages/coding-agent/test/session-selector-rename.test.ts</a:t>
            </a:r>
          </a:p>
          <a:p xmlns:a="http://schemas.openxmlformats.org/drawingml/2006/main">
            <a:r>
              <a:t>packages/coding-agent/test/settings-selector.test.ts</a:t>
            </a:r>
          </a:p>
          <a:p xmlns:a="http://schemas.openxmlformats.org/drawingml/2006/main">
            <a:r>
              <a:t>packages/coding-agent/test/themed-text.test.ts</a:t>
            </a:r>
          </a:p>
          <a:p xmlns:a="http://schemas.openxmlformats.org/drawingml/2006/main">
            <a:r>
              <a:t>packages/coding-agent/test/thinking-selector.test.ts</a:t>
            </a:r>
          </a:p>
          <a:p xmlns:a="http://schemas.openxmlformats.org/drawingml/2006/main">
            <a:r>
              <a:t>packages/coding-agent/test/edit-tool-no-full-redraw.test.ts</a:t>
            </a:r>
          </a:p>
          <a:p xmlns:a="http://schemas.openxmlformats.org/drawingml/2006/main">
            <a:r>
              <a:t>packages/coding-agent/test/suite/regressions/4167-thinking-toggle-pending-tool-render.test.ts</a:t>
            </a:r>
          </a:p>
          <a:p xmlns:a="http://schemas.openxmlformats.org/drawingml/2006/main">
            <a:r>
              <a:t>packages/coding-agent/test/suite/regressions/8611-thinking-toggle-pending-bash-output.test.ts</a:t>
            </a:r>
          </a:p>
          <a:p xmlns:a="http://schemas.openxmlformats.org/drawingml/2006/main">
            <a:r>
              <a:t>packages/coding-agent/test/tree-selector.test.ts</a:t>
            </a:r>
          </a:p>
          <a:p xmlns:a="http://schemas.openxmlformats.org/drawingml/2006/main">
            <a:r>
              <a:t>packages/coding-agent/test/trust-selector.test.ts</a:t>
            </a:r>
          </a:p>
          <a:p xmlns:a="http://schemas.openxmlformats.org/drawingml/2006/main">
            <a:r>
              <a:t>packages/coding-agent/test/user-message.test.ts</a:t>
            </a:r>
          </a:p>
          <a:p xmlns:a="http://schemas.openxmlformats.org/drawingml/2006/main">
            <a:r>
              <a:t>packages/coding-agent/test/bash-close-hang-windows.test.ts</a:t>
            </a:r>
          </a:p>
          <a:p xmlns:a="http://schemas.openxmlformats.org/drawingml/2006/main">
            <a:r>
              <a:t>packages/coding-agent/test/tools.test.ts</a:t>
            </a:r>
          </a:p>
          <a:p xmlns:a="http://schemas.openxmlformats.org/drawingml/2006/main">
            <a:r>
              <a:t>packages/coding-agent/test/suite/agent-session-bash-persistence.test.ts</a:t>
            </a:r>
          </a:p>
          <a:p xmlns:a="http://schemas.openxmlformats.org/drawingml/2006/main">
            <a:r>
              <a:t>packages/coding-agent/test/suite/regressions/5208-late-bash-output.test.ts</a:t>
            </a:r>
          </a:p>
          <a:p xmlns:a="http://schemas.openxmlformats.org/drawingml/2006/main">
            <a:r>
              <a:t>packages/coding-agent/test/tool-system-prompt-contributions.test.ts</a:t>
            </a:r>
          </a:p>
          <a:p xmlns:a="http://schemas.openxmlformats.org/drawingml/2006/main">
            <a:r>
              <a:t>packages/coding-agent/test/powershell-tool.test.ts</a:t>
            </a:r>
          </a:p>
          <a:p xmlns:a="http://schemas.openxmlformats.org/drawingml/2006/main">
            <a:r>
              <a:t>packages/coding-agent/test/suite/regressions/6596-taskkill-enoent.test.ts</a:t>
            </a:r>
          </a:p>
          <a:p xmlns:a="http://schemas.openxmlformats.org/drawingml/2006/main">
            <a:r>
              <a:t>packages/coding-agent/test/branch-summarization.test.ts</a:t>
            </a:r>
          </a:p>
          <a:p xmlns:a="http://schemas.openxmlformats.org/drawingml/2006/main">
            <a:r>
              <a:t>packages/coding-agent/test/compaction-summary-reasoning.test.ts</a:t>
            </a:r>
          </a:p>
          <a:p xmlns:a="http://schemas.openxmlformats.org/drawingml/2006/main">
            <a:r>
              <a:t>packages/coding-agent/test/compaction.test.ts</a:t>
            </a:r>
          </a:p>
          <a:p xmlns:a="http://schemas.openxmlformats.org/drawingml/2006/main">
            <a:r>
              <a:t>packages/coding-agent/test/session-context-edit.test.ts</a:t>
            </a:r>
          </a:p>
          <a:p xmlns:a="http://schemas.openxmlformats.org/drawingml/2006/main">
            <a:r>
              <a:t>packages/coding-agent/test/suite/agent-session-compaction.test.ts</a:t>
            </a:r>
          </a:p>
          <a:p xmlns:a="http://schemas.openxmlformats.org/drawingml/2006/main">
            <a:r>
              <a:t>packages/coding-agent/test/compaction-nested-calls.test.ts</a:t>
            </a:r>
          </a:p>
          <a:p xmlns:a="http://schemas.openxmlformats.org/drawingml/2006/main">
            <a:r>
              <a:t>packages/coding-agent/test/compaction-serialization.test.ts</a:t>
            </a:r>
          </a:p>
          <a:p xmlns:a="http://schemas.openxmlformats.org/drawingml/2006/main">
            <a:r>
              <a:t>packages/coding-agent/test/model-registry.test.ts</a:t>
            </a:r>
          </a:p>
          <a:p xmlns:a="http://schemas.openxmlformats.org/drawingml/2006/main">
            <a:r>
              <a:t>packages/coding-agent/test/extensions-runner.test.ts</a:t>
            </a:r>
          </a:p>
          <a:p xmlns:a="http://schemas.openxmlformats.org/drawingml/2006/main">
            <a:r>
              <a:t>packages/coding-agent/test/model-runtime-cloudflare-compat.test.ts</a:t>
            </a:r>
          </a:p>
          <a:p xmlns:a="http://schemas.openxmlformats.org/drawingml/2006/main">
            <a:r>
              <a:t>packages/coding-agent/test/model-runtime-modify-models-compat.test.ts</a:t>
            </a:r>
          </a:p>
          <a:p xmlns:a="http://schemas.openxmlformats.org/drawingml/2006/main">
            <a:r>
              <a:t>packages/coding-agent/test/model-runtime-test-utils.ts</a:t>
            </a:r>
          </a:p>
          <a:p xmlns:a="http://schemas.openxmlformats.org/drawingml/2006/main">
            <a:r>
              <a:t>packages/coding-agent/test/suite/regressions/7027-credential-refresh-hang.test.ts</a:t>
            </a:r>
          </a:p>
          <a:p xmlns:a="http://schemas.openxmlformats.org/drawingml/2006/main">
            <a:r>
              <a:t>packages/ai/test/codex-websocket-cached-probe.ts</a:t>
            </a:r>
          </a:p>
          <a:p xmlns:a="http://schemas.openxmlformats.org/drawingml/2006/main">
            <a:r>
              <a:t>packages/coding-agent/test/agent-session-runtime-events.test.ts</a:t>
            </a:r>
          </a:p>
          <a:p xmlns:a="http://schemas.openxmlformats.org/drawingml/2006/main">
            <a:r>
              <a:t>packages/coding-agent/test/auth-check.test.ts</a:t>
            </a:r>
          </a:p>
          <a:p xmlns:a="http://schemas.openxmlformats.org/drawingml/2006/main">
            <a:r>
              <a:t>packages/coding-agent/test/credential-print.test.ts</a:t>
            </a:r>
          </a:p>
          <a:p xmlns:a="http://schemas.openxmlformats.org/drawingml/2006/main">
            <a:r>
              <a:t>packages/coding-agent/test/model-runtime-auth-options.test.ts</a:t>
            </a:r>
          </a:p>
          <a:p xmlns:a="http://schemas.openxmlformats.org/drawingml/2006/main">
            <a:r>
              <a:t>packages/coding-agent/test/model-runtime-classifiers.test.ts</a:t>
            </a:r>
          </a:p>
          <a:p xmlns:a="http://schemas.openxmlformats.org/drawingml/2006/main">
            <a:r>
              <a:t>packages/coding-agent/test/model-runtime-credential-sync.test.ts</a:t>
            </a:r>
          </a:p>
          <a:p xmlns:a="http://schemas.openxmlformats.org/drawingml/2006/main">
            <a:r>
              <a:t>packages/coding-agent/test/model-runtime-images.test.ts</a:t>
            </a:r>
          </a:p>
          <a:p xmlns:a="http://schemas.openxmlformats.org/drawingml/2006/main">
            <a:r>
              <a:t>packages/coding-agent/test/radius.test.ts</a:t>
            </a:r>
          </a:p>
          <a:p xmlns:a="http://schemas.openxmlformats.org/drawingml/2006/main">
            <a:r>
              <a:t>packages/coding-agent/test/suite/regressions/2753-reload-stale-resource-settings.test.ts</a:t>
            </a:r>
          </a:p>
          <a:p xmlns:a="http://schemas.openxmlformats.org/drawingml/2006/main">
            <a:r>
              <a:t>packages/coding-agent/test/suite/regressions/2860-replaced-session-context.test.ts</a:t>
            </a:r>
          </a:p>
          <a:p xmlns:a="http://schemas.openxmlformats.org/drawingml/2006/main">
            <a:r>
              <a:t>packages/coding-agent/test/virtual-models.test.ts</a:t>
            </a:r>
          </a:p>
          <a:p xmlns:a="http://schemas.openxmlformats.org/drawingml/2006/main">
            <a:r>
              <a:t>packages/coding-agent/test/models-store.test.ts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源码基线：6cd9d957a9fd50bc504d45b72834ed9dd85a20b6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流程为教学阅读顺序，可选分支不表示每次运行必经。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你有订阅、API key 或本地兼容端点，希望 Pi 能选中并调用它。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选择连接方式</a:t>
            </a:r>
          </a:p>
          <a:p xmlns:a="http://schemas.openxmlformats.org/drawingml/2006/main">
            <a:r>
              <a:t>先在 models.md 对照内置提供商、订阅登录、本地 llama.cpp 和兼容端点。只有缺少所需端点时才添加 models.json。</a:t>
            </a:r>
          </a:p>
          <a:p xmlns:a="http://schemas.openxmlformats.org/drawingml/2006/main">
            <a:r>
              <a:t>输入：已有服务与认证方式</a:t>
            </a:r>
          </a:p>
          <a:p xmlns:a="http://schemas.openxmlformats.org/drawingml/2006/main">
            <a:r>
              <a:t>输出：内置、兼容或自定义提供商方案</a:t>
            </a:r>
          </a:p>
          <a:p xmlns:a="http://schemas.openxmlformats.org/drawingml/2006/main">
            <a:r>
              <a:t>入口线索：/model；--model；--models；models.json</a:t>
            </a:r>
          </a:p>
          <a:p xmlns:a="http://schemas.openxmlformats.org/drawingml/2006/main">
            <a:r>
              <a:t>职责：目录元数据不等同于可调用性；认证与具体提供商能力仍需满足。</a:t>
            </a:r>
          </a:p>
          <a:p xmlns:a="http://schemas.openxmlformats.org/drawingml/2006/main">
            <a:r>
              <a:t>源码：packages/coding-agent/src/cli/list-models.ts</a:t>
            </a:r>
          </a:p>
          <a:p xmlns:a="http://schemas.openxmlformats.org/drawingml/2006/main">
            <a:r>
              <a:t>packages/coding-agent/src/core/model-config.ts</a:t>
            </a:r>
          </a:p>
          <a:p xmlns:a="http://schemas.openxmlformats.org/drawingml/2006/main">
            <a:r>
              <a:t>packages/coding-agent/src/core/model-registry.ts</a:t>
            </a:r>
          </a:p>
          <a:p xmlns:a="http://schemas.openxmlformats.org/drawingml/2006/main">
            <a:r>
              <a:t>packages/coding-agent/src/core/model-resolver.ts</a:t>
            </a:r>
          </a:p>
          <a:p xmlns:a="http://schemas.openxmlformats.org/drawingml/2006/main">
            <a:r>
              <a:t>packages/coding-agent/src/core/model-runtime.ts</a:t>
            </a:r>
          </a:p>
          <a:p xmlns:a="http://schemas.openxmlformats.org/drawingml/2006/main">
            <a:r>
              <a:t>packages/coding-agent/src/core/models-store.ts</a:t>
            </a:r>
          </a:p>
          <a:p xmlns:a="http://schemas.openxmlformats.org/drawingml/2006/main">
            <a:r>
              <a:t>packages/coding-agent/src/core/provider-composer.ts</a:t>
            </a:r>
          </a:p>
          <a:p xmlns:a="http://schemas.openxmlformats.org/drawingml/2006/main">
            <a:r>
              <a:t>packages/coding-agent/src/core/remote-catalog-provider.ts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准备认证入口</a:t>
            </a:r>
          </a:p>
          <a:p xmlns:a="http://schemas.openxmlformats.org/drawingml/2006/main">
            <a:r>
              <a:t>阅读 /login 与 AuthStorage，辨认 runtime key、auth.json、models.json 和 provider 环境来源。凭据与模型元数据分开处理。</a:t>
            </a:r>
          </a:p>
          <a:p xmlns:a="http://schemas.openxmlformats.org/drawingml/2006/main">
            <a:r>
              <a:t>输入：提供商标识和凭据来源</a:t>
            </a:r>
          </a:p>
          <a:p xmlns:a="http://schemas.openxmlformats.org/drawingml/2006/main">
            <a:r>
              <a:t>输出：可用的认证上下文</a:t>
            </a:r>
          </a:p>
          <a:p xmlns:a="http://schemas.openxmlformats.org/drawingml/2006/main">
            <a:r>
              <a:t>入口线索：/login；/logout；pi auth</a:t>
            </a:r>
          </a:p>
          <a:p xmlns:a="http://schemas.openxmlformats.org/drawingml/2006/main">
            <a:r>
              <a:t>职责：打印凭据的命令会写秘密到 stdout；此导览只索引实现，不读取用户凭据。</a:t>
            </a:r>
          </a:p>
          <a:p xmlns:a="http://schemas.openxmlformats.org/drawingml/2006/main">
            <a:r>
              <a:t>源码：packages/coding-agent/src/cli/auth-check.ts</a:t>
            </a:r>
          </a:p>
          <a:p xmlns:a="http://schemas.openxmlformats.org/drawingml/2006/main">
            <a:r>
              <a:t>packages/coding-agent/src/cli/auth-command.ts</a:t>
            </a:r>
          </a:p>
          <a:p xmlns:a="http://schemas.openxmlformats.org/drawingml/2006/main">
            <a:r>
              <a:t>packages/coding-agent/src/cli/credential-print.ts</a:t>
            </a:r>
          </a:p>
          <a:p xmlns:a="http://schemas.openxmlformats.org/drawingml/2006/main">
            <a:r>
              <a:t>packages/coding-agent/src/core/auth-guidance.ts</a:t>
            </a:r>
          </a:p>
          <a:p xmlns:a="http://schemas.openxmlformats.org/drawingml/2006/main">
            <a:r>
              <a:t>packages/coding-agent/src/core/auth-storage.ts</a:t>
            </a:r>
          </a:p>
          <a:p xmlns:a="http://schemas.openxmlformats.org/drawingml/2006/main">
            <a:r>
              <a:t>packages/coding-agent/src/core/runtime-credentials.ts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注册模型元数据</a:t>
            </a:r>
          </a:p>
          <a:p xmlns:a="http://schemas.openxmlformats.org/drawingml/2006/main">
            <a:r>
              <a:t>在 ModelConfig 与 provider composer 中追踪 baseUrl、api、models 和 modelOverrides。用真实 schema 校验，不凭服务名称猜兼容参数。</a:t>
            </a:r>
          </a:p>
          <a:p xmlns:a="http://schemas.openxmlformats.org/drawingml/2006/main">
            <a:r>
              <a:t>输入：models.json 或内置目录</a:t>
            </a:r>
          </a:p>
          <a:p xmlns:a="http://schemas.openxmlformats.org/drawingml/2006/main">
            <a:r>
              <a:t>输出：provider 下的模型记录</a:t>
            </a:r>
          </a:p>
          <a:p xmlns:a="http://schemas.openxmlformats.org/drawingml/2006/main">
            <a:r>
              <a:t>入口线索：/model；--model；--models；models.json</a:t>
            </a:r>
          </a:p>
          <a:p xmlns:a="http://schemas.openxmlformats.org/drawingml/2006/main">
            <a:r>
              <a:t>职责：目录元数据不等同于可调用性；认证与具体提供商能力仍需满足。</a:t>
            </a:r>
          </a:p>
          <a:p xmlns:a="http://schemas.openxmlformats.org/drawingml/2006/main">
            <a:r>
              <a:t>源码：packages/coding-agent/src/cli/list-models.ts</a:t>
            </a:r>
          </a:p>
          <a:p xmlns:a="http://schemas.openxmlformats.org/drawingml/2006/main">
            <a:r>
              <a:t>packages/coding-agent/src/core/model-config.ts</a:t>
            </a:r>
          </a:p>
          <a:p xmlns:a="http://schemas.openxmlformats.org/drawingml/2006/main">
            <a:r>
              <a:t>packages/coding-agent/src/core/model-registry.ts</a:t>
            </a:r>
          </a:p>
          <a:p xmlns:a="http://schemas.openxmlformats.org/drawingml/2006/main">
            <a:r>
              <a:t>packages/coding-agent/src/core/model-resolver.ts</a:t>
            </a:r>
          </a:p>
          <a:p xmlns:a="http://schemas.openxmlformats.org/drawingml/2006/main">
            <a:r>
              <a:t>packages/coding-agent/src/core/model-runtime.ts</a:t>
            </a:r>
          </a:p>
          <a:p xmlns:a="http://schemas.openxmlformats.org/drawingml/2006/main">
            <a:r>
              <a:t>packages/coding-agent/src/core/models-store.ts</a:t>
            </a:r>
          </a:p>
          <a:p xmlns:a="http://schemas.openxmlformats.org/drawingml/2006/main">
            <a:r>
              <a:t>packages/coding-agent/src/core/provider-composer.ts</a:t>
            </a:r>
          </a:p>
          <a:p xmlns:a="http://schemas.openxmlformats.org/drawingml/2006/main">
            <a:r>
              <a:t>packages/coding-agent/src/core/remote-catalog-provider.ts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4. 选择模型和推理级别</a:t>
            </a:r>
          </a:p>
          <a:p xmlns:a="http://schemas.openxmlformats.org/drawingml/2006/main">
            <a:r>
              <a:t>从 /model 的刷新和筛选进入运行时。区分聊天模型与分类、图像目录，核对可用认证与模型支持的 thinking 级别。</a:t>
            </a:r>
          </a:p>
          <a:p xmlns:a="http://schemas.openxmlformats.org/drawingml/2006/main">
            <a:r>
              <a:t>输入：模型目录和认证状态</a:t>
            </a:r>
          </a:p>
          <a:p xmlns:a="http://schemas.openxmlformats.org/drawingml/2006/main">
            <a:r>
              <a:t>输出：本轮使用的模型与推理选项</a:t>
            </a:r>
          </a:p>
          <a:p xmlns:a="http://schemas.openxmlformats.org/drawingml/2006/main">
            <a:r>
              <a:t>入口线索：/model；模型目录刷新</a:t>
            </a:r>
          </a:p>
          <a:p xmlns:a="http://schemas.openxmlformats.org/drawingml/2006/main">
            <a:r>
              <a:t>职责：目录记录不保证认证有效；查找与刷新和实际发出模型请求分开。</a:t>
            </a:r>
          </a:p>
          <a:p xmlns:a="http://schemas.openxmlformats.org/drawingml/2006/main">
            <a:r>
              <a:t>源码：packages/coding-agent/src/core/remote-catalog-provider.ts</a:t>
            </a:r>
          </a:p>
          <a:p xmlns:a="http://schemas.openxmlformats.org/drawingml/2006/main">
            <a:r>
              <a:t>packages/coding-agent/src/modes/interactive/model-catalog-refresh.ts</a:t>
            </a:r>
          </a:p>
          <a:p xmlns:a="http://schemas.openxmlformats.org/drawingml/2006/main">
            <a:r>
              <a:t>packages/coding-agent/src/modes/interactive/model-search.ts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5. 确认会话采用的值</a:t>
            </a:r>
          </a:p>
          <a:p xmlns:a="http://schemas.openxmlformats.org/drawingml/2006/main">
            <a:r>
              <a:t>回到 createAgentSession，核对显式 model、设置默认值以及恢复会话的选择。把最终 model.provider、id 和请求接口对应起来。</a:t>
            </a:r>
          </a:p>
          <a:p xmlns:a="http://schemas.openxmlformats.org/drawingml/2006/main">
            <a:r>
              <a:t>输入：显式参数、默认设置或恢复记录</a:t>
            </a:r>
          </a:p>
          <a:p xmlns:a="http://schemas.openxmlformats.org/drawingml/2006/main">
            <a:r>
              <a:t>输出：AgentSession 实际模型</a:t>
            </a:r>
          </a:p>
          <a:p xmlns:a="http://schemas.openxmlformats.org/drawingml/2006/main">
            <a:r>
              <a:t>入口线索：createAgentSession / createAgentSessionRuntime</a:t>
            </a:r>
          </a:p>
          <a:p xmlns:a="http://schemas.openxmlformats.org/drawingml/2006/main">
            <a:r>
              <a:t>职责：SDK 注入流函数、配置、工具与存储；运行时负责会话替换和重新绑定。</a:t>
            </a:r>
          </a:p>
          <a:p xmlns:a="http://schemas.openxmlformats.org/drawingml/2006/main">
            <a:r>
              <a:t>源码：packages/coding-agent/src/core/agent-session-runtime.ts</a:t>
            </a:r>
          </a:p>
          <a:p xmlns:a="http://schemas.openxmlformats.org/drawingml/2006/main">
            <a:r>
              <a:t>packages/coding-agent/src/core/agent-session-services.ts</a:t>
            </a:r>
          </a:p>
          <a:p xmlns:a="http://schemas.openxmlformats.org/drawingml/2006/main">
            <a:r>
              <a:t>packages/coding-agent/src/core/sdk.ts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失败与恢复：能在目录中找到模型不代表凭据有效。模型 ID、端点 API、能力和认证不匹配应分别定位，不能一律归结为网络失败。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练习：用文档中的本地兼容端点示例解释每个字段，并追到 ModelConfig 和最终会话模型。没有服务时只完成配置追踪，不宣称调用成功。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参考判断：baseUrl 是请求目的地，api 是协议适配器，id 是提供商模型标识。认证可用性、目录存在和真实请求成功是三个独立检查点。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功能编号：MOD-01, MOD-02, MOD-03, MOD-04, MOD-05, MOD-06, MOD-07, MOD-09, MOD-10, MOD-11, MOD-13, MOD-14, MOD-15, MOD-16, MOD-22, MOD-23, MOD-24, MOD-26, MOD-29, CFG-28, CFG-29, EXT-22, INT-01, INT-03, INT-04, INT-05, INT-07, PROV-38, PROV-39, OTH-56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文档来源：</a:t>
            </a:r>
          </a:p>
          <a:p xmlns:a="http://schemas.openxmlformats.org/drawingml/2006/main">
            <a:r>
              <a:t>packages/coding-agent/docs/cli.md</a:t>
            </a:r>
          </a:p>
          <a:p xmlns:a="http://schemas.openxmlformats.org/drawingml/2006/main">
            <a:r>
              <a:t>packages/coding-agent/docs/models.md</a:t>
            </a:r>
          </a:p>
          <a:p xmlns:a="http://schemas.openxmlformats.org/drawingml/2006/main">
            <a:r>
              <a:t>packages/coding-agent/docs/themes.md</a:t>
            </a:r>
          </a:p>
          <a:p xmlns:a="http://schemas.openxmlformats.org/drawingml/2006/main">
            <a:r>
              <a:t>packages/coding-agent/CHANGELOG.md</a:t>
            </a:r>
          </a:p>
          <a:p xmlns:a="http://schemas.openxmlformats.org/drawingml/2006/main">
            <a:r>
              <a:t>packages/ai/README.md</a:t>
            </a:r>
          </a:p>
          <a:p xmlns:a="http://schemas.openxmlformats.org/drawingml/2006/main">
            <a:r>
              <a:t>packages/coding-agent/examples/extensions/README.md</a:t>
            </a:r>
          </a:p>
          <a:p xmlns:a="http://schemas.openxmlformats.org/drawingml/2006/main">
            <a:r>
              <a:t>packages/coding-agent/docs/keybindings.md</a:t>
            </a:r>
          </a:p>
          <a:p xmlns:a="http://schemas.openxmlformats.org/drawingml/2006/main">
            <a:r>
              <a:t>packages/coding-agent/docs/settings.md</a:t>
            </a:r>
          </a:p>
          <a:p xmlns:a="http://schemas.openxmlformats.org/drawingml/2006/main">
            <a:r>
              <a:t>packages/coding-agent/docs/llama-cpp.md</a:t>
            </a:r>
          </a:p>
          <a:p xmlns:a="http://schemas.openxmlformats.org/drawingml/2006/main">
            <a:r>
              <a:t>packages/coding-agent/docs/providers.md</a:t>
            </a:r>
          </a:p>
          <a:p xmlns:a="http://schemas.openxmlformats.org/drawingml/2006/main">
            <a:r>
              <a:t>packages/coding-agent/scripts/generate-schemas.ts</a:t>
            </a:r>
          </a:p>
          <a:p xmlns:a="http://schemas.openxmlformats.org/drawingml/2006/main">
            <a:r>
              <a:t>packages/coding-agent/docs/extensions.md</a:t>
            </a:r>
          </a:p>
          <a:p xmlns:a="http://schemas.openxmlformats.org/drawingml/2006/main">
            <a:r>
              <a:t>packages/coding-agent/docs/sdk.md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关联测试阅读线索（未在演示文稿中执行）：</a:t>
            </a:r>
          </a:p>
          <a:p xmlns:a="http://schemas.openxmlformats.org/drawingml/2006/main">
            <a:r>
              <a:t>packages/coding-agent/test/config-schemas.test.ts</a:t>
            </a:r>
          </a:p>
          <a:p xmlns:a="http://schemas.openxmlformats.org/drawingml/2006/main">
            <a:r>
              <a:t>packages/coding-agent/test/model-registry.test.ts</a:t>
            </a:r>
          </a:p>
          <a:p xmlns:a="http://schemas.openxmlformats.org/drawingml/2006/main">
            <a:r>
              <a:t>packages/coding-agent/test/extensions-runner.test.ts</a:t>
            </a:r>
          </a:p>
          <a:p xmlns:a="http://schemas.openxmlformats.org/drawingml/2006/main">
            <a:r>
              <a:t>packages/coding-agent/test/model-runtime-cloudflare-compat.test.ts</a:t>
            </a:r>
          </a:p>
          <a:p xmlns:a="http://schemas.openxmlformats.org/drawingml/2006/main">
            <a:r>
              <a:t>packages/coding-agent/test/model-runtime-modify-models-compat.test.ts</a:t>
            </a:r>
          </a:p>
          <a:p xmlns:a="http://schemas.openxmlformats.org/drawingml/2006/main">
            <a:r>
              <a:t>packages/coding-agent/test/model-runtime-test-utils.ts</a:t>
            </a:r>
          </a:p>
          <a:p xmlns:a="http://schemas.openxmlformats.org/drawingml/2006/main">
            <a:r>
              <a:t>packages/coding-agent/test/model-resolver.test.ts</a:t>
            </a:r>
          </a:p>
          <a:p xmlns:a="http://schemas.openxmlformats.org/drawingml/2006/main">
            <a:r>
              <a:t>packages/coding-agent/test/suite/regressions/7027-credential-refresh-hang.test.ts</a:t>
            </a:r>
          </a:p>
          <a:p xmlns:a="http://schemas.openxmlformats.org/drawingml/2006/main">
            <a:r>
              <a:t>packages/ai/test/codex-websocket-cached-probe.ts</a:t>
            </a:r>
          </a:p>
          <a:p xmlns:a="http://schemas.openxmlformats.org/drawingml/2006/main">
            <a:r>
              <a:t>packages/coding-agent/test/agent-session-dynamic-provider.test.ts</a:t>
            </a:r>
          </a:p>
          <a:p xmlns:a="http://schemas.openxmlformats.org/drawingml/2006/main">
            <a:r>
              <a:t>packages/coding-agent/test/agent-session-runtime-events.test.ts</a:t>
            </a:r>
          </a:p>
          <a:p xmlns:a="http://schemas.openxmlformats.org/drawingml/2006/main">
            <a:r>
              <a:t>packages/coding-agent/test/auth-check.test.ts</a:t>
            </a:r>
          </a:p>
          <a:p xmlns:a="http://schemas.openxmlformats.org/drawingml/2006/main">
            <a:r>
              <a:t>packages/coding-agent/test/credential-print.test.ts</a:t>
            </a:r>
          </a:p>
          <a:p xmlns:a="http://schemas.openxmlformats.org/drawingml/2006/main">
            <a:r>
              <a:t>packages/coding-agent/test/model-catalog-protocol.test.ts</a:t>
            </a:r>
          </a:p>
          <a:p xmlns:a="http://schemas.openxmlformats.org/drawingml/2006/main">
            <a:r>
              <a:t>packages/coding-agent/test/model-runtime-auth-options.test.ts</a:t>
            </a:r>
          </a:p>
          <a:p xmlns:a="http://schemas.openxmlformats.org/drawingml/2006/main">
            <a:r>
              <a:t>packages/coding-agent/test/model-runtime-classifiers.test.ts</a:t>
            </a:r>
          </a:p>
          <a:p xmlns:a="http://schemas.openxmlformats.org/drawingml/2006/main">
            <a:r>
              <a:t>packages/coding-agent/test/model-runtime-credential-sync.test.ts</a:t>
            </a:r>
          </a:p>
          <a:p xmlns:a="http://schemas.openxmlformats.org/drawingml/2006/main">
            <a:r>
              <a:t>packages/coding-agent/test/model-runtime-images.test.ts</a:t>
            </a:r>
          </a:p>
          <a:p xmlns:a="http://schemas.openxmlformats.org/drawingml/2006/main">
            <a:r>
              <a:t>packages/coding-agent/test/package-command-paths.test.ts</a:t>
            </a:r>
          </a:p>
          <a:p xmlns:a="http://schemas.openxmlformats.org/drawingml/2006/main">
            <a:r>
              <a:t>packages/coding-agent/test/radius.test.ts</a:t>
            </a:r>
          </a:p>
          <a:p xmlns:a="http://schemas.openxmlformats.org/drawingml/2006/main">
            <a:r>
              <a:t>packages/coding-agent/test/suite/regressions/2753-reload-stale-resource-settings.test.ts</a:t>
            </a:r>
          </a:p>
          <a:p xmlns:a="http://schemas.openxmlformats.org/drawingml/2006/main">
            <a:r>
              <a:t>packages/coding-agent/test/suite/regressions/2860-replaced-session-context.test.ts</a:t>
            </a:r>
          </a:p>
          <a:p xmlns:a="http://schemas.openxmlformats.org/drawingml/2006/main">
            <a:r>
              <a:t>packages/coding-agent/test/virtual-models.test.ts</a:t>
            </a:r>
          </a:p>
          <a:p xmlns:a="http://schemas.openxmlformats.org/drawingml/2006/main">
            <a:r>
              <a:t>packages/coding-agent/test/models-store.test.ts</a:t>
            </a:r>
          </a:p>
          <a:p xmlns:a="http://schemas.openxmlformats.org/drawingml/2006/main">
            <a:r>
              <a:t>packages/coding-agent/test/remote-catalog-provider.test.ts</a:t>
            </a:r>
          </a:p>
          <a:p xmlns:a="http://schemas.openxmlformats.org/drawingml/2006/main">
            <a:r>
              <a:t>packages/coding-agent/test/agent-session-auto-compaction-queue.test.ts</a:t>
            </a:r>
          </a:p>
          <a:p xmlns:a="http://schemas.openxmlformats.org/drawingml/2006/main">
            <a:r>
              <a:t>packages/coding-agent/test/agent-session-branching.test.ts</a:t>
            </a:r>
          </a:p>
          <a:p xmlns:a="http://schemas.openxmlformats.org/drawingml/2006/main">
            <a:r>
              <a:t>packages/coding-agent/test/agent-session-compaction.test.ts</a:t>
            </a:r>
          </a:p>
          <a:p xmlns:a="http://schemas.openxmlformats.org/drawingml/2006/main">
            <a:r>
              <a:t>packages/coding-agent/test/agent-session-concurrent.test.ts</a:t>
            </a:r>
          </a:p>
          <a:p xmlns:a="http://schemas.openxmlformats.org/drawingml/2006/main">
            <a:r>
              <a:t>packages/coding-agent/test/agent-session-retry.test.ts</a:t>
            </a:r>
          </a:p>
          <a:p xmlns:a="http://schemas.openxmlformats.org/drawingml/2006/main">
            <a:r>
              <a:t>packages/coding-agent/test/agent-session-stats.test.ts</a:t>
            </a:r>
          </a:p>
          <a:p xmlns:a="http://schemas.openxmlformats.org/drawingml/2006/main">
            <a:r>
              <a:t>packages/coding-agent/test/auth-storage.test.ts</a:t>
            </a:r>
          </a:p>
          <a:p xmlns:a="http://schemas.openxmlformats.org/drawingml/2006/main">
            <a:r>
              <a:t>packages/coding-agent/test/cache-warmer.test.ts</a:t>
            </a:r>
          </a:p>
          <a:p xmlns:a="http://schemas.openxmlformats.org/drawingml/2006/main">
            <a:r>
              <a:t>packages/coding-agent/test/compaction-extensions.test.ts</a:t>
            </a:r>
          </a:p>
          <a:p xmlns:a="http://schemas.openxmlformats.org/drawingml/2006/main">
            <a:r>
              <a:t>packages/coding-agent/test/config-value-migration.test.ts</a:t>
            </a:r>
          </a:p>
          <a:p xmlns:a="http://schemas.openxmlformats.org/drawingml/2006/main">
            <a:r>
              <a:t>packages/coding-agent/test/extensions-input-event.test.ts</a:t>
            </a:r>
          </a:p>
          <a:p xmlns:a="http://schemas.openxmlformats.org/drawingml/2006/main">
            <a:r>
              <a:t>packages/coding-agent/test/mcp-conformance/client.ts</a:t>
            </a:r>
          </a:p>
          <a:p xmlns:a="http://schemas.openxmlformats.org/drawingml/2006/main">
            <a:r>
              <a:t>packages/coding-agent/test/mcp-extension.test.ts</a:t>
            </a:r>
          </a:p>
          <a:p xmlns:a="http://schemas.openxmlformats.org/drawingml/2006/main">
            <a:r>
              <a:t>packages/coding-agent/test/mcp-oauth-refresh.test.ts</a:t>
            </a:r>
          </a:p>
          <a:p xmlns:a="http://schemas.openxmlformats.org/drawingml/2006/main">
            <a:r>
              <a:t>packages/coding-agent/test/mcp-oauth-store.test.ts</a:t>
            </a:r>
          </a:p>
          <a:p xmlns:a="http://schemas.openxmlformats.org/drawingml/2006/main">
            <a:r>
              <a:t>packages/coding-agent/test/resource-loader.test.ts</a:t>
            </a:r>
          </a:p>
          <a:p xmlns:a="http://schemas.openxmlformats.org/drawingml/2006/main">
            <a:r>
              <a:t>packages/coding-agent/test/rpc-prompt-response-semantics.test.ts</a:t>
            </a:r>
          </a:p>
          <a:p xmlns:a="http://schemas.openxmlformats.org/drawingml/2006/main">
            <a:r>
              <a:t>packages/coding-agent/test/runtime-credentials.test.ts</a:t>
            </a:r>
          </a:p>
          <a:p xmlns:a="http://schemas.openxmlformats.org/drawingml/2006/main">
            <a:r>
              <a:t>packages/coding-agent/test/sdk-codex-cache-probe-tool-loop.ts</a:t>
            </a:r>
          </a:p>
          <a:p xmlns:a="http://schemas.openxmlformats.org/drawingml/2006/main">
            <a:r>
              <a:t>packages/coding-agent/test/sdk-openrouter-attribution.test.ts</a:t>
            </a:r>
          </a:p>
          <a:p xmlns:a="http://schemas.openxmlformats.org/drawingml/2006/main">
            <a:r>
              <a:t>packages/coding-agent/test/sdk-stream-options.test.ts</a:t>
            </a:r>
          </a:p>
          <a:p xmlns:a="http://schemas.openxmlformats.org/drawingml/2006/main">
            <a:r>
              <a:t>packages/coding-agent/test/suite/agent-session-mcp-oauth.test.ts</a:t>
            </a:r>
          </a:p>
          <a:p xmlns:a="http://schemas.openxmlformats.org/drawingml/2006/main">
            <a:r>
              <a:t>packages/coding-agent/test/suite/agent-session-runtime.test.ts</a:t>
            </a:r>
          </a:p>
          <a:p xmlns:a="http://schemas.openxmlformats.org/drawingml/2006/main">
            <a:r>
              <a:t>packages/coding-agent/test/suite/harness.ts</a:t>
            </a:r>
          </a:p>
          <a:p xmlns:a="http://schemas.openxmlformats.org/drawingml/2006/main">
            <a:r>
              <a:t>packages/coding-agent/test/suite/regressions/5596-missing-theme-export.test.ts</a:t>
            </a:r>
          </a:p>
          <a:p xmlns:a="http://schemas.openxmlformats.org/drawingml/2006/main">
            <a:r>
              <a:t>packages/coding-agent/test/suite/regressions/5661-uppercase-header-values.test.ts</a:t>
            </a:r>
          </a:p>
          <a:p xmlns:a="http://schemas.openxmlformats.org/drawingml/2006/main">
            <a:r>
              <a:t>packages/coding-agent/test/suite/regressions/6999-models-json-hot-reload.test.ts</a:t>
            </a:r>
          </a:p>
          <a:p xmlns:a="http://schemas.openxmlformats.org/drawingml/2006/main">
            <a:r>
              <a:t>packages/coding-agent/test/test-harness.ts</a:t>
            </a:r>
          </a:p>
          <a:p xmlns:a="http://schemas.openxmlformats.org/drawingml/2006/main">
            <a:r>
              <a:t>packages/coding-agent/test/utilities.ts</a:t>
            </a:r>
          </a:p>
          <a:p xmlns:a="http://schemas.openxmlformats.org/drawingml/2006/main">
            <a:r>
              <a:t>packages/coding-agent/test/model-catalog-refresh.test.ts</a:t>
            </a:r>
          </a:p>
          <a:p xmlns:a="http://schemas.openxmlformats.org/drawingml/2006/main">
            <a:r>
              <a:t>packages/coding-agent/test/interactive-mode-import-command.test.ts</a:t>
            </a:r>
          </a:p>
          <a:p xmlns:a="http://schemas.openxmlformats.org/drawingml/2006/main">
            <a:r>
              <a:t>packages/coding-agent/test/session-cwd.test.ts</a:t>
            </a:r>
          </a:p>
          <a:p xmlns:a="http://schemas.openxmlformats.org/drawingml/2006/main">
            <a:r>
              <a:t>packages/coding-agent/test/suite/regressions/5868-rpc-unknown-command-id.test.ts</a:t>
            </a:r>
          </a:p>
          <a:p xmlns:a="http://schemas.openxmlformats.org/drawingml/2006/main">
            <a:r>
              <a:t>packages/coding-agent/test/suite/regressions/8724-in-memory-fork-active-tool.test.ts</a:t>
            </a:r>
          </a:p>
          <a:p xmlns:a="http://schemas.openxmlformats.org/drawingml/2006/main">
            <a:r>
              <a:t>packages/coding-agent/test/suite/regressions/9068-user-bash-fail-closed.test.ts</a:t>
            </a:r>
          </a:p>
          <a:p xmlns:a="http://schemas.openxmlformats.org/drawingml/2006/main">
            <a:r>
              <a:t>packages/coding-agent/test/default-tools-setting.test.ts</a:t>
            </a:r>
          </a:p>
          <a:p xmlns:a="http://schemas.openxmlformats.org/drawingml/2006/main">
            <a:r>
              <a:t>packages/coding-agent/test/suite/regressions/3592-no-builtin-tools-keeps-extension-tools.test.ts</a:t>
            </a:r>
          </a:p>
          <a:p xmlns:a="http://schemas.openxmlformats.org/drawingml/2006/main">
            <a:r>
              <a:t>packages/coding-agent/test/suite/regressions/7829-invalid-settings-warning.test.ts</a:t>
            </a:r>
          </a:p>
          <a:p xmlns:a="http://schemas.openxmlformats.org/drawingml/2006/main">
            <a:r>
              <a:t>packages/coding-agent/test/agent-session-dynamic-tools.test.ts</a:t>
            </a:r>
          </a:p>
          <a:p xmlns:a="http://schemas.openxmlformats.org/drawingml/2006/main">
            <a:r>
              <a:t>packages/coding-agent/test/builtin-tool-strict-mode.test.ts</a:t>
            </a:r>
          </a:p>
          <a:p xmlns:a="http://schemas.openxmlformats.org/drawingml/2006/main">
            <a:r>
              <a:t>packages/coding-agent/test/export-jsonl-share.test.ts</a:t>
            </a:r>
          </a:p>
          <a:p xmlns:a="http://schemas.openxmlformats.org/drawingml/2006/main">
            <a:r>
              <a:t>packages/coding-agent/test/sdk-session-manager.test.ts</a:t>
            </a:r>
          </a:p>
          <a:p xmlns:a="http://schemas.openxmlformats.org/drawingml/2006/main">
            <a:r>
              <a:t>packages/coding-agent/test/sdk-skills.test.ts</a:t>
            </a:r>
          </a:p>
          <a:p xmlns:a="http://schemas.openxmlformats.org/drawingml/2006/main">
            <a:r>
              <a:t>packages/coding-agent/test/suite/regressions/2835-tools-allowlist-filters-extension-tools.test.ts</a:t>
            </a:r>
          </a:p>
          <a:p xmlns:a="http://schemas.openxmlformats.org/drawingml/2006/main">
            <a:r>
              <a:t>packages/coding-agent/test/system-prompt-updates.test.ts</a:t>
            </a:r>
          </a:p>
          <a:p xmlns:a="http://schemas.openxmlformats.org/drawingml/2006/main">
            <a:r>
              <a:t>packages/coding-agent/test/tool-renderer-examples.test.ts</a:t>
            </a:r>
          </a:p>
          <a:p xmlns:a="http://schemas.openxmlformats.org/drawingml/2006/main">
            <a:r>
              <a:t>packages/coding-agent/test/llama-extension.test.ts</a:t>
            </a:r>
          </a:p>
          <a:p xmlns:a="http://schemas.openxmlformats.org/drawingml/2006/main">
            <a:r>
              <a:t>packages/coding-agent/test/resource-loader-theme.test.ts</a:t>
            </a:r>
          </a:p>
          <a:p xmlns:a="http://schemas.openxmlformats.org/drawingml/2006/main">
            <a:r>
              <a:t>packages/coding-agent/test/scrollbar-theme.test.ts</a:t>
            </a:r>
          </a:p>
          <a:p xmlns:a="http://schemas.openxmlformats.org/drawingml/2006/main">
            <a:r>
              <a:t>packages/coding-agent/test/codemode-worker-config.test.ts</a:t>
            </a:r>
          </a:p>
          <a:p xmlns:a="http://schemas.openxmlformats.org/drawingml/2006/main">
            <a:r>
              <a:t>packages/coding-agent/test/config.test.ts</a:t>
            </a:r>
          </a:p>
          <a:p xmlns:a="http://schemas.openxmlformats.org/drawingml/2006/main">
            <a:r>
              <a:t>packages/coding-agent/test/first-time-setup.test.ts</a:t>
            </a:r>
          </a:p>
          <a:p xmlns:a="http://schemas.openxmlformats.org/drawingml/2006/main">
            <a:r>
              <a:t>packages/coding-agent/test/format-resume-command.test.ts</a:t>
            </a:r>
          </a:p>
          <a:p xmlns:a="http://schemas.openxmlformats.org/drawingml/2006/main">
            <a:r>
              <a:t>packages/coding-agent/test/keybindings-migration.test.ts</a:t>
            </a:r>
          </a:p>
          <a:p xmlns:a="http://schemas.openxmlformats.org/drawingml/2006/main">
            <a:r>
              <a:t>packages/coding-agent/test/prompt-templates.test.ts</a:t>
            </a:r>
          </a:p>
          <a:p xmlns:a="http://schemas.openxmlformats.org/drawingml/2006/main">
            <a:r>
              <a:t>packages/coding-agent/test/session-file-invalid.test.ts</a:t>
            </a:r>
          </a:p>
          <a:p xmlns:a="http://schemas.openxmlformats.org/drawingml/2006/main">
            <a:r>
              <a:t>packages/coding-agent/test/session-id-readonly.test.ts</a:t>
            </a:r>
          </a:p>
          <a:p xmlns:a="http://schemas.openxmlformats.org/drawingml/2006/main">
            <a:r>
              <a:t>packages/coding-agent/test/startup-session-name.test.ts</a:t>
            </a:r>
          </a:p>
          <a:p xmlns:a="http://schemas.openxmlformats.org/drawingml/2006/main">
            <a:r>
              <a:t>packages/coding-agent/test/stdout-cleanliness.test.ts</a:t>
            </a:r>
          </a:p>
          <a:p xmlns:a="http://schemas.openxmlformats.org/drawingml/2006/main">
            <a:r>
              <a:t>packages/coding-agent/test/suite/regressions/5080-signal-shutdown-extension-cleanup.test.ts</a:t>
            </a:r>
          </a:p>
          <a:p xmlns:a="http://schemas.openxmlformats.org/drawingml/2006/main">
            <a:r>
              <a:t>packages/coding-agent/test/suite/regressions/7497-session-discovery-symlink.test.ts</a:t>
            </a:r>
          </a:p>
          <a:p xmlns:a="http://schemas.openxmlformats.org/drawingml/2006/main">
            <a:r>
              <a:t>packages/coding-agent/test/tool-execution-component.test.ts</a:t>
            </a:r>
          </a:p>
          <a:p xmlns:a="http://schemas.openxmlformats.org/drawingml/2006/main">
            <a:r>
              <a:t>packages/coding-agent/test/resolve-config-value.test.ts</a:t>
            </a:r>
          </a:p>
          <a:p xmlns:a="http://schemas.openxmlformats.org/drawingml/2006/main">
            <a:r>
              <a:t>packages/coding-agent/test/settings-diagnostics.test.ts</a:t>
            </a:r>
          </a:p>
          <a:p xmlns:a="http://schemas.openxmlformats.org/drawingml/2006/main">
            <a:r>
              <a:t>packages/coding-agent/test/block-images.test.ts</a:t>
            </a:r>
          </a:p>
          <a:p xmlns:a="http://schemas.openxmlformats.org/drawingml/2006/main">
            <a:r>
              <a:t>packages/coding-agent/test/git-update.test.ts</a:t>
            </a:r>
          </a:p>
          <a:p xmlns:a="http://schemas.openxmlformats.org/drawingml/2006/main">
            <a:r>
              <a:t>packages/coding-agent/test/interactive-mode-status.test.ts</a:t>
            </a:r>
          </a:p>
          <a:p xmlns:a="http://schemas.openxmlformats.org/drawingml/2006/main">
            <a:r>
              <a:t>packages/coding-agent/test/interactive-mode-tree-navigation.test.ts</a:t>
            </a:r>
          </a:p>
          <a:p xmlns:a="http://schemas.openxmlformats.org/drawingml/2006/main">
            <a:r>
              <a:t>packages/coding-agent/test/interactive-tui.test.ts</a:t>
            </a:r>
          </a:p>
          <a:p xmlns:a="http://schemas.openxmlformats.org/drawingml/2006/main">
            <a:r>
              <a:t>packages/coding-agent/test/max-thinking.test.ts</a:t>
            </a:r>
          </a:p>
          <a:p xmlns:a="http://schemas.openxmlformats.org/drawingml/2006/main">
            <a:r>
              <a:t>packages/coding-agent/test/mermaid.test.ts</a:t>
            </a:r>
          </a:p>
          <a:p xmlns:a="http://schemas.openxmlformats.org/drawingml/2006/main">
            <a:r>
              <a:t>packages/coding-agent/test/package-manager-ssh.test.ts</a:t>
            </a:r>
          </a:p>
          <a:p xmlns:a="http://schemas.openxmlformats.org/drawingml/2006/main">
            <a:r>
              <a:t>packages/coding-agent/test/package-manager.test.ts</a:t>
            </a:r>
          </a:p>
          <a:p xmlns:a="http://schemas.openxmlformats.org/drawingml/2006/main">
            <a:r>
              <a:t>packages/coding-agent/test/settings-manager-bug.test.ts</a:t>
            </a:r>
          </a:p>
          <a:p xmlns:a="http://schemas.openxmlformats.org/drawingml/2006/main">
            <a:r>
              <a:t>packages/coding-agent/test/settings-manager-compaction.test.ts</a:t>
            </a:r>
          </a:p>
          <a:p xmlns:a="http://schemas.openxmlformats.org/drawingml/2006/main">
            <a:r>
              <a:t>packages/coding-agent/test/settings-manager.test.ts</a:t>
            </a:r>
          </a:p>
          <a:p xmlns:a="http://schemas.openxmlformats.org/drawingml/2006/main">
            <a:r>
              <a:t>packages/coding-agent/test/suite/regressions/3616-settings-inmemory-reload.test.ts</a:t>
            </a:r>
          </a:p>
          <a:p xmlns:a="http://schemas.openxmlformats.org/drawingml/2006/main">
            <a:r>
              <a:t>packages/coding-agent/test/suite/regressions/7187-malformed-package-manifest.test.ts</a:t>
            </a:r>
          </a:p>
          <a:p xmlns:a="http://schemas.openxmlformats.org/drawingml/2006/main">
            <a:r>
              <a:t>packages/coding-agent/test/suite/regressions/7572-provider-retry-settings-merge.test.ts</a:t>
            </a:r>
          </a:p>
          <a:p xmlns:a="http://schemas.openxmlformats.org/drawingml/2006/main">
            <a:r>
              <a:t>packages/coding-agent/test/suite/regressions/8337-utf8-bom-parsing.test.ts</a:t>
            </a:r>
          </a:p>
          <a:p xmlns:a="http://schemas.openxmlformats.org/drawingml/2006/main">
            <a:r>
              <a:t>packages/coding-agent/test/theme-controller.test.ts</a:t>
            </a:r>
          </a:p>
          <a:p xmlns:a="http://schemas.openxmlformats.org/drawingml/2006/main">
            <a:r>
              <a:t>packages/ai/test/classifier-models.test.ts</a:t>
            </a:r>
          </a:p>
          <a:p xmlns:a="http://schemas.openxmlformats.org/drawingml/2006/main">
            <a:r>
              <a:t>packages/ai/test/github-copilot-oauth.test.ts</a:t>
            </a:r>
          </a:p>
          <a:p xmlns:a="http://schemas.openxmlformats.org/drawingml/2006/main">
            <a:r>
              <a:t>packages/ai/test/models-runtime.test.ts</a:t>
            </a:r>
          </a:p>
          <a:p xmlns:a="http://schemas.openxmlformats.org/drawingml/2006/main">
            <a:r>
              <a:t>packages/ai/test/oauth-auth.test.ts</a:t>
            </a:r>
          </a:p>
          <a:p xmlns:a="http://schemas.openxmlformats.org/drawingml/2006/main">
            <a:r>
              <a:t>packages/ai/test/openrouter-oauth.test.ts</a:t>
            </a:r>
          </a:p>
          <a:p xmlns:a="http://schemas.openxmlformats.org/drawingml/2006/main">
            <a:r>
              <a:t>packages/ai/test/radius-provider.test.ts</a:t>
            </a:r>
          </a:p>
          <a:p xmlns:a="http://schemas.openxmlformats.org/drawingml/2006/main">
            <a:r>
              <a:t>packages/ai/test/providers.test.ts</a:t>
            </a:r>
          </a:p>
          <a:p xmlns:a="http://schemas.openxmlformats.org/drawingml/2006/main">
            <a:r>
              <a:t>packages/ai/test/anthropic-oauth.test.ts</a:t>
            </a:r>
          </a:p>
          <a:p xmlns:a="http://schemas.openxmlformats.org/drawingml/2006/main">
            <a:r>
              <a:t>packages/ai/test/oauth-callback-server.test.ts</a:t>
            </a:r>
          </a:p>
          <a:p xmlns:a="http://schemas.openxmlformats.org/drawingml/2006/main">
            <a:r>
              <a:t>packages/ai/test/oauth-device-code.test.ts</a:t>
            </a:r>
          </a:p>
          <a:p xmlns:a="http://schemas.openxmlformats.org/drawingml/2006/main">
            <a:r>
              <a:t>packages/ai/test/kimi-coding-oauth.test.ts</a:t>
            </a:r>
          </a:p>
          <a:p xmlns:a="http://schemas.openxmlformats.org/drawingml/2006/main">
            <a:r>
              <a:t>packages/ai/test/meta-oauth.test.ts</a:t>
            </a:r>
          </a:p>
          <a:p xmlns:a="http://schemas.openxmlformats.org/drawingml/2006/main">
            <a:r>
              <a:t>packages/ai/test/openai-chatgpt-oauth.test.ts</a:t>
            </a:r>
          </a:p>
          <a:p xmlns:a="http://schemas.openxmlformats.org/drawingml/2006/main">
            <a:r>
              <a:t>packages/ai/test/openai-codex-oauth.test.ts</a:t>
            </a:r>
          </a:p>
          <a:p xmlns:a="http://schemas.openxmlformats.org/drawingml/2006/main">
            <a:r>
              <a:t>packages/ai/test/radius-oauth.test.ts</a:t>
            </a:r>
          </a:p>
          <a:p xmlns:a="http://schemas.openxmlformats.org/drawingml/2006/main">
            <a:r>
              <a:t>packages/ai/test/xai-oauth.test.ts</a:t>
            </a:r>
          </a:p>
          <a:p xmlns:a="http://schemas.openxmlformats.org/drawingml/2006/main">
            <a:r>
              <a:t>packages/ai/test/images-models.test.ts</a:t>
            </a:r>
          </a:p>
          <a:p xmlns:a="http://schemas.openxmlformats.org/drawingml/2006/main">
            <a:r>
              <a:t>packages/ai/test/oauth.ts</a:t>
            </a:r>
          </a:p>
          <a:p xmlns:a="http://schemas.openxmlformats.org/drawingml/2006/main">
            <a:r>
              <a:t>packages/ai/test/anthropic-auth-token.test.ts</a:t>
            </a:r>
          </a:p>
          <a:p xmlns:a="http://schemas.openxmlformats.org/drawingml/2006/main">
            <a:r>
              <a:t>packages/ai/test/anthropic-eager-tool-input-e2e.test.ts</a:t>
            </a:r>
          </a:p>
          <a:p xmlns:a="http://schemas.openxmlformats.org/drawingml/2006/main">
            <a:r>
              <a:t>packages/ai/test/anthropic-long-cache-retention-e2e.test.ts</a:t>
            </a:r>
          </a:p>
          <a:p xmlns:a="http://schemas.openxmlformats.org/drawingml/2006/main">
            <a:r>
              <a:t>packages/ai/test/baseten-models.test.ts</a:t>
            </a:r>
          </a:p>
          <a:p xmlns:a="http://schemas.openxmlformats.org/drawingml/2006/main">
            <a:r>
              <a:t>packages/ai/test/env-api-keys.test.ts</a:t>
            </a:r>
          </a:p>
          <a:p xmlns:a="http://schemas.openxmlformats.org/drawingml/2006/main">
            <a:r>
              <a:t>packages/ai/test/fireworks-models.test.ts</a:t>
            </a:r>
          </a:p>
          <a:p xmlns:a="http://schemas.openxmlformats.org/drawingml/2006/main">
            <a:r>
              <a:t>packages/ai/test/interleaved-thinking.test.ts</a:t>
            </a:r>
          </a:p>
          <a:p xmlns:a="http://schemas.openxmlformats.org/drawingml/2006/main">
            <a:r>
              <a:t>packages/ai/test/qwen-token-plan-models.test.ts</a:t>
            </a:r>
          </a:p>
          <a:p xmlns:a="http://schemas.openxmlformats.org/drawingml/2006/main">
            <a:r>
              <a:t>packages/ai/test/radius-thinking-replay-e2e.test.ts</a:t>
            </a:r>
          </a:p>
          <a:p xmlns:a="http://schemas.openxmlformats.org/drawingml/2006/main">
            <a:r>
              <a:t>packages/ai/test/together-models.test.ts</a:t>
            </a:r>
          </a:p>
          <a:p xmlns:a="http://schemas.openxmlformats.org/drawingml/2006/main">
            <a:r>
              <a:t>packages/ai/test/constrained-sampling.test.ts</a:t>
            </a:r>
          </a:p>
          <a:p xmlns:a="http://schemas.openxmlformats.org/drawingml/2006/main">
            <a:r>
              <a:t>packages/ai/test/typesafe-system-one.test.ts</a:t>
            </a:r>
          </a:p>
          <a:p xmlns:a="http://schemas.openxmlformats.org/drawingml/2006/main">
            <a:r>
              <a:t>packages/ai/test/openrouter-user-models.test.ts</a:t>
            </a:r>
          </a:p>
          <a:p xmlns:a="http://schemas.openxmlformats.org/drawingml/2006/main">
            <a:r>
              <a:t>packages/coding-agent/test/suite/regressions/7193-event-bus-lifecycle.test.ts</a:t>
            </a:r>
          </a:p>
          <a:p xmlns:a="http://schemas.openxmlformats.org/drawingml/2006/main">
            <a:r>
              <a:t>packages/coding-agent/test/suite/regressions/8423-extension-factory-failure.test.ts</a:t>
            </a:r>
          </a:p>
          <a:p xmlns:a="http://schemas.openxmlformats.org/drawingml/2006/main">
            <a:r>
              <a:t>packages/coding-agent/test/compaction-extensions-example.test.ts</a:t>
            </a:r>
          </a:p>
          <a:p xmlns:a="http://schemas.openxmlformats.org/drawingml/2006/main">
            <a:r>
              <a:t>packages/coding-agent/test/git-merge-and-resolve-extension.test.ts</a:t>
            </a:r>
          </a:p>
          <a:p xmlns:a="http://schemas.openxmlformats.org/drawingml/2006/main">
            <a:r>
              <a:t>packages/coding-agent/test/input-transform-streaming-example.test.ts</a:t>
            </a:r>
          </a:p>
          <a:p xmlns:a="http://schemas.openxmlformats.org/drawingml/2006/main">
            <a:r>
              <a:t>packages/coding-agent/test/plan-mode-extension.test.ts</a:t>
            </a:r>
          </a:p>
          <a:p xmlns:a="http://schemas.openxmlformats.org/drawingml/2006/main">
            <a:r>
              <a:t>packages/coding-agent/test/suite/agent-session-compaction-model-overrides.test.ts</a:t>
            </a:r>
          </a:p>
          <a:p xmlns:a="http://schemas.openxmlformats.org/drawingml/2006/main">
            <a:r>
              <a:t>packages/coding-agent/test/suite/agent-session-prompt.test.ts</a:t>
            </a:r>
          </a:p>
          <a:p xmlns:a="http://schemas.openxmlformats.org/drawingml/2006/main">
            <a:r>
              <a:t>packages/coding-agent/test/suite/regressions/8261-subagent-project-trust.test.ts</a:t>
            </a:r>
          </a:p>
          <a:p xmlns:a="http://schemas.openxmlformats.org/drawingml/2006/main">
            <a:r>
              <a:t>packages/coding-agent/test/suite/virtual-models.test.ts</a:t>
            </a:r>
          </a:p>
          <a:p xmlns:a="http://schemas.openxmlformats.org/drawingml/2006/main">
            <a:r>
              <a:t>packages/coding-agent/test/trigger-compact-extension.test.ts</a:t>
            </a:r>
          </a:p>
          <a:p xmlns:a="http://schemas.openxmlformats.org/drawingml/2006/main">
            <a:r>
              <a:t>packages/coding-agent/test/extensions-discovery.test.ts</a:t>
            </a:r>
          </a:p>
          <a:p xmlns:a="http://schemas.openxmlformats.org/drawingml/2006/main">
            <a:r>
              <a:t>packages/coding-agent/test/suite/regressions/8237-node-sea-extension-loading.test.ts</a:t>
            </a:r>
          </a:p>
          <a:p xmlns:a="http://schemas.openxmlformats.org/drawingml/2006/main">
            <a:r>
              <a:t>packages/coding-agent/test/suite/regressions/9540-extension-loader-lazy.test.ts</a:t>
            </a:r>
          </a:p>
          <a:p xmlns:a="http://schemas.openxmlformats.org/drawingml/2006/main">
            <a:r>
              <a:t>packages/coding-agent/test/suite/regressions/extension-factory-cache.test.ts</a:t>
            </a:r>
          </a:p>
          <a:p xmlns:a="http://schemas.openxmlformats.org/drawingml/2006/main">
            <a:r>
              <a:t>packages/coding-agent/test/codemode-renderer.test.ts</a:t>
            </a:r>
          </a:p>
          <a:p xmlns:a="http://schemas.openxmlformats.org/drawingml/2006/main">
            <a:r>
              <a:t>packages/coding-agent/test/custom-message.test.ts</a:t>
            </a:r>
          </a:p>
          <a:p xmlns:a="http://schemas.openxmlformats.org/drawingml/2006/main">
            <a:r>
              <a:t>packages/coding-agent/test/edit-tool-legacy-input.test.ts</a:t>
            </a:r>
          </a:p>
          <a:p xmlns:a="http://schemas.openxmlformats.org/drawingml/2006/main">
            <a:r>
              <a:t>packages/coding-agent/test/export-html-whitespace.test.ts</a:t>
            </a:r>
          </a:p>
          <a:p xmlns:a="http://schemas.openxmlformats.org/drawingml/2006/main">
            <a:r>
              <a:t>packages/coding-agent/test/image-resize-callers.test.ts</a:t>
            </a:r>
          </a:p>
          <a:p xmlns:a="http://schemas.openxmlformats.org/drawingml/2006/main">
            <a:r>
              <a:t>packages/coding-agent/test/output-pad.test.ts</a:t>
            </a:r>
          </a:p>
          <a:p xmlns:a="http://schemas.openxmlformats.org/drawingml/2006/main">
            <a:r>
              <a:t>packages/coding-agent/test/suite/agent-session-codemode.test.ts</a:t>
            </a:r>
          </a:p>
          <a:p xmlns:a="http://schemas.openxmlformats.org/drawingml/2006/main">
            <a:r>
              <a:t>packages/coding-agent/test/suite/agent-session-mcp.test.ts</a:t>
            </a:r>
          </a:p>
          <a:p xmlns:a="http://schemas.openxmlformats.org/drawingml/2006/main">
            <a:r>
              <a:t>packages/coding-agent/test/suite/agent-session-tool-orchestration.test.ts</a:t>
            </a:r>
          </a:p>
          <a:p xmlns:a="http://schemas.openxmlformats.org/drawingml/2006/main">
            <a:r>
              <a:t>packages/coding-agent/test/suite/regressions/10285-mcp-tool-renderers.test.ts</a:t>
            </a:r>
          </a:p>
          <a:p xmlns:a="http://schemas.openxmlformats.org/drawingml/2006/main">
            <a:r>
              <a:t>packages/coding-agent/test/tool-search.test.ts</a:t>
            </a:r>
          </a:p>
          <a:p xmlns:a="http://schemas.openxmlformats.org/drawingml/2006/main">
            <a:r>
              <a:t>packages/coding-agent/test/tools.test.ts</a:t>
            </a:r>
          </a:p>
          <a:p xmlns:a="http://schemas.openxmlformats.org/drawingml/2006/main">
            <a:r>
              <a:t>packages/coding-agent/test/bug-report.test.ts</a:t>
            </a:r>
          </a:p>
          <a:p xmlns:a="http://schemas.openxmlformats.org/drawingml/2006/main">
            <a:r>
              <a:t>packages/coding-agent/test/footer-width.test.ts</a:t>
            </a:r>
          </a:p>
          <a:p xmlns:a="http://schemas.openxmlformats.org/drawingml/2006/main">
            <a:r>
              <a:t>packages/coding-agent/test/program-status-reporter.test.ts</a:t>
            </a:r>
          </a:p>
          <a:p xmlns:a="http://schemas.openxmlformats.org/drawingml/2006/main">
            <a:r>
              <a:t>packages/coding-agent/test/suite/regressions/4167-thinking-toggle-pending-tool-render.test.ts</a:t>
            </a:r>
          </a:p>
          <a:p xmlns:a="http://schemas.openxmlformats.org/drawingml/2006/main">
            <a:r>
              <a:t>packages/coding-agent/test/suite/regressions/5943-session-start-notify.test.ts</a:t>
            </a:r>
          </a:p>
          <a:p xmlns:a="http://schemas.openxmlformats.org/drawingml/2006/main">
            <a:r>
              <a:t>packages/coding-agent/test/suite/regressions/7150-rpc-prompt-during-compaction.test.ts</a:t>
            </a:r>
          </a:p>
          <a:p xmlns:a="http://schemas.openxmlformats.org/drawingml/2006/main">
            <a:r>
              <a:t>packages/coding-agent/test/suite/regressions/8537-custom-message-tool-result-ordering.test.ts</a:t>
            </a:r>
          </a:p>
          <a:p xmlns:a="http://schemas.openxmlformats.org/drawingml/2006/main">
            <a:r>
              <a:t>packages/ai/test/anthropic-federation.test.ts</a:t>
            </a:r>
          </a:p>
          <a:p xmlns:a="http://schemas.openxmlformats.org/drawingml/2006/main">
            <a:r>
              <a:t>packages/ai/test/cloudflare-workers-ai-system-one.test.ts</a:t>
            </a:r>
          </a:p>
          <a:p xmlns:a="http://schemas.openxmlformats.org/drawingml/2006/main">
            <a:r>
              <a:t>packages/ai/test/fireworks-model-generation.test.ts</a:t>
            </a:r>
          </a:p>
          <a:p xmlns:a="http://schemas.openxmlformats.org/drawingml/2006/main">
            <a:r>
              <a:t>packages/ai/test/github-copilot-anthropic.test.ts</a:t>
            </a:r>
          </a:p>
          <a:p xmlns:a="http://schemas.openxmlformats.org/drawingml/2006/main">
            <a:r>
              <a:t>packages/ai/test/model-types.test.ts</a:t>
            </a:r>
          </a:p>
          <a:p xmlns:a="http://schemas.openxmlformats.org/drawingml/2006/main">
            <a:r>
              <a:t>packages/ai/test/scratch.ts</a:t>
            </a:r>
          </a:p>
          <a:p xmlns:a="http://schemas.openxmlformats.org/drawingml/2006/main">
            <a:r>
              <a:t>packages/ai/test/telemetry-options.test.ts</a:t>
            </a:r>
          </a:p>
          <a:p xmlns:a="http://schemas.openxmlformats.org/drawingml/2006/main">
            <a:r>
              <a:t>packages/ai/test/xai-responses.test.ts</a:t>
            </a:r>
          </a:p>
          <a:p xmlns:a="http://schemas.openxmlformats.org/drawingml/2006/main">
            <a:r>
              <a:t>packages/durable/test/codemode-bench.ts</a:t>
            </a:r>
          </a:p>
          <a:p xmlns:a="http://schemas.openxmlformats.org/drawingml/2006/main">
            <a:r>
              <a:t>packages/durable/test/nested-images-bench.ts</a:t>
            </a:r>
          </a:p>
          <a:p xmlns:a="http://schemas.openxmlformats.org/drawingml/2006/main">
            <a:r>
              <a:t>packages/durable/test/nested-tools-bench.ts</a:t>
            </a:r>
          </a:p>
          <a:p xmlns:a="http://schemas.openxmlformats.org/drawingml/2006/main">
            <a:r>
              <a:t>packages/durable/test/scheduler-fanout-bench.ts</a:t>
            </a:r>
          </a:p>
          <a:p xmlns:a="http://schemas.openxmlformats.org/drawingml/2006/main">
            <a:r>
              <a:t>packages/durable/test/scheduler-memory-bench.ts</a:t>
            </a:r>
          </a:p>
          <a:p xmlns:a="http://schemas.openxmlformats.org/drawingml/2006/main">
            <a:r>
              <a:t>packages/durable/test/session-document-cache-bench.ts</a:t>
            </a:r>
          </a:p>
          <a:p xmlns:a="http://schemas.openxmlformats.org/drawingml/2006/main">
            <a:r>
              <a:t>packages/durable/test/tool-output-bench.ts</a:t>
            </a:r>
          </a:p>
          <a:p xmlns:a="http://schemas.openxmlformats.org/drawingml/2006/main">
            <a:r>
              <a:t>packages/ai/test/abort.test.ts</a:t>
            </a:r>
          </a:p>
          <a:p xmlns:a="http://schemas.openxmlformats.org/drawingml/2006/main">
            <a:r>
              <a:t>packages/ai/test/anthropic-adaptive-thinking-models.test.ts</a:t>
            </a:r>
          </a:p>
          <a:p xmlns:a="http://schemas.openxmlformats.org/drawingml/2006/main">
            <a:r>
              <a:t>packages/ai/test/anthropic-eager-tool-input-compat.test.ts</a:t>
            </a:r>
          </a:p>
          <a:p xmlns:a="http://schemas.openxmlformats.org/drawingml/2006/main">
            <a:r>
              <a:t>packages/ai/test/anthropic-empty-thinking-signature-compat.test.ts</a:t>
            </a:r>
          </a:p>
          <a:p xmlns:a="http://schemas.openxmlformats.org/drawingml/2006/main">
            <a:r>
              <a:t>packages/ai/test/anthropic-federation-sdk.test.ts</a:t>
            </a:r>
          </a:p>
          <a:p xmlns:a="http://schemas.openxmlformats.org/drawingml/2006/main">
            <a:r>
              <a:t>packages/ai/test/anthropic-force-adaptive-thinking.test.ts</a:t>
            </a:r>
          </a:p>
          <a:p xmlns:a="http://schemas.openxmlformats.org/drawingml/2006/main">
            <a:r>
              <a:t>packages/ai/test/anthropic-mid-conversation-effort.test.ts</a:t>
            </a:r>
          </a:p>
          <a:p xmlns:a="http://schemas.openxmlformats.org/drawingml/2006/main">
            <a:r>
              <a:t>packages/ai/test/anthropic-opus-4-8-smoke.test.ts</a:t>
            </a:r>
          </a:p>
          <a:p xmlns:a="http://schemas.openxmlformats.org/drawingml/2006/main">
            <a:r>
              <a:t>packages/ai/test/anthropic-sse-parsing.test.ts</a:t>
            </a:r>
          </a:p>
          <a:p xmlns:a="http://schemas.openxmlformats.org/drawingml/2006/main">
            <a:r>
              <a:t>packages/ai/test/anthropic-strict-tool-schema.test.ts</a:t>
            </a:r>
          </a:p>
          <a:p xmlns:a="http://schemas.openxmlformats.org/drawingml/2006/main">
            <a:r>
              <a:t>packages/ai/test/anthropic-temperature-compat.test.ts</a:t>
            </a:r>
          </a:p>
          <a:p xmlns:a="http://schemas.openxmlformats.org/drawingml/2006/main">
            <a:r>
              <a:t>packages/ai/test/anthropic-thinking-binding-e2e.test.ts</a:t>
            </a:r>
          </a:p>
          <a:p xmlns:a="http://schemas.openxmlformats.org/drawingml/2006/main">
            <a:r>
              <a:t>packages/ai/test/anthropic-thinking-disable.test.ts</a:t>
            </a:r>
          </a:p>
          <a:p xmlns:a="http://schemas.openxmlformats.org/drawingml/2006/main">
            <a:r>
              <a:t>packages/ai/test/anthropic-tool-name-normalization.test.ts</a:t>
            </a:r>
          </a:p>
          <a:p xmlns:a="http://schemas.openxmlformats.org/drawingml/2006/main">
            <a:r>
              <a:t>packages/ai/test/azure-openai-base-url.test.ts</a:t>
            </a:r>
          </a:p>
          <a:p xmlns:a="http://schemas.openxmlformats.org/drawingml/2006/main">
            <a:r>
              <a:t>packages/ai/test/azure-openai-completions.test.ts</a:t>
            </a:r>
          </a:p>
          <a:p xmlns:a="http://schemas.openxmlformats.org/drawingml/2006/main">
            <a:r>
              <a:t>packages/ai/test/azure-openai-responses-reasoning-replay.test.ts</a:t>
            </a:r>
          </a:p>
          <a:p xmlns:a="http://schemas.openxmlformats.org/drawingml/2006/main">
            <a:r>
              <a:t>packages/ai/test/azure-openai-tool-choice.test.ts</a:t>
            </a:r>
          </a:p>
          <a:p xmlns:a="http://schemas.openxmlformats.org/drawingml/2006/main">
            <a:r>
              <a:t>packages/ai/test/bedrock-convert-messages.test.ts</a:t>
            </a:r>
          </a:p>
          <a:p xmlns:a="http://schemas.openxmlformats.org/drawingml/2006/main">
            <a:r>
              <a:t>packages/ai/test/bedrock-credentials.test.ts</a:t>
            </a:r>
          </a:p>
          <a:p xmlns:a="http://schemas.openxmlformats.org/drawingml/2006/main">
            <a:r>
              <a:t>packages/ai/test/bedrock-custom-headers.test.ts</a:t>
            </a:r>
          </a:p>
          <a:p xmlns:a="http://schemas.openxmlformats.org/drawingml/2006/main">
            <a:r>
              <a:t>packages/ai/test/bedrock-endpoint-resolution.test.ts</a:t>
            </a:r>
          </a:p>
          <a:p xmlns:a="http://schemas.openxmlformats.org/drawingml/2006/main">
            <a:r>
              <a:t>packages/ai/test/bedrock-error-metadata.test.ts</a:t>
            </a:r>
          </a:p>
          <a:p xmlns:a="http://schemas.openxmlformats.org/drawingml/2006/main">
            <a:r>
              <a:t>packages/ai/test/bedrock-models.test.ts</a:t>
            </a:r>
          </a:p>
          <a:p xmlns:a="http://schemas.openxmlformats.org/drawingml/2006/main">
            <a:r>
              <a:t>packages/ai/test/bedrock-raw-stop-reason.test.ts</a:t>
            </a:r>
          </a:p>
          <a:p xmlns:a="http://schemas.openxmlformats.org/drawingml/2006/main">
            <a:r>
              <a:t>packages/ai/test/bedrock-redacted-reasoning.test.ts</a:t>
            </a:r>
          </a:p>
          <a:p xmlns:a="http://schemas.openxmlformats.org/drawingml/2006/main">
            <a:r>
              <a:t>packages/ai/test/bedrock-response-headers.test.ts</a:t>
            </a:r>
          </a:p>
          <a:p xmlns:a="http://schemas.openxmlformats.org/drawingml/2006/main">
            <a:r>
              <a:t>packages/ai/test/bedrock-thinking-payload.test.ts</a:t>
            </a:r>
          </a:p>
          <a:p xmlns:a="http://schemas.openxmlformats.org/drawingml/2006/main">
            <a:r>
              <a:t>packages/ai/test/cache-retention.test.ts</a:t>
            </a:r>
          </a:p>
          <a:p xmlns:a="http://schemas.openxmlformats.org/drawingml/2006/main">
            <a:r>
              <a:t>packages/ai/test/cloudflare-ai-binding.test.ts</a:t>
            </a:r>
          </a:p>
          <a:p xmlns:a="http://schemas.openxmlformats.org/drawingml/2006/main">
            <a:r>
              <a:t>packages/ai/test/cloudflare-stream.test.ts</a:t>
            </a:r>
          </a:p>
          <a:p xmlns:a="http://schemas.openxmlformats.org/drawingml/2006/main">
            <a:r>
              <a:t>packages/ai/test/compat-env.test.ts</a:t>
            </a:r>
          </a:p>
          <a:p xmlns:a="http://schemas.openxmlformats.org/drawingml/2006/main">
            <a:r>
              <a:t>packages/ai/test/context-estimate.test.ts</a:t>
            </a:r>
          </a:p>
          <a:p xmlns:a="http://schemas.openxmlformats.org/drawingml/2006/main">
            <a:r>
              <a:t>packages/ai/test/context-overflow.test.ts</a:t>
            </a:r>
          </a:p>
          <a:p xmlns:a="http://schemas.openxmlformats.org/drawingml/2006/main">
            <a:r>
              <a:t>packages/ai/test/cross-provider-handoff.test.ts</a:t>
            </a:r>
          </a:p>
          <a:p xmlns:a="http://schemas.openxmlformats.org/drawingml/2006/main">
            <a:r>
              <a:t>packages/ai/test/empty.test.ts</a:t>
            </a:r>
          </a:p>
          <a:p xmlns:a="http://schemas.openxmlformats.org/drawingml/2006/main">
            <a:r>
              <a:t>packages/ai/test/event-stream.test.ts</a:t>
            </a:r>
          </a:p>
          <a:p xmlns:a="http://schemas.openxmlformats.org/drawingml/2006/main">
            <a:r>
              <a:t>packages/ai/test/faux-provider.test.ts</a:t>
            </a:r>
          </a:p>
          <a:p xmlns:a="http://schemas.openxmlformats.org/drawingml/2006/main">
            <a:r>
              <a:t>packages/ai/test/fetch-option.test.ts</a:t>
            </a:r>
          </a:p>
          <a:p xmlns:a="http://schemas.openxmlformats.org/drawingml/2006/main">
            <a:r>
              <a:t>packages/ai/test/google-raw-stop-reason.test.ts</a:t>
            </a:r>
          </a:p>
          <a:p xmlns:a="http://schemas.openxmlformats.org/drawingml/2006/main">
            <a:r>
              <a:t>packages/ai/test/google-shared-convert-tools.test.ts</a:t>
            </a:r>
          </a:p>
          <a:p xmlns:a="http://schemas.openxmlformats.org/drawingml/2006/main">
            <a:r>
              <a:t>packages/ai/test/google-shared-gemini3-unsigned-tool-call.test.ts</a:t>
            </a:r>
          </a:p>
          <a:p xmlns:a="http://schemas.openxmlformats.org/drawingml/2006/main">
            <a:r>
              <a:t>packages/ai/test/google-shared-image-tool-result-routing.test.ts</a:t>
            </a:r>
          </a:p>
          <a:p xmlns:a="http://schemas.openxmlformats.org/drawingml/2006/main">
            <a:r>
              <a:t>packages/ai/test/google-shared-signed-empty-blocks.test.ts</a:t>
            </a:r>
          </a:p>
          <a:p xmlns:a="http://schemas.openxmlformats.org/drawingml/2006/main">
            <a:r>
              <a:t>packages/ai/test/google-thinking-disable.test.ts</a:t>
            </a:r>
          </a:p>
          <a:p xmlns:a="http://schemas.openxmlformats.org/drawingml/2006/main">
            <a:r>
              <a:t>packages/ai/test/google-thinking-level-map.test.ts</a:t>
            </a:r>
          </a:p>
          <a:p xmlns:a="http://schemas.openxmlformats.org/drawingml/2006/main">
            <a:r>
              <a:t>packages/ai/test/google-vertex-api-key-resolution.test.ts</a:t>
            </a:r>
          </a:p>
          <a:p xmlns:a="http://schemas.openxmlformats.org/drawingml/2006/main">
            <a:r>
              <a:t>packages/ai/test/image-tool-result.test.ts</a:t>
            </a:r>
          </a:p>
          <a:p xmlns:a="http://schemas.openxmlformats.org/drawingml/2006/main">
            <a:r>
              <a:t>packages/ai/test/images.test.ts</a:t>
            </a:r>
          </a:p>
          <a:p xmlns:a="http://schemas.openxmlformats.org/drawingml/2006/main">
            <a:r>
              <a:t>packages/ai/test/lax-message-content.test.ts</a:t>
            </a:r>
          </a:p>
          <a:p xmlns:a="http://schemas.openxmlformats.org/drawingml/2006/main">
            <a:r>
              <a:t>packages/ai/test/llama-cpp-classify.test.ts</a:t>
            </a:r>
          </a:p>
          <a:p xmlns:a="http://schemas.openxmlformats.org/drawingml/2006/main">
            <a:r>
              <a:t>packages/ai/test/max-thinking.test.ts</a:t>
            </a:r>
          </a:p>
          <a:p xmlns:a="http://schemas.openxmlformats.org/drawingml/2006/main">
            <a:r>
              <a:t>packages/ai/test/message-types.test.ts</a:t>
            </a:r>
          </a:p>
          <a:p xmlns:a="http://schemas.openxmlformats.org/drawingml/2006/main">
            <a:r>
              <a:t>packages/ai/test/mistral-http-transport.test.ts</a:t>
            </a:r>
          </a:p>
          <a:p xmlns:a="http://schemas.openxmlformats.org/drawingml/2006/main">
            <a:r>
              <a:t>packages/ai/test/mistral-raw-stop-reason.test.ts</a:t>
            </a:r>
          </a:p>
          <a:p xmlns:a="http://schemas.openxmlformats.org/drawingml/2006/main">
            <a:r>
              <a:t>packages/ai/test/mistral-reasoning-mode.test.ts</a:t>
            </a:r>
          </a:p>
          <a:p xmlns:a="http://schemas.openxmlformats.org/drawingml/2006/main">
            <a:r>
              <a:t>packages/ai/test/mistral-tool-schema.test.ts</a:t>
            </a:r>
          </a:p>
          <a:p xmlns:a="http://schemas.openxmlformats.org/drawingml/2006/main">
            <a:r>
              <a:t>packages/ai/test/openai-codex-cache-affinity-e2e.test.ts</a:t>
            </a:r>
          </a:p>
          <a:p xmlns:a="http://schemas.openxmlformats.org/drawingml/2006/main">
            <a:r>
              <a:t>packages/ai/test/openai-codex-stream.test.ts</a:t>
            </a:r>
          </a:p>
          <a:p xmlns:a="http://schemas.openxmlformats.org/drawingml/2006/main">
            <a:r>
              <a:t>packages/ai/test/openai-completions-cache-control-format.test.ts</a:t>
            </a:r>
          </a:p>
          <a:p xmlns:a="http://schemas.openxmlformats.org/drawingml/2006/main">
            <a:r>
              <a:t>packages/ai/test/openai-completions-prompt-cache.test.ts</a:t>
            </a:r>
          </a:p>
          <a:p xmlns:a="http://schemas.openxmlformats.org/drawingml/2006/main">
            <a:r>
              <a:t>packages/ai/test/openai-completions-provider-stream-event.test.ts</a:t>
            </a:r>
          </a:p>
          <a:p xmlns:a="http://schemas.openxmlformats.org/drawingml/2006/main">
            <a:r>
              <a:t>packages/ai/test/openai-completions-raw-stop-reason.test.ts</a:t>
            </a:r>
          </a:p>
          <a:p xmlns:a="http://schemas.openxmlformats.org/drawingml/2006/main">
            <a:r>
              <a:t>packages/ai/test/openai-completions-reasoning-details.test.ts</a:t>
            </a:r>
          </a:p>
          <a:p xmlns:a="http://schemas.openxmlformats.org/drawingml/2006/main">
            <a:r>
              <a:t>packages/ai/test/openai-completions-response-model.test.ts</a:t>
            </a:r>
          </a:p>
          <a:p xmlns:a="http://schemas.openxmlformats.org/drawingml/2006/main">
            <a:r>
              <a:t>packages/ai/test/openai-completions-retry.test.ts</a:t>
            </a:r>
          </a:p>
          <a:p xmlns:a="http://schemas.openxmlformats.org/drawingml/2006/main">
            <a:r>
              <a:t>packages/ai/test/openai-completions-thinking-as-text.test.ts</a:t>
            </a:r>
          </a:p>
          <a:p xmlns:a="http://schemas.openxmlformats.org/drawingml/2006/main">
            <a:r>
              <a:t>packages/ai/test/openai-completions-thinking-token-budget.test.ts</a:t>
            </a:r>
          </a:p>
          <a:p xmlns:a="http://schemas.openxmlformats.org/drawingml/2006/main">
            <a:r>
              <a:t>packages/ai/test/openai-completions-tool-choice.test.ts</a:t>
            </a:r>
          </a:p>
          <a:p xmlns:a="http://schemas.openxmlformats.org/drawingml/2006/main">
            <a:r>
              <a:t>packages/ai/test/openai-completions-tool-result-images.test.ts</a:t>
            </a:r>
          </a:p>
          <a:p xmlns:a="http://schemas.openxmlformats.org/drawingml/2006/main">
            <a:r>
              <a:t>packages/ai/test/openai-completions-vllm-priority.test.ts</a:t>
            </a:r>
          </a:p>
          <a:p xmlns:a="http://schemas.openxmlformats.org/drawingml/2006/main">
            <a:r>
              <a:t>packages/ai/test/openai-decisions.test.ts</a:t>
            </a:r>
          </a:p>
          <a:p xmlns:a="http://schemas.openxmlformats.org/drawingml/2006/main">
            <a:r>
              <a:t>packages/ai/test/openai-responses-cache-affinity-e2e.test.ts</a:t>
            </a:r>
          </a:p>
          <a:p xmlns:a="http://schemas.openxmlformats.org/drawingml/2006/main">
            <a:r>
              <a:t>packages/ai/test/openai-responses-chatgpt-sign-in.test.ts</a:t>
            </a:r>
          </a:p>
          <a:p xmlns:a="http://schemas.openxmlformats.org/drawingml/2006/main">
            <a:r>
              <a:t>packages/ai/test/openai-responses-compat.test.ts</a:t>
            </a:r>
          </a:p>
          <a:p xmlns:a="http://schemas.openxmlformats.org/drawingml/2006/main">
            <a:r>
              <a:t>packages/ai/test/openai-responses-empty-tool-result.test.ts</a:t>
            </a:r>
          </a:p>
          <a:p xmlns:a="http://schemas.openxmlformats.org/drawingml/2006/main">
            <a:r>
              <a:t>packages/ai/test/openai-responses-foreign-toolcall-id.test.ts</a:t>
            </a:r>
          </a:p>
          <a:p xmlns:a="http://schemas.openxmlformats.org/drawingml/2006/main">
            <a:r>
              <a:t>packages/ai/test/openai-responses-message-id.test.ts</a:t>
            </a:r>
          </a:p>
          <a:p xmlns:a="http://schemas.openxmlformats.org/drawingml/2006/main">
            <a:r>
              <a:t>packages/ai/test/openai-responses-namespace.test.ts</a:t>
            </a:r>
          </a:p>
          <a:p xmlns:a="http://schemas.openxmlformats.org/drawingml/2006/main">
            <a:r>
              <a:t>packages/ai/test/openai-responses-partial-json-cleanup.test.ts</a:t>
            </a:r>
          </a:p>
          <a:p xmlns:a="http://schemas.openxmlformats.org/drawingml/2006/main">
            <a:r>
              <a:t>packages/ai/test/openai-responses-reasoning-replay-e2e.test.ts</a:t>
            </a:r>
          </a:p>
          <a:p xmlns:a="http://schemas.openxmlformats.org/drawingml/2006/main">
            <a:r>
              <a:t>packages/ai/test/openai-responses-terminal-event.test.ts</a:t>
            </a:r>
          </a:p>
          <a:p xmlns:a="http://schemas.openxmlformats.org/drawingml/2006/main">
            <a:r>
              <a:t>packages/ai/test/openai-responses-usage-limit.test.ts</a:t>
            </a:r>
          </a:p>
          <a:p xmlns:a="http://schemas.openxmlformats.org/drawingml/2006/main">
            <a:r>
              <a:t>packages/ai/test/opencode-provider-headers.test.ts</a:t>
            </a:r>
          </a:p>
          <a:p xmlns:a="http://schemas.openxmlformats.org/drawingml/2006/main">
            <a:r>
              <a:t>packages/ai/test/openrouter-images.test.ts</a:t>
            </a:r>
          </a:p>
          <a:p xmlns:a="http://schemas.openxmlformats.org/drawingml/2006/main">
            <a:r>
              <a:t>packages/ai/test/openrouter-reasoning-options.test.ts</a:t>
            </a:r>
          </a:p>
          <a:p xmlns:a="http://schemas.openxmlformats.org/drawingml/2006/main">
            <a:r>
              <a:t>packages/ai/test/overflow.test.ts</a:t>
            </a:r>
          </a:p>
          <a:p xmlns:a="http://schemas.openxmlformats.org/drawingml/2006/main">
            <a:r>
              <a:t>packages/ai/test/pi-messages.test.ts</a:t>
            </a:r>
          </a:p>
          <a:p xmlns:a="http://schemas.openxmlformats.org/drawingml/2006/main">
            <a:r>
              <a:t>packages/ai/test/pre-generation-error.test.ts</a:t>
            </a:r>
          </a:p>
          <a:p xmlns:a="http://schemas.openxmlformats.org/drawingml/2006/main">
            <a:r>
              <a:t>packages/ai/test/provider-error-body-passthrough.test.ts</a:t>
            </a:r>
          </a:p>
          <a:p xmlns:a="http://schemas.openxmlformats.org/drawingml/2006/main">
            <a:r>
              <a:t>packages/ai/test/provider-error-body-regression.test.ts</a:t>
            </a:r>
          </a:p>
          <a:p xmlns:a="http://schemas.openxmlformats.org/drawingml/2006/main">
            <a:r>
              <a:t>packages/ai/test/responseid.test.ts</a:t>
            </a:r>
          </a:p>
          <a:p xmlns:a="http://schemas.openxmlformats.org/drawingml/2006/main">
            <a:r>
              <a:t>packages/ai/test/sampling-options.test.ts</a:t>
            </a:r>
          </a:p>
          <a:p xmlns:a="http://schemas.openxmlformats.org/drawingml/2006/main">
            <a:r>
              <a:t>packages/ai/test/stream.test.ts</a:t>
            </a:r>
          </a:p>
          <a:p xmlns:a="http://schemas.openxmlformats.org/drawingml/2006/main">
            <a:r>
              <a:t>packages/ai/test/system-message-replay.test.ts</a:t>
            </a:r>
          </a:p>
          <a:p xmlns:a="http://schemas.openxmlformats.org/drawingml/2006/main">
            <a:r>
              <a:t>packages/ai/test/tokens.test.ts</a:t>
            </a:r>
          </a:p>
          <a:p xmlns:a="http://schemas.openxmlformats.org/drawingml/2006/main">
            <a:r>
              <a:t>packages/ai/test/tool-call-id-normalization.test.ts</a:t>
            </a:r>
          </a:p>
          <a:p xmlns:a="http://schemas.openxmlformats.org/drawingml/2006/main">
            <a:r>
              <a:t>packages/ai/test/tool-call-without-result.test.ts</a:t>
            </a:r>
          </a:p>
          <a:p xmlns:a="http://schemas.openxmlformats.org/drawingml/2006/main">
            <a:r>
              <a:t>packages/ai/test/total-tokens.test.ts</a:t>
            </a:r>
          </a:p>
          <a:p xmlns:a="http://schemas.openxmlformats.org/drawingml/2006/main">
            <a:r>
              <a:t>packages/ai/test/transcript-tool-changes.test.ts</a:t>
            </a:r>
          </a:p>
          <a:p xmlns:a="http://schemas.openxmlformats.org/drawingml/2006/main">
            <a:r>
              <a:t>packages/ai/test/transform-messages-copilot-openai-to-anthropic.test.ts</a:t>
            </a:r>
          </a:p>
          <a:p xmlns:a="http://schemas.openxmlformats.org/drawingml/2006/main">
            <a:r>
              <a:t>packages/ai/test/unicode-surrogate.test.ts</a:t>
            </a:r>
          </a:p>
          <a:p xmlns:a="http://schemas.openxmlformats.org/drawingml/2006/main">
            <a:r>
              <a:t>packages/ai/test/validation.test.ts</a:t>
            </a:r>
          </a:p>
          <a:p xmlns:a="http://schemas.openxmlformats.org/drawingml/2006/main">
            <a:r>
              <a:t>packages/ai/test/xhigh.test.ts</a:t>
            </a:r>
          </a:p>
          <a:p xmlns:a="http://schemas.openxmlformats.org/drawingml/2006/main">
            <a:r>
              <a:t>packages/ai/test/xiaomi-token-plan-ams-anthropic-empty-signature-smoke.test.ts</a:t>
            </a:r>
          </a:p>
          <a:p xmlns:a="http://schemas.openxmlformats.org/drawingml/2006/main">
            <a:r>
              <a:t>packages/ai/test/zen.test.ts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源码基线：6cd9d957a9fd50bc504d45b72834ed9dd85a20b6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流程为教学阅读顺序，可选分支不表示每次运行必经。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你有订阅、API key 或本地兼容端点，希望 Pi 能选中并调用它。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选择连接方式</a:t>
            </a:r>
          </a:p>
          <a:p xmlns:a="http://schemas.openxmlformats.org/drawingml/2006/main">
            <a:r>
              <a:t>先在 models.md 对照内置提供商、订阅登录、本地 llama.cpp 和兼容端点。只有缺少所需端点时才添加 models.json。</a:t>
            </a:r>
          </a:p>
          <a:p xmlns:a="http://schemas.openxmlformats.org/drawingml/2006/main">
            <a:r>
              <a:t>输入：已有服务与认证方式</a:t>
            </a:r>
          </a:p>
          <a:p xmlns:a="http://schemas.openxmlformats.org/drawingml/2006/main">
            <a:r>
              <a:t>输出：内置、兼容或自定义提供商方案</a:t>
            </a:r>
          </a:p>
          <a:p xmlns:a="http://schemas.openxmlformats.org/drawingml/2006/main">
            <a:r>
              <a:t>入口线索：/model；--model；--models；models.json</a:t>
            </a:r>
          </a:p>
          <a:p xmlns:a="http://schemas.openxmlformats.org/drawingml/2006/main">
            <a:r>
              <a:t>职责：目录元数据不等同于可调用性；认证与具体提供商能力仍需满足。</a:t>
            </a:r>
          </a:p>
          <a:p xmlns:a="http://schemas.openxmlformats.org/drawingml/2006/main">
            <a:r>
              <a:t>源码：packages/coding-agent/src/cli/list-models.ts</a:t>
            </a:r>
          </a:p>
          <a:p xmlns:a="http://schemas.openxmlformats.org/drawingml/2006/main">
            <a:r>
              <a:t>packages/coding-agent/src/core/model-config.ts</a:t>
            </a:r>
          </a:p>
          <a:p xmlns:a="http://schemas.openxmlformats.org/drawingml/2006/main">
            <a:r>
              <a:t>packages/coding-agent/src/core/model-registry.ts</a:t>
            </a:r>
          </a:p>
          <a:p xmlns:a="http://schemas.openxmlformats.org/drawingml/2006/main">
            <a:r>
              <a:t>packages/coding-agent/src/core/model-resolver.ts</a:t>
            </a:r>
          </a:p>
          <a:p xmlns:a="http://schemas.openxmlformats.org/drawingml/2006/main">
            <a:r>
              <a:t>packages/coding-agent/src/core/model-runtime.ts</a:t>
            </a:r>
          </a:p>
          <a:p xmlns:a="http://schemas.openxmlformats.org/drawingml/2006/main">
            <a:r>
              <a:t>packages/coding-agent/src/core/models-store.ts</a:t>
            </a:r>
          </a:p>
          <a:p xmlns:a="http://schemas.openxmlformats.org/drawingml/2006/main">
            <a:r>
              <a:t>packages/coding-agent/src/core/provider-composer.ts</a:t>
            </a:r>
          </a:p>
          <a:p xmlns:a="http://schemas.openxmlformats.org/drawingml/2006/main">
            <a:r>
              <a:t>packages/coding-agent/src/core/remote-catalog-provider.ts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准备认证入口</a:t>
            </a:r>
          </a:p>
          <a:p xmlns:a="http://schemas.openxmlformats.org/drawingml/2006/main">
            <a:r>
              <a:t>阅读 /login 与 AuthStorage，辨认 runtime key、auth.json、models.json 和 provider 环境来源。凭据与模型元数据分开处理。</a:t>
            </a:r>
          </a:p>
          <a:p xmlns:a="http://schemas.openxmlformats.org/drawingml/2006/main">
            <a:r>
              <a:t>输入：提供商标识和凭据来源</a:t>
            </a:r>
          </a:p>
          <a:p xmlns:a="http://schemas.openxmlformats.org/drawingml/2006/main">
            <a:r>
              <a:t>输出：可用的认证上下文</a:t>
            </a:r>
          </a:p>
          <a:p xmlns:a="http://schemas.openxmlformats.org/drawingml/2006/main">
            <a:r>
              <a:t>入口线索：/login；/logout；pi auth</a:t>
            </a:r>
          </a:p>
          <a:p xmlns:a="http://schemas.openxmlformats.org/drawingml/2006/main">
            <a:r>
              <a:t>职责：打印凭据的命令会写秘密到 stdout；此导览只索引实现，不读取用户凭据。</a:t>
            </a:r>
          </a:p>
          <a:p xmlns:a="http://schemas.openxmlformats.org/drawingml/2006/main">
            <a:r>
              <a:t>源码：packages/coding-agent/src/cli/auth-check.ts</a:t>
            </a:r>
          </a:p>
          <a:p xmlns:a="http://schemas.openxmlformats.org/drawingml/2006/main">
            <a:r>
              <a:t>packages/coding-agent/src/cli/auth-command.ts</a:t>
            </a:r>
          </a:p>
          <a:p xmlns:a="http://schemas.openxmlformats.org/drawingml/2006/main">
            <a:r>
              <a:t>packages/coding-agent/src/cli/credential-print.ts</a:t>
            </a:r>
          </a:p>
          <a:p xmlns:a="http://schemas.openxmlformats.org/drawingml/2006/main">
            <a:r>
              <a:t>packages/coding-agent/src/core/auth-guidance.ts</a:t>
            </a:r>
          </a:p>
          <a:p xmlns:a="http://schemas.openxmlformats.org/drawingml/2006/main">
            <a:r>
              <a:t>packages/coding-agent/src/core/auth-storage.ts</a:t>
            </a:r>
          </a:p>
          <a:p xmlns:a="http://schemas.openxmlformats.org/drawingml/2006/main">
            <a:r>
              <a:t>packages/coding-agent/src/core/runtime-credentials.ts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注册模型元数据</a:t>
            </a:r>
          </a:p>
          <a:p xmlns:a="http://schemas.openxmlformats.org/drawingml/2006/main">
            <a:r>
              <a:t>在 ModelConfig 与 provider composer 中追踪 baseUrl、api、models 和 modelOverrides。用真实 schema 校验，不凭服务名称猜兼容参数。</a:t>
            </a:r>
          </a:p>
          <a:p xmlns:a="http://schemas.openxmlformats.org/drawingml/2006/main">
            <a:r>
              <a:t>输入：models.json 或内置目录</a:t>
            </a:r>
          </a:p>
          <a:p xmlns:a="http://schemas.openxmlformats.org/drawingml/2006/main">
            <a:r>
              <a:t>输出：provider 下的模型记录</a:t>
            </a:r>
          </a:p>
          <a:p xmlns:a="http://schemas.openxmlformats.org/drawingml/2006/main">
            <a:r>
              <a:t>入口线索：/model；--model；--models；models.json</a:t>
            </a:r>
          </a:p>
          <a:p xmlns:a="http://schemas.openxmlformats.org/drawingml/2006/main">
            <a:r>
              <a:t>职责：目录元数据不等同于可调用性；认证与具体提供商能力仍需满足。</a:t>
            </a:r>
          </a:p>
          <a:p xmlns:a="http://schemas.openxmlformats.org/drawingml/2006/main">
            <a:r>
              <a:t>源码：packages/coding-agent/src/cli/list-models.ts</a:t>
            </a:r>
          </a:p>
          <a:p xmlns:a="http://schemas.openxmlformats.org/drawingml/2006/main">
            <a:r>
              <a:t>packages/coding-agent/src/core/model-config.ts</a:t>
            </a:r>
          </a:p>
          <a:p xmlns:a="http://schemas.openxmlformats.org/drawingml/2006/main">
            <a:r>
              <a:t>packages/coding-agent/src/core/model-registry.ts</a:t>
            </a:r>
          </a:p>
          <a:p xmlns:a="http://schemas.openxmlformats.org/drawingml/2006/main">
            <a:r>
              <a:t>packages/coding-agent/src/core/model-resolver.ts</a:t>
            </a:r>
          </a:p>
          <a:p xmlns:a="http://schemas.openxmlformats.org/drawingml/2006/main">
            <a:r>
              <a:t>packages/coding-agent/src/core/model-runtime.ts</a:t>
            </a:r>
          </a:p>
          <a:p xmlns:a="http://schemas.openxmlformats.org/drawingml/2006/main">
            <a:r>
              <a:t>packages/coding-agent/src/core/models-store.ts</a:t>
            </a:r>
          </a:p>
          <a:p xmlns:a="http://schemas.openxmlformats.org/drawingml/2006/main">
            <a:r>
              <a:t>packages/coding-agent/src/core/provider-composer.ts</a:t>
            </a:r>
          </a:p>
          <a:p xmlns:a="http://schemas.openxmlformats.org/drawingml/2006/main">
            <a:r>
              <a:t>packages/coding-agent/src/core/remote-catalog-provider.ts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4. 选择模型和推理级别</a:t>
            </a:r>
          </a:p>
          <a:p xmlns:a="http://schemas.openxmlformats.org/drawingml/2006/main">
            <a:r>
              <a:t>从 /model 的刷新和筛选进入运行时。区分聊天模型与分类、图像目录，核对可用认证与模型支持的 thinking 级别。</a:t>
            </a:r>
          </a:p>
          <a:p xmlns:a="http://schemas.openxmlformats.org/drawingml/2006/main">
            <a:r>
              <a:t>输入：模型目录和认证状态</a:t>
            </a:r>
          </a:p>
          <a:p xmlns:a="http://schemas.openxmlformats.org/drawingml/2006/main">
            <a:r>
              <a:t>输出：本轮使用的模型与推理选项</a:t>
            </a:r>
          </a:p>
          <a:p xmlns:a="http://schemas.openxmlformats.org/drawingml/2006/main">
            <a:r>
              <a:t>入口线索：/model；模型目录刷新</a:t>
            </a:r>
          </a:p>
          <a:p xmlns:a="http://schemas.openxmlformats.org/drawingml/2006/main">
            <a:r>
              <a:t>职责：目录记录不保证认证有效；查找与刷新和实际发出模型请求分开。</a:t>
            </a:r>
          </a:p>
          <a:p xmlns:a="http://schemas.openxmlformats.org/drawingml/2006/main">
            <a:r>
              <a:t>源码：packages/coding-agent/src/core/remote-catalog-provider.ts</a:t>
            </a:r>
          </a:p>
          <a:p xmlns:a="http://schemas.openxmlformats.org/drawingml/2006/main">
            <a:r>
              <a:t>packages/coding-agent/src/modes/interactive/model-catalog-refresh.ts</a:t>
            </a:r>
          </a:p>
          <a:p xmlns:a="http://schemas.openxmlformats.org/drawingml/2006/main">
            <a:r>
              <a:t>packages/coding-agent/src/modes/interactive/model-search.ts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5. 确认会话采用的值</a:t>
            </a:r>
          </a:p>
          <a:p xmlns:a="http://schemas.openxmlformats.org/drawingml/2006/main">
            <a:r>
              <a:t>回到 createAgentSession，核对显式 model、设置默认值以及恢复会话的选择。把最终 model.provider、id 和请求接口对应起来。</a:t>
            </a:r>
          </a:p>
          <a:p xmlns:a="http://schemas.openxmlformats.org/drawingml/2006/main">
            <a:r>
              <a:t>输入：显式参数、默认设置或恢复记录</a:t>
            </a:r>
          </a:p>
          <a:p xmlns:a="http://schemas.openxmlformats.org/drawingml/2006/main">
            <a:r>
              <a:t>输出：AgentSession 实际模型</a:t>
            </a:r>
          </a:p>
          <a:p xmlns:a="http://schemas.openxmlformats.org/drawingml/2006/main">
            <a:r>
              <a:t>入口线索：createAgentSession / createAgentSessionRuntime</a:t>
            </a:r>
          </a:p>
          <a:p xmlns:a="http://schemas.openxmlformats.org/drawingml/2006/main">
            <a:r>
              <a:t>职责：SDK 注入流函数、配置、工具与存储；运行时负责会话替换和重新绑定。</a:t>
            </a:r>
          </a:p>
          <a:p xmlns:a="http://schemas.openxmlformats.org/drawingml/2006/main">
            <a:r>
              <a:t>源码：packages/coding-agent/src/core/agent-session-runtime.ts</a:t>
            </a:r>
          </a:p>
          <a:p xmlns:a="http://schemas.openxmlformats.org/drawingml/2006/main">
            <a:r>
              <a:t>packages/coding-agent/src/core/agent-session-services.ts</a:t>
            </a:r>
          </a:p>
          <a:p xmlns:a="http://schemas.openxmlformats.org/drawingml/2006/main">
            <a:r>
              <a:t>packages/coding-agent/src/core/sdk.ts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失败与恢复：能在目录中找到模型不代表凭据有效。模型 ID、端点 API、能力和认证不匹配应分别定位，不能一律归结为网络失败。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练习：用文档中的本地兼容端点示例解释每个字段，并追到 ModelConfig 和最终会话模型。没有服务时只完成配置追踪，不宣称调用成功。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参考判断：baseUrl 是请求目的地，api 是协议适配器，id 是提供商模型标识。认证可用性、目录存在和真实请求成功是三个独立检查点。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功能编号：MOD-01, MOD-02, MOD-03, MOD-04, MOD-05, MOD-06, MOD-07, MOD-09, MOD-10, MOD-11, MOD-13, MOD-14, MOD-15, MOD-16, MOD-22, MOD-23, MOD-24, MOD-26, MOD-29, CFG-28, CFG-29, EXT-22, INT-01, INT-03, INT-04, INT-05, INT-07, PROV-38, PROV-39, OTH-56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文档来源：</a:t>
            </a:r>
          </a:p>
          <a:p xmlns:a="http://schemas.openxmlformats.org/drawingml/2006/main">
            <a:r>
              <a:t>packages/coding-agent/docs/cli.md</a:t>
            </a:r>
          </a:p>
          <a:p xmlns:a="http://schemas.openxmlformats.org/drawingml/2006/main">
            <a:r>
              <a:t>packages/coding-agent/docs/models.md</a:t>
            </a:r>
          </a:p>
          <a:p xmlns:a="http://schemas.openxmlformats.org/drawingml/2006/main">
            <a:r>
              <a:t>packages/coding-agent/docs/themes.md</a:t>
            </a:r>
          </a:p>
          <a:p xmlns:a="http://schemas.openxmlformats.org/drawingml/2006/main">
            <a:r>
              <a:t>packages/coding-agent/CHANGELOG.md</a:t>
            </a:r>
          </a:p>
          <a:p xmlns:a="http://schemas.openxmlformats.org/drawingml/2006/main">
            <a:r>
              <a:t>packages/ai/README.md</a:t>
            </a:r>
          </a:p>
          <a:p xmlns:a="http://schemas.openxmlformats.org/drawingml/2006/main">
            <a:r>
              <a:t>packages/coding-agent/examples/extensions/README.md</a:t>
            </a:r>
          </a:p>
          <a:p xmlns:a="http://schemas.openxmlformats.org/drawingml/2006/main">
            <a:r>
              <a:t>packages/coding-agent/docs/keybindings.md</a:t>
            </a:r>
          </a:p>
          <a:p xmlns:a="http://schemas.openxmlformats.org/drawingml/2006/main">
            <a:r>
              <a:t>packages/coding-agent/docs/settings.md</a:t>
            </a:r>
          </a:p>
          <a:p xmlns:a="http://schemas.openxmlformats.org/drawingml/2006/main">
            <a:r>
              <a:t>packages/coding-agent/docs/llama-cpp.md</a:t>
            </a:r>
          </a:p>
          <a:p xmlns:a="http://schemas.openxmlformats.org/drawingml/2006/main">
            <a:r>
              <a:t>packages/coding-agent/docs/providers.md</a:t>
            </a:r>
          </a:p>
          <a:p xmlns:a="http://schemas.openxmlformats.org/drawingml/2006/main">
            <a:r>
              <a:t>packages/coding-agent/scripts/generate-schemas.ts</a:t>
            </a:r>
          </a:p>
          <a:p xmlns:a="http://schemas.openxmlformats.org/drawingml/2006/main">
            <a:r>
              <a:t>packages/coding-agent/docs/extensions.md</a:t>
            </a:r>
          </a:p>
          <a:p xmlns:a="http://schemas.openxmlformats.org/drawingml/2006/main">
            <a:r>
              <a:t>packages/coding-agent/docs/sdk.md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关联测试阅读线索（未在演示文稿中执行）：</a:t>
            </a:r>
          </a:p>
          <a:p xmlns:a="http://schemas.openxmlformats.org/drawingml/2006/main">
            <a:r>
              <a:t>packages/coding-agent/test/config-schemas.test.ts</a:t>
            </a:r>
          </a:p>
          <a:p xmlns:a="http://schemas.openxmlformats.org/drawingml/2006/main">
            <a:r>
              <a:t>packages/coding-agent/test/model-registry.test.ts</a:t>
            </a:r>
          </a:p>
          <a:p xmlns:a="http://schemas.openxmlformats.org/drawingml/2006/main">
            <a:r>
              <a:t>packages/coding-agent/test/extensions-runner.test.ts</a:t>
            </a:r>
          </a:p>
          <a:p xmlns:a="http://schemas.openxmlformats.org/drawingml/2006/main">
            <a:r>
              <a:t>packages/coding-agent/test/model-runtime-cloudflare-compat.test.ts</a:t>
            </a:r>
          </a:p>
          <a:p xmlns:a="http://schemas.openxmlformats.org/drawingml/2006/main">
            <a:r>
              <a:t>packages/coding-agent/test/model-runtime-modify-models-compat.test.ts</a:t>
            </a:r>
          </a:p>
          <a:p xmlns:a="http://schemas.openxmlformats.org/drawingml/2006/main">
            <a:r>
              <a:t>packages/coding-agent/test/model-runtime-test-utils.ts</a:t>
            </a:r>
          </a:p>
          <a:p xmlns:a="http://schemas.openxmlformats.org/drawingml/2006/main">
            <a:r>
              <a:t>packages/coding-agent/test/model-resolver.test.ts</a:t>
            </a:r>
          </a:p>
          <a:p xmlns:a="http://schemas.openxmlformats.org/drawingml/2006/main">
            <a:r>
              <a:t>packages/coding-agent/test/suite/regressions/7027-credential-refresh-hang.test.ts</a:t>
            </a:r>
          </a:p>
          <a:p xmlns:a="http://schemas.openxmlformats.org/drawingml/2006/main">
            <a:r>
              <a:t>packages/ai/test/codex-websocket-cached-probe.ts</a:t>
            </a:r>
          </a:p>
          <a:p xmlns:a="http://schemas.openxmlformats.org/drawingml/2006/main">
            <a:r>
              <a:t>packages/coding-agent/test/agent-session-dynamic-provider.test.ts</a:t>
            </a:r>
          </a:p>
          <a:p xmlns:a="http://schemas.openxmlformats.org/drawingml/2006/main">
            <a:r>
              <a:t>packages/coding-agent/test/agent-session-runtime-events.test.ts</a:t>
            </a:r>
          </a:p>
          <a:p xmlns:a="http://schemas.openxmlformats.org/drawingml/2006/main">
            <a:r>
              <a:t>packages/coding-agent/test/auth-check.test.ts</a:t>
            </a:r>
          </a:p>
          <a:p xmlns:a="http://schemas.openxmlformats.org/drawingml/2006/main">
            <a:r>
              <a:t>packages/coding-agent/test/credential-print.test.ts</a:t>
            </a:r>
          </a:p>
          <a:p xmlns:a="http://schemas.openxmlformats.org/drawingml/2006/main">
            <a:r>
              <a:t>packages/coding-agent/test/model-catalog-protocol.test.ts</a:t>
            </a:r>
          </a:p>
          <a:p xmlns:a="http://schemas.openxmlformats.org/drawingml/2006/main">
            <a:r>
              <a:t>packages/coding-agent/test/model-runtime-auth-options.test.ts</a:t>
            </a:r>
          </a:p>
          <a:p xmlns:a="http://schemas.openxmlformats.org/drawingml/2006/main">
            <a:r>
              <a:t>packages/coding-agent/test/model-runtime-classifiers.test.ts</a:t>
            </a:r>
          </a:p>
          <a:p xmlns:a="http://schemas.openxmlformats.org/drawingml/2006/main">
            <a:r>
              <a:t>packages/coding-agent/test/model-runtime-credential-sync.test.ts</a:t>
            </a:r>
          </a:p>
          <a:p xmlns:a="http://schemas.openxmlformats.org/drawingml/2006/main">
            <a:r>
              <a:t>packages/coding-agent/test/model-runtime-images.test.ts</a:t>
            </a:r>
          </a:p>
          <a:p xmlns:a="http://schemas.openxmlformats.org/drawingml/2006/main">
            <a:r>
              <a:t>packages/coding-agent/test/package-command-paths.test.ts</a:t>
            </a:r>
          </a:p>
          <a:p xmlns:a="http://schemas.openxmlformats.org/drawingml/2006/main">
            <a:r>
              <a:t>packages/coding-agent/test/radius.test.ts</a:t>
            </a:r>
          </a:p>
          <a:p xmlns:a="http://schemas.openxmlformats.org/drawingml/2006/main">
            <a:r>
              <a:t>packages/coding-agent/test/suite/regressions/2753-reload-stale-resource-settings.test.ts</a:t>
            </a:r>
          </a:p>
          <a:p xmlns:a="http://schemas.openxmlformats.org/drawingml/2006/main">
            <a:r>
              <a:t>packages/coding-agent/test/suite/regressions/2860-replaced-session-context.test.ts</a:t>
            </a:r>
          </a:p>
          <a:p xmlns:a="http://schemas.openxmlformats.org/drawingml/2006/main">
            <a:r>
              <a:t>packages/coding-agent/test/virtual-models.test.ts</a:t>
            </a:r>
          </a:p>
          <a:p xmlns:a="http://schemas.openxmlformats.org/drawingml/2006/main">
            <a:r>
              <a:t>packages/coding-agent/test/models-store.test.ts</a:t>
            </a:r>
          </a:p>
          <a:p xmlns:a="http://schemas.openxmlformats.org/drawingml/2006/main">
            <a:r>
              <a:t>packages/coding-agent/test/remote-catalog-provider.test.ts</a:t>
            </a:r>
          </a:p>
          <a:p xmlns:a="http://schemas.openxmlformats.org/drawingml/2006/main">
            <a:r>
              <a:t>packages/coding-agent/test/agent-session-auto-compaction-queue.test.ts</a:t>
            </a:r>
          </a:p>
          <a:p xmlns:a="http://schemas.openxmlformats.org/drawingml/2006/main">
            <a:r>
              <a:t>packages/coding-agent/test/agent-session-branching.test.ts</a:t>
            </a:r>
          </a:p>
          <a:p xmlns:a="http://schemas.openxmlformats.org/drawingml/2006/main">
            <a:r>
              <a:t>packages/coding-agent/test/agent-session-compaction.test.ts</a:t>
            </a:r>
          </a:p>
          <a:p xmlns:a="http://schemas.openxmlformats.org/drawingml/2006/main">
            <a:r>
              <a:t>packages/coding-agent/test/agent-session-concurrent.test.ts</a:t>
            </a:r>
          </a:p>
          <a:p xmlns:a="http://schemas.openxmlformats.org/drawingml/2006/main">
            <a:r>
              <a:t>packages/coding-agent/test/agent-session-retry.test.ts</a:t>
            </a:r>
          </a:p>
          <a:p xmlns:a="http://schemas.openxmlformats.org/drawingml/2006/main">
            <a:r>
              <a:t>packages/coding-agent/test/agent-session-stats.test.ts</a:t>
            </a:r>
          </a:p>
          <a:p xmlns:a="http://schemas.openxmlformats.org/drawingml/2006/main">
            <a:r>
              <a:t>packages/coding-agent/test/auth-storage.test.ts</a:t>
            </a:r>
          </a:p>
          <a:p xmlns:a="http://schemas.openxmlformats.org/drawingml/2006/main">
            <a:r>
              <a:t>packages/coding-agent/test/cache-warmer.test.ts</a:t>
            </a:r>
          </a:p>
          <a:p xmlns:a="http://schemas.openxmlformats.org/drawingml/2006/main">
            <a:r>
              <a:t>packages/coding-agent/test/compaction-extensions.test.ts</a:t>
            </a:r>
          </a:p>
          <a:p xmlns:a="http://schemas.openxmlformats.org/drawingml/2006/main">
            <a:r>
              <a:t>packages/coding-agent/test/config-value-migration.test.ts</a:t>
            </a:r>
          </a:p>
          <a:p xmlns:a="http://schemas.openxmlformats.org/drawingml/2006/main">
            <a:r>
              <a:t>packages/coding-agent/test/extensions-input-event.test.ts</a:t>
            </a:r>
          </a:p>
          <a:p xmlns:a="http://schemas.openxmlformats.org/drawingml/2006/main">
            <a:r>
              <a:t>packages/coding-agent/test/mcp-conformance/client.ts</a:t>
            </a:r>
          </a:p>
          <a:p xmlns:a="http://schemas.openxmlformats.org/drawingml/2006/main">
            <a:r>
              <a:t>packages/coding-agent/test/mcp-extension.test.ts</a:t>
            </a:r>
          </a:p>
          <a:p xmlns:a="http://schemas.openxmlformats.org/drawingml/2006/main">
            <a:r>
              <a:t>packages/coding-agent/test/mcp-oauth-refresh.test.ts</a:t>
            </a:r>
          </a:p>
          <a:p xmlns:a="http://schemas.openxmlformats.org/drawingml/2006/main">
            <a:r>
              <a:t>packages/coding-agent/test/mcp-oauth-store.test.ts</a:t>
            </a:r>
          </a:p>
          <a:p xmlns:a="http://schemas.openxmlformats.org/drawingml/2006/main">
            <a:r>
              <a:t>packages/coding-agent/test/resource-loader.test.ts</a:t>
            </a:r>
          </a:p>
          <a:p xmlns:a="http://schemas.openxmlformats.org/drawingml/2006/main">
            <a:r>
              <a:t>packages/coding-agent/test/rpc-prompt-response-semantics.test.ts</a:t>
            </a:r>
          </a:p>
          <a:p xmlns:a="http://schemas.openxmlformats.org/drawingml/2006/main">
            <a:r>
              <a:t>packages/coding-agent/test/runtime-credentials.test.ts</a:t>
            </a:r>
          </a:p>
          <a:p xmlns:a="http://schemas.openxmlformats.org/drawingml/2006/main">
            <a:r>
              <a:t>packages/coding-agent/test/sdk-codex-cache-probe-tool-loop.ts</a:t>
            </a:r>
          </a:p>
          <a:p xmlns:a="http://schemas.openxmlformats.org/drawingml/2006/main">
            <a:r>
              <a:t>packages/coding-agent/test/sdk-openrouter-attribution.test.ts</a:t>
            </a:r>
          </a:p>
          <a:p xmlns:a="http://schemas.openxmlformats.org/drawingml/2006/main">
            <a:r>
              <a:t>packages/coding-agent/test/sdk-stream-options.test.ts</a:t>
            </a:r>
          </a:p>
          <a:p xmlns:a="http://schemas.openxmlformats.org/drawingml/2006/main">
            <a:r>
              <a:t>packages/coding-agent/test/suite/agent-session-mcp-oauth.test.ts</a:t>
            </a:r>
          </a:p>
          <a:p xmlns:a="http://schemas.openxmlformats.org/drawingml/2006/main">
            <a:r>
              <a:t>packages/coding-agent/test/suite/agent-session-runtime.test.ts</a:t>
            </a:r>
          </a:p>
          <a:p xmlns:a="http://schemas.openxmlformats.org/drawingml/2006/main">
            <a:r>
              <a:t>packages/coding-agent/test/suite/harness.ts</a:t>
            </a:r>
          </a:p>
          <a:p xmlns:a="http://schemas.openxmlformats.org/drawingml/2006/main">
            <a:r>
              <a:t>packages/coding-agent/test/suite/regressions/5596-missing-theme-export.test.ts</a:t>
            </a:r>
          </a:p>
          <a:p xmlns:a="http://schemas.openxmlformats.org/drawingml/2006/main">
            <a:r>
              <a:t>packages/coding-agent/test/suite/regressions/5661-uppercase-header-values.test.ts</a:t>
            </a:r>
          </a:p>
          <a:p xmlns:a="http://schemas.openxmlformats.org/drawingml/2006/main">
            <a:r>
              <a:t>packages/coding-agent/test/suite/regressions/6999-models-json-hot-reload.test.ts</a:t>
            </a:r>
          </a:p>
          <a:p xmlns:a="http://schemas.openxmlformats.org/drawingml/2006/main">
            <a:r>
              <a:t>packages/coding-agent/test/test-harness.ts</a:t>
            </a:r>
          </a:p>
          <a:p xmlns:a="http://schemas.openxmlformats.org/drawingml/2006/main">
            <a:r>
              <a:t>packages/coding-agent/test/utilities.ts</a:t>
            </a:r>
          </a:p>
          <a:p xmlns:a="http://schemas.openxmlformats.org/drawingml/2006/main">
            <a:r>
              <a:t>packages/coding-agent/test/model-catalog-refresh.test.ts</a:t>
            </a:r>
          </a:p>
          <a:p xmlns:a="http://schemas.openxmlformats.org/drawingml/2006/main">
            <a:r>
              <a:t>packages/coding-agent/test/interactive-mode-import-command.test.ts</a:t>
            </a:r>
          </a:p>
          <a:p xmlns:a="http://schemas.openxmlformats.org/drawingml/2006/main">
            <a:r>
              <a:t>packages/coding-agent/test/session-cwd.test.ts</a:t>
            </a:r>
          </a:p>
          <a:p xmlns:a="http://schemas.openxmlformats.org/drawingml/2006/main">
            <a:r>
              <a:t>packages/coding-agent/test/suite/regressions/5868-rpc-unknown-command-id.test.ts</a:t>
            </a:r>
          </a:p>
          <a:p xmlns:a="http://schemas.openxmlformats.org/drawingml/2006/main">
            <a:r>
              <a:t>packages/coding-agent/test/suite/regressions/8724-in-memory-fork-active-tool.test.ts</a:t>
            </a:r>
          </a:p>
          <a:p xmlns:a="http://schemas.openxmlformats.org/drawingml/2006/main">
            <a:r>
              <a:t>packages/coding-agent/test/suite/regressions/9068-user-bash-fail-closed.test.ts</a:t>
            </a:r>
          </a:p>
          <a:p xmlns:a="http://schemas.openxmlformats.org/drawingml/2006/main">
            <a:r>
              <a:t>packages/coding-agent/test/default-tools-setting.test.ts</a:t>
            </a:r>
          </a:p>
          <a:p xmlns:a="http://schemas.openxmlformats.org/drawingml/2006/main">
            <a:r>
              <a:t>packages/coding-agent/test/suite/regressions/3592-no-builtin-tools-keeps-extension-tools.test.ts</a:t>
            </a:r>
          </a:p>
          <a:p xmlns:a="http://schemas.openxmlformats.org/drawingml/2006/main">
            <a:r>
              <a:t>packages/coding-agent/test/suite/regressions/7829-invalid-settings-warning.test.ts</a:t>
            </a:r>
          </a:p>
          <a:p xmlns:a="http://schemas.openxmlformats.org/drawingml/2006/main">
            <a:r>
              <a:t>packages/coding-agent/test/agent-session-dynamic-tools.test.ts</a:t>
            </a:r>
          </a:p>
          <a:p xmlns:a="http://schemas.openxmlformats.org/drawingml/2006/main">
            <a:r>
              <a:t>packages/coding-agent/test/builtin-tool-strict-mode.test.ts</a:t>
            </a:r>
          </a:p>
          <a:p xmlns:a="http://schemas.openxmlformats.org/drawingml/2006/main">
            <a:r>
              <a:t>packages/coding-agent/test/export-jsonl-share.test.ts</a:t>
            </a:r>
          </a:p>
          <a:p xmlns:a="http://schemas.openxmlformats.org/drawingml/2006/main">
            <a:r>
              <a:t>packages/coding-agent/test/sdk-session-manager.test.ts</a:t>
            </a:r>
          </a:p>
          <a:p xmlns:a="http://schemas.openxmlformats.org/drawingml/2006/main">
            <a:r>
              <a:t>packages/coding-agent/test/sdk-skills.test.ts</a:t>
            </a:r>
          </a:p>
          <a:p xmlns:a="http://schemas.openxmlformats.org/drawingml/2006/main">
            <a:r>
              <a:t>packages/coding-agent/test/suite/regressions/2835-tools-allowlist-filters-extension-tools.test.ts</a:t>
            </a:r>
          </a:p>
          <a:p xmlns:a="http://schemas.openxmlformats.org/drawingml/2006/main">
            <a:r>
              <a:t>packages/coding-agent/test/system-prompt-updates.test.ts</a:t>
            </a:r>
          </a:p>
          <a:p xmlns:a="http://schemas.openxmlformats.org/drawingml/2006/main">
            <a:r>
              <a:t>packages/coding-agent/test/tool-renderer-examples.test.ts</a:t>
            </a:r>
          </a:p>
          <a:p xmlns:a="http://schemas.openxmlformats.org/drawingml/2006/main">
            <a:r>
              <a:t>packages/coding-agent/test/llama-extension.test.ts</a:t>
            </a:r>
          </a:p>
          <a:p xmlns:a="http://schemas.openxmlformats.org/drawingml/2006/main">
            <a:r>
              <a:t>packages/coding-agent/test/resource-loader-theme.test.ts</a:t>
            </a:r>
          </a:p>
          <a:p xmlns:a="http://schemas.openxmlformats.org/drawingml/2006/main">
            <a:r>
              <a:t>packages/coding-agent/test/scrollbar-theme.test.ts</a:t>
            </a:r>
          </a:p>
          <a:p xmlns:a="http://schemas.openxmlformats.org/drawingml/2006/main">
            <a:r>
              <a:t>packages/coding-agent/test/codemode-worker-config.test.ts</a:t>
            </a:r>
          </a:p>
          <a:p xmlns:a="http://schemas.openxmlformats.org/drawingml/2006/main">
            <a:r>
              <a:t>packages/coding-agent/test/config.test.ts</a:t>
            </a:r>
          </a:p>
          <a:p xmlns:a="http://schemas.openxmlformats.org/drawingml/2006/main">
            <a:r>
              <a:t>packages/coding-agent/test/first-time-setup.test.ts</a:t>
            </a:r>
          </a:p>
          <a:p xmlns:a="http://schemas.openxmlformats.org/drawingml/2006/main">
            <a:r>
              <a:t>packages/coding-agent/test/format-resume-command.test.ts</a:t>
            </a:r>
          </a:p>
          <a:p xmlns:a="http://schemas.openxmlformats.org/drawingml/2006/main">
            <a:r>
              <a:t>packages/coding-agent/test/keybindings-migration.test.ts</a:t>
            </a:r>
          </a:p>
          <a:p xmlns:a="http://schemas.openxmlformats.org/drawingml/2006/main">
            <a:r>
              <a:t>packages/coding-agent/test/prompt-templates.test.ts</a:t>
            </a:r>
          </a:p>
          <a:p xmlns:a="http://schemas.openxmlformats.org/drawingml/2006/main">
            <a:r>
              <a:t>packages/coding-agent/test/session-file-invalid.test.ts</a:t>
            </a:r>
          </a:p>
          <a:p xmlns:a="http://schemas.openxmlformats.org/drawingml/2006/main">
            <a:r>
              <a:t>packages/coding-agent/test/session-id-readonly.test.ts</a:t>
            </a:r>
          </a:p>
          <a:p xmlns:a="http://schemas.openxmlformats.org/drawingml/2006/main">
            <a:r>
              <a:t>packages/coding-agent/test/startup-session-name.test.ts</a:t>
            </a:r>
          </a:p>
          <a:p xmlns:a="http://schemas.openxmlformats.org/drawingml/2006/main">
            <a:r>
              <a:t>packages/coding-agent/test/stdout-cleanliness.test.ts</a:t>
            </a:r>
          </a:p>
          <a:p xmlns:a="http://schemas.openxmlformats.org/drawingml/2006/main">
            <a:r>
              <a:t>packages/coding-agent/test/suite/regressions/5080-signal-shutdown-extension-cleanup.test.ts</a:t>
            </a:r>
          </a:p>
          <a:p xmlns:a="http://schemas.openxmlformats.org/drawingml/2006/main">
            <a:r>
              <a:t>packages/coding-agent/test/suite/regressions/7497-session-discovery-symlink.test.ts</a:t>
            </a:r>
          </a:p>
          <a:p xmlns:a="http://schemas.openxmlformats.org/drawingml/2006/main">
            <a:r>
              <a:t>packages/coding-agent/test/tool-execution-component.test.ts</a:t>
            </a:r>
          </a:p>
          <a:p xmlns:a="http://schemas.openxmlformats.org/drawingml/2006/main">
            <a:r>
              <a:t>packages/coding-agent/test/resolve-config-value.test.ts</a:t>
            </a:r>
          </a:p>
          <a:p xmlns:a="http://schemas.openxmlformats.org/drawingml/2006/main">
            <a:r>
              <a:t>packages/coding-agent/test/settings-diagnostics.test.ts</a:t>
            </a:r>
          </a:p>
          <a:p xmlns:a="http://schemas.openxmlformats.org/drawingml/2006/main">
            <a:r>
              <a:t>packages/coding-agent/test/block-images.test.ts</a:t>
            </a:r>
          </a:p>
          <a:p xmlns:a="http://schemas.openxmlformats.org/drawingml/2006/main">
            <a:r>
              <a:t>packages/coding-agent/test/git-update.test.ts</a:t>
            </a:r>
          </a:p>
          <a:p xmlns:a="http://schemas.openxmlformats.org/drawingml/2006/main">
            <a:r>
              <a:t>packages/coding-agent/test/interactive-mode-status.test.ts</a:t>
            </a:r>
          </a:p>
          <a:p xmlns:a="http://schemas.openxmlformats.org/drawingml/2006/main">
            <a:r>
              <a:t>packages/coding-agent/test/interactive-mode-tree-navigation.test.ts</a:t>
            </a:r>
          </a:p>
          <a:p xmlns:a="http://schemas.openxmlformats.org/drawingml/2006/main">
            <a:r>
              <a:t>packages/coding-agent/test/interactive-tui.test.ts</a:t>
            </a:r>
          </a:p>
          <a:p xmlns:a="http://schemas.openxmlformats.org/drawingml/2006/main">
            <a:r>
              <a:t>packages/coding-agent/test/max-thinking.test.ts</a:t>
            </a:r>
          </a:p>
          <a:p xmlns:a="http://schemas.openxmlformats.org/drawingml/2006/main">
            <a:r>
              <a:t>packages/coding-agent/test/mermaid.test.ts</a:t>
            </a:r>
          </a:p>
          <a:p xmlns:a="http://schemas.openxmlformats.org/drawingml/2006/main">
            <a:r>
              <a:t>packages/coding-agent/test/package-manager-ssh.test.ts</a:t>
            </a:r>
          </a:p>
          <a:p xmlns:a="http://schemas.openxmlformats.org/drawingml/2006/main">
            <a:r>
              <a:t>packages/coding-agent/test/package-manager.test.ts</a:t>
            </a:r>
          </a:p>
          <a:p xmlns:a="http://schemas.openxmlformats.org/drawingml/2006/main">
            <a:r>
              <a:t>packages/coding-agent/test/settings-manager-bug.test.ts</a:t>
            </a:r>
          </a:p>
          <a:p xmlns:a="http://schemas.openxmlformats.org/drawingml/2006/main">
            <a:r>
              <a:t>packages/coding-agent/test/settings-manager-compaction.test.ts</a:t>
            </a:r>
          </a:p>
          <a:p xmlns:a="http://schemas.openxmlformats.org/drawingml/2006/main">
            <a:r>
              <a:t>packages/coding-agent/test/settings-manager.test.ts</a:t>
            </a:r>
          </a:p>
          <a:p xmlns:a="http://schemas.openxmlformats.org/drawingml/2006/main">
            <a:r>
              <a:t>packages/coding-agent/test/suite/regressions/3616-settings-inmemory-reload.test.ts</a:t>
            </a:r>
          </a:p>
          <a:p xmlns:a="http://schemas.openxmlformats.org/drawingml/2006/main">
            <a:r>
              <a:t>packages/coding-agent/test/suite/regressions/7187-malformed-package-manifest.test.ts</a:t>
            </a:r>
          </a:p>
          <a:p xmlns:a="http://schemas.openxmlformats.org/drawingml/2006/main">
            <a:r>
              <a:t>packages/coding-agent/test/suite/regressions/7572-provider-retry-settings-merge.test.ts</a:t>
            </a:r>
          </a:p>
          <a:p xmlns:a="http://schemas.openxmlformats.org/drawingml/2006/main">
            <a:r>
              <a:t>packages/coding-agent/test/suite/regressions/8337-utf8-bom-parsing.test.ts</a:t>
            </a:r>
          </a:p>
          <a:p xmlns:a="http://schemas.openxmlformats.org/drawingml/2006/main">
            <a:r>
              <a:t>packages/coding-agent/test/theme-controller.test.ts</a:t>
            </a:r>
          </a:p>
          <a:p xmlns:a="http://schemas.openxmlformats.org/drawingml/2006/main">
            <a:r>
              <a:t>packages/ai/test/classifier-models.test.ts</a:t>
            </a:r>
          </a:p>
          <a:p xmlns:a="http://schemas.openxmlformats.org/drawingml/2006/main">
            <a:r>
              <a:t>packages/ai/test/github-copilot-oauth.test.ts</a:t>
            </a:r>
          </a:p>
          <a:p xmlns:a="http://schemas.openxmlformats.org/drawingml/2006/main">
            <a:r>
              <a:t>packages/ai/test/models-runtime.test.ts</a:t>
            </a:r>
          </a:p>
          <a:p xmlns:a="http://schemas.openxmlformats.org/drawingml/2006/main">
            <a:r>
              <a:t>packages/ai/test/oauth-auth.test.ts</a:t>
            </a:r>
          </a:p>
          <a:p xmlns:a="http://schemas.openxmlformats.org/drawingml/2006/main">
            <a:r>
              <a:t>packages/ai/test/openrouter-oauth.test.ts</a:t>
            </a:r>
          </a:p>
          <a:p xmlns:a="http://schemas.openxmlformats.org/drawingml/2006/main">
            <a:r>
              <a:t>packages/ai/test/radius-provider.test.ts</a:t>
            </a:r>
          </a:p>
          <a:p xmlns:a="http://schemas.openxmlformats.org/drawingml/2006/main">
            <a:r>
              <a:t>packages/ai/test/providers.test.ts</a:t>
            </a:r>
          </a:p>
          <a:p xmlns:a="http://schemas.openxmlformats.org/drawingml/2006/main">
            <a:r>
              <a:t>packages/ai/test/anthropic-oauth.test.ts</a:t>
            </a:r>
          </a:p>
          <a:p xmlns:a="http://schemas.openxmlformats.org/drawingml/2006/main">
            <a:r>
              <a:t>packages/ai/test/oauth-callback-server.test.ts</a:t>
            </a:r>
          </a:p>
          <a:p xmlns:a="http://schemas.openxmlformats.org/drawingml/2006/main">
            <a:r>
              <a:t>packages/ai/test/oauth-device-code.test.ts</a:t>
            </a:r>
          </a:p>
          <a:p xmlns:a="http://schemas.openxmlformats.org/drawingml/2006/main">
            <a:r>
              <a:t>packages/ai/test/kimi-coding-oauth.test.ts</a:t>
            </a:r>
          </a:p>
          <a:p xmlns:a="http://schemas.openxmlformats.org/drawingml/2006/main">
            <a:r>
              <a:t>packages/ai/test/meta-oauth.test.ts</a:t>
            </a:r>
          </a:p>
          <a:p xmlns:a="http://schemas.openxmlformats.org/drawingml/2006/main">
            <a:r>
              <a:t>packages/ai/test/openai-chatgpt-oauth.test.ts</a:t>
            </a:r>
          </a:p>
          <a:p xmlns:a="http://schemas.openxmlformats.org/drawingml/2006/main">
            <a:r>
              <a:t>packages/ai/test/openai-codex-oauth.test.ts</a:t>
            </a:r>
          </a:p>
          <a:p xmlns:a="http://schemas.openxmlformats.org/drawingml/2006/main">
            <a:r>
              <a:t>packages/ai/test/radius-oauth.test.ts</a:t>
            </a:r>
          </a:p>
          <a:p xmlns:a="http://schemas.openxmlformats.org/drawingml/2006/main">
            <a:r>
              <a:t>packages/ai/test/xai-oauth.test.ts</a:t>
            </a:r>
          </a:p>
          <a:p xmlns:a="http://schemas.openxmlformats.org/drawingml/2006/main">
            <a:r>
              <a:t>packages/ai/test/images-models.test.ts</a:t>
            </a:r>
          </a:p>
          <a:p xmlns:a="http://schemas.openxmlformats.org/drawingml/2006/main">
            <a:r>
              <a:t>packages/ai/test/oauth.ts</a:t>
            </a:r>
          </a:p>
          <a:p xmlns:a="http://schemas.openxmlformats.org/drawingml/2006/main">
            <a:r>
              <a:t>packages/ai/test/anthropic-auth-token.test.ts</a:t>
            </a:r>
          </a:p>
          <a:p xmlns:a="http://schemas.openxmlformats.org/drawingml/2006/main">
            <a:r>
              <a:t>packages/ai/test/anthropic-eager-tool-input-e2e.test.ts</a:t>
            </a:r>
          </a:p>
          <a:p xmlns:a="http://schemas.openxmlformats.org/drawingml/2006/main">
            <a:r>
              <a:t>packages/ai/test/anthropic-long-cache-retention-e2e.test.ts</a:t>
            </a:r>
          </a:p>
          <a:p xmlns:a="http://schemas.openxmlformats.org/drawingml/2006/main">
            <a:r>
              <a:t>packages/ai/test/baseten-models.test.ts</a:t>
            </a:r>
          </a:p>
          <a:p xmlns:a="http://schemas.openxmlformats.org/drawingml/2006/main">
            <a:r>
              <a:t>packages/ai/test/env-api-keys.test.ts</a:t>
            </a:r>
          </a:p>
          <a:p xmlns:a="http://schemas.openxmlformats.org/drawingml/2006/main">
            <a:r>
              <a:t>packages/ai/test/fireworks-models.test.ts</a:t>
            </a:r>
          </a:p>
          <a:p xmlns:a="http://schemas.openxmlformats.org/drawingml/2006/main">
            <a:r>
              <a:t>packages/ai/test/interleaved-thinking.test.ts</a:t>
            </a:r>
          </a:p>
          <a:p xmlns:a="http://schemas.openxmlformats.org/drawingml/2006/main">
            <a:r>
              <a:t>packages/ai/test/qwen-token-plan-models.test.ts</a:t>
            </a:r>
          </a:p>
          <a:p xmlns:a="http://schemas.openxmlformats.org/drawingml/2006/main">
            <a:r>
              <a:t>packages/ai/test/radius-thinking-replay-e2e.test.ts</a:t>
            </a:r>
          </a:p>
          <a:p xmlns:a="http://schemas.openxmlformats.org/drawingml/2006/main">
            <a:r>
              <a:t>packages/ai/test/together-models.test.ts</a:t>
            </a:r>
          </a:p>
          <a:p xmlns:a="http://schemas.openxmlformats.org/drawingml/2006/main">
            <a:r>
              <a:t>packages/ai/test/constrained-sampling.test.ts</a:t>
            </a:r>
          </a:p>
          <a:p xmlns:a="http://schemas.openxmlformats.org/drawingml/2006/main">
            <a:r>
              <a:t>packages/ai/test/typesafe-system-one.test.ts</a:t>
            </a:r>
          </a:p>
          <a:p xmlns:a="http://schemas.openxmlformats.org/drawingml/2006/main">
            <a:r>
              <a:t>packages/ai/test/openrouter-user-models.test.ts</a:t>
            </a:r>
          </a:p>
          <a:p xmlns:a="http://schemas.openxmlformats.org/drawingml/2006/main">
            <a:r>
              <a:t>packages/coding-agent/test/suite/regressions/7193-event-bus-lifecycle.test.ts</a:t>
            </a:r>
          </a:p>
          <a:p xmlns:a="http://schemas.openxmlformats.org/drawingml/2006/main">
            <a:r>
              <a:t>packages/coding-agent/test/suite/regressions/8423-extension-factory-failure.test.ts</a:t>
            </a:r>
          </a:p>
          <a:p xmlns:a="http://schemas.openxmlformats.org/drawingml/2006/main">
            <a:r>
              <a:t>packages/coding-agent/test/compaction-extensions-example.test.ts</a:t>
            </a:r>
          </a:p>
          <a:p xmlns:a="http://schemas.openxmlformats.org/drawingml/2006/main">
            <a:r>
              <a:t>packages/coding-agent/test/git-merge-and-resolve-extension.test.ts</a:t>
            </a:r>
          </a:p>
          <a:p xmlns:a="http://schemas.openxmlformats.org/drawingml/2006/main">
            <a:r>
              <a:t>packages/coding-agent/test/input-transform-streaming-example.test.ts</a:t>
            </a:r>
          </a:p>
          <a:p xmlns:a="http://schemas.openxmlformats.org/drawingml/2006/main">
            <a:r>
              <a:t>packages/coding-agent/test/plan-mode-extension.test.ts</a:t>
            </a:r>
          </a:p>
          <a:p xmlns:a="http://schemas.openxmlformats.org/drawingml/2006/main">
            <a:r>
              <a:t>packages/coding-agent/test/suite/agent-session-compaction-model-overrides.test.ts</a:t>
            </a:r>
          </a:p>
          <a:p xmlns:a="http://schemas.openxmlformats.org/drawingml/2006/main">
            <a:r>
              <a:t>packages/coding-agent/test/suite/agent-session-prompt.test.ts</a:t>
            </a:r>
          </a:p>
          <a:p xmlns:a="http://schemas.openxmlformats.org/drawingml/2006/main">
            <a:r>
              <a:t>packages/coding-agent/test/suite/regressions/8261-subagent-project-trust.test.ts</a:t>
            </a:r>
          </a:p>
          <a:p xmlns:a="http://schemas.openxmlformats.org/drawingml/2006/main">
            <a:r>
              <a:t>packages/coding-agent/test/suite/virtual-models.test.ts</a:t>
            </a:r>
          </a:p>
          <a:p xmlns:a="http://schemas.openxmlformats.org/drawingml/2006/main">
            <a:r>
              <a:t>packages/coding-agent/test/trigger-compact-extension.test.ts</a:t>
            </a:r>
          </a:p>
          <a:p xmlns:a="http://schemas.openxmlformats.org/drawingml/2006/main">
            <a:r>
              <a:t>packages/coding-agent/test/extensions-discovery.test.ts</a:t>
            </a:r>
          </a:p>
          <a:p xmlns:a="http://schemas.openxmlformats.org/drawingml/2006/main">
            <a:r>
              <a:t>packages/coding-agent/test/suite/regressions/8237-node-sea-extension-loading.test.ts</a:t>
            </a:r>
          </a:p>
          <a:p xmlns:a="http://schemas.openxmlformats.org/drawingml/2006/main">
            <a:r>
              <a:t>packages/coding-agent/test/suite/regressions/9540-extension-loader-lazy.test.ts</a:t>
            </a:r>
          </a:p>
          <a:p xmlns:a="http://schemas.openxmlformats.org/drawingml/2006/main">
            <a:r>
              <a:t>packages/coding-agent/test/suite/regressions/extension-factory-cache.test.ts</a:t>
            </a:r>
          </a:p>
          <a:p xmlns:a="http://schemas.openxmlformats.org/drawingml/2006/main">
            <a:r>
              <a:t>packages/coding-agent/test/codemode-renderer.test.ts</a:t>
            </a:r>
          </a:p>
          <a:p xmlns:a="http://schemas.openxmlformats.org/drawingml/2006/main">
            <a:r>
              <a:t>packages/coding-agent/test/custom-message.test.ts</a:t>
            </a:r>
          </a:p>
          <a:p xmlns:a="http://schemas.openxmlformats.org/drawingml/2006/main">
            <a:r>
              <a:t>packages/coding-agent/test/edit-tool-legacy-input.test.ts</a:t>
            </a:r>
          </a:p>
          <a:p xmlns:a="http://schemas.openxmlformats.org/drawingml/2006/main">
            <a:r>
              <a:t>packages/coding-agent/test/export-html-whitespace.test.ts</a:t>
            </a:r>
          </a:p>
          <a:p xmlns:a="http://schemas.openxmlformats.org/drawingml/2006/main">
            <a:r>
              <a:t>packages/coding-agent/test/image-resize-callers.test.ts</a:t>
            </a:r>
          </a:p>
          <a:p xmlns:a="http://schemas.openxmlformats.org/drawingml/2006/main">
            <a:r>
              <a:t>packages/coding-agent/test/output-pad.test.ts</a:t>
            </a:r>
          </a:p>
          <a:p xmlns:a="http://schemas.openxmlformats.org/drawingml/2006/main">
            <a:r>
              <a:t>packages/coding-agent/test/suite/agent-session-codemode.test.ts</a:t>
            </a:r>
          </a:p>
          <a:p xmlns:a="http://schemas.openxmlformats.org/drawingml/2006/main">
            <a:r>
              <a:t>packages/coding-agent/test/suite/agent-session-mcp.test.ts</a:t>
            </a:r>
          </a:p>
          <a:p xmlns:a="http://schemas.openxmlformats.org/drawingml/2006/main">
            <a:r>
              <a:t>packages/coding-agent/test/suite/agent-session-tool-orchestration.test.ts</a:t>
            </a:r>
          </a:p>
          <a:p xmlns:a="http://schemas.openxmlformats.org/drawingml/2006/main">
            <a:r>
              <a:t>packages/coding-agent/test/suite/regressions/10285-mcp-tool-renderers.test.ts</a:t>
            </a:r>
          </a:p>
          <a:p xmlns:a="http://schemas.openxmlformats.org/drawingml/2006/main">
            <a:r>
              <a:t>packages/coding-agent/test/tool-search.test.ts</a:t>
            </a:r>
          </a:p>
          <a:p xmlns:a="http://schemas.openxmlformats.org/drawingml/2006/main">
            <a:r>
              <a:t>packages/coding-agent/test/tools.test.ts</a:t>
            </a:r>
          </a:p>
          <a:p xmlns:a="http://schemas.openxmlformats.org/drawingml/2006/main">
            <a:r>
              <a:t>packages/coding-agent/test/bug-report.test.ts</a:t>
            </a:r>
          </a:p>
          <a:p xmlns:a="http://schemas.openxmlformats.org/drawingml/2006/main">
            <a:r>
              <a:t>packages/coding-agent/test/footer-width.test.ts</a:t>
            </a:r>
          </a:p>
          <a:p xmlns:a="http://schemas.openxmlformats.org/drawingml/2006/main">
            <a:r>
              <a:t>packages/coding-agent/test/program-status-reporter.test.ts</a:t>
            </a:r>
          </a:p>
          <a:p xmlns:a="http://schemas.openxmlformats.org/drawingml/2006/main">
            <a:r>
              <a:t>packages/coding-agent/test/suite/regressions/4167-thinking-toggle-pending-tool-render.test.ts</a:t>
            </a:r>
          </a:p>
          <a:p xmlns:a="http://schemas.openxmlformats.org/drawingml/2006/main">
            <a:r>
              <a:t>packages/coding-agent/test/suite/regressions/5943-session-start-notify.test.ts</a:t>
            </a:r>
          </a:p>
          <a:p xmlns:a="http://schemas.openxmlformats.org/drawingml/2006/main">
            <a:r>
              <a:t>packages/coding-agent/test/suite/regressions/7150-rpc-prompt-during-compaction.test.ts</a:t>
            </a:r>
          </a:p>
          <a:p xmlns:a="http://schemas.openxmlformats.org/drawingml/2006/main">
            <a:r>
              <a:t>packages/coding-agent/test/suite/regressions/8537-custom-message-tool-result-ordering.test.ts</a:t>
            </a:r>
          </a:p>
          <a:p xmlns:a="http://schemas.openxmlformats.org/drawingml/2006/main">
            <a:r>
              <a:t>packages/ai/test/anthropic-federation.test.ts</a:t>
            </a:r>
          </a:p>
          <a:p xmlns:a="http://schemas.openxmlformats.org/drawingml/2006/main">
            <a:r>
              <a:t>packages/ai/test/cloudflare-workers-ai-system-one.test.ts</a:t>
            </a:r>
          </a:p>
          <a:p xmlns:a="http://schemas.openxmlformats.org/drawingml/2006/main">
            <a:r>
              <a:t>packages/ai/test/fireworks-model-generation.test.ts</a:t>
            </a:r>
          </a:p>
          <a:p xmlns:a="http://schemas.openxmlformats.org/drawingml/2006/main">
            <a:r>
              <a:t>packages/ai/test/github-copilot-anthropic.test.ts</a:t>
            </a:r>
          </a:p>
          <a:p xmlns:a="http://schemas.openxmlformats.org/drawingml/2006/main">
            <a:r>
              <a:t>packages/ai/test/model-types.test.ts</a:t>
            </a:r>
          </a:p>
          <a:p xmlns:a="http://schemas.openxmlformats.org/drawingml/2006/main">
            <a:r>
              <a:t>packages/ai/test/scratch.ts</a:t>
            </a:r>
          </a:p>
          <a:p xmlns:a="http://schemas.openxmlformats.org/drawingml/2006/main">
            <a:r>
              <a:t>packages/ai/test/telemetry-options.test.ts</a:t>
            </a:r>
          </a:p>
          <a:p xmlns:a="http://schemas.openxmlformats.org/drawingml/2006/main">
            <a:r>
              <a:t>packages/ai/test/xai-responses.test.ts</a:t>
            </a:r>
          </a:p>
          <a:p xmlns:a="http://schemas.openxmlformats.org/drawingml/2006/main">
            <a:r>
              <a:t>packages/durable/test/codemode-bench.ts</a:t>
            </a:r>
          </a:p>
          <a:p xmlns:a="http://schemas.openxmlformats.org/drawingml/2006/main">
            <a:r>
              <a:t>packages/durable/test/nested-images-bench.ts</a:t>
            </a:r>
          </a:p>
          <a:p xmlns:a="http://schemas.openxmlformats.org/drawingml/2006/main">
            <a:r>
              <a:t>packages/durable/test/nested-tools-bench.ts</a:t>
            </a:r>
          </a:p>
          <a:p xmlns:a="http://schemas.openxmlformats.org/drawingml/2006/main">
            <a:r>
              <a:t>packages/durable/test/scheduler-fanout-bench.ts</a:t>
            </a:r>
          </a:p>
          <a:p xmlns:a="http://schemas.openxmlformats.org/drawingml/2006/main">
            <a:r>
              <a:t>packages/durable/test/scheduler-memory-bench.ts</a:t>
            </a:r>
          </a:p>
          <a:p xmlns:a="http://schemas.openxmlformats.org/drawingml/2006/main">
            <a:r>
              <a:t>packages/durable/test/session-document-cache-bench.ts</a:t>
            </a:r>
          </a:p>
          <a:p xmlns:a="http://schemas.openxmlformats.org/drawingml/2006/main">
            <a:r>
              <a:t>packages/durable/test/tool-output-bench.ts</a:t>
            </a:r>
          </a:p>
          <a:p xmlns:a="http://schemas.openxmlformats.org/drawingml/2006/main">
            <a:r>
              <a:t>packages/ai/test/abort.test.ts</a:t>
            </a:r>
          </a:p>
          <a:p xmlns:a="http://schemas.openxmlformats.org/drawingml/2006/main">
            <a:r>
              <a:t>packages/ai/test/anthropic-adaptive-thinking-models.test.ts</a:t>
            </a:r>
          </a:p>
          <a:p xmlns:a="http://schemas.openxmlformats.org/drawingml/2006/main">
            <a:r>
              <a:t>packages/ai/test/anthropic-eager-tool-input-compat.test.ts</a:t>
            </a:r>
          </a:p>
          <a:p xmlns:a="http://schemas.openxmlformats.org/drawingml/2006/main">
            <a:r>
              <a:t>packages/ai/test/anthropic-empty-thinking-signature-compat.test.ts</a:t>
            </a:r>
          </a:p>
          <a:p xmlns:a="http://schemas.openxmlformats.org/drawingml/2006/main">
            <a:r>
              <a:t>packages/ai/test/anthropic-federation-sdk.test.ts</a:t>
            </a:r>
          </a:p>
          <a:p xmlns:a="http://schemas.openxmlformats.org/drawingml/2006/main">
            <a:r>
              <a:t>packages/ai/test/anthropic-force-adaptive-thinking.test.ts</a:t>
            </a:r>
          </a:p>
          <a:p xmlns:a="http://schemas.openxmlformats.org/drawingml/2006/main">
            <a:r>
              <a:t>packages/ai/test/anthropic-mid-conversation-effort.test.ts</a:t>
            </a:r>
          </a:p>
          <a:p xmlns:a="http://schemas.openxmlformats.org/drawingml/2006/main">
            <a:r>
              <a:t>packages/ai/test/anthropic-opus-4-8-smoke.test.ts</a:t>
            </a:r>
          </a:p>
          <a:p xmlns:a="http://schemas.openxmlformats.org/drawingml/2006/main">
            <a:r>
              <a:t>packages/ai/test/anthropic-sse-parsing.test.ts</a:t>
            </a:r>
          </a:p>
          <a:p xmlns:a="http://schemas.openxmlformats.org/drawingml/2006/main">
            <a:r>
              <a:t>packages/ai/test/anthropic-strict-tool-schema.test.ts</a:t>
            </a:r>
          </a:p>
          <a:p xmlns:a="http://schemas.openxmlformats.org/drawingml/2006/main">
            <a:r>
              <a:t>packages/ai/test/anthropic-temperature-compat.test.ts</a:t>
            </a:r>
          </a:p>
          <a:p xmlns:a="http://schemas.openxmlformats.org/drawingml/2006/main">
            <a:r>
              <a:t>packages/ai/test/anthropic-thinking-binding-e2e.test.ts</a:t>
            </a:r>
          </a:p>
          <a:p xmlns:a="http://schemas.openxmlformats.org/drawingml/2006/main">
            <a:r>
              <a:t>packages/ai/test/anthropic-thinking-disable.test.ts</a:t>
            </a:r>
          </a:p>
          <a:p xmlns:a="http://schemas.openxmlformats.org/drawingml/2006/main">
            <a:r>
              <a:t>packages/ai/test/anthropic-tool-name-normalization.test.ts</a:t>
            </a:r>
          </a:p>
          <a:p xmlns:a="http://schemas.openxmlformats.org/drawingml/2006/main">
            <a:r>
              <a:t>packages/ai/test/azure-openai-base-url.test.ts</a:t>
            </a:r>
          </a:p>
          <a:p xmlns:a="http://schemas.openxmlformats.org/drawingml/2006/main">
            <a:r>
              <a:t>packages/ai/test/azure-openai-completions.test.ts</a:t>
            </a:r>
          </a:p>
          <a:p xmlns:a="http://schemas.openxmlformats.org/drawingml/2006/main">
            <a:r>
              <a:t>packages/ai/test/azure-openai-responses-reasoning-replay.test.ts</a:t>
            </a:r>
          </a:p>
          <a:p xmlns:a="http://schemas.openxmlformats.org/drawingml/2006/main">
            <a:r>
              <a:t>packages/ai/test/azure-openai-tool-choice.test.ts</a:t>
            </a:r>
          </a:p>
          <a:p xmlns:a="http://schemas.openxmlformats.org/drawingml/2006/main">
            <a:r>
              <a:t>packages/ai/test/bedrock-convert-messages.test.ts</a:t>
            </a:r>
          </a:p>
          <a:p xmlns:a="http://schemas.openxmlformats.org/drawingml/2006/main">
            <a:r>
              <a:t>packages/ai/test/bedrock-credentials.test.ts</a:t>
            </a:r>
          </a:p>
          <a:p xmlns:a="http://schemas.openxmlformats.org/drawingml/2006/main">
            <a:r>
              <a:t>packages/ai/test/bedrock-custom-headers.test.ts</a:t>
            </a:r>
          </a:p>
          <a:p xmlns:a="http://schemas.openxmlformats.org/drawingml/2006/main">
            <a:r>
              <a:t>packages/ai/test/bedrock-endpoint-resolution.test.ts</a:t>
            </a:r>
          </a:p>
          <a:p xmlns:a="http://schemas.openxmlformats.org/drawingml/2006/main">
            <a:r>
              <a:t>packages/ai/test/bedrock-error-metadata.test.ts</a:t>
            </a:r>
          </a:p>
          <a:p xmlns:a="http://schemas.openxmlformats.org/drawingml/2006/main">
            <a:r>
              <a:t>packages/ai/test/bedrock-models.test.ts</a:t>
            </a:r>
          </a:p>
          <a:p xmlns:a="http://schemas.openxmlformats.org/drawingml/2006/main">
            <a:r>
              <a:t>packages/ai/test/bedrock-raw-stop-reason.test.ts</a:t>
            </a:r>
          </a:p>
          <a:p xmlns:a="http://schemas.openxmlformats.org/drawingml/2006/main">
            <a:r>
              <a:t>packages/ai/test/bedrock-redacted-reasoning.test.ts</a:t>
            </a:r>
          </a:p>
          <a:p xmlns:a="http://schemas.openxmlformats.org/drawingml/2006/main">
            <a:r>
              <a:t>packages/ai/test/bedrock-response-headers.test.ts</a:t>
            </a:r>
          </a:p>
          <a:p xmlns:a="http://schemas.openxmlformats.org/drawingml/2006/main">
            <a:r>
              <a:t>packages/ai/test/bedrock-thinking-payload.test.ts</a:t>
            </a:r>
          </a:p>
          <a:p xmlns:a="http://schemas.openxmlformats.org/drawingml/2006/main">
            <a:r>
              <a:t>packages/ai/test/cache-retention.test.ts</a:t>
            </a:r>
          </a:p>
          <a:p xmlns:a="http://schemas.openxmlformats.org/drawingml/2006/main">
            <a:r>
              <a:t>packages/ai/test/cloudflare-ai-binding.test.ts</a:t>
            </a:r>
          </a:p>
          <a:p xmlns:a="http://schemas.openxmlformats.org/drawingml/2006/main">
            <a:r>
              <a:t>packages/ai/test/cloudflare-stream.test.ts</a:t>
            </a:r>
          </a:p>
          <a:p xmlns:a="http://schemas.openxmlformats.org/drawingml/2006/main">
            <a:r>
              <a:t>packages/ai/test/compat-env.test.ts</a:t>
            </a:r>
          </a:p>
          <a:p xmlns:a="http://schemas.openxmlformats.org/drawingml/2006/main">
            <a:r>
              <a:t>packages/ai/test/context-estimate.test.ts</a:t>
            </a:r>
          </a:p>
          <a:p xmlns:a="http://schemas.openxmlformats.org/drawingml/2006/main">
            <a:r>
              <a:t>packages/ai/test/context-overflow.test.ts</a:t>
            </a:r>
          </a:p>
          <a:p xmlns:a="http://schemas.openxmlformats.org/drawingml/2006/main">
            <a:r>
              <a:t>packages/ai/test/cross-provider-handoff.test.ts</a:t>
            </a:r>
          </a:p>
          <a:p xmlns:a="http://schemas.openxmlformats.org/drawingml/2006/main">
            <a:r>
              <a:t>packages/ai/test/empty.test.ts</a:t>
            </a:r>
          </a:p>
          <a:p xmlns:a="http://schemas.openxmlformats.org/drawingml/2006/main">
            <a:r>
              <a:t>packages/ai/test/event-stream.test.ts</a:t>
            </a:r>
          </a:p>
          <a:p xmlns:a="http://schemas.openxmlformats.org/drawingml/2006/main">
            <a:r>
              <a:t>packages/ai/test/faux-provider.test.ts</a:t>
            </a:r>
          </a:p>
          <a:p xmlns:a="http://schemas.openxmlformats.org/drawingml/2006/main">
            <a:r>
              <a:t>packages/ai/test/fetch-option.test.ts</a:t>
            </a:r>
          </a:p>
          <a:p xmlns:a="http://schemas.openxmlformats.org/drawingml/2006/main">
            <a:r>
              <a:t>packages/ai/test/google-raw-stop-reason.test.ts</a:t>
            </a:r>
          </a:p>
          <a:p xmlns:a="http://schemas.openxmlformats.org/drawingml/2006/main">
            <a:r>
              <a:t>packages/ai/test/google-shared-convert-tools.test.ts</a:t>
            </a:r>
          </a:p>
          <a:p xmlns:a="http://schemas.openxmlformats.org/drawingml/2006/main">
            <a:r>
              <a:t>packages/ai/test/google-shared-gemini3-unsigned-tool-call.test.ts</a:t>
            </a:r>
          </a:p>
          <a:p xmlns:a="http://schemas.openxmlformats.org/drawingml/2006/main">
            <a:r>
              <a:t>packages/ai/test/google-shared-image-tool-result-routing.test.ts</a:t>
            </a:r>
          </a:p>
          <a:p xmlns:a="http://schemas.openxmlformats.org/drawingml/2006/main">
            <a:r>
              <a:t>packages/ai/test/google-shared-signed-empty-blocks.test.ts</a:t>
            </a:r>
          </a:p>
          <a:p xmlns:a="http://schemas.openxmlformats.org/drawingml/2006/main">
            <a:r>
              <a:t>packages/ai/test/google-thinking-disable.test.ts</a:t>
            </a:r>
          </a:p>
          <a:p xmlns:a="http://schemas.openxmlformats.org/drawingml/2006/main">
            <a:r>
              <a:t>packages/ai/test/google-thinking-level-map.test.ts</a:t>
            </a:r>
          </a:p>
          <a:p xmlns:a="http://schemas.openxmlformats.org/drawingml/2006/main">
            <a:r>
              <a:t>packages/ai/test/google-vertex-api-key-resolution.test.ts</a:t>
            </a:r>
          </a:p>
          <a:p xmlns:a="http://schemas.openxmlformats.org/drawingml/2006/main">
            <a:r>
              <a:t>packages/ai/test/image-tool-result.test.ts</a:t>
            </a:r>
          </a:p>
          <a:p xmlns:a="http://schemas.openxmlformats.org/drawingml/2006/main">
            <a:r>
              <a:t>packages/ai/test/images.test.ts</a:t>
            </a:r>
          </a:p>
          <a:p xmlns:a="http://schemas.openxmlformats.org/drawingml/2006/main">
            <a:r>
              <a:t>packages/ai/test/lax-message-content.test.ts</a:t>
            </a:r>
          </a:p>
          <a:p xmlns:a="http://schemas.openxmlformats.org/drawingml/2006/main">
            <a:r>
              <a:t>packages/ai/test/llama-cpp-classify.test.ts</a:t>
            </a:r>
          </a:p>
          <a:p xmlns:a="http://schemas.openxmlformats.org/drawingml/2006/main">
            <a:r>
              <a:t>packages/ai/test/max-thinking.test.ts</a:t>
            </a:r>
          </a:p>
          <a:p xmlns:a="http://schemas.openxmlformats.org/drawingml/2006/main">
            <a:r>
              <a:t>packages/ai/test/message-types.test.ts</a:t>
            </a:r>
          </a:p>
          <a:p xmlns:a="http://schemas.openxmlformats.org/drawingml/2006/main">
            <a:r>
              <a:t>packages/ai/test/mistral-http-transport.test.ts</a:t>
            </a:r>
          </a:p>
          <a:p xmlns:a="http://schemas.openxmlformats.org/drawingml/2006/main">
            <a:r>
              <a:t>packages/ai/test/mistral-raw-stop-reason.test.ts</a:t>
            </a:r>
          </a:p>
          <a:p xmlns:a="http://schemas.openxmlformats.org/drawingml/2006/main">
            <a:r>
              <a:t>packages/ai/test/mistral-reasoning-mode.test.ts</a:t>
            </a:r>
          </a:p>
          <a:p xmlns:a="http://schemas.openxmlformats.org/drawingml/2006/main">
            <a:r>
              <a:t>packages/ai/test/mistral-tool-schema.test.ts</a:t>
            </a:r>
          </a:p>
          <a:p xmlns:a="http://schemas.openxmlformats.org/drawingml/2006/main">
            <a:r>
              <a:t>packages/ai/test/openai-codex-cache-affinity-e2e.test.ts</a:t>
            </a:r>
          </a:p>
          <a:p xmlns:a="http://schemas.openxmlformats.org/drawingml/2006/main">
            <a:r>
              <a:t>packages/ai/test/openai-codex-stream.test.ts</a:t>
            </a:r>
          </a:p>
          <a:p xmlns:a="http://schemas.openxmlformats.org/drawingml/2006/main">
            <a:r>
              <a:t>packages/ai/test/openai-completions-cache-control-format.test.ts</a:t>
            </a:r>
          </a:p>
          <a:p xmlns:a="http://schemas.openxmlformats.org/drawingml/2006/main">
            <a:r>
              <a:t>packages/ai/test/openai-completions-prompt-cache.test.ts</a:t>
            </a:r>
          </a:p>
          <a:p xmlns:a="http://schemas.openxmlformats.org/drawingml/2006/main">
            <a:r>
              <a:t>packages/ai/test/openai-completions-provider-stream-event.test.ts</a:t>
            </a:r>
          </a:p>
          <a:p xmlns:a="http://schemas.openxmlformats.org/drawingml/2006/main">
            <a:r>
              <a:t>packages/ai/test/openai-completions-raw-stop-reason.test.ts</a:t>
            </a:r>
          </a:p>
          <a:p xmlns:a="http://schemas.openxmlformats.org/drawingml/2006/main">
            <a:r>
              <a:t>packages/ai/test/openai-completions-reasoning-details.test.ts</a:t>
            </a:r>
          </a:p>
          <a:p xmlns:a="http://schemas.openxmlformats.org/drawingml/2006/main">
            <a:r>
              <a:t>packages/ai/test/openai-completions-response-model.test.ts</a:t>
            </a:r>
          </a:p>
          <a:p xmlns:a="http://schemas.openxmlformats.org/drawingml/2006/main">
            <a:r>
              <a:t>packages/ai/test/openai-completions-retry.test.ts</a:t>
            </a:r>
          </a:p>
          <a:p xmlns:a="http://schemas.openxmlformats.org/drawingml/2006/main">
            <a:r>
              <a:t>packages/ai/test/openai-completions-thinking-as-text.test.ts</a:t>
            </a:r>
          </a:p>
          <a:p xmlns:a="http://schemas.openxmlformats.org/drawingml/2006/main">
            <a:r>
              <a:t>packages/ai/test/openai-completions-thinking-token-budget.test.ts</a:t>
            </a:r>
          </a:p>
          <a:p xmlns:a="http://schemas.openxmlformats.org/drawingml/2006/main">
            <a:r>
              <a:t>packages/ai/test/openai-completions-tool-choice.test.ts</a:t>
            </a:r>
          </a:p>
          <a:p xmlns:a="http://schemas.openxmlformats.org/drawingml/2006/main">
            <a:r>
              <a:t>packages/ai/test/openai-completions-tool-result-images.test.ts</a:t>
            </a:r>
          </a:p>
          <a:p xmlns:a="http://schemas.openxmlformats.org/drawingml/2006/main">
            <a:r>
              <a:t>packages/ai/test/openai-completions-vllm-priority.test.ts</a:t>
            </a:r>
          </a:p>
          <a:p xmlns:a="http://schemas.openxmlformats.org/drawingml/2006/main">
            <a:r>
              <a:t>packages/ai/test/openai-decisions.test.ts</a:t>
            </a:r>
          </a:p>
          <a:p xmlns:a="http://schemas.openxmlformats.org/drawingml/2006/main">
            <a:r>
              <a:t>packages/ai/test/openai-responses-cache-affinity-e2e.test.ts</a:t>
            </a:r>
          </a:p>
          <a:p xmlns:a="http://schemas.openxmlformats.org/drawingml/2006/main">
            <a:r>
              <a:t>packages/ai/test/openai-responses-chatgpt-sign-in.test.ts</a:t>
            </a:r>
          </a:p>
          <a:p xmlns:a="http://schemas.openxmlformats.org/drawingml/2006/main">
            <a:r>
              <a:t>packages/ai/test/openai-responses-compat.test.ts</a:t>
            </a:r>
          </a:p>
          <a:p xmlns:a="http://schemas.openxmlformats.org/drawingml/2006/main">
            <a:r>
              <a:t>packages/ai/test/openai-responses-empty-tool-result.test.ts</a:t>
            </a:r>
          </a:p>
          <a:p xmlns:a="http://schemas.openxmlformats.org/drawingml/2006/main">
            <a:r>
              <a:t>packages/ai/test/openai-responses-foreign-toolcall-id.test.ts</a:t>
            </a:r>
          </a:p>
          <a:p xmlns:a="http://schemas.openxmlformats.org/drawingml/2006/main">
            <a:r>
              <a:t>packages/ai/test/openai-responses-message-id.test.ts</a:t>
            </a:r>
          </a:p>
          <a:p xmlns:a="http://schemas.openxmlformats.org/drawingml/2006/main">
            <a:r>
              <a:t>packages/ai/test/openai-responses-namespace.test.ts</a:t>
            </a:r>
          </a:p>
          <a:p xmlns:a="http://schemas.openxmlformats.org/drawingml/2006/main">
            <a:r>
              <a:t>packages/ai/test/openai-responses-partial-json-cleanup.test.ts</a:t>
            </a:r>
          </a:p>
          <a:p xmlns:a="http://schemas.openxmlformats.org/drawingml/2006/main">
            <a:r>
              <a:t>packages/ai/test/openai-responses-reasoning-replay-e2e.test.ts</a:t>
            </a:r>
          </a:p>
          <a:p xmlns:a="http://schemas.openxmlformats.org/drawingml/2006/main">
            <a:r>
              <a:t>packages/ai/test/openai-responses-terminal-event.test.ts</a:t>
            </a:r>
          </a:p>
          <a:p xmlns:a="http://schemas.openxmlformats.org/drawingml/2006/main">
            <a:r>
              <a:t>packages/ai/test/openai-responses-usage-limit.test.ts</a:t>
            </a:r>
          </a:p>
          <a:p xmlns:a="http://schemas.openxmlformats.org/drawingml/2006/main">
            <a:r>
              <a:t>packages/ai/test/opencode-provider-headers.test.ts</a:t>
            </a:r>
          </a:p>
          <a:p xmlns:a="http://schemas.openxmlformats.org/drawingml/2006/main">
            <a:r>
              <a:t>packages/ai/test/openrouter-images.test.ts</a:t>
            </a:r>
          </a:p>
          <a:p xmlns:a="http://schemas.openxmlformats.org/drawingml/2006/main">
            <a:r>
              <a:t>packages/ai/test/openrouter-reasoning-options.test.ts</a:t>
            </a:r>
          </a:p>
          <a:p xmlns:a="http://schemas.openxmlformats.org/drawingml/2006/main">
            <a:r>
              <a:t>packages/ai/test/overflow.test.ts</a:t>
            </a:r>
          </a:p>
          <a:p xmlns:a="http://schemas.openxmlformats.org/drawingml/2006/main">
            <a:r>
              <a:t>packages/ai/test/pi-messages.test.ts</a:t>
            </a:r>
          </a:p>
          <a:p xmlns:a="http://schemas.openxmlformats.org/drawingml/2006/main">
            <a:r>
              <a:t>packages/ai/test/pre-generation-error.test.ts</a:t>
            </a:r>
          </a:p>
          <a:p xmlns:a="http://schemas.openxmlformats.org/drawingml/2006/main">
            <a:r>
              <a:t>packages/ai/test/provider-error-body-passthrough.test.ts</a:t>
            </a:r>
          </a:p>
          <a:p xmlns:a="http://schemas.openxmlformats.org/drawingml/2006/main">
            <a:r>
              <a:t>packages/ai/test/provider-error-body-regression.test.ts</a:t>
            </a:r>
          </a:p>
          <a:p xmlns:a="http://schemas.openxmlformats.org/drawingml/2006/main">
            <a:r>
              <a:t>packages/ai/test/responseid.test.ts</a:t>
            </a:r>
          </a:p>
          <a:p xmlns:a="http://schemas.openxmlformats.org/drawingml/2006/main">
            <a:r>
              <a:t>packages/ai/test/sampling-options.test.ts</a:t>
            </a:r>
          </a:p>
          <a:p xmlns:a="http://schemas.openxmlformats.org/drawingml/2006/main">
            <a:r>
              <a:t>packages/ai/test/stream.test.ts</a:t>
            </a:r>
          </a:p>
          <a:p xmlns:a="http://schemas.openxmlformats.org/drawingml/2006/main">
            <a:r>
              <a:t>packages/ai/test/system-message-replay.test.ts</a:t>
            </a:r>
          </a:p>
          <a:p xmlns:a="http://schemas.openxmlformats.org/drawingml/2006/main">
            <a:r>
              <a:t>packages/ai/test/tokens.test.ts</a:t>
            </a:r>
          </a:p>
          <a:p xmlns:a="http://schemas.openxmlformats.org/drawingml/2006/main">
            <a:r>
              <a:t>packages/ai/test/tool-call-id-normalization.test.ts</a:t>
            </a:r>
          </a:p>
          <a:p xmlns:a="http://schemas.openxmlformats.org/drawingml/2006/main">
            <a:r>
              <a:t>packages/ai/test/tool-call-without-result.test.ts</a:t>
            </a:r>
          </a:p>
          <a:p xmlns:a="http://schemas.openxmlformats.org/drawingml/2006/main">
            <a:r>
              <a:t>packages/ai/test/total-tokens.test.ts</a:t>
            </a:r>
          </a:p>
          <a:p xmlns:a="http://schemas.openxmlformats.org/drawingml/2006/main">
            <a:r>
              <a:t>packages/ai/test/transcript-tool-changes.test.ts</a:t>
            </a:r>
          </a:p>
          <a:p xmlns:a="http://schemas.openxmlformats.org/drawingml/2006/main">
            <a:r>
              <a:t>packages/ai/test/transform-messages-copilot-openai-to-anthropic.test.ts</a:t>
            </a:r>
          </a:p>
          <a:p xmlns:a="http://schemas.openxmlformats.org/drawingml/2006/main">
            <a:r>
              <a:t>packages/ai/test/unicode-surrogate.test.ts</a:t>
            </a:r>
          </a:p>
          <a:p xmlns:a="http://schemas.openxmlformats.org/drawingml/2006/main">
            <a:r>
              <a:t>packages/ai/test/validation.test.ts</a:t>
            </a:r>
          </a:p>
          <a:p xmlns:a="http://schemas.openxmlformats.org/drawingml/2006/main">
            <a:r>
              <a:t>packages/ai/test/xhigh.test.ts</a:t>
            </a:r>
          </a:p>
          <a:p xmlns:a="http://schemas.openxmlformats.org/drawingml/2006/main">
            <a:r>
              <a:t>packages/ai/test/xiaomi-token-plan-ams-anthropic-empty-signature-smoke.test.ts</a:t>
            </a:r>
          </a:p>
          <a:p xmlns:a="http://schemas.openxmlformats.org/drawingml/2006/main">
            <a:r>
              <a:t>packages/ai/test/zen.test.ts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源码基线：6cd9d957a9fd50bc504d45b72834ed9dd85a20b6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流程为教学阅读顺序，可选分支不表示每次运行必经。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你有订阅、API key 或本地兼容端点，希望 Pi 能选中并调用它。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选择连接方式</a:t>
            </a:r>
          </a:p>
          <a:p xmlns:a="http://schemas.openxmlformats.org/drawingml/2006/main">
            <a:r>
              <a:t>先在 models.md 对照内置提供商、订阅登录、本地 llama.cpp 和兼容端点。只有缺少所需端点时才添加 models.json。</a:t>
            </a:r>
          </a:p>
          <a:p xmlns:a="http://schemas.openxmlformats.org/drawingml/2006/main">
            <a:r>
              <a:t>输入：已有服务与认证方式</a:t>
            </a:r>
          </a:p>
          <a:p xmlns:a="http://schemas.openxmlformats.org/drawingml/2006/main">
            <a:r>
              <a:t>输出：内置、兼容或自定义提供商方案</a:t>
            </a:r>
          </a:p>
          <a:p xmlns:a="http://schemas.openxmlformats.org/drawingml/2006/main">
            <a:r>
              <a:t>入口线索：/model；--model；--models；models.json</a:t>
            </a:r>
          </a:p>
          <a:p xmlns:a="http://schemas.openxmlformats.org/drawingml/2006/main">
            <a:r>
              <a:t>职责：目录元数据不等同于可调用性；认证与具体提供商能力仍需满足。</a:t>
            </a:r>
          </a:p>
          <a:p xmlns:a="http://schemas.openxmlformats.org/drawingml/2006/main">
            <a:r>
              <a:t>源码：packages/coding-agent/src/cli/list-models.ts</a:t>
            </a:r>
          </a:p>
          <a:p xmlns:a="http://schemas.openxmlformats.org/drawingml/2006/main">
            <a:r>
              <a:t>packages/coding-agent/src/core/model-config.ts</a:t>
            </a:r>
          </a:p>
          <a:p xmlns:a="http://schemas.openxmlformats.org/drawingml/2006/main">
            <a:r>
              <a:t>packages/coding-agent/src/core/model-registry.ts</a:t>
            </a:r>
          </a:p>
          <a:p xmlns:a="http://schemas.openxmlformats.org/drawingml/2006/main">
            <a:r>
              <a:t>packages/coding-agent/src/core/model-resolver.ts</a:t>
            </a:r>
          </a:p>
          <a:p xmlns:a="http://schemas.openxmlformats.org/drawingml/2006/main">
            <a:r>
              <a:t>packages/coding-agent/src/core/model-runtime.ts</a:t>
            </a:r>
          </a:p>
          <a:p xmlns:a="http://schemas.openxmlformats.org/drawingml/2006/main">
            <a:r>
              <a:t>packages/coding-agent/src/core/models-store.ts</a:t>
            </a:r>
          </a:p>
          <a:p xmlns:a="http://schemas.openxmlformats.org/drawingml/2006/main">
            <a:r>
              <a:t>packages/coding-agent/src/core/provider-composer.ts</a:t>
            </a:r>
          </a:p>
          <a:p xmlns:a="http://schemas.openxmlformats.org/drawingml/2006/main">
            <a:r>
              <a:t>packages/coding-agent/src/core/remote-catalog-provider.ts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准备认证入口</a:t>
            </a:r>
          </a:p>
          <a:p xmlns:a="http://schemas.openxmlformats.org/drawingml/2006/main">
            <a:r>
              <a:t>阅读 /login 与 AuthStorage，辨认 runtime key、auth.json、models.json 和 provider 环境来源。凭据与模型元数据分开处理。</a:t>
            </a:r>
          </a:p>
          <a:p xmlns:a="http://schemas.openxmlformats.org/drawingml/2006/main">
            <a:r>
              <a:t>输入：提供商标识和凭据来源</a:t>
            </a:r>
          </a:p>
          <a:p xmlns:a="http://schemas.openxmlformats.org/drawingml/2006/main">
            <a:r>
              <a:t>输出：可用的认证上下文</a:t>
            </a:r>
          </a:p>
          <a:p xmlns:a="http://schemas.openxmlformats.org/drawingml/2006/main">
            <a:r>
              <a:t>入口线索：/login；/logout；pi auth</a:t>
            </a:r>
          </a:p>
          <a:p xmlns:a="http://schemas.openxmlformats.org/drawingml/2006/main">
            <a:r>
              <a:t>职责：打印凭据的命令会写秘密到 stdout；此导览只索引实现，不读取用户凭据。</a:t>
            </a:r>
          </a:p>
          <a:p xmlns:a="http://schemas.openxmlformats.org/drawingml/2006/main">
            <a:r>
              <a:t>源码：packages/coding-agent/src/cli/auth-check.ts</a:t>
            </a:r>
          </a:p>
          <a:p xmlns:a="http://schemas.openxmlformats.org/drawingml/2006/main">
            <a:r>
              <a:t>packages/coding-agent/src/cli/auth-command.ts</a:t>
            </a:r>
          </a:p>
          <a:p xmlns:a="http://schemas.openxmlformats.org/drawingml/2006/main">
            <a:r>
              <a:t>packages/coding-agent/src/cli/credential-print.ts</a:t>
            </a:r>
          </a:p>
          <a:p xmlns:a="http://schemas.openxmlformats.org/drawingml/2006/main">
            <a:r>
              <a:t>packages/coding-agent/src/core/auth-guidance.ts</a:t>
            </a:r>
          </a:p>
          <a:p xmlns:a="http://schemas.openxmlformats.org/drawingml/2006/main">
            <a:r>
              <a:t>packages/coding-agent/src/core/auth-storage.ts</a:t>
            </a:r>
          </a:p>
          <a:p xmlns:a="http://schemas.openxmlformats.org/drawingml/2006/main">
            <a:r>
              <a:t>packages/coding-agent/src/core/runtime-credentials.ts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注册模型元数据</a:t>
            </a:r>
          </a:p>
          <a:p xmlns:a="http://schemas.openxmlformats.org/drawingml/2006/main">
            <a:r>
              <a:t>在 ModelConfig 与 provider composer 中追踪 baseUrl、api、models 和 modelOverrides。用真实 schema 校验，不凭服务名称猜兼容参数。</a:t>
            </a:r>
          </a:p>
          <a:p xmlns:a="http://schemas.openxmlformats.org/drawingml/2006/main">
            <a:r>
              <a:t>输入：models.json 或内置目录</a:t>
            </a:r>
          </a:p>
          <a:p xmlns:a="http://schemas.openxmlformats.org/drawingml/2006/main">
            <a:r>
              <a:t>输出：provider 下的模型记录</a:t>
            </a:r>
          </a:p>
          <a:p xmlns:a="http://schemas.openxmlformats.org/drawingml/2006/main">
            <a:r>
              <a:t>入口线索：/model；--model；--models；models.json</a:t>
            </a:r>
          </a:p>
          <a:p xmlns:a="http://schemas.openxmlformats.org/drawingml/2006/main">
            <a:r>
              <a:t>职责：目录元数据不等同于可调用性；认证与具体提供商能力仍需满足。</a:t>
            </a:r>
          </a:p>
          <a:p xmlns:a="http://schemas.openxmlformats.org/drawingml/2006/main">
            <a:r>
              <a:t>源码：packages/coding-agent/src/cli/list-models.ts</a:t>
            </a:r>
          </a:p>
          <a:p xmlns:a="http://schemas.openxmlformats.org/drawingml/2006/main">
            <a:r>
              <a:t>packages/coding-agent/src/core/model-config.ts</a:t>
            </a:r>
          </a:p>
          <a:p xmlns:a="http://schemas.openxmlformats.org/drawingml/2006/main">
            <a:r>
              <a:t>packages/coding-agent/src/core/model-registry.ts</a:t>
            </a:r>
          </a:p>
          <a:p xmlns:a="http://schemas.openxmlformats.org/drawingml/2006/main">
            <a:r>
              <a:t>packages/coding-agent/src/core/model-resolver.ts</a:t>
            </a:r>
          </a:p>
          <a:p xmlns:a="http://schemas.openxmlformats.org/drawingml/2006/main">
            <a:r>
              <a:t>packages/coding-agent/src/core/model-runtime.ts</a:t>
            </a:r>
          </a:p>
          <a:p xmlns:a="http://schemas.openxmlformats.org/drawingml/2006/main">
            <a:r>
              <a:t>packages/coding-agent/src/core/models-store.ts</a:t>
            </a:r>
          </a:p>
          <a:p xmlns:a="http://schemas.openxmlformats.org/drawingml/2006/main">
            <a:r>
              <a:t>packages/coding-agent/src/core/provider-composer.ts</a:t>
            </a:r>
          </a:p>
          <a:p xmlns:a="http://schemas.openxmlformats.org/drawingml/2006/main">
            <a:r>
              <a:t>packages/coding-agent/src/core/remote-catalog-provider.ts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4. 选择模型和推理级别</a:t>
            </a:r>
          </a:p>
          <a:p xmlns:a="http://schemas.openxmlformats.org/drawingml/2006/main">
            <a:r>
              <a:t>从 /model 的刷新和筛选进入运行时。区分聊天模型与分类、图像目录，核对可用认证与模型支持的 thinking 级别。</a:t>
            </a:r>
          </a:p>
          <a:p xmlns:a="http://schemas.openxmlformats.org/drawingml/2006/main">
            <a:r>
              <a:t>输入：模型目录和认证状态</a:t>
            </a:r>
          </a:p>
          <a:p xmlns:a="http://schemas.openxmlformats.org/drawingml/2006/main">
            <a:r>
              <a:t>输出：本轮使用的模型与推理选项</a:t>
            </a:r>
          </a:p>
          <a:p xmlns:a="http://schemas.openxmlformats.org/drawingml/2006/main">
            <a:r>
              <a:t>入口线索：/model；模型目录刷新</a:t>
            </a:r>
          </a:p>
          <a:p xmlns:a="http://schemas.openxmlformats.org/drawingml/2006/main">
            <a:r>
              <a:t>职责：目录记录不保证认证有效；查找与刷新和实际发出模型请求分开。</a:t>
            </a:r>
          </a:p>
          <a:p xmlns:a="http://schemas.openxmlformats.org/drawingml/2006/main">
            <a:r>
              <a:t>源码：packages/coding-agent/src/core/remote-catalog-provider.ts</a:t>
            </a:r>
          </a:p>
          <a:p xmlns:a="http://schemas.openxmlformats.org/drawingml/2006/main">
            <a:r>
              <a:t>packages/coding-agent/src/modes/interactive/model-catalog-refresh.ts</a:t>
            </a:r>
          </a:p>
          <a:p xmlns:a="http://schemas.openxmlformats.org/drawingml/2006/main">
            <a:r>
              <a:t>packages/coding-agent/src/modes/interactive/model-search.ts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5. 确认会话采用的值</a:t>
            </a:r>
          </a:p>
          <a:p xmlns:a="http://schemas.openxmlformats.org/drawingml/2006/main">
            <a:r>
              <a:t>回到 createAgentSession，核对显式 model、设置默认值以及恢复会话的选择。把最终 model.provider、id 和请求接口对应起来。</a:t>
            </a:r>
          </a:p>
          <a:p xmlns:a="http://schemas.openxmlformats.org/drawingml/2006/main">
            <a:r>
              <a:t>输入：显式参数、默认设置或恢复记录</a:t>
            </a:r>
          </a:p>
          <a:p xmlns:a="http://schemas.openxmlformats.org/drawingml/2006/main">
            <a:r>
              <a:t>输出：AgentSession 实际模型</a:t>
            </a:r>
          </a:p>
          <a:p xmlns:a="http://schemas.openxmlformats.org/drawingml/2006/main">
            <a:r>
              <a:t>入口线索：createAgentSession / createAgentSessionRuntime</a:t>
            </a:r>
          </a:p>
          <a:p xmlns:a="http://schemas.openxmlformats.org/drawingml/2006/main">
            <a:r>
              <a:t>职责：SDK 注入流函数、配置、工具与存储；运行时负责会话替换和重新绑定。</a:t>
            </a:r>
          </a:p>
          <a:p xmlns:a="http://schemas.openxmlformats.org/drawingml/2006/main">
            <a:r>
              <a:t>源码：packages/coding-agent/src/core/agent-session-runtime.ts</a:t>
            </a:r>
          </a:p>
          <a:p xmlns:a="http://schemas.openxmlformats.org/drawingml/2006/main">
            <a:r>
              <a:t>packages/coding-agent/src/core/agent-session-services.ts</a:t>
            </a:r>
          </a:p>
          <a:p xmlns:a="http://schemas.openxmlformats.org/drawingml/2006/main">
            <a:r>
              <a:t>packages/coding-agent/src/core/sdk.ts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失败与恢复：能在目录中找到模型不代表凭据有效。模型 ID、端点 API、能力和认证不匹配应分别定位，不能一律归结为网络失败。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练习：用文档中的本地兼容端点示例解释每个字段，并追到 ModelConfig 和最终会话模型。没有服务时只完成配置追踪，不宣称调用成功。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参考判断：baseUrl 是请求目的地，api 是协议适配器，id 是提供商模型标识。认证可用性、目录存在和真实请求成功是三个独立检查点。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功能编号：MOD-01, MOD-02, MOD-03, MOD-04, MOD-05, MOD-06, MOD-07, MOD-09, MOD-10, MOD-11, MOD-13, MOD-14, MOD-15, MOD-16, MOD-22, MOD-23, MOD-24, MOD-26, MOD-29, CFG-28, CFG-29, EXT-22, INT-01, INT-03, INT-04, INT-05, INT-07, PROV-38, PROV-39, OTH-56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文档来源：</a:t>
            </a:r>
          </a:p>
          <a:p xmlns:a="http://schemas.openxmlformats.org/drawingml/2006/main">
            <a:r>
              <a:t>packages/coding-agent/docs/cli.md</a:t>
            </a:r>
          </a:p>
          <a:p xmlns:a="http://schemas.openxmlformats.org/drawingml/2006/main">
            <a:r>
              <a:t>packages/coding-agent/docs/models.md</a:t>
            </a:r>
          </a:p>
          <a:p xmlns:a="http://schemas.openxmlformats.org/drawingml/2006/main">
            <a:r>
              <a:t>packages/coding-agent/docs/themes.md</a:t>
            </a:r>
          </a:p>
          <a:p xmlns:a="http://schemas.openxmlformats.org/drawingml/2006/main">
            <a:r>
              <a:t>packages/coding-agent/CHANGELOG.md</a:t>
            </a:r>
          </a:p>
          <a:p xmlns:a="http://schemas.openxmlformats.org/drawingml/2006/main">
            <a:r>
              <a:t>packages/ai/README.md</a:t>
            </a:r>
          </a:p>
          <a:p xmlns:a="http://schemas.openxmlformats.org/drawingml/2006/main">
            <a:r>
              <a:t>packages/coding-agent/examples/extensions/README.md</a:t>
            </a:r>
          </a:p>
          <a:p xmlns:a="http://schemas.openxmlformats.org/drawingml/2006/main">
            <a:r>
              <a:t>packages/coding-agent/docs/keybindings.md</a:t>
            </a:r>
          </a:p>
          <a:p xmlns:a="http://schemas.openxmlformats.org/drawingml/2006/main">
            <a:r>
              <a:t>packages/coding-agent/docs/settings.md</a:t>
            </a:r>
          </a:p>
          <a:p xmlns:a="http://schemas.openxmlformats.org/drawingml/2006/main">
            <a:r>
              <a:t>packages/coding-agent/docs/llama-cpp.md</a:t>
            </a:r>
          </a:p>
          <a:p xmlns:a="http://schemas.openxmlformats.org/drawingml/2006/main">
            <a:r>
              <a:t>packages/coding-agent/docs/providers.md</a:t>
            </a:r>
          </a:p>
          <a:p xmlns:a="http://schemas.openxmlformats.org/drawingml/2006/main">
            <a:r>
              <a:t>packages/coding-agent/scripts/generate-schemas.ts</a:t>
            </a:r>
          </a:p>
          <a:p xmlns:a="http://schemas.openxmlformats.org/drawingml/2006/main">
            <a:r>
              <a:t>packages/coding-agent/docs/extensions.md</a:t>
            </a:r>
          </a:p>
          <a:p xmlns:a="http://schemas.openxmlformats.org/drawingml/2006/main">
            <a:r>
              <a:t>packages/coding-agent/docs/sdk.md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关联测试阅读线索（未在演示文稿中执行）：</a:t>
            </a:r>
          </a:p>
          <a:p xmlns:a="http://schemas.openxmlformats.org/drawingml/2006/main">
            <a:r>
              <a:t>packages/coding-agent/test/config-schemas.test.ts</a:t>
            </a:r>
          </a:p>
          <a:p xmlns:a="http://schemas.openxmlformats.org/drawingml/2006/main">
            <a:r>
              <a:t>packages/coding-agent/test/model-registry.test.ts</a:t>
            </a:r>
          </a:p>
          <a:p xmlns:a="http://schemas.openxmlformats.org/drawingml/2006/main">
            <a:r>
              <a:t>packages/coding-agent/test/extensions-runner.test.ts</a:t>
            </a:r>
          </a:p>
          <a:p xmlns:a="http://schemas.openxmlformats.org/drawingml/2006/main">
            <a:r>
              <a:t>packages/coding-agent/test/model-runtime-cloudflare-compat.test.ts</a:t>
            </a:r>
          </a:p>
          <a:p xmlns:a="http://schemas.openxmlformats.org/drawingml/2006/main">
            <a:r>
              <a:t>packages/coding-agent/test/model-runtime-modify-models-compat.test.ts</a:t>
            </a:r>
          </a:p>
          <a:p xmlns:a="http://schemas.openxmlformats.org/drawingml/2006/main">
            <a:r>
              <a:t>packages/coding-agent/test/model-runtime-test-utils.ts</a:t>
            </a:r>
          </a:p>
          <a:p xmlns:a="http://schemas.openxmlformats.org/drawingml/2006/main">
            <a:r>
              <a:t>packages/coding-agent/test/model-resolver.test.ts</a:t>
            </a:r>
          </a:p>
          <a:p xmlns:a="http://schemas.openxmlformats.org/drawingml/2006/main">
            <a:r>
              <a:t>packages/coding-agent/test/suite/regressions/7027-credential-refresh-hang.test.ts</a:t>
            </a:r>
          </a:p>
          <a:p xmlns:a="http://schemas.openxmlformats.org/drawingml/2006/main">
            <a:r>
              <a:t>packages/ai/test/codex-websocket-cached-probe.ts</a:t>
            </a:r>
          </a:p>
          <a:p xmlns:a="http://schemas.openxmlformats.org/drawingml/2006/main">
            <a:r>
              <a:t>packages/coding-agent/test/agent-session-dynamic-provider.test.ts</a:t>
            </a:r>
          </a:p>
          <a:p xmlns:a="http://schemas.openxmlformats.org/drawingml/2006/main">
            <a:r>
              <a:t>packages/coding-agent/test/agent-session-runtime-events.test.ts</a:t>
            </a:r>
          </a:p>
          <a:p xmlns:a="http://schemas.openxmlformats.org/drawingml/2006/main">
            <a:r>
              <a:t>packages/coding-agent/test/auth-check.test.ts</a:t>
            </a:r>
          </a:p>
          <a:p xmlns:a="http://schemas.openxmlformats.org/drawingml/2006/main">
            <a:r>
              <a:t>packages/coding-agent/test/credential-print.test.ts</a:t>
            </a:r>
          </a:p>
          <a:p xmlns:a="http://schemas.openxmlformats.org/drawingml/2006/main">
            <a:r>
              <a:t>packages/coding-agent/test/model-catalog-protocol.test.ts</a:t>
            </a:r>
          </a:p>
          <a:p xmlns:a="http://schemas.openxmlformats.org/drawingml/2006/main">
            <a:r>
              <a:t>packages/coding-agent/test/model-runtime-auth-options.test.ts</a:t>
            </a:r>
          </a:p>
          <a:p xmlns:a="http://schemas.openxmlformats.org/drawingml/2006/main">
            <a:r>
              <a:t>packages/coding-agent/test/model-runtime-classifiers.test.ts</a:t>
            </a:r>
          </a:p>
          <a:p xmlns:a="http://schemas.openxmlformats.org/drawingml/2006/main">
            <a:r>
              <a:t>packages/coding-agent/test/model-runtime-credential-sync.test.ts</a:t>
            </a:r>
          </a:p>
          <a:p xmlns:a="http://schemas.openxmlformats.org/drawingml/2006/main">
            <a:r>
              <a:t>packages/coding-agent/test/model-runtime-images.test.ts</a:t>
            </a:r>
          </a:p>
          <a:p xmlns:a="http://schemas.openxmlformats.org/drawingml/2006/main">
            <a:r>
              <a:t>packages/coding-agent/test/package-command-paths.test.ts</a:t>
            </a:r>
          </a:p>
          <a:p xmlns:a="http://schemas.openxmlformats.org/drawingml/2006/main">
            <a:r>
              <a:t>packages/coding-agent/test/radius.test.ts</a:t>
            </a:r>
          </a:p>
          <a:p xmlns:a="http://schemas.openxmlformats.org/drawingml/2006/main">
            <a:r>
              <a:t>packages/coding-agent/test/suite/regressions/2753-reload-stale-resource-settings.test.ts</a:t>
            </a:r>
          </a:p>
          <a:p xmlns:a="http://schemas.openxmlformats.org/drawingml/2006/main">
            <a:r>
              <a:t>packages/coding-agent/test/suite/regressions/2860-replaced-session-context.test.ts</a:t>
            </a:r>
          </a:p>
          <a:p xmlns:a="http://schemas.openxmlformats.org/drawingml/2006/main">
            <a:r>
              <a:t>packages/coding-agent/test/virtual-models.test.ts</a:t>
            </a:r>
          </a:p>
          <a:p xmlns:a="http://schemas.openxmlformats.org/drawingml/2006/main">
            <a:r>
              <a:t>packages/coding-agent/test/models-store.test.ts</a:t>
            </a:r>
          </a:p>
          <a:p xmlns:a="http://schemas.openxmlformats.org/drawingml/2006/main">
            <a:r>
              <a:t>packages/coding-agent/test/remote-catalog-provider.test.ts</a:t>
            </a:r>
          </a:p>
          <a:p xmlns:a="http://schemas.openxmlformats.org/drawingml/2006/main">
            <a:r>
              <a:t>packages/coding-agent/test/agent-session-auto-compaction-queue.test.ts</a:t>
            </a:r>
          </a:p>
          <a:p xmlns:a="http://schemas.openxmlformats.org/drawingml/2006/main">
            <a:r>
              <a:t>packages/coding-agent/test/agent-session-branching.test.ts</a:t>
            </a:r>
          </a:p>
          <a:p xmlns:a="http://schemas.openxmlformats.org/drawingml/2006/main">
            <a:r>
              <a:t>packages/coding-agent/test/agent-session-compaction.test.ts</a:t>
            </a:r>
          </a:p>
          <a:p xmlns:a="http://schemas.openxmlformats.org/drawingml/2006/main">
            <a:r>
              <a:t>packages/coding-agent/test/agent-session-concurrent.test.ts</a:t>
            </a:r>
          </a:p>
          <a:p xmlns:a="http://schemas.openxmlformats.org/drawingml/2006/main">
            <a:r>
              <a:t>packages/coding-agent/test/agent-session-retry.test.ts</a:t>
            </a:r>
          </a:p>
          <a:p xmlns:a="http://schemas.openxmlformats.org/drawingml/2006/main">
            <a:r>
              <a:t>packages/coding-agent/test/agent-session-stats.test.ts</a:t>
            </a:r>
          </a:p>
          <a:p xmlns:a="http://schemas.openxmlformats.org/drawingml/2006/main">
            <a:r>
              <a:t>packages/coding-agent/test/auth-storage.test.ts</a:t>
            </a:r>
          </a:p>
          <a:p xmlns:a="http://schemas.openxmlformats.org/drawingml/2006/main">
            <a:r>
              <a:t>packages/coding-agent/test/cache-warmer.test.ts</a:t>
            </a:r>
          </a:p>
          <a:p xmlns:a="http://schemas.openxmlformats.org/drawingml/2006/main">
            <a:r>
              <a:t>packages/coding-agent/test/compaction-extensions.test.ts</a:t>
            </a:r>
          </a:p>
          <a:p xmlns:a="http://schemas.openxmlformats.org/drawingml/2006/main">
            <a:r>
              <a:t>packages/coding-agent/test/config-value-migration.test.ts</a:t>
            </a:r>
          </a:p>
          <a:p xmlns:a="http://schemas.openxmlformats.org/drawingml/2006/main">
            <a:r>
              <a:t>packages/coding-agent/test/extensions-input-event.test.ts</a:t>
            </a:r>
          </a:p>
          <a:p xmlns:a="http://schemas.openxmlformats.org/drawingml/2006/main">
            <a:r>
              <a:t>packages/coding-agent/test/mcp-conformance/client.ts</a:t>
            </a:r>
          </a:p>
          <a:p xmlns:a="http://schemas.openxmlformats.org/drawingml/2006/main">
            <a:r>
              <a:t>packages/coding-agent/test/mcp-extension.test.ts</a:t>
            </a:r>
          </a:p>
          <a:p xmlns:a="http://schemas.openxmlformats.org/drawingml/2006/main">
            <a:r>
              <a:t>packages/coding-agent/test/mcp-oauth-refresh.test.ts</a:t>
            </a:r>
          </a:p>
          <a:p xmlns:a="http://schemas.openxmlformats.org/drawingml/2006/main">
            <a:r>
              <a:t>packages/coding-agent/test/mcp-oauth-store.test.ts</a:t>
            </a:r>
          </a:p>
          <a:p xmlns:a="http://schemas.openxmlformats.org/drawingml/2006/main">
            <a:r>
              <a:t>packages/coding-agent/test/resource-loader.test.ts</a:t>
            </a:r>
          </a:p>
          <a:p xmlns:a="http://schemas.openxmlformats.org/drawingml/2006/main">
            <a:r>
              <a:t>packages/coding-agent/test/rpc-prompt-response-semantics.test.ts</a:t>
            </a:r>
          </a:p>
          <a:p xmlns:a="http://schemas.openxmlformats.org/drawingml/2006/main">
            <a:r>
              <a:t>packages/coding-agent/test/runtime-credentials.test.ts</a:t>
            </a:r>
          </a:p>
          <a:p xmlns:a="http://schemas.openxmlformats.org/drawingml/2006/main">
            <a:r>
              <a:t>packages/coding-agent/test/sdk-codex-cache-probe-tool-loop.ts</a:t>
            </a:r>
          </a:p>
          <a:p xmlns:a="http://schemas.openxmlformats.org/drawingml/2006/main">
            <a:r>
              <a:t>packages/coding-agent/test/sdk-openrouter-attribution.test.ts</a:t>
            </a:r>
          </a:p>
          <a:p xmlns:a="http://schemas.openxmlformats.org/drawingml/2006/main">
            <a:r>
              <a:t>packages/coding-agent/test/sdk-stream-options.test.ts</a:t>
            </a:r>
          </a:p>
          <a:p xmlns:a="http://schemas.openxmlformats.org/drawingml/2006/main">
            <a:r>
              <a:t>packages/coding-agent/test/suite/agent-session-mcp-oauth.test.ts</a:t>
            </a:r>
          </a:p>
          <a:p xmlns:a="http://schemas.openxmlformats.org/drawingml/2006/main">
            <a:r>
              <a:t>packages/coding-agent/test/suite/agent-session-runtime.test.ts</a:t>
            </a:r>
          </a:p>
          <a:p xmlns:a="http://schemas.openxmlformats.org/drawingml/2006/main">
            <a:r>
              <a:t>packages/coding-agent/test/suite/harness.ts</a:t>
            </a:r>
          </a:p>
          <a:p xmlns:a="http://schemas.openxmlformats.org/drawingml/2006/main">
            <a:r>
              <a:t>packages/coding-agent/test/suite/regressions/5596-missing-theme-export.test.ts</a:t>
            </a:r>
          </a:p>
          <a:p xmlns:a="http://schemas.openxmlformats.org/drawingml/2006/main">
            <a:r>
              <a:t>packages/coding-agent/test/suite/regressions/5661-uppercase-header-values.test.ts</a:t>
            </a:r>
          </a:p>
          <a:p xmlns:a="http://schemas.openxmlformats.org/drawingml/2006/main">
            <a:r>
              <a:t>packages/coding-agent/test/suite/regressions/6999-models-json-hot-reload.test.ts</a:t>
            </a:r>
          </a:p>
          <a:p xmlns:a="http://schemas.openxmlformats.org/drawingml/2006/main">
            <a:r>
              <a:t>packages/coding-agent/test/test-harness.ts</a:t>
            </a:r>
          </a:p>
          <a:p xmlns:a="http://schemas.openxmlformats.org/drawingml/2006/main">
            <a:r>
              <a:t>packages/coding-agent/test/utilities.ts</a:t>
            </a:r>
          </a:p>
          <a:p xmlns:a="http://schemas.openxmlformats.org/drawingml/2006/main">
            <a:r>
              <a:t>packages/coding-agent/test/model-catalog-refresh.test.ts</a:t>
            </a:r>
          </a:p>
          <a:p xmlns:a="http://schemas.openxmlformats.org/drawingml/2006/main">
            <a:r>
              <a:t>packages/coding-agent/test/interactive-mode-import-command.test.ts</a:t>
            </a:r>
          </a:p>
          <a:p xmlns:a="http://schemas.openxmlformats.org/drawingml/2006/main">
            <a:r>
              <a:t>packages/coding-agent/test/session-cwd.test.ts</a:t>
            </a:r>
          </a:p>
          <a:p xmlns:a="http://schemas.openxmlformats.org/drawingml/2006/main">
            <a:r>
              <a:t>packages/coding-agent/test/suite/regressions/5868-rpc-unknown-command-id.test.ts</a:t>
            </a:r>
          </a:p>
          <a:p xmlns:a="http://schemas.openxmlformats.org/drawingml/2006/main">
            <a:r>
              <a:t>packages/coding-agent/test/suite/regressions/8724-in-memory-fork-active-tool.test.ts</a:t>
            </a:r>
          </a:p>
          <a:p xmlns:a="http://schemas.openxmlformats.org/drawingml/2006/main">
            <a:r>
              <a:t>packages/coding-agent/test/suite/regressions/9068-user-bash-fail-closed.test.ts</a:t>
            </a:r>
          </a:p>
          <a:p xmlns:a="http://schemas.openxmlformats.org/drawingml/2006/main">
            <a:r>
              <a:t>packages/coding-agent/test/default-tools-setting.test.ts</a:t>
            </a:r>
          </a:p>
          <a:p xmlns:a="http://schemas.openxmlformats.org/drawingml/2006/main">
            <a:r>
              <a:t>packages/coding-agent/test/suite/regressions/3592-no-builtin-tools-keeps-extension-tools.test.ts</a:t>
            </a:r>
          </a:p>
          <a:p xmlns:a="http://schemas.openxmlformats.org/drawingml/2006/main">
            <a:r>
              <a:t>packages/coding-agent/test/suite/regressions/7829-invalid-settings-warning.test.ts</a:t>
            </a:r>
          </a:p>
          <a:p xmlns:a="http://schemas.openxmlformats.org/drawingml/2006/main">
            <a:r>
              <a:t>packages/coding-agent/test/agent-session-dynamic-tools.test.ts</a:t>
            </a:r>
          </a:p>
          <a:p xmlns:a="http://schemas.openxmlformats.org/drawingml/2006/main">
            <a:r>
              <a:t>packages/coding-agent/test/builtin-tool-strict-mode.test.ts</a:t>
            </a:r>
          </a:p>
          <a:p xmlns:a="http://schemas.openxmlformats.org/drawingml/2006/main">
            <a:r>
              <a:t>packages/coding-agent/test/export-jsonl-share.test.ts</a:t>
            </a:r>
          </a:p>
          <a:p xmlns:a="http://schemas.openxmlformats.org/drawingml/2006/main">
            <a:r>
              <a:t>packages/coding-agent/test/sdk-session-manager.test.ts</a:t>
            </a:r>
          </a:p>
          <a:p xmlns:a="http://schemas.openxmlformats.org/drawingml/2006/main">
            <a:r>
              <a:t>packages/coding-agent/test/sdk-skills.test.ts</a:t>
            </a:r>
          </a:p>
          <a:p xmlns:a="http://schemas.openxmlformats.org/drawingml/2006/main">
            <a:r>
              <a:t>packages/coding-agent/test/suite/regressions/2835-tools-allowlist-filters-extension-tools.test.ts</a:t>
            </a:r>
          </a:p>
          <a:p xmlns:a="http://schemas.openxmlformats.org/drawingml/2006/main">
            <a:r>
              <a:t>packages/coding-agent/test/system-prompt-updates.test.ts</a:t>
            </a:r>
          </a:p>
          <a:p xmlns:a="http://schemas.openxmlformats.org/drawingml/2006/main">
            <a:r>
              <a:t>packages/coding-agent/test/tool-renderer-examples.test.ts</a:t>
            </a:r>
          </a:p>
          <a:p xmlns:a="http://schemas.openxmlformats.org/drawingml/2006/main">
            <a:r>
              <a:t>packages/coding-agent/test/llama-extension.test.ts</a:t>
            </a:r>
          </a:p>
          <a:p xmlns:a="http://schemas.openxmlformats.org/drawingml/2006/main">
            <a:r>
              <a:t>packages/coding-agent/test/resource-loader-theme.test.ts</a:t>
            </a:r>
          </a:p>
          <a:p xmlns:a="http://schemas.openxmlformats.org/drawingml/2006/main">
            <a:r>
              <a:t>packages/coding-agent/test/scrollbar-theme.test.ts</a:t>
            </a:r>
          </a:p>
          <a:p xmlns:a="http://schemas.openxmlformats.org/drawingml/2006/main">
            <a:r>
              <a:t>packages/coding-agent/test/codemode-worker-config.test.ts</a:t>
            </a:r>
          </a:p>
          <a:p xmlns:a="http://schemas.openxmlformats.org/drawingml/2006/main">
            <a:r>
              <a:t>packages/coding-agent/test/config.test.ts</a:t>
            </a:r>
          </a:p>
          <a:p xmlns:a="http://schemas.openxmlformats.org/drawingml/2006/main">
            <a:r>
              <a:t>packages/coding-agent/test/first-time-setup.test.ts</a:t>
            </a:r>
          </a:p>
          <a:p xmlns:a="http://schemas.openxmlformats.org/drawingml/2006/main">
            <a:r>
              <a:t>packages/coding-agent/test/format-resume-command.test.ts</a:t>
            </a:r>
          </a:p>
          <a:p xmlns:a="http://schemas.openxmlformats.org/drawingml/2006/main">
            <a:r>
              <a:t>packages/coding-agent/test/keybindings-migration.test.ts</a:t>
            </a:r>
          </a:p>
          <a:p xmlns:a="http://schemas.openxmlformats.org/drawingml/2006/main">
            <a:r>
              <a:t>packages/coding-agent/test/prompt-templates.test.ts</a:t>
            </a:r>
          </a:p>
          <a:p xmlns:a="http://schemas.openxmlformats.org/drawingml/2006/main">
            <a:r>
              <a:t>packages/coding-agent/test/session-file-invalid.test.ts</a:t>
            </a:r>
          </a:p>
          <a:p xmlns:a="http://schemas.openxmlformats.org/drawingml/2006/main">
            <a:r>
              <a:t>packages/coding-agent/test/session-id-readonly.test.ts</a:t>
            </a:r>
          </a:p>
          <a:p xmlns:a="http://schemas.openxmlformats.org/drawingml/2006/main">
            <a:r>
              <a:t>packages/coding-agent/test/startup-session-name.test.ts</a:t>
            </a:r>
          </a:p>
          <a:p xmlns:a="http://schemas.openxmlformats.org/drawingml/2006/main">
            <a:r>
              <a:t>packages/coding-agent/test/stdout-cleanliness.test.ts</a:t>
            </a:r>
          </a:p>
          <a:p xmlns:a="http://schemas.openxmlformats.org/drawingml/2006/main">
            <a:r>
              <a:t>packages/coding-agent/test/suite/regressions/5080-signal-shutdown-extension-cleanup.test.ts</a:t>
            </a:r>
          </a:p>
          <a:p xmlns:a="http://schemas.openxmlformats.org/drawingml/2006/main">
            <a:r>
              <a:t>packages/coding-agent/test/suite/regressions/7497-session-discovery-symlink.test.ts</a:t>
            </a:r>
          </a:p>
          <a:p xmlns:a="http://schemas.openxmlformats.org/drawingml/2006/main">
            <a:r>
              <a:t>packages/coding-agent/test/tool-execution-component.test.ts</a:t>
            </a:r>
          </a:p>
          <a:p xmlns:a="http://schemas.openxmlformats.org/drawingml/2006/main">
            <a:r>
              <a:t>packages/coding-agent/test/resolve-config-value.test.ts</a:t>
            </a:r>
          </a:p>
          <a:p xmlns:a="http://schemas.openxmlformats.org/drawingml/2006/main">
            <a:r>
              <a:t>packages/coding-agent/test/settings-diagnostics.test.ts</a:t>
            </a:r>
          </a:p>
          <a:p xmlns:a="http://schemas.openxmlformats.org/drawingml/2006/main">
            <a:r>
              <a:t>packages/coding-agent/test/block-images.test.ts</a:t>
            </a:r>
          </a:p>
          <a:p xmlns:a="http://schemas.openxmlformats.org/drawingml/2006/main">
            <a:r>
              <a:t>packages/coding-agent/test/git-update.test.ts</a:t>
            </a:r>
          </a:p>
          <a:p xmlns:a="http://schemas.openxmlformats.org/drawingml/2006/main">
            <a:r>
              <a:t>packages/coding-agent/test/interactive-mode-status.test.ts</a:t>
            </a:r>
          </a:p>
          <a:p xmlns:a="http://schemas.openxmlformats.org/drawingml/2006/main">
            <a:r>
              <a:t>packages/coding-agent/test/interactive-mode-tree-navigation.test.ts</a:t>
            </a:r>
          </a:p>
          <a:p xmlns:a="http://schemas.openxmlformats.org/drawingml/2006/main">
            <a:r>
              <a:t>packages/coding-agent/test/interactive-tui.test.ts</a:t>
            </a:r>
          </a:p>
          <a:p xmlns:a="http://schemas.openxmlformats.org/drawingml/2006/main">
            <a:r>
              <a:t>packages/coding-agent/test/max-thinking.test.ts</a:t>
            </a:r>
          </a:p>
          <a:p xmlns:a="http://schemas.openxmlformats.org/drawingml/2006/main">
            <a:r>
              <a:t>packages/coding-agent/test/mermaid.test.ts</a:t>
            </a:r>
          </a:p>
          <a:p xmlns:a="http://schemas.openxmlformats.org/drawingml/2006/main">
            <a:r>
              <a:t>packages/coding-agent/test/package-manager-ssh.test.ts</a:t>
            </a:r>
          </a:p>
          <a:p xmlns:a="http://schemas.openxmlformats.org/drawingml/2006/main">
            <a:r>
              <a:t>packages/coding-agent/test/package-manager.test.ts</a:t>
            </a:r>
          </a:p>
          <a:p xmlns:a="http://schemas.openxmlformats.org/drawingml/2006/main">
            <a:r>
              <a:t>packages/coding-agent/test/settings-manager-bug.test.ts</a:t>
            </a:r>
          </a:p>
          <a:p xmlns:a="http://schemas.openxmlformats.org/drawingml/2006/main">
            <a:r>
              <a:t>packages/coding-agent/test/settings-manager-compaction.test.ts</a:t>
            </a:r>
          </a:p>
          <a:p xmlns:a="http://schemas.openxmlformats.org/drawingml/2006/main">
            <a:r>
              <a:t>packages/coding-agent/test/settings-manager.test.ts</a:t>
            </a:r>
          </a:p>
          <a:p xmlns:a="http://schemas.openxmlformats.org/drawingml/2006/main">
            <a:r>
              <a:t>packages/coding-agent/test/suite/regressions/3616-settings-inmemory-reload.test.ts</a:t>
            </a:r>
          </a:p>
          <a:p xmlns:a="http://schemas.openxmlformats.org/drawingml/2006/main">
            <a:r>
              <a:t>packages/coding-agent/test/suite/regressions/7187-malformed-package-manifest.test.ts</a:t>
            </a:r>
          </a:p>
          <a:p xmlns:a="http://schemas.openxmlformats.org/drawingml/2006/main">
            <a:r>
              <a:t>packages/coding-agent/test/suite/regressions/7572-provider-retry-settings-merge.test.ts</a:t>
            </a:r>
          </a:p>
          <a:p xmlns:a="http://schemas.openxmlformats.org/drawingml/2006/main">
            <a:r>
              <a:t>packages/coding-agent/test/suite/regressions/8337-utf8-bom-parsing.test.ts</a:t>
            </a:r>
          </a:p>
          <a:p xmlns:a="http://schemas.openxmlformats.org/drawingml/2006/main">
            <a:r>
              <a:t>packages/coding-agent/test/theme-controller.test.ts</a:t>
            </a:r>
          </a:p>
          <a:p xmlns:a="http://schemas.openxmlformats.org/drawingml/2006/main">
            <a:r>
              <a:t>packages/ai/test/classifier-models.test.ts</a:t>
            </a:r>
          </a:p>
          <a:p xmlns:a="http://schemas.openxmlformats.org/drawingml/2006/main">
            <a:r>
              <a:t>packages/ai/test/github-copilot-oauth.test.ts</a:t>
            </a:r>
          </a:p>
          <a:p xmlns:a="http://schemas.openxmlformats.org/drawingml/2006/main">
            <a:r>
              <a:t>packages/ai/test/models-runtime.test.ts</a:t>
            </a:r>
          </a:p>
          <a:p xmlns:a="http://schemas.openxmlformats.org/drawingml/2006/main">
            <a:r>
              <a:t>packages/ai/test/oauth-auth.test.ts</a:t>
            </a:r>
          </a:p>
          <a:p xmlns:a="http://schemas.openxmlformats.org/drawingml/2006/main">
            <a:r>
              <a:t>packages/ai/test/openrouter-oauth.test.ts</a:t>
            </a:r>
          </a:p>
          <a:p xmlns:a="http://schemas.openxmlformats.org/drawingml/2006/main">
            <a:r>
              <a:t>packages/ai/test/radius-provider.test.ts</a:t>
            </a:r>
          </a:p>
          <a:p xmlns:a="http://schemas.openxmlformats.org/drawingml/2006/main">
            <a:r>
              <a:t>packages/ai/test/providers.test.ts</a:t>
            </a:r>
          </a:p>
          <a:p xmlns:a="http://schemas.openxmlformats.org/drawingml/2006/main">
            <a:r>
              <a:t>packages/ai/test/anthropic-oauth.test.ts</a:t>
            </a:r>
          </a:p>
          <a:p xmlns:a="http://schemas.openxmlformats.org/drawingml/2006/main">
            <a:r>
              <a:t>packages/ai/test/oauth-callback-server.test.ts</a:t>
            </a:r>
          </a:p>
          <a:p xmlns:a="http://schemas.openxmlformats.org/drawingml/2006/main">
            <a:r>
              <a:t>packages/ai/test/oauth-device-code.test.ts</a:t>
            </a:r>
          </a:p>
          <a:p xmlns:a="http://schemas.openxmlformats.org/drawingml/2006/main">
            <a:r>
              <a:t>packages/ai/test/kimi-coding-oauth.test.ts</a:t>
            </a:r>
          </a:p>
          <a:p xmlns:a="http://schemas.openxmlformats.org/drawingml/2006/main">
            <a:r>
              <a:t>packages/ai/test/meta-oauth.test.ts</a:t>
            </a:r>
          </a:p>
          <a:p xmlns:a="http://schemas.openxmlformats.org/drawingml/2006/main">
            <a:r>
              <a:t>packages/ai/test/openai-chatgpt-oauth.test.ts</a:t>
            </a:r>
          </a:p>
          <a:p xmlns:a="http://schemas.openxmlformats.org/drawingml/2006/main">
            <a:r>
              <a:t>packages/ai/test/openai-codex-oauth.test.ts</a:t>
            </a:r>
          </a:p>
          <a:p xmlns:a="http://schemas.openxmlformats.org/drawingml/2006/main">
            <a:r>
              <a:t>packages/ai/test/radius-oauth.test.ts</a:t>
            </a:r>
          </a:p>
          <a:p xmlns:a="http://schemas.openxmlformats.org/drawingml/2006/main">
            <a:r>
              <a:t>packages/ai/test/xai-oauth.test.ts</a:t>
            </a:r>
          </a:p>
          <a:p xmlns:a="http://schemas.openxmlformats.org/drawingml/2006/main">
            <a:r>
              <a:t>packages/ai/test/images-models.test.ts</a:t>
            </a:r>
          </a:p>
          <a:p xmlns:a="http://schemas.openxmlformats.org/drawingml/2006/main">
            <a:r>
              <a:t>packages/ai/test/oauth.ts</a:t>
            </a:r>
          </a:p>
          <a:p xmlns:a="http://schemas.openxmlformats.org/drawingml/2006/main">
            <a:r>
              <a:t>packages/ai/test/anthropic-auth-token.test.ts</a:t>
            </a:r>
          </a:p>
          <a:p xmlns:a="http://schemas.openxmlformats.org/drawingml/2006/main">
            <a:r>
              <a:t>packages/ai/test/anthropic-eager-tool-input-e2e.test.ts</a:t>
            </a:r>
          </a:p>
          <a:p xmlns:a="http://schemas.openxmlformats.org/drawingml/2006/main">
            <a:r>
              <a:t>packages/ai/test/anthropic-long-cache-retention-e2e.test.ts</a:t>
            </a:r>
          </a:p>
          <a:p xmlns:a="http://schemas.openxmlformats.org/drawingml/2006/main">
            <a:r>
              <a:t>packages/ai/test/baseten-models.test.ts</a:t>
            </a:r>
          </a:p>
          <a:p xmlns:a="http://schemas.openxmlformats.org/drawingml/2006/main">
            <a:r>
              <a:t>packages/ai/test/env-api-keys.test.ts</a:t>
            </a:r>
          </a:p>
          <a:p xmlns:a="http://schemas.openxmlformats.org/drawingml/2006/main">
            <a:r>
              <a:t>packages/ai/test/fireworks-models.test.ts</a:t>
            </a:r>
          </a:p>
          <a:p xmlns:a="http://schemas.openxmlformats.org/drawingml/2006/main">
            <a:r>
              <a:t>packages/ai/test/interleaved-thinking.test.ts</a:t>
            </a:r>
          </a:p>
          <a:p xmlns:a="http://schemas.openxmlformats.org/drawingml/2006/main">
            <a:r>
              <a:t>packages/ai/test/qwen-token-plan-models.test.ts</a:t>
            </a:r>
          </a:p>
          <a:p xmlns:a="http://schemas.openxmlformats.org/drawingml/2006/main">
            <a:r>
              <a:t>packages/ai/test/radius-thinking-replay-e2e.test.ts</a:t>
            </a:r>
          </a:p>
          <a:p xmlns:a="http://schemas.openxmlformats.org/drawingml/2006/main">
            <a:r>
              <a:t>packages/ai/test/together-models.test.ts</a:t>
            </a:r>
          </a:p>
          <a:p xmlns:a="http://schemas.openxmlformats.org/drawingml/2006/main">
            <a:r>
              <a:t>packages/ai/test/constrained-sampling.test.ts</a:t>
            </a:r>
          </a:p>
          <a:p xmlns:a="http://schemas.openxmlformats.org/drawingml/2006/main">
            <a:r>
              <a:t>packages/ai/test/typesafe-system-one.test.ts</a:t>
            </a:r>
          </a:p>
          <a:p xmlns:a="http://schemas.openxmlformats.org/drawingml/2006/main">
            <a:r>
              <a:t>packages/ai/test/openrouter-user-models.test.ts</a:t>
            </a:r>
          </a:p>
          <a:p xmlns:a="http://schemas.openxmlformats.org/drawingml/2006/main">
            <a:r>
              <a:t>packages/coding-agent/test/suite/regressions/7193-event-bus-lifecycle.test.ts</a:t>
            </a:r>
          </a:p>
          <a:p xmlns:a="http://schemas.openxmlformats.org/drawingml/2006/main">
            <a:r>
              <a:t>packages/coding-agent/test/suite/regressions/8423-extension-factory-failure.test.ts</a:t>
            </a:r>
          </a:p>
          <a:p xmlns:a="http://schemas.openxmlformats.org/drawingml/2006/main">
            <a:r>
              <a:t>packages/coding-agent/test/compaction-extensions-example.test.ts</a:t>
            </a:r>
          </a:p>
          <a:p xmlns:a="http://schemas.openxmlformats.org/drawingml/2006/main">
            <a:r>
              <a:t>packages/coding-agent/test/git-merge-and-resolve-extension.test.ts</a:t>
            </a:r>
          </a:p>
          <a:p xmlns:a="http://schemas.openxmlformats.org/drawingml/2006/main">
            <a:r>
              <a:t>packages/coding-agent/test/input-transform-streaming-example.test.ts</a:t>
            </a:r>
          </a:p>
          <a:p xmlns:a="http://schemas.openxmlformats.org/drawingml/2006/main">
            <a:r>
              <a:t>packages/coding-agent/test/plan-mode-extension.test.ts</a:t>
            </a:r>
          </a:p>
          <a:p xmlns:a="http://schemas.openxmlformats.org/drawingml/2006/main">
            <a:r>
              <a:t>packages/coding-agent/test/suite/agent-session-compaction-model-overrides.test.ts</a:t>
            </a:r>
          </a:p>
          <a:p xmlns:a="http://schemas.openxmlformats.org/drawingml/2006/main">
            <a:r>
              <a:t>packages/coding-agent/test/suite/agent-session-prompt.test.ts</a:t>
            </a:r>
          </a:p>
          <a:p xmlns:a="http://schemas.openxmlformats.org/drawingml/2006/main">
            <a:r>
              <a:t>packages/coding-agent/test/suite/regressions/8261-subagent-project-trust.test.ts</a:t>
            </a:r>
          </a:p>
          <a:p xmlns:a="http://schemas.openxmlformats.org/drawingml/2006/main">
            <a:r>
              <a:t>packages/coding-agent/test/suite/virtual-models.test.ts</a:t>
            </a:r>
          </a:p>
          <a:p xmlns:a="http://schemas.openxmlformats.org/drawingml/2006/main">
            <a:r>
              <a:t>packages/coding-agent/test/trigger-compact-extension.test.ts</a:t>
            </a:r>
          </a:p>
          <a:p xmlns:a="http://schemas.openxmlformats.org/drawingml/2006/main">
            <a:r>
              <a:t>packages/coding-agent/test/extensions-discovery.test.ts</a:t>
            </a:r>
          </a:p>
          <a:p xmlns:a="http://schemas.openxmlformats.org/drawingml/2006/main">
            <a:r>
              <a:t>packages/coding-agent/test/suite/regressions/8237-node-sea-extension-loading.test.ts</a:t>
            </a:r>
          </a:p>
          <a:p xmlns:a="http://schemas.openxmlformats.org/drawingml/2006/main">
            <a:r>
              <a:t>packages/coding-agent/test/suite/regressions/9540-extension-loader-lazy.test.ts</a:t>
            </a:r>
          </a:p>
          <a:p xmlns:a="http://schemas.openxmlformats.org/drawingml/2006/main">
            <a:r>
              <a:t>packages/coding-agent/test/suite/regressions/extension-factory-cache.test.ts</a:t>
            </a:r>
          </a:p>
          <a:p xmlns:a="http://schemas.openxmlformats.org/drawingml/2006/main">
            <a:r>
              <a:t>packages/coding-agent/test/codemode-renderer.test.ts</a:t>
            </a:r>
          </a:p>
          <a:p xmlns:a="http://schemas.openxmlformats.org/drawingml/2006/main">
            <a:r>
              <a:t>packages/coding-agent/test/custom-message.test.ts</a:t>
            </a:r>
          </a:p>
          <a:p xmlns:a="http://schemas.openxmlformats.org/drawingml/2006/main">
            <a:r>
              <a:t>packages/coding-agent/test/edit-tool-legacy-input.test.ts</a:t>
            </a:r>
          </a:p>
          <a:p xmlns:a="http://schemas.openxmlformats.org/drawingml/2006/main">
            <a:r>
              <a:t>packages/coding-agent/test/export-html-whitespace.test.ts</a:t>
            </a:r>
          </a:p>
          <a:p xmlns:a="http://schemas.openxmlformats.org/drawingml/2006/main">
            <a:r>
              <a:t>packages/coding-agent/test/image-resize-callers.test.ts</a:t>
            </a:r>
          </a:p>
          <a:p xmlns:a="http://schemas.openxmlformats.org/drawingml/2006/main">
            <a:r>
              <a:t>packages/coding-agent/test/output-pad.test.ts</a:t>
            </a:r>
          </a:p>
          <a:p xmlns:a="http://schemas.openxmlformats.org/drawingml/2006/main">
            <a:r>
              <a:t>packages/coding-agent/test/suite/agent-session-codemode.test.ts</a:t>
            </a:r>
          </a:p>
          <a:p xmlns:a="http://schemas.openxmlformats.org/drawingml/2006/main">
            <a:r>
              <a:t>packages/coding-agent/test/suite/agent-session-mcp.test.ts</a:t>
            </a:r>
          </a:p>
          <a:p xmlns:a="http://schemas.openxmlformats.org/drawingml/2006/main">
            <a:r>
              <a:t>packages/coding-agent/test/suite/agent-session-tool-orchestration.test.ts</a:t>
            </a:r>
          </a:p>
          <a:p xmlns:a="http://schemas.openxmlformats.org/drawingml/2006/main">
            <a:r>
              <a:t>packages/coding-agent/test/suite/regressions/10285-mcp-tool-renderers.test.ts</a:t>
            </a:r>
          </a:p>
          <a:p xmlns:a="http://schemas.openxmlformats.org/drawingml/2006/main">
            <a:r>
              <a:t>packages/coding-agent/test/tool-search.test.ts</a:t>
            </a:r>
          </a:p>
          <a:p xmlns:a="http://schemas.openxmlformats.org/drawingml/2006/main">
            <a:r>
              <a:t>packages/coding-agent/test/tools.test.ts</a:t>
            </a:r>
          </a:p>
          <a:p xmlns:a="http://schemas.openxmlformats.org/drawingml/2006/main">
            <a:r>
              <a:t>packages/coding-agent/test/bug-report.test.ts</a:t>
            </a:r>
          </a:p>
          <a:p xmlns:a="http://schemas.openxmlformats.org/drawingml/2006/main">
            <a:r>
              <a:t>packages/coding-agent/test/footer-width.test.ts</a:t>
            </a:r>
          </a:p>
          <a:p xmlns:a="http://schemas.openxmlformats.org/drawingml/2006/main">
            <a:r>
              <a:t>packages/coding-agent/test/program-status-reporter.test.ts</a:t>
            </a:r>
          </a:p>
          <a:p xmlns:a="http://schemas.openxmlformats.org/drawingml/2006/main">
            <a:r>
              <a:t>packages/coding-agent/test/suite/regressions/4167-thinking-toggle-pending-tool-render.test.ts</a:t>
            </a:r>
          </a:p>
          <a:p xmlns:a="http://schemas.openxmlformats.org/drawingml/2006/main">
            <a:r>
              <a:t>packages/coding-agent/test/suite/regressions/5943-session-start-notify.test.ts</a:t>
            </a:r>
          </a:p>
          <a:p xmlns:a="http://schemas.openxmlformats.org/drawingml/2006/main">
            <a:r>
              <a:t>packages/coding-agent/test/suite/regressions/7150-rpc-prompt-during-compaction.test.ts</a:t>
            </a:r>
          </a:p>
          <a:p xmlns:a="http://schemas.openxmlformats.org/drawingml/2006/main">
            <a:r>
              <a:t>packages/coding-agent/test/suite/regressions/8537-custom-message-tool-result-ordering.test.ts</a:t>
            </a:r>
          </a:p>
          <a:p xmlns:a="http://schemas.openxmlformats.org/drawingml/2006/main">
            <a:r>
              <a:t>packages/ai/test/anthropic-federation.test.ts</a:t>
            </a:r>
          </a:p>
          <a:p xmlns:a="http://schemas.openxmlformats.org/drawingml/2006/main">
            <a:r>
              <a:t>packages/ai/test/cloudflare-workers-ai-system-one.test.ts</a:t>
            </a:r>
          </a:p>
          <a:p xmlns:a="http://schemas.openxmlformats.org/drawingml/2006/main">
            <a:r>
              <a:t>packages/ai/test/fireworks-model-generation.test.ts</a:t>
            </a:r>
          </a:p>
          <a:p xmlns:a="http://schemas.openxmlformats.org/drawingml/2006/main">
            <a:r>
              <a:t>packages/ai/test/github-copilot-anthropic.test.ts</a:t>
            </a:r>
          </a:p>
          <a:p xmlns:a="http://schemas.openxmlformats.org/drawingml/2006/main">
            <a:r>
              <a:t>packages/ai/test/model-types.test.ts</a:t>
            </a:r>
          </a:p>
          <a:p xmlns:a="http://schemas.openxmlformats.org/drawingml/2006/main">
            <a:r>
              <a:t>packages/ai/test/scratch.ts</a:t>
            </a:r>
          </a:p>
          <a:p xmlns:a="http://schemas.openxmlformats.org/drawingml/2006/main">
            <a:r>
              <a:t>packages/ai/test/telemetry-options.test.ts</a:t>
            </a:r>
          </a:p>
          <a:p xmlns:a="http://schemas.openxmlformats.org/drawingml/2006/main">
            <a:r>
              <a:t>packages/ai/test/xai-responses.test.ts</a:t>
            </a:r>
          </a:p>
          <a:p xmlns:a="http://schemas.openxmlformats.org/drawingml/2006/main">
            <a:r>
              <a:t>packages/durable/test/codemode-bench.ts</a:t>
            </a:r>
          </a:p>
          <a:p xmlns:a="http://schemas.openxmlformats.org/drawingml/2006/main">
            <a:r>
              <a:t>packages/durable/test/nested-images-bench.ts</a:t>
            </a:r>
          </a:p>
          <a:p xmlns:a="http://schemas.openxmlformats.org/drawingml/2006/main">
            <a:r>
              <a:t>packages/durable/test/nested-tools-bench.ts</a:t>
            </a:r>
          </a:p>
          <a:p xmlns:a="http://schemas.openxmlformats.org/drawingml/2006/main">
            <a:r>
              <a:t>packages/durable/test/scheduler-fanout-bench.ts</a:t>
            </a:r>
          </a:p>
          <a:p xmlns:a="http://schemas.openxmlformats.org/drawingml/2006/main">
            <a:r>
              <a:t>packages/durable/test/scheduler-memory-bench.ts</a:t>
            </a:r>
          </a:p>
          <a:p xmlns:a="http://schemas.openxmlformats.org/drawingml/2006/main">
            <a:r>
              <a:t>packages/durable/test/session-document-cache-bench.ts</a:t>
            </a:r>
          </a:p>
          <a:p xmlns:a="http://schemas.openxmlformats.org/drawingml/2006/main">
            <a:r>
              <a:t>packages/durable/test/tool-output-bench.ts</a:t>
            </a:r>
          </a:p>
          <a:p xmlns:a="http://schemas.openxmlformats.org/drawingml/2006/main">
            <a:r>
              <a:t>packages/ai/test/abort.test.ts</a:t>
            </a:r>
          </a:p>
          <a:p xmlns:a="http://schemas.openxmlformats.org/drawingml/2006/main">
            <a:r>
              <a:t>packages/ai/test/anthropic-adaptive-thinking-models.test.ts</a:t>
            </a:r>
          </a:p>
          <a:p xmlns:a="http://schemas.openxmlformats.org/drawingml/2006/main">
            <a:r>
              <a:t>packages/ai/test/anthropic-eager-tool-input-compat.test.ts</a:t>
            </a:r>
          </a:p>
          <a:p xmlns:a="http://schemas.openxmlformats.org/drawingml/2006/main">
            <a:r>
              <a:t>packages/ai/test/anthropic-empty-thinking-signature-compat.test.ts</a:t>
            </a:r>
          </a:p>
          <a:p xmlns:a="http://schemas.openxmlformats.org/drawingml/2006/main">
            <a:r>
              <a:t>packages/ai/test/anthropic-federation-sdk.test.ts</a:t>
            </a:r>
          </a:p>
          <a:p xmlns:a="http://schemas.openxmlformats.org/drawingml/2006/main">
            <a:r>
              <a:t>packages/ai/test/anthropic-force-adaptive-thinking.test.ts</a:t>
            </a:r>
          </a:p>
          <a:p xmlns:a="http://schemas.openxmlformats.org/drawingml/2006/main">
            <a:r>
              <a:t>packages/ai/test/anthropic-mid-conversation-effort.test.ts</a:t>
            </a:r>
          </a:p>
          <a:p xmlns:a="http://schemas.openxmlformats.org/drawingml/2006/main">
            <a:r>
              <a:t>packages/ai/test/anthropic-opus-4-8-smoke.test.ts</a:t>
            </a:r>
          </a:p>
          <a:p xmlns:a="http://schemas.openxmlformats.org/drawingml/2006/main">
            <a:r>
              <a:t>packages/ai/test/anthropic-sse-parsing.test.ts</a:t>
            </a:r>
          </a:p>
          <a:p xmlns:a="http://schemas.openxmlformats.org/drawingml/2006/main">
            <a:r>
              <a:t>packages/ai/test/anthropic-strict-tool-schema.test.ts</a:t>
            </a:r>
          </a:p>
          <a:p xmlns:a="http://schemas.openxmlformats.org/drawingml/2006/main">
            <a:r>
              <a:t>packages/ai/test/anthropic-temperature-compat.test.ts</a:t>
            </a:r>
          </a:p>
          <a:p xmlns:a="http://schemas.openxmlformats.org/drawingml/2006/main">
            <a:r>
              <a:t>packages/ai/test/anthropic-thinking-binding-e2e.test.ts</a:t>
            </a:r>
          </a:p>
          <a:p xmlns:a="http://schemas.openxmlformats.org/drawingml/2006/main">
            <a:r>
              <a:t>packages/ai/test/anthropic-thinking-disable.test.ts</a:t>
            </a:r>
          </a:p>
          <a:p xmlns:a="http://schemas.openxmlformats.org/drawingml/2006/main">
            <a:r>
              <a:t>packages/ai/test/anthropic-tool-name-normalization.test.ts</a:t>
            </a:r>
          </a:p>
          <a:p xmlns:a="http://schemas.openxmlformats.org/drawingml/2006/main">
            <a:r>
              <a:t>packages/ai/test/azure-openai-base-url.test.ts</a:t>
            </a:r>
          </a:p>
          <a:p xmlns:a="http://schemas.openxmlformats.org/drawingml/2006/main">
            <a:r>
              <a:t>packages/ai/test/azure-openai-completions.test.ts</a:t>
            </a:r>
          </a:p>
          <a:p xmlns:a="http://schemas.openxmlformats.org/drawingml/2006/main">
            <a:r>
              <a:t>packages/ai/test/azure-openai-responses-reasoning-replay.test.ts</a:t>
            </a:r>
          </a:p>
          <a:p xmlns:a="http://schemas.openxmlformats.org/drawingml/2006/main">
            <a:r>
              <a:t>packages/ai/test/azure-openai-tool-choice.test.ts</a:t>
            </a:r>
          </a:p>
          <a:p xmlns:a="http://schemas.openxmlformats.org/drawingml/2006/main">
            <a:r>
              <a:t>packages/ai/test/bedrock-convert-messages.test.ts</a:t>
            </a:r>
          </a:p>
          <a:p xmlns:a="http://schemas.openxmlformats.org/drawingml/2006/main">
            <a:r>
              <a:t>packages/ai/test/bedrock-credentials.test.ts</a:t>
            </a:r>
          </a:p>
          <a:p xmlns:a="http://schemas.openxmlformats.org/drawingml/2006/main">
            <a:r>
              <a:t>packages/ai/test/bedrock-custom-headers.test.ts</a:t>
            </a:r>
          </a:p>
          <a:p xmlns:a="http://schemas.openxmlformats.org/drawingml/2006/main">
            <a:r>
              <a:t>packages/ai/test/bedrock-endpoint-resolution.test.ts</a:t>
            </a:r>
          </a:p>
          <a:p xmlns:a="http://schemas.openxmlformats.org/drawingml/2006/main">
            <a:r>
              <a:t>packages/ai/test/bedrock-error-metadata.test.ts</a:t>
            </a:r>
          </a:p>
          <a:p xmlns:a="http://schemas.openxmlformats.org/drawingml/2006/main">
            <a:r>
              <a:t>packages/ai/test/bedrock-models.test.ts</a:t>
            </a:r>
          </a:p>
          <a:p xmlns:a="http://schemas.openxmlformats.org/drawingml/2006/main">
            <a:r>
              <a:t>packages/ai/test/bedrock-raw-stop-reason.test.ts</a:t>
            </a:r>
          </a:p>
          <a:p xmlns:a="http://schemas.openxmlformats.org/drawingml/2006/main">
            <a:r>
              <a:t>packages/ai/test/bedrock-redacted-reasoning.test.ts</a:t>
            </a:r>
          </a:p>
          <a:p xmlns:a="http://schemas.openxmlformats.org/drawingml/2006/main">
            <a:r>
              <a:t>packages/ai/test/bedrock-response-headers.test.ts</a:t>
            </a:r>
          </a:p>
          <a:p xmlns:a="http://schemas.openxmlformats.org/drawingml/2006/main">
            <a:r>
              <a:t>packages/ai/test/bedrock-thinking-payload.test.ts</a:t>
            </a:r>
          </a:p>
          <a:p xmlns:a="http://schemas.openxmlformats.org/drawingml/2006/main">
            <a:r>
              <a:t>packages/ai/test/cache-retention.test.ts</a:t>
            </a:r>
          </a:p>
          <a:p xmlns:a="http://schemas.openxmlformats.org/drawingml/2006/main">
            <a:r>
              <a:t>packages/ai/test/cloudflare-ai-binding.test.ts</a:t>
            </a:r>
          </a:p>
          <a:p xmlns:a="http://schemas.openxmlformats.org/drawingml/2006/main">
            <a:r>
              <a:t>packages/ai/test/cloudflare-stream.test.ts</a:t>
            </a:r>
          </a:p>
          <a:p xmlns:a="http://schemas.openxmlformats.org/drawingml/2006/main">
            <a:r>
              <a:t>packages/ai/test/compat-env.test.ts</a:t>
            </a:r>
          </a:p>
          <a:p xmlns:a="http://schemas.openxmlformats.org/drawingml/2006/main">
            <a:r>
              <a:t>packages/ai/test/context-estimate.test.ts</a:t>
            </a:r>
          </a:p>
          <a:p xmlns:a="http://schemas.openxmlformats.org/drawingml/2006/main">
            <a:r>
              <a:t>packages/ai/test/context-overflow.test.ts</a:t>
            </a:r>
          </a:p>
          <a:p xmlns:a="http://schemas.openxmlformats.org/drawingml/2006/main">
            <a:r>
              <a:t>packages/ai/test/cross-provider-handoff.test.ts</a:t>
            </a:r>
          </a:p>
          <a:p xmlns:a="http://schemas.openxmlformats.org/drawingml/2006/main">
            <a:r>
              <a:t>packages/ai/test/empty.test.ts</a:t>
            </a:r>
          </a:p>
          <a:p xmlns:a="http://schemas.openxmlformats.org/drawingml/2006/main">
            <a:r>
              <a:t>packages/ai/test/event-stream.test.ts</a:t>
            </a:r>
          </a:p>
          <a:p xmlns:a="http://schemas.openxmlformats.org/drawingml/2006/main">
            <a:r>
              <a:t>packages/ai/test/faux-provider.test.ts</a:t>
            </a:r>
          </a:p>
          <a:p xmlns:a="http://schemas.openxmlformats.org/drawingml/2006/main">
            <a:r>
              <a:t>packages/ai/test/fetch-option.test.ts</a:t>
            </a:r>
          </a:p>
          <a:p xmlns:a="http://schemas.openxmlformats.org/drawingml/2006/main">
            <a:r>
              <a:t>packages/ai/test/google-raw-stop-reason.test.ts</a:t>
            </a:r>
          </a:p>
          <a:p xmlns:a="http://schemas.openxmlformats.org/drawingml/2006/main">
            <a:r>
              <a:t>packages/ai/test/google-shared-convert-tools.test.ts</a:t>
            </a:r>
          </a:p>
          <a:p xmlns:a="http://schemas.openxmlformats.org/drawingml/2006/main">
            <a:r>
              <a:t>packages/ai/test/google-shared-gemini3-unsigned-tool-call.test.ts</a:t>
            </a:r>
          </a:p>
          <a:p xmlns:a="http://schemas.openxmlformats.org/drawingml/2006/main">
            <a:r>
              <a:t>packages/ai/test/google-shared-image-tool-result-routing.test.ts</a:t>
            </a:r>
          </a:p>
          <a:p xmlns:a="http://schemas.openxmlformats.org/drawingml/2006/main">
            <a:r>
              <a:t>packages/ai/test/google-shared-signed-empty-blocks.test.ts</a:t>
            </a:r>
          </a:p>
          <a:p xmlns:a="http://schemas.openxmlformats.org/drawingml/2006/main">
            <a:r>
              <a:t>packages/ai/test/google-thinking-disable.test.ts</a:t>
            </a:r>
          </a:p>
          <a:p xmlns:a="http://schemas.openxmlformats.org/drawingml/2006/main">
            <a:r>
              <a:t>packages/ai/test/google-thinking-level-map.test.ts</a:t>
            </a:r>
          </a:p>
          <a:p xmlns:a="http://schemas.openxmlformats.org/drawingml/2006/main">
            <a:r>
              <a:t>packages/ai/test/google-vertex-api-key-resolution.test.ts</a:t>
            </a:r>
          </a:p>
          <a:p xmlns:a="http://schemas.openxmlformats.org/drawingml/2006/main">
            <a:r>
              <a:t>packages/ai/test/image-tool-result.test.ts</a:t>
            </a:r>
          </a:p>
          <a:p xmlns:a="http://schemas.openxmlformats.org/drawingml/2006/main">
            <a:r>
              <a:t>packages/ai/test/images.test.ts</a:t>
            </a:r>
          </a:p>
          <a:p xmlns:a="http://schemas.openxmlformats.org/drawingml/2006/main">
            <a:r>
              <a:t>packages/ai/test/lax-message-content.test.ts</a:t>
            </a:r>
          </a:p>
          <a:p xmlns:a="http://schemas.openxmlformats.org/drawingml/2006/main">
            <a:r>
              <a:t>packages/ai/test/llama-cpp-classify.test.ts</a:t>
            </a:r>
          </a:p>
          <a:p xmlns:a="http://schemas.openxmlformats.org/drawingml/2006/main">
            <a:r>
              <a:t>packages/ai/test/max-thinking.test.ts</a:t>
            </a:r>
          </a:p>
          <a:p xmlns:a="http://schemas.openxmlformats.org/drawingml/2006/main">
            <a:r>
              <a:t>packages/ai/test/message-types.test.ts</a:t>
            </a:r>
          </a:p>
          <a:p xmlns:a="http://schemas.openxmlformats.org/drawingml/2006/main">
            <a:r>
              <a:t>packages/ai/test/mistral-http-transport.test.ts</a:t>
            </a:r>
          </a:p>
          <a:p xmlns:a="http://schemas.openxmlformats.org/drawingml/2006/main">
            <a:r>
              <a:t>packages/ai/test/mistral-raw-stop-reason.test.ts</a:t>
            </a:r>
          </a:p>
          <a:p xmlns:a="http://schemas.openxmlformats.org/drawingml/2006/main">
            <a:r>
              <a:t>packages/ai/test/mistral-reasoning-mode.test.ts</a:t>
            </a:r>
          </a:p>
          <a:p xmlns:a="http://schemas.openxmlformats.org/drawingml/2006/main">
            <a:r>
              <a:t>packages/ai/test/mistral-tool-schema.test.ts</a:t>
            </a:r>
          </a:p>
          <a:p xmlns:a="http://schemas.openxmlformats.org/drawingml/2006/main">
            <a:r>
              <a:t>packages/ai/test/openai-codex-cache-affinity-e2e.test.ts</a:t>
            </a:r>
          </a:p>
          <a:p xmlns:a="http://schemas.openxmlformats.org/drawingml/2006/main">
            <a:r>
              <a:t>packages/ai/test/openai-codex-stream.test.ts</a:t>
            </a:r>
          </a:p>
          <a:p xmlns:a="http://schemas.openxmlformats.org/drawingml/2006/main">
            <a:r>
              <a:t>packages/ai/test/openai-completions-cache-control-format.test.ts</a:t>
            </a:r>
          </a:p>
          <a:p xmlns:a="http://schemas.openxmlformats.org/drawingml/2006/main">
            <a:r>
              <a:t>packages/ai/test/openai-completions-prompt-cache.test.ts</a:t>
            </a:r>
          </a:p>
          <a:p xmlns:a="http://schemas.openxmlformats.org/drawingml/2006/main">
            <a:r>
              <a:t>packages/ai/test/openai-completions-provider-stream-event.test.ts</a:t>
            </a:r>
          </a:p>
          <a:p xmlns:a="http://schemas.openxmlformats.org/drawingml/2006/main">
            <a:r>
              <a:t>packages/ai/test/openai-completions-raw-stop-reason.test.ts</a:t>
            </a:r>
          </a:p>
          <a:p xmlns:a="http://schemas.openxmlformats.org/drawingml/2006/main">
            <a:r>
              <a:t>packages/ai/test/openai-completions-reasoning-details.test.ts</a:t>
            </a:r>
          </a:p>
          <a:p xmlns:a="http://schemas.openxmlformats.org/drawingml/2006/main">
            <a:r>
              <a:t>packages/ai/test/openai-completions-response-model.test.ts</a:t>
            </a:r>
          </a:p>
          <a:p xmlns:a="http://schemas.openxmlformats.org/drawingml/2006/main">
            <a:r>
              <a:t>packages/ai/test/openai-completions-retry.test.ts</a:t>
            </a:r>
          </a:p>
          <a:p xmlns:a="http://schemas.openxmlformats.org/drawingml/2006/main">
            <a:r>
              <a:t>packages/ai/test/openai-completions-thinking-as-text.test.ts</a:t>
            </a:r>
          </a:p>
          <a:p xmlns:a="http://schemas.openxmlformats.org/drawingml/2006/main">
            <a:r>
              <a:t>packages/ai/test/openai-completions-thinking-token-budget.test.ts</a:t>
            </a:r>
          </a:p>
          <a:p xmlns:a="http://schemas.openxmlformats.org/drawingml/2006/main">
            <a:r>
              <a:t>packages/ai/test/openai-completions-tool-choice.test.ts</a:t>
            </a:r>
          </a:p>
          <a:p xmlns:a="http://schemas.openxmlformats.org/drawingml/2006/main">
            <a:r>
              <a:t>packages/ai/test/openai-completions-tool-result-images.test.ts</a:t>
            </a:r>
          </a:p>
          <a:p xmlns:a="http://schemas.openxmlformats.org/drawingml/2006/main">
            <a:r>
              <a:t>packages/ai/test/openai-completions-vllm-priority.test.ts</a:t>
            </a:r>
          </a:p>
          <a:p xmlns:a="http://schemas.openxmlformats.org/drawingml/2006/main">
            <a:r>
              <a:t>packages/ai/test/openai-decisions.test.ts</a:t>
            </a:r>
          </a:p>
          <a:p xmlns:a="http://schemas.openxmlformats.org/drawingml/2006/main">
            <a:r>
              <a:t>packages/ai/test/openai-responses-cache-affinity-e2e.test.ts</a:t>
            </a:r>
          </a:p>
          <a:p xmlns:a="http://schemas.openxmlformats.org/drawingml/2006/main">
            <a:r>
              <a:t>packages/ai/test/openai-responses-chatgpt-sign-in.test.ts</a:t>
            </a:r>
          </a:p>
          <a:p xmlns:a="http://schemas.openxmlformats.org/drawingml/2006/main">
            <a:r>
              <a:t>packages/ai/test/openai-responses-compat.test.ts</a:t>
            </a:r>
          </a:p>
          <a:p xmlns:a="http://schemas.openxmlformats.org/drawingml/2006/main">
            <a:r>
              <a:t>packages/ai/test/openai-responses-empty-tool-result.test.ts</a:t>
            </a:r>
          </a:p>
          <a:p xmlns:a="http://schemas.openxmlformats.org/drawingml/2006/main">
            <a:r>
              <a:t>packages/ai/test/openai-responses-foreign-toolcall-id.test.ts</a:t>
            </a:r>
          </a:p>
          <a:p xmlns:a="http://schemas.openxmlformats.org/drawingml/2006/main">
            <a:r>
              <a:t>packages/ai/test/openai-responses-message-id.test.ts</a:t>
            </a:r>
          </a:p>
          <a:p xmlns:a="http://schemas.openxmlformats.org/drawingml/2006/main">
            <a:r>
              <a:t>packages/ai/test/openai-responses-namespace.test.ts</a:t>
            </a:r>
          </a:p>
          <a:p xmlns:a="http://schemas.openxmlformats.org/drawingml/2006/main">
            <a:r>
              <a:t>packages/ai/test/openai-responses-partial-json-cleanup.test.ts</a:t>
            </a:r>
          </a:p>
          <a:p xmlns:a="http://schemas.openxmlformats.org/drawingml/2006/main">
            <a:r>
              <a:t>packages/ai/test/openai-responses-reasoning-replay-e2e.test.ts</a:t>
            </a:r>
          </a:p>
          <a:p xmlns:a="http://schemas.openxmlformats.org/drawingml/2006/main">
            <a:r>
              <a:t>packages/ai/test/openai-responses-terminal-event.test.ts</a:t>
            </a:r>
          </a:p>
          <a:p xmlns:a="http://schemas.openxmlformats.org/drawingml/2006/main">
            <a:r>
              <a:t>packages/ai/test/openai-responses-usage-limit.test.ts</a:t>
            </a:r>
          </a:p>
          <a:p xmlns:a="http://schemas.openxmlformats.org/drawingml/2006/main">
            <a:r>
              <a:t>packages/ai/test/opencode-provider-headers.test.ts</a:t>
            </a:r>
          </a:p>
          <a:p xmlns:a="http://schemas.openxmlformats.org/drawingml/2006/main">
            <a:r>
              <a:t>packages/ai/test/openrouter-images.test.ts</a:t>
            </a:r>
          </a:p>
          <a:p xmlns:a="http://schemas.openxmlformats.org/drawingml/2006/main">
            <a:r>
              <a:t>packages/ai/test/openrouter-reasoning-options.test.ts</a:t>
            </a:r>
          </a:p>
          <a:p xmlns:a="http://schemas.openxmlformats.org/drawingml/2006/main">
            <a:r>
              <a:t>packages/ai/test/overflow.test.ts</a:t>
            </a:r>
          </a:p>
          <a:p xmlns:a="http://schemas.openxmlformats.org/drawingml/2006/main">
            <a:r>
              <a:t>packages/ai/test/pi-messages.test.ts</a:t>
            </a:r>
          </a:p>
          <a:p xmlns:a="http://schemas.openxmlformats.org/drawingml/2006/main">
            <a:r>
              <a:t>packages/ai/test/pre-generation-error.test.ts</a:t>
            </a:r>
          </a:p>
          <a:p xmlns:a="http://schemas.openxmlformats.org/drawingml/2006/main">
            <a:r>
              <a:t>packages/ai/test/provider-error-body-passthrough.test.ts</a:t>
            </a:r>
          </a:p>
          <a:p xmlns:a="http://schemas.openxmlformats.org/drawingml/2006/main">
            <a:r>
              <a:t>packages/ai/test/provider-error-body-regression.test.ts</a:t>
            </a:r>
          </a:p>
          <a:p xmlns:a="http://schemas.openxmlformats.org/drawingml/2006/main">
            <a:r>
              <a:t>packages/ai/test/responseid.test.ts</a:t>
            </a:r>
          </a:p>
          <a:p xmlns:a="http://schemas.openxmlformats.org/drawingml/2006/main">
            <a:r>
              <a:t>packages/ai/test/sampling-options.test.ts</a:t>
            </a:r>
          </a:p>
          <a:p xmlns:a="http://schemas.openxmlformats.org/drawingml/2006/main">
            <a:r>
              <a:t>packages/ai/test/stream.test.ts</a:t>
            </a:r>
          </a:p>
          <a:p xmlns:a="http://schemas.openxmlformats.org/drawingml/2006/main">
            <a:r>
              <a:t>packages/ai/test/system-message-replay.test.ts</a:t>
            </a:r>
          </a:p>
          <a:p xmlns:a="http://schemas.openxmlformats.org/drawingml/2006/main">
            <a:r>
              <a:t>packages/ai/test/tokens.test.ts</a:t>
            </a:r>
          </a:p>
          <a:p xmlns:a="http://schemas.openxmlformats.org/drawingml/2006/main">
            <a:r>
              <a:t>packages/ai/test/tool-call-id-normalization.test.ts</a:t>
            </a:r>
          </a:p>
          <a:p xmlns:a="http://schemas.openxmlformats.org/drawingml/2006/main">
            <a:r>
              <a:t>packages/ai/test/tool-call-without-result.test.ts</a:t>
            </a:r>
          </a:p>
          <a:p xmlns:a="http://schemas.openxmlformats.org/drawingml/2006/main">
            <a:r>
              <a:t>packages/ai/test/total-tokens.test.ts</a:t>
            </a:r>
          </a:p>
          <a:p xmlns:a="http://schemas.openxmlformats.org/drawingml/2006/main">
            <a:r>
              <a:t>packages/ai/test/transcript-tool-changes.test.ts</a:t>
            </a:r>
          </a:p>
          <a:p xmlns:a="http://schemas.openxmlformats.org/drawingml/2006/main">
            <a:r>
              <a:t>packages/ai/test/transform-messages-copilot-openai-to-anthropic.test.ts</a:t>
            </a:r>
          </a:p>
          <a:p xmlns:a="http://schemas.openxmlformats.org/drawingml/2006/main">
            <a:r>
              <a:t>packages/ai/test/unicode-surrogate.test.ts</a:t>
            </a:r>
          </a:p>
          <a:p xmlns:a="http://schemas.openxmlformats.org/drawingml/2006/main">
            <a:r>
              <a:t>packages/ai/test/validation.test.ts</a:t>
            </a:r>
          </a:p>
          <a:p xmlns:a="http://schemas.openxmlformats.org/drawingml/2006/main">
            <a:r>
              <a:t>packages/ai/test/xhigh.test.ts</a:t>
            </a:r>
          </a:p>
          <a:p xmlns:a="http://schemas.openxmlformats.org/drawingml/2006/main">
            <a:r>
              <a:t>packages/ai/test/xiaomi-token-plan-ams-anthropic-empty-signature-smoke.test.ts</a:t>
            </a:r>
          </a:p>
          <a:p xmlns:a="http://schemas.openxmlformats.org/drawingml/2006/main">
            <a:r>
              <a:t>packages/ai/test/zen.test.ts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源码基线：6cd9d957a9fd50bc504d45b72834ed9dd85a20b6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流程为教学阅读顺序，可选分支不表示每次运行必经。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第一次登录成功，但后续请求或远程环境中的登录失败。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区分凭据类型</a:t>
            </a:r>
          </a:p>
          <a:p xmlns:a="http://schemas.openxmlformats.org/drawingml/2006/main">
            <a:r>
              <a:t>从 credential 类型和存储接口开始，分辨固定 API key 与会过期的 OAuth 凭据。避免把 UI 显示的已登录当作永远可用。</a:t>
            </a:r>
          </a:p>
          <a:p xmlns:a="http://schemas.openxmlformats.org/drawingml/2006/main">
            <a:r>
              <a:t>输入：登录方式</a:t>
            </a:r>
          </a:p>
          <a:p xmlns:a="http://schemas.openxmlformats.org/drawingml/2006/main">
            <a:r>
              <a:t>输出：凭据类型和存储归属</a:t>
            </a:r>
          </a:p>
          <a:p xmlns:a="http://schemas.openxmlformats.org/drawingml/2006/main">
            <a:r>
              <a:t>入口线索：认证上下文 / OAuth 子路径</a:t>
            </a:r>
          </a:p>
          <a:p xmlns:a="http://schemas.openxmlformats.org/drawingml/2006/main">
            <a:r>
              <a:t>职责：认证策略随提供商而异；平台差异通过入口隔离。</a:t>
            </a:r>
          </a:p>
          <a:p xmlns:a="http://schemas.openxmlformats.org/drawingml/2006/main">
            <a:r>
              <a:t>源码：packages/ai/src/auth/context.ts</a:t>
            </a:r>
          </a:p>
          <a:p xmlns:a="http://schemas.openxmlformats.org/drawingml/2006/main">
            <a:r>
              <a:t>packages/ai/src/auth/credential-store.ts</a:t>
            </a:r>
          </a:p>
          <a:p xmlns:a="http://schemas.openxmlformats.org/drawingml/2006/main">
            <a:r>
              <a:t>packages/ai/src/auth/helpers.ts</a:t>
            </a:r>
          </a:p>
          <a:p xmlns:a="http://schemas.openxmlformats.org/drawingml/2006/main">
            <a:r>
              <a:t>packages/ai/src/auth/oauth/anthropic.ts</a:t>
            </a:r>
          </a:p>
          <a:p xmlns:a="http://schemas.openxmlformats.org/drawingml/2006/main">
            <a:r>
              <a:t>packages/ai/src/auth/oauth/callback-server.ts</a:t>
            </a:r>
          </a:p>
          <a:p xmlns:a="http://schemas.openxmlformats.org/drawingml/2006/main">
            <a:r>
              <a:t>packages/ai/src/auth/oauth/device-code.ts</a:t>
            </a:r>
          </a:p>
          <a:p xmlns:a="http://schemas.openxmlformats.org/drawingml/2006/main">
            <a:r>
              <a:t>packages/ai/src/auth/oauth/github-copilot.ts</a:t>
            </a:r>
          </a:p>
          <a:p xmlns:a="http://schemas.openxmlformats.org/drawingml/2006/main">
            <a:r>
              <a:t>packages/ai/src/auth/oauth/kimi-coding.ts</a:t>
            </a:r>
          </a:p>
          <a:p xmlns:a="http://schemas.openxmlformats.org/drawingml/2006/main">
            <a:r>
              <a:t>packages/ai/src/auth/oauth/load.ts</a:t>
            </a:r>
          </a:p>
          <a:p xmlns:a="http://schemas.openxmlformats.org/drawingml/2006/main">
            <a:r>
              <a:t>packages/ai/src/auth/oauth/meta.ts</a:t>
            </a:r>
          </a:p>
          <a:p xmlns:a="http://schemas.openxmlformats.org/drawingml/2006/main">
            <a:r>
              <a:t>packages/ai/src/auth/oauth/openai-chatgpt.ts</a:t>
            </a:r>
          </a:p>
          <a:p xmlns:a="http://schemas.openxmlformats.org/drawingml/2006/main">
            <a:r>
              <a:t>packages/ai/src/auth/oauth/openai-codex.ts</a:t>
            </a:r>
          </a:p>
          <a:p xmlns:a="http://schemas.openxmlformats.org/drawingml/2006/main">
            <a:r>
              <a:t>packages/ai/src/auth/oauth/openrouter.ts</a:t>
            </a:r>
          </a:p>
          <a:p xmlns:a="http://schemas.openxmlformats.org/drawingml/2006/main">
            <a:r>
              <a:t>packages/ai/src/auth/oauth/pkce.ts</a:t>
            </a:r>
          </a:p>
          <a:p xmlns:a="http://schemas.openxmlformats.org/drawingml/2006/main">
            <a:r>
              <a:t>packages/ai/src/auth/oauth/radius.ts</a:t>
            </a:r>
          </a:p>
          <a:p xmlns:a="http://schemas.openxmlformats.org/drawingml/2006/main">
            <a:r>
              <a:t>packages/ai/src/auth/oauth/xai.ts</a:t>
            </a:r>
          </a:p>
          <a:p xmlns:a="http://schemas.openxmlformats.org/drawingml/2006/main">
            <a:r>
              <a:t>packages/ai/src/auth/resolve.ts</a:t>
            </a:r>
          </a:p>
          <a:p xmlns:a="http://schemas.openxmlformats.org/drawingml/2006/main">
            <a:r>
              <a:t>packages/ai/src/auth/types.ts</a:t>
            </a:r>
          </a:p>
          <a:p xmlns:a="http://schemas.openxmlformats.org/drawingml/2006/main">
            <a:r>
              <a:t>packages/ai/src/bun-oauth.ts</a:t>
            </a:r>
          </a:p>
          <a:p xmlns:a="http://schemas.openxmlformats.org/drawingml/2006/main">
            <a:r>
              <a:t>packages/ai/src/env-api-keys.ts</a:t>
            </a:r>
          </a:p>
          <a:p xmlns:a="http://schemas.openxmlformats.org/drawingml/2006/main">
            <a:r>
              <a:t>packages/ai/src/oauth.ts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追踪授权交互</a:t>
            </a:r>
          </a:p>
          <a:p xmlns:a="http://schemas.openxmlformats.org/drawingml/2006/main">
            <a:r>
              <a:t>对照回调、state 和 token 获取的实现。授权地址、回调监听与凭据写入分属不同阶段。</a:t>
            </a:r>
          </a:p>
          <a:p xmlns:a="http://schemas.openxmlformats.org/drawingml/2006/main">
            <a:r>
              <a:t>输入：授权请求</a:t>
            </a:r>
          </a:p>
          <a:p xmlns:a="http://schemas.openxmlformats.org/drawingml/2006/main">
            <a:r>
              <a:t>输出：可保存的授权结果</a:t>
            </a:r>
          </a:p>
          <a:p xmlns:a="http://schemas.openxmlformats.org/drawingml/2006/main">
            <a:r>
              <a:t>入口线索：/login openai；OpenAI OAuth 子路径</a:t>
            </a:r>
          </a:p>
          <a:p xmlns:a="http://schemas.openxmlformats.org/drawingml/2006/main">
            <a:r>
              <a:t>职责：认证方法选择与模型服务不同；deviceId 和凭据由产品层配置存储。</a:t>
            </a:r>
          </a:p>
          <a:p xmlns:a="http://schemas.openxmlformats.org/drawingml/2006/main">
            <a:r>
              <a:t>源码：packages/ai/src/auth/oauth/callback-server.ts</a:t>
            </a:r>
          </a:p>
          <a:p xmlns:a="http://schemas.openxmlformats.org/drawingml/2006/main">
            <a:r>
              <a:t>packages/ai/src/auth/oauth/openai-chatgpt.ts</a:t>
            </a:r>
          </a:p>
          <a:p xmlns:a="http://schemas.openxmlformats.org/drawingml/2006/main">
            <a:r>
              <a:t>packages/ai/src/providers/openai.ts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处理远程与复制代码场景</a:t>
            </a:r>
          </a:p>
          <a:p xmlns:a="http://schemas.openxmlformats.org/drawingml/2006/main">
            <a:r>
              <a:t>查看无法在当前主机接收浏览器回调时的交互分支，辨认用户输入与自动回调的验证要求。</a:t>
            </a:r>
          </a:p>
          <a:p xmlns:a="http://schemas.openxmlformats.org/drawingml/2006/main">
            <a:r>
              <a:t>输入：浏览器与 CLI 所在环境</a:t>
            </a:r>
          </a:p>
          <a:p xmlns:a="http://schemas.openxmlformats.org/drawingml/2006/main">
            <a:r>
              <a:t>输出：经过验证的授权完成信号</a:t>
            </a:r>
          </a:p>
          <a:p xmlns:a="http://schemas.openxmlformats.org/drawingml/2006/main">
            <a:r>
              <a:t>入口线索：Anthropic copy code；OAuth callback</a:t>
            </a:r>
          </a:p>
          <a:p xmlns:a="http://schemas.openxmlformats.org/drawingml/2006/main">
            <a:r>
              <a:t>职责：这是认证交互路径，不改变模型消息与工具契约。</a:t>
            </a:r>
          </a:p>
          <a:p xmlns:a="http://schemas.openxmlformats.org/drawingml/2006/main">
            <a:r>
              <a:t>源码：packages/ai/src/auth/oauth/anthropic.ts</a:t>
            </a:r>
          </a:p>
          <a:p xmlns:a="http://schemas.openxmlformats.org/drawingml/2006/main">
            <a:r>
              <a:t>packages/ai/src/auth/oauth/callback-server.ts</a:t>
            </a:r>
          </a:p>
          <a:p xmlns:a="http://schemas.openxmlformats.org/drawingml/2006/main">
            <a:r>
              <a:t>packages/ai/src/auth/oauth/openrouter.ts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4. 在请求时解析凭据</a:t>
            </a:r>
          </a:p>
          <a:p xmlns:a="http://schemas.openxmlformats.org/drawingml/2006/main">
            <a:r>
              <a:t>回到运行时的凭据解析，检查刷新、注销和替换如何影响下一次请求。读取失败与供应商拒绝应保留各自错误。</a:t>
            </a:r>
          </a:p>
          <a:p xmlns:a="http://schemas.openxmlformats.org/drawingml/2006/main">
            <a:r>
              <a:t>输入：保存的凭据与当前时间</a:t>
            </a:r>
          </a:p>
          <a:p xmlns:a="http://schemas.openxmlformats.org/drawingml/2006/main">
            <a:r>
              <a:t>输出：本次请求可用凭据或明确错误</a:t>
            </a:r>
          </a:p>
          <a:p xmlns:a="http://schemas.openxmlformats.org/drawingml/2006/main">
            <a:r>
              <a:t>入口线索：/login；/logout；pi auth</a:t>
            </a:r>
          </a:p>
          <a:p xmlns:a="http://schemas.openxmlformats.org/drawingml/2006/main">
            <a:r>
              <a:t>职责：打印凭据的命令会写秘密到 stdout；此导览只索引实现，不读取用户凭据。</a:t>
            </a:r>
          </a:p>
          <a:p xmlns:a="http://schemas.openxmlformats.org/drawingml/2006/main">
            <a:r>
              <a:t>源码：packages/coding-agent/src/cli/auth-check.ts</a:t>
            </a:r>
          </a:p>
          <a:p xmlns:a="http://schemas.openxmlformats.org/drawingml/2006/main">
            <a:r>
              <a:t>packages/coding-agent/src/cli/auth-command.ts</a:t>
            </a:r>
          </a:p>
          <a:p xmlns:a="http://schemas.openxmlformats.org/drawingml/2006/main">
            <a:r>
              <a:t>packages/coding-agent/src/cli/credential-print.ts</a:t>
            </a:r>
          </a:p>
          <a:p xmlns:a="http://schemas.openxmlformats.org/drawingml/2006/main">
            <a:r>
              <a:t>packages/coding-agent/src/core/auth-guidance.ts</a:t>
            </a:r>
          </a:p>
          <a:p xmlns:a="http://schemas.openxmlformats.org/drawingml/2006/main">
            <a:r>
              <a:t>packages/coding-agent/src/core/auth-storage.ts</a:t>
            </a:r>
          </a:p>
          <a:p xmlns:a="http://schemas.openxmlformats.org/drawingml/2006/main">
            <a:r>
              <a:t>packages/coding-agent/src/core/runtime-credentials.ts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失败与恢复：回调到达、token 获取、凭据保存与后续刷新都有独立失败点；不要在日志或练习笔记中输出真实密钥。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练习：在现有认证测试中找一个成功刷新和一个失败分支，画出旧凭据到新凭据的变化。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参考判断：应能说明谁负责保存、谁负责刷新，以及失败是否留下原凭据；答案必须对应所选提供商的实现。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功能编号：MOD-06, MOD-07, MOD-08, MOD-09, MOD-10, MOD-15, MOD-28, AI-09, AI-10, AI-11, AI-37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文档来源：</a:t>
            </a:r>
          </a:p>
          <a:p xmlns:a="http://schemas.openxmlformats.org/drawingml/2006/main">
            <a:r>
              <a:t>packages/ai/README.md</a:t>
            </a:r>
          </a:p>
          <a:p xmlns:a="http://schemas.openxmlformats.org/drawingml/2006/main">
            <a:r>
              <a:t>packages/coding-agent/docs/cli.md</a:t>
            </a:r>
          </a:p>
          <a:p xmlns:a="http://schemas.openxmlformats.org/drawingml/2006/main">
            <a:r>
              <a:t>packages/coding-agent/docs/providers.md</a:t>
            </a:r>
          </a:p>
          <a:p xmlns:a="http://schemas.openxmlformats.org/drawingml/2006/main">
            <a:r>
              <a:t>packages/coding-agent/docs/models.md</a:t>
            </a:r>
          </a:p>
          <a:p xmlns:a="http://schemas.openxmlformats.org/drawingml/2006/main">
            <a:r>
              <a:t>packages/ai/CHANGELOG.md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关联测试阅读线索（未在演示文稿中执行）：</a:t>
            </a:r>
          </a:p>
          <a:p xmlns:a="http://schemas.openxmlformats.org/drawingml/2006/main">
            <a:r>
              <a:t>packages/ai/test/classifier-models.test.ts</a:t>
            </a:r>
          </a:p>
          <a:p xmlns:a="http://schemas.openxmlformats.org/drawingml/2006/main">
            <a:r>
              <a:t>packages/ai/test/github-copilot-oauth.test.ts</a:t>
            </a:r>
          </a:p>
          <a:p xmlns:a="http://schemas.openxmlformats.org/drawingml/2006/main">
            <a:r>
              <a:t>packages/ai/test/models-runtime.test.ts</a:t>
            </a:r>
          </a:p>
          <a:p xmlns:a="http://schemas.openxmlformats.org/drawingml/2006/main">
            <a:r>
              <a:t>packages/ai/test/oauth-auth.test.ts</a:t>
            </a:r>
          </a:p>
          <a:p xmlns:a="http://schemas.openxmlformats.org/drawingml/2006/main">
            <a:r>
              <a:t>packages/ai/test/openrouter-oauth.test.ts</a:t>
            </a:r>
          </a:p>
          <a:p xmlns:a="http://schemas.openxmlformats.org/drawingml/2006/main">
            <a:r>
              <a:t>packages/ai/test/radius-provider.test.ts</a:t>
            </a:r>
          </a:p>
          <a:p xmlns:a="http://schemas.openxmlformats.org/drawingml/2006/main">
            <a:r>
              <a:t>packages/ai/test/providers.test.ts</a:t>
            </a:r>
          </a:p>
          <a:p xmlns:a="http://schemas.openxmlformats.org/drawingml/2006/main">
            <a:r>
              <a:t>packages/ai/test/anthropic-oauth.test.ts</a:t>
            </a:r>
          </a:p>
          <a:p xmlns:a="http://schemas.openxmlformats.org/drawingml/2006/main">
            <a:r>
              <a:t>packages/ai/test/oauth-callback-server.test.ts</a:t>
            </a:r>
          </a:p>
          <a:p xmlns:a="http://schemas.openxmlformats.org/drawingml/2006/main">
            <a:r>
              <a:t>packages/ai/test/oauth-device-code.test.ts</a:t>
            </a:r>
          </a:p>
          <a:p xmlns:a="http://schemas.openxmlformats.org/drawingml/2006/main">
            <a:r>
              <a:t>packages/ai/test/kimi-coding-oauth.test.ts</a:t>
            </a:r>
          </a:p>
          <a:p xmlns:a="http://schemas.openxmlformats.org/drawingml/2006/main">
            <a:r>
              <a:t>packages/ai/test/meta-oauth.test.ts</a:t>
            </a:r>
          </a:p>
          <a:p xmlns:a="http://schemas.openxmlformats.org/drawingml/2006/main">
            <a:r>
              <a:t>packages/ai/test/openai-chatgpt-oauth.test.ts</a:t>
            </a:r>
          </a:p>
          <a:p xmlns:a="http://schemas.openxmlformats.org/drawingml/2006/main">
            <a:r>
              <a:t>packages/ai/test/openai-codex-oauth.test.ts</a:t>
            </a:r>
          </a:p>
          <a:p xmlns:a="http://schemas.openxmlformats.org/drawingml/2006/main">
            <a:r>
              <a:t>packages/ai/test/radius-oauth.test.ts</a:t>
            </a:r>
          </a:p>
          <a:p xmlns:a="http://schemas.openxmlformats.org/drawingml/2006/main">
            <a:r>
              <a:t>packages/ai/test/xai-oauth.test.ts</a:t>
            </a:r>
          </a:p>
          <a:p xmlns:a="http://schemas.openxmlformats.org/drawingml/2006/main">
            <a:r>
              <a:t>packages/ai/test/images-models.test.ts</a:t>
            </a:r>
          </a:p>
          <a:p xmlns:a="http://schemas.openxmlformats.org/drawingml/2006/main">
            <a:r>
              <a:t>packages/ai/test/oauth.ts</a:t>
            </a:r>
          </a:p>
          <a:p xmlns:a="http://schemas.openxmlformats.org/drawingml/2006/main">
            <a:r>
              <a:t>packages/ai/test/anthropic-auth-token.test.ts</a:t>
            </a:r>
          </a:p>
          <a:p xmlns:a="http://schemas.openxmlformats.org/drawingml/2006/main">
            <a:r>
              <a:t>packages/ai/test/anthropic-eager-tool-input-e2e.test.ts</a:t>
            </a:r>
          </a:p>
          <a:p xmlns:a="http://schemas.openxmlformats.org/drawingml/2006/main">
            <a:r>
              <a:t>packages/ai/test/anthropic-long-cache-retention-e2e.test.ts</a:t>
            </a:r>
          </a:p>
          <a:p xmlns:a="http://schemas.openxmlformats.org/drawingml/2006/main">
            <a:r>
              <a:t>packages/ai/test/baseten-models.test.ts</a:t>
            </a:r>
          </a:p>
          <a:p xmlns:a="http://schemas.openxmlformats.org/drawingml/2006/main">
            <a:r>
              <a:t>packages/ai/test/env-api-keys.test.ts</a:t>
            </a:r>
          </a:p>
          <a:p xmlns:a="http://schemas.openxmlformats.org/drawingml/2006/main">
            <a:r>
              <a:t>packages/ai/test/fireworks-models.test.ts</a:t>
            </a:r>
          </a:p>
          <a:p xmlns:a="http://schemas.openxmlformats.org/drawingml/2006/main">
            <a:r>
              <a:t>packages/ai/test/interleaved-thinking.test.ts</a:t>
            </a:r>
          </a:p>
          <a:p xmlns:a="http://schemas.openxmlformats.org/drawingml/2006/main">
            <a:r>
              <a:t>packages/ai/test/qwen-token-plan-models.test.ts</a:t>
            </a:r>
          </a:p>
          <a:p xmlns:a="http://schemas.openxmlformats.org/drawingml/2006/main">
            <a:r>
              <a:t>packages/ai/test/radius-thinking-replay-e2e.test.ts</a:t>
            </a:r>
          </a:p>
          <a:p xmlns:a="http://schemas.openxmlformats.org/drawingml/2006/main">
            <a:r>
              <a:t>packages/ai/test/together-models.test.ts</a:t>
            </a:r>
          </a:p>
          <a:p xmlns:a="http://schemas.openxmlformats.org/drawingml/2006/main">
            <a:r>
              <a:t>packages/coding-agent/test/auth-check.test.ts</a:t>
            </a:r>
          </a:p>
          <a:p xmlns:a="http://schemas.openxmlformats.org/drawingml/2006/main">
            <a:r>
              <a:t>packages/coding-agent/test/credential-print.test.ts</a:t>
            </a:r>
          </a:p>
          <a:p xmlns:a="http://schemas.openxmlformats.org/drawingml/2006/main">
            <a:r>
              <a:t>packages/coding-agent/test/agent-session-auto-compaction-queue.test.ts</a:t>
            </a:r>
          </a:p>
          <a:p xmlns:a="http://schemas.openxmlformats.org/drawingml/2006/main">
            <a:r>
              <a:t>packages/coding-agent/test/agent-session-branching.test.ts</a:t>
            </a:r>
          </a:p>
          <a:p xmlns:a="http://schemas.openxmlformats.org/drawingml/2006/main">
            <a:r>
              <a:t>packages/coding-agent/test/agent-session-compaction.test.ts</a:t>
            </a:r>
          </a:p>
          <a:p xmlns:a="http://schemas.openxmlformats.org/drawingml/2006/main">
            <a:r>
              <a:t>packages/coding-agent/test/agent-session-concurrent.test.ts</a:t>
            </a:r>
          </a:p>
          <a:p xmlns:a="http://schemas.openxmlformats.org/drawingml/2006/main">
            <a:r>
              <a:t>packages/coding-agent/test/agent-session-dynamic-provider.test.ts</a:t>
            </a:r>
          </a:p>
          <a:p xmlns:a="http://schemas.openxmlformats.org/drawingml/2006/main">
            <a:r>
              <a:t>packages/coding-agent/test/agent-session-retry.test.ts</a:t>
            </a:r>
          </a:p>
          <a:p xmlns:a="http://schemas.openxmlformats.org/drawingml/2006/main">
            <a:r>
              <a:t>packages/coding-agent/test/agent-session-runtime-events.test.ts</a:t>
            </a:r>
          </a:p>
          <a:p xmlns:a="http://schemas.openxmlformats.org/drawingml/2006/main">
            <a:r>
              <a:t>packages/coding-agent/test/agent-session-stats.test.ts</a:t>
            </a:r>
          </a:p>
          <a:p xmlns:a="http://schemas.openxmlformats.org/drawingml/2006/main">
            <a:r>
              <a:t>packages/coding-agent/test/auth-storage.test.ts</a:t>
            </a:r>
          </a:p>
          <a:p xmlns:a="http://schemas.openxmlformats.org/drawingml/2006/main">
            <a:r>
              <a:t>packages/coding-agent/test/cache-warmer.test.ts</a:t>
            </a:r>
          </a:p>
          <a:p xmlns:a="http://schemas.openxmlformats.org/drawingml/2006/main">
            <a:r>
              <a:t>packages/coding-agent/test/compaction-extensions.test.ts</a:t>
            </a:r>
          </a:p>
          <a:p xmlns:a="http://schemas.openxmlformats.org/drawingml/2006/main">
            <a:r>
              <a:t>packages/coding-agent/test/config-value-migration.test.ts</a:t>
            </a:r>
          </a:p>
          <a:p xmlns:a="http://schemas.openxmlformats.org/drawingml/2006/main">
            <a:r>
              <a:t>packages/coding-agent/test/extensions-input-event.test.ts</a:t>
            </a:r>
          </a:p>
          <a:p xmlns:a="http://schemas.openxmlformats.org/drawingml/2006/main">
            <a:r>
              <a:t>packages/coding-agent/test/extensions-runner.test.ts</a:t>
            </a:r>
          </a:p>
          <a:p xmlns:a="http://schemas.openxmlformats.org/drawingml/2006/main">
            <a:r>
              <a:t>packages/coding-agent/test/mcp-conformance/client.ts</a:t>
            </a:r>
          </a:p>
          <a:p xmlns:a="http://schemas.openxmlformats.org/drawingml/2006/main">
            <a:r>
              <a:t>packages/coding-agent/test/mcp-extension.test.ts</a:t>
            </a:r>
          </a:p>
          <a:p xmlns:a="http://schemas.openxmlformats.org/drawingml/2006/main">
            <a:r>
              <a:t>packages/coding-agent/test/mcp-oauth-refresh.test.ts</a:t>
            </a:r>
          </a:p>
          <a:p xmlns:a="http://schemas.openxmlformats.org/drawingml/2006/main">
            <a:r>
              <a:t>packages/coding-agent/test/mcp-oauth-store.test.ts</a:t>
            </a:r>
          </a:p>
          <a:p xmlns:a="http://schemas.openxmlformats.org/drawingml/2006/main">
            <a:r>
              <a:t>packages/coding-agent/test/model-registry.test.ts</a:t>
            </a:r>
          </a:p>
          <a:p xmlns:a="http://schemas.openxmlformats.org/drawingml/2006/main">
            <a:r>
              <a:t>packages/coding-agent/test/model-resolver.test.ts</a:t>
            </a:r>
          </a:p>
          <a:p xmlns:a="http://schemas.openxmlformats.org/drawingml/2006/main">
            <a:r>
              <a:t>packages/coding-agent/test/model-runtime-auth-options.test.ts</a:t>
            </a:r>
          </a:p>
          <a:p xmlns:a="http://schemas.openxmlformats.org/drawingml/2006/main">
            <a:r>
              <a:t>packages/coding-agent/test/model-runtime-classifiers.test.ts</a:t>
            </a:r>
          </a:p>
          <a:p xmlns:a="http://schemas.openxmlformats.org/drawingml/2006/main">
            <a:r>
              <a:t>packages/coding-agent/test/model-runtime-cloudflare-compat.test.ts</a:t>
            </a:r>
          </a:p>
          <a:p xmlns:a="http://schemas.openxmlformats.org/drawingml/2006/main">
            <a:r>
              <a:t>packages/coding-agent/test/model-runtime-credential-sync.test.ts</a:t>
            </a:r>
          </a:p>
          <a:p xmlns:a="http://schemas.openxmlformats.org/drawingml/2006/main">
            <a:r>
              <a:t>packages/coding-agent/test/model-runtime-images.test.ts</a:t>
            </a:r>
          </a:p>
          <a:p xmlns:a="http://schemas.openxmlformats.org/drawingml/2006/main">
            <a:r>
              <a:t>packages/coding-agent/test/model-runtime-modify-models-compat.test.ts</a:t>
            </a:r>
          </a:p>
          <a:p xmlns:a="http://schemas.openxmlformats.org/drawingml/2006/main">
            <a:r>
              <a:t>packages/coding-agent/test/radius.test.ts</a:t>
            </a:r>
          </a:p>
          <a:p xmlns:a="http://schemas.openxmlformats.org/drawingml/2006/main">
            <a:r>
              <a:t>packages/coding-agent/test/resource-loader.test.ts</a:t>
            </a:r>
          </a:p>
          <a:p xmlns:a="http://schemas.openxmlformats.org/drawingml/2006/main">
            <a:r>
              <a:t>packages/coding-agent/test/rpc-prompt-response-semantics.test.ts</a:t>
            </a:r>
          </a:p>
          <a:p xmlns:a="http://schemas.openxmlformats.org/drawingml/2006/main">
            <a:r>
              <a:t>packages/coding-agent/test/runtime-credentials.test.ts</a:t>
            </a:r>
          </a:p>
          <a:p xmlns:a="http://schemas.openxmlformats.org/drawingml/2006/main">
            <a:r>
              <a:t>packages/coding-agent/test/sdk-codex-cache-probe-tool-loop.ts</a:t>
            </a:r>
          </a:p>
          <a:p xmlns:a="http://schemas.openxmlformats.org/drawingml/2006/main">
            <a:r>
              <a:t>packages/coding-agent/test/sdk-openrouter-attribution.test.ts</a:t>
            </a:r>
          </a:p>
          <a:p xmlns:a="http://schemas.openxmlformats.org/drawingml/2006/main">
            <a:r>
              <a:t>packages/coding-agent/test/sdk-stream-options.test.ts</a:t>
            </a:r>
          </a:p>
          <a:p xmlns:a="http://schemas.openxmlformats.org/drawingml/2006/main">
            <a:r>
              <a:t>packages/coding-agent/test/suite/agent-session-mcp-oauth.test.ts</a:t>
            </a:r>
          </a:p>
          <a:p xmlns:a="http://schemas.openxmlformats.org/drawingml/2006/main">
            <a:r>
              <a:t>packages/coding-agent/test/suite/agent-session-runtime.test.ts</a:t>
            </a:r>
          </a:p>
          <a:p xmlns:a="http://schemas.openxmlformats.org/drawingml/2006/main">
            <a:r>
              <a:t>packages/coding-agent/test/suite/harness.ts</a:t>
            </a:r>
          </a:p>
          <a:p xmlns:a="http://schemas.openxmlformats.org/drawingml/2006/main">
            <a:r>
              <a:t>packages/coding-agent/test/suite/regressions/2753-reload-stale-resource-settings.test.ts</a:t>
            </a:r>
          </a:p>
          <a:p xmlns:a="http://schemas.openxmlformats.org/drawingml/2006/main">
            <a:r>
              <a:t>packages/coding-agent/test/suite/regressions/2860-replaced-session-context.test.ts</a:t>
            </a:r>
          </a:p>
          <a:p xmlns:a="http://schemas.openxmlformats.org/drawingml/2006/main">
            <a:r>
              <a:t>packages/coding-agent/test/suite/regressions/5596-missing-theme-export.test.ts</a:t>
            </a:r>
          </a:p>
          <a:p xmlns:a="http://schemas.openxmlformats.org/drawingml/2006/main">
            <a:r>
              <a:t>packages/coding-agent/test/suite/regressions/5661-uppercase-header-values.test.ts</a:t>
            </a:r>
          </a:p>
          <a:p xmlns:a="http://schemas.openxmlformats.org/drawingml/2006/main">
            <a:r>
              <a:t>packages/coding-agent/test/suite/regressions/6999-models-json-hot-reload.test.ts</a:t>
            </a:r>
          </a:p>
          <a:p xmlns:a="http://schemas.openxmlformats.org/drawingml/2006/main">
            <a:r>
              <a:t>packages/coding-agent/test/suite/regressions/7027-credential-refresh-hang.test.ts</a:t>
            </a:r>
          </a:p>
          <a:p xmlns:a="http://schemas.openxmlformats.org/drawingml/2006/main">
            <a:r>
              <a:t>packages/coding-agent/test/test-harness.ts</a:t>
            </a:r>
          </a:p>
          <a:p xmlns:a="http://schemas.openxmlformats.org/drawingml/2006/main">
            <a:r>
              <a:t>packages/coding-agent/test/utilities.ts</a:t>
            </a:r>
          </a:p>
          <a:p xmlns:a="http://schemas.openxmlformats.org/drawingml/2006/main">
            <a:r>
              <a:t>packages/coding-agent/test/virtual-models.test.ts</a:t>
            </a:r>
          </a:p>
          <a:p xmlns:a="http://schemas.openxmlformats.org/drawingml/2006/main">
            <a:r>
              <a:t>packages/ai/test/anthropic-federation.test.ts</a:t>
            </a:r>
          </a:p>
          <a:p xmlns:a="http://schemas.openxmlformats.org/drawingml/2006/main">
            <a:r>
              <a:t>packages/ai/test/scratch.ts</a:t>
            </a:r>
          </a:p>
          <a:p xmlns:a="http://schemas.openxmlformats.org/drawingml/2006/main">
            <a:r>
              <a:t>packages/coding-agent/test/config-schemas.test.ts</a:t>
            </a:r>
          </a:p>
          <a:p xmlns:a="http://schemas.openxmlformats.org/drawingml/2006/main">
            <a:r>
              <a:t>packages/coding-agent/test/model-runtime-test-utils.ts</a:t>
            </a:r>
          </a:p>
          <a:p xmlns:a="http://schemas.openxmlformats.org/drawingml/2006/main">
            <a:r>
              <a:t>packages/ai/test/codex-websocket-cached-probe.ts</a:t>
            </a:r>
          </a:p>
          <a:p xmlns:a="http://schemas.openxmlformats.org/drawingml/2006/main">
            <a:r>
              <a:t>packages/coding-agent/test/model-catalog-protocol.test.ts</a:t>
            </a:r>
          </a:p>
          <a:p xmlns:a="http://schemas.openxmlformats.org/drawingml/2006/main">
            <a:r>
              <a:t>packages/coding-agent/test/package-command-paths.test.ts</a:t>
            </a:r>
          </a:p>
          <a:p xmlns:a="http://schemas.openxmlformats.org/drawingml/2006/main">
            <a:r>
              <a:t>packages/coding-agent/test/models-store.test.ts</a:t>
            </a:r>
          </a:p>
          <a:p xmlns:a="http://schemas.openxmlformats.org/drawingml/2006/main">
            <a:r>
              <a:t>packages/coding-agent/test/remote-catalog-provider.test.ts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源码基线：6cd9d957a9fd50bc504d45b72834ed9dd85a20b6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流程为教学阅读顺序，可选分支不表示每次运行必经。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第一次登录成功，但后续请求或远程环境中的登录失败。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区分凭据类型</a:t>
            </a:r>
          </a:p>
          <a:p xmlns:a="http://schemas.openxmlformats.org/drawingml/2006/main">
            <a:r>
              <a:t>从 credential 类型和存储接口开始，分辨固定 API key 与会过期的 OAuth 凭据。避免把 UI 显示的已登录当作永远可用。</a:t>
            </a:r>
          </a:p>
          <a:p xmlns:a="http://schemas.openxmlformats.org/drawingml/2006/main">
            <a:r>
              <a:t>输入：登录方式</a:t>
            </a:r>
          </a:p>
          <a:p xmlns:a="http://schemas.openxmlformats.org/drawingml/2006/main">
            <a:r>
              <a:t>输出：凭据类型和存储归属</a:t>
            </a:r>
          </a:p>
          <a:p xmlns:a="http://schemas.openxmlformats.org/drawingml/2006/main">
            <a:r>
              <a:t>入口线索：认证上下文 / OAuth 子路径</a:t>
            </a:r>
          </a:p>
          <a:p xmlns:a="http://schemas.openxmlformats.org/drawingml/2006/main">
            <a:r>
              <a:t>职责：认证策略随提供商而异；平台差异通过入口隔离。</a:t>
            </a:r>
          </a:p>
          <a:p xmlns:a="http://schemas.openxmlformats.org/drawingml/2006/main">
            <a:r>
              <a:t>源码：packages/ai/src/auth/context.ts</a:t>
            </a:r>
          </a:p>
          <a:p xmlns:a="http://schemas.openxmlformats.org/drawingml/2006/main">
            <a:r>
              <a:t>packages/ai/src/auth/credential-store.ts</a:t>
            </a:r>
          </a:p>
          <a:p xmlns:a="http://schemas.openxmlformats.org/drawingml/2006/main">
            <a:r>
              <a:t>packages/ai/src/auth/helpers.ts</a:t>
            </a:r>
          </a:p>
          <a:p xmlns:a="http://schemas.openxmlformats.org/drawingml/2006/main">
            <a:r>
              <a:t>packages/ai/src/auth/oauth/anthropic.ts</a:t>
            </a:r>
          </a:p>
          <a:p xmlns:a="http://schemas.openxmlformats.org/drawingml/2006/main">
            <a:r>
              <a:t>packages/ai/src/auth/oauth/callback-server.ts</a:t>
            </a:r>
          </a:p>
          <a:p xmlns:a="http://schemas.openxmlformats.org/drawingml/2006/main">
            <a:r>
              <a:t>packages/ai/src/auth/oauth/device-code.ts</a:t>
            </a:r>
          </a:p>
          <a:p xmlns:a="http://schemas.openxmlformats.org/drawingml/2006/main">
            <a:r>
              <a:t>packages/ai/src/auth/oauth/github-copilot.ts</a:t>
            </a:r>
          </a:p>
          <a:p xmlns:a="http://schemas.openxmlformats.org/drawingml/2006/main">
            <a:r>
              <a:t>packages/ai/src/auth/oauth/kimi-coding.ts</a:t>
            </a:r>
          </a:p>
          <a:p xmlns:a="http://schemas.openxmlformats.org/drawingml/2006/main">
            <a:r>
              <a:t>packages/ai/src/auth/oauth/load.ts</a:t>
            </a:r>
          </a:p>
          <a:p xmlns:a="http://schemas.openxmlformats.org/drawingml/2006/main">
            <a:r>
              <a:t>packages/ai/src/auth/oauth/meta.ts</a:t>
            </a:r>
          </a:p>
          <a:p xmlns:a="http://schemas.openxmlformats.org/drawingml/2006/main">
            <a:r>
              <a:t>packages/ai/src/auth/oauth/openai-chatgpt.ts</a:t>
            </a:r>
          </a:p>
          <a:p xmlns:a="http://schemas.openxmlformats.org/drawingml/2006/main">
            <a:r>
              <a:t>packages/ai/src/auth/oauth/openai-codex.ts</a:t>
            </a:r>
          </a:p>
          <a:p xmlns:a="http://schemas.openxmlformats.org/drawingml/2006/main">
            <a:r>
              <a:t>packages/ai/src/auth/oauth/openrouter.ts</a:t>
            </a:r>
          </a:p>
          <a:p xmlns:a="http://schemas.openxmlformats.org/drawingml/2006/main">
            <a:r>
              <a:t>packages/ai/src/auth/oauth/pkce.ts</a:t>
            </a:r>
          </a:p>
          <a:p xmlns:a="http://schemas.openxmlformats.org/drawingml/2006/main">
            <a:r>
              <a:t>packages/ai/src/auth/oauth/radius.ts</a:t>
            </a:r>
          </a:p>
          <a:p xmlns:a="http://schemas.openxmlformats.org/drawingml/2006/main">
            <a:r>
              <a:t>packages/ai/src/auth/oauth/xai.ts</a:t>
            </a:r>
          </a:p>
          <a:p xmlns:a="http://schemas.openxmlformats.org/drawingml/2006/main">
            <a:r>
              <a:t>packages/ai/src/auth/resolve.ts</a:t>
            </a:r>
          </a:p>
          <a:p xmlns:a="http://schemas.openxmlformats.org/drawingml/2006/main">
            <a:r>
              <a:t>packages/ai/src/auth/types.ts</a:t>
            </a:r>
          </a:p>
          <a:p xmlns:a="http://schemas.openxmlformats.org/drawingml/2006/main">
            <a:r>
              <a:t>packages/ai/src/bun-oauth.ts</a:t>
            </a:r>
          </a:p>
          <a:p xmlns:a="http://schemas.openxmlformats.org/drawingml/2006/main">
            <a:r>
              <a:t>packages/ai/src/env-api-keys.ts</a:t>
            </a:r>
          </a:p>
          <a:p xmlns:a="http://schemas.openxmlformats.org/drawingml/2006/main">
            <a:r>
              <a:t>packages/ai/src/oauth.ts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追踪授权交互</a:t>
            </a:r>
          </a:p>
          <a:p xmlns:a="http://schemas.openxmlformats.org/drawingml/2006/main">
            <a:r>
              <a:t>对照回调、state 和 token 获取的实现。授权地址、回调监听与凭据写入分属不同阶段。</a:t>
            </a:r>
          </a:p>
          <a:p xmlns:a="http://schemas.openxmlformats.org/drawingml/2006/main">
            <a:r>
              <a:t>输入：授权请求</a:t>
            </a:r>
          </a:p>
          <a:p xmlns:a="http://schemas.openxmlformats.org/drawingml/2006/main">
            <a:r>
              <a:t>输出：可保存的授权结果</a:t>
            </a:r>
          </a:p>
          <a:p xmlns:a="http://schemas.openxmlformats.org/drawingml/2006/main">
            <a:r>
              <a:t>入口线索：/login openai；OpenAI OAuth 子路径</a:t>
            </a:r>
          </a:p>
          <a:p xmlns:a="http://schemas.openxmlformats.org/drawingml/2006/main">
            <a:r>
              <a:t>职责：认证方法选择与模型服务不同；deviceId 和凭据由产品层配置存储。</a:t>
            </a:r>
          </a:p>
          <a:p xmlns:a="http://schemas.openxmlformats.org/drawingml/2006/main">
            <a:r>
              <a:t>源码：packages/ai/src/auth/oauth/callback-server.ts</a:t>
            </a:r>
          </a:p>
          <a:p xmlns:a="http://schemas.openxmlformats.org/drawingml/2006/main">
            <a:r>
              <a:t>packages/ai/src/auth/oauth/openai-chatgpt.ts</a:t>
            </a:r>
          </a:p>
          <a:p xmlns:a="http://schemas.openxmlformats.org/drawingml/2006/main">
            <a:r>
              <a:t>packages/ai/src/providers/openai.ts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处理远程与复制代码场景</a:t>
            </a:r>
          </a:p>
          <a:p xmlns:a="http://schemas.openxmlformats.org/drawingml/2006/main">
            <a:r>
              <a:t>查看无法在当前主机接收浏览器回调时的交互分支，辨认用户输入与自动回调的验证要求。</a:t>
            </a:r>
          </a:p>
          <a:p xmlns:a="http://schemas.openxmlformats.org/drawingml/2006/main">
            <a:r>
              <a:t>输入：浏览器与 CLI 所在环境</a:t>
            </a:r>
          </a:p>
          <a:p xmlns:a="http://schemas.openxmlformats.org/drawingml/2006/main">
            <a:r>
              <a:t>输出：经过验证的授权完成信号</a:t>
            </a:r>
          </a:p>
          <a:p xmlns:a="http://schemas.openxmlformats.org/drawingml/2006/main">
            <a:r>
              <a:t>入口线索：Anthropic copy code；OAuth callback</a:t>
            </a:r>
          </a:p>
          <a:p xmlns:a="http://schemas.openxmlformats.org/drawingml/2006/main">
            <a:r>
              <a:t>职责：这是认证交互路径，不改变模型消息与工具契约。</a:t>
            </a:r>
          </a:p>
          <a:p xmlns:a="http://schemas.openxmlformats.org/drawingml/2006/main">
            <a:r>
              <a:t>源码：packages/ai/src/auth/oauth/anthropic.ts</a:t>
            </a:r>
          </a:p>
          <a:p xmlns:a="http://schemas.openxmlformats.org/drawingml/2006/main">
            <a:r>
              <a:t>packages/ai/src/auth/oauth/callback-server.ts</a:t>
            </a:r>
          </a:p>
          <a:p xmlns:a="http://schemas.openxmlformats.org/drawingml/2006/main">
            <a:r>
              <a:t>packages/ai/src/auth/oauth/openrouter.ts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4. 在请求时解析凭据</a:t>
            </a:r>
          </a:p>
          <a:p xmlns:a="http://schemas.openxmlformats.org/drawingml/2006/main">
            <a:r>
              <a:t>回到运行时的凭据解析，检查刷新、注销和替换如何影响下一次请求。读取失败与供应商拒绝应保留各自错误。</a:t>
            </a:r>
          </a:p>
          <a:p xmlns:a="http://schemas.openxmlformats.org/drawingml/2006/main">
            <a:r>
              <a:t>输入：保存的凭据与当前时间</a:t>
            </a:r>
          </a:p>
          <a:p xmlns:a="http://schemas.openxmlformats.org/drawingml/2006/main">
            <a:r>
              <a:t>输出：本次请求可用凭据或明确错误</a:t>
            </a:r>
          </a:p>
          <a:p xmlns:a="http://schemas.openxmlformats.org/drawingml/2006/main">
            <a:r>
              <a:t>入口线索：/login；/logout；pi auth</a:t>
            </a:r>
          </a:p>
          <a:p xmlns:a="http://schemas.openxmlformats.org/drawingml/2006/main">
            <a:r>
              <a:t>职责：打印凭据的命令会写秘密到 stdout；此导览只索引实现，不读取用户凭据。</a:t>
            </a:r>
          </a:p>
          <a:p xmlns:a="http://schemas.openxmlformats.org/drawingml/2006/main">
            <a:r>
              <a:t>源码：packages/coding-agent/src/cli/auth-check.ts</a:t>
            </a:r>
          </a:p>
          <a:p xmlns:a="http://schemas.openxmlformats.org/drawingml/2006/main">
            <a:r>
              <a:t>packages/coding-agent/src/cli/auth-command.ts</a:t>
            </a:r>
          </a:p>
          <a:p xmlns:a="http://schemas.openxmlformats.org/drawingml/2006/main">
            <a:r>
              <a:t>packages/coding-agent/src/cli/credential-print.ts</a:t>
            </a:r>
          </a:p>
          <a:p xmlns:a="http://schemas.openxmlformats.org/drawingml/2006/main">
            <a:r>
              <a:t>packages/coding-agent/src/core/auth-guidance.ts</a:t>
            </a:r>
          </a:p>
          <a:p xmlns:a="http://schemas.openxmlformats.org/drawingml/2006/main">
            <a:r>
              <a:t>packages/coding-agent/src/core/auth-storage.ts</a:t>
            </a:r>
          </a:p>
          <a:p xmlns:a="http://schemas.openxmlformats.org/drawingml/2006/main">
            <a:r>
              <a:t>packages/coding-agent/src/core/runtime-credentials.ts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失败与恢复：回调到达、token 获取、凭据保存与后续刷新都有独立失败点；不要在日志或练习笔记中输出真实密钥。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练习：在现有认证测试中找一个成功刷新和一个失败分支，画出旧凭据到新凭据的变化。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参考判断：应能说明谁负责保存、谁负责刷新，以及失败是否留下原凭据；答案必须对应所选提供商的实现。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功能编号：MOD-06, MOD-07, MOD-08, MOD-09, MOD-10, MOD-15, MOD-28, AI-09, AI-10, AI-11, AI-37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文档来源：</a:t>
            </a:r>
          </a:p>
          <a:p xmlns:a="http://schemas.openxmlformats.org/drawingml/2006/main">
            <a:r>
              <a:t>packages/ai/README.md</a:t>
            </a:r>
          </a:p>
          <a:p xmlns:a="http://schemas.openxmlformats.org/drawingml/2006/main">
            <a:r>
              <a:t>packages/coding-agent/docs/cli.md</a:t>
            </a:r>
          </a:p>
          <a:p xmlns:a="http://schemas.openxmlformats.org/drawingml/2006/main">
            <a:r>
              <a:t>packages/coding-agent/docs/providers.md</a:t>
            </a:r>
          </a:p>
          <a:p xmlns:a="http://schemas.openxmlformats.org/drawingml/2006/main">
            <a:r>
              <a:t>packages/coding-agent/docs/models.md</a:t>
            </a:r>
          </a:p>
          <a:p xmlns:a="http://schemas.openxmlformats.org/drawingml/2006/main">
            <a:r>
              <a:t>packages/ai/CHANGELOG.md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关联测试阅读线索（未在演示文稿中执行）：</a:t>
            </a:r>
          </a:p>
          <a:p xmlns:a="http://schemas.openxmlformats.org/drawingml/2006/main">
            <a:r>
              <a:t>packages/ai/test/classifier-models.test.ts</a:t>
            </a:r>
          </a:p>
          <a:p xmlns:a="http://schemas.openxmlformats.org/drawingml/2006/main">
            <a:r>
              <a:t>packages/ai/test/github-copilot-oauth.test.ts</a:t>
            </a:r>
          </a:p>
          <a:p xmlns:a="http://schemas.openxmlformats.org/drawingml/2006/main">
            <a:r>
              <a:t>packages/ai/test/models-runtime.test.ts</a:t>
            </a:r>
          </a:p>
          <a:p xmlns:a="http://schemas.openxmlformats.org/drawingml/2006/main">
            <a:r>
              <a:t>packages/ai/test/oauth-auth.test.ts</a:t>
            </a:r>
          </a:p>
          <a:p xmlns:a="http://schemas.openxmlformats.org/drawingml/2006/main">
            <a:r>
              <a:t>packages/ai/test/openrouter-oauth.test.ts</a:t>
            </a:r>
          </a:p>
          <a:p xmlns:a="http://schemas.openxmlformats.org/drawingml/2006/main">
            <a:r>
              <a:t>packages/ai/test/radius-provider.test.ts</a:t>
            </a:r>
          </a:p>
          <a:p xmlns:a="http://schemas.openxmlformats.org/drawingml/2006/main">
            <a:r>
              <a:t>packages/ai/test/providers.test.ts</a:t>
            </a:r>
          </a:p>
          <a:p xmlns:a="http://schemas.openxmlformats.org/drawingml/2006/main">
            <a:r>
              <a:t>packages/ai/test/anthropic-oauth.test.ts</a:t>
            </a:r>
          </a:p>
          <a:p xmlns:a="http://schemas.openxmlformats.org/drawingml/2006/main">
            <a:r>
              <a:t>packages/ai/test/oauth-callback-server.test.ts</a:t>
            </a:r>
          </a:p>
          <a:p xmlns:a="http://schemas.openxmlformats.org/drawingml/2006/main">
            <a:r>
              <a:t>packages/ai/test/oauth-device-code.test.ts</a:t>
            </a:r>
          </a:p>
          <a:p xmlns:a="http://schemas.openxmlformats.org/drawingml/2006/main">
            <a:r>
              <a:t>packages/ai/test/kimi-coding-oauth.test.ts</a:t>
            </a:r>
          </a:p>
          <a:p xmlns:a="http://schemas.openxmlformats.org/drawingml/2006/main">
            <a:r>
              <a:t>packages/ai/test/meta-oauth.test.ts</a:t>
            </a:r>
          </a:p>
          <a:p xmlns:a="http://schemas.openxmlformats.org/drawingml/2006/main">
            <a:r>
              <a:t>packages/ai/test/openai-chatgpt-oauth.test.ts</a:t>
            </a:r>
          </a:p>
          <a:p xmlns:a="http://schemas.openxmlformats.org/drawingml/2006/main">
            <a:r>
              <a:t>packages/ai/test/openai-codex-oauth.test.ts</a:t>
            </a:r>
          </a:p>
          <a:p xmlns:a="http://schemas.openxmlformats.org/drawingml/2006/main">
            <a:r>
              <a:t>packages/ai/test/radius-oauth.test.ts</a:t>
            </a:r>
          </a:p>
          <a:p xmlns:a="http://schemas.openxmlformats.org/drawingml/2006/main">
            <a:r>
              <a:t>packages/ai/test/xai-oauth.test.ts</a:t>
            </a:r>
          </a:p>
          <a:p xmlns:a="http://schemas.openxmlformats.org/drawingml/2006/main">
            <a:r>
              <a:t>packages/ai/test/images-models.test.ts</a:t>
            </a:r>
          </a:p>
          <a:p xmlns:a="http://schemas.openxmlformats.org/drawingml/2006/main">
            <a:r>
              <a:t>packages/ai/test/oauth.ts</a:t>
            </a:r>
          </a:p>
          <a:p xmlns:a="http://schemas.openxmlformats.org/drawingml/2006/main">
            <a:r>
              <a:t>packages/ai/test/anthropic-auth-token.test.ts</a:t>
            </a:r>
          </a:p>
          <a:p xmlns:a="http://schemas.openxmlformats.org/drawingml/2006/main">
            <a:r>
              <a:t>packages/ai/test/anthropic-eager-tool-input-e2e.test.ts</a:t>
            </a:r>
          </a:p>
          <a:p xmlns:a="http://schemas.openxmlformats.org/drawingml/2006/main">
            <a:r>
              <a:t>packages/ai/test/anthropic-long-cache-retention-e2e.test.ts</a:t>
            </a:r>
          </a:p>
          <a:p xmlns:a="http://schemas.openxmlformats.org/drawingml/2006/main">
            <a:r>
              <a:t>packages/ai/test/baseten-models.test.ts</a:t>
            </a:r>
          </a:p>
          <a:p xmlns:a="http://schemas.openxmlformats.org/drawingml/2006/main">
            <a:r>
              <a:t>packages/ai/test/env-api-keys.test.ts</a:t>
            </a:r>
          </a:p>
          <a:p xmlns:a="http://schemas.openxmlformats.org/drawingml/2006/main">
            <a:r>
              <a:t>packages/ai/test/fireworks-models.test.ts</a:t>
            </a:r>
          </a:p>
          <a:p xmlns:a="http://schemas.openxmlformats.org/drawingml/2006/main">
            <a:r>
              <a:t>packages/ai/test/interleaved-thinking.test.ts</a:t>
            </a:r>
          </a:p>
          <a:p xmlns:a="http://schemas.openxmlformats.org/drawingml/2006/main">
            <a:r>
              <a:t>packages/ai/test/qwen-token-plan-models.test.ts</a:t>
            </a:r>
          </a:p>
          <a:p xmlns:a="http://schemas.openxmlformats.org/drawingml/2006/main">
            <a:r>
              <a:t>packages/ai/test/radius-thinking-replay-e2e.test.ts</a:t>
            </a:r>
          </a:p>
          <a:p xmlns:a="http://schemas.openxmlformats.org/drawingml/2006/main">
            <a:r>
              <a:t>packages/ai/test/together-models.test.ts</a:t>
            </a:r>
          </a:p>
          <a:p xmlns:a="http://schemas.openxmlformats.org/drawingml/2006/main">
            <a:r>
              <a:t>packages/coding-agent/test/auth-check.test.ts</a:t>
            </a:r>
          </a:p>
          <a:p xmlns:a="http://schemas.openxmlformats.org/drawingml/2006/main">
            <a:r>
              <a:t>packages/coding-agent/test/credential-print.test.ts</a:t>
            </a:r>
          </a:p>
          <a:p xmlns:a="http://schemas.openxmlformats.org/drawingml/2006/main">
            <a:r>
              <a:t>packages/coding-agent/test/agent-session-auto-compaction-queue.test.ts</a:t>
            </a:r>
          </a:p>
          <a:p xmlns:a="http://schemas.openxmlformats.org/drawingml/2006/main">
            <a:r>
              <a:t>packages/coding-agent/test/agent-session-branching.test.ts</a:t>
            </a:r>
          </a:p>
          <a:p xmlns:a="http://schemas.openxmlformats.org/drawingml/2006/main">
            <a:r>
              <a:t>packages/coding-agent/test/agent-session-compaction.test.ts</a:t>
            </a:r>
          </a:p>
          <a:p xmlns:a="http://schemas.openxmlformats.org/drawingml/2006/main">
            <a:r>
              <a:t>packages/coding-agent/test/agent-session-concurrent.test.ts</a:t>
            </a:r>
          </a:p>
          <a:p xmlns:a="http://schemas.openxmlformats.org/drawingml/2006/main">
            <a:r>
              <a:t>packages/coding-agent/test/agent-session-dynamic-provider.test.ts</a:t>
            </a:r>
          </a:p>
          <a:p xmlns:a="http://schemas.openxmlformats.org/drawingml/2006/main">
            <a:r>
              <a:t>packages/coding-agent/test/agent-session-retry.test.ts</a:t>
            </a:r>
          </a:p>
          <a:p xmlns:a="http://schemas.openxmlformats.org/drawingml/2006/main">
            <a:r>
              <a:t>packages/coding-agent/test/agent-session-runtime-events.test.ts</a:t>
            </a:r>
          </a:p>
          <a:p xmlns:a="http://schemas.openxmlformats.org/drawingml/2006/main">
            <a:r>
              <a:t>packages/coding-agent/test/agent-session-stats.test.ts</a:t>
            </a:r>
          </a:p>
          <a:p xmlns:a="http://schemas.openxmlformats.org/drawingml/2006/main">
            <a:r>
              <a:t>packages/coding-agent/test/auth-storage.test.ts</a:t>
            </a:r>
          </a:p>
          <a:p xmlns:a="http://schemas.openxmlformats.org/drawingml/2006/main">
            <a:r>
              <a:t>packages/coding-agent/test/cache-warmer.test.ts</a:t>
            </a:r>
          </a:p>
          <a:p xmlns:a="http://schemas.openxmlformats.org/drawingml/2006/main">
            <a:r>
              <a:t>packages/coding-agent/test/compaction-extensions.test.ts</a:t>
            </a:r>
          </a:p>
          <a:p xmlns:a="http://schemas.openxmlformats.org/drawingml/2006/main">
            <a:r>
              <a:t>packages/coding-agent/test/config-value-migration.test.ts</a:t>
            </a:r>
          </a:p>
          <a:p xmlns:a="http://schemas.openxmlformats.org/drawingml/2006/main">
            <a:r>
              <a:t>packages/coding-agent/test/extensions-input-event.test.ts</a:t>
            </a:r>
          </a:p>
          <a:p xmlns:a="http://schemas.openxmlformats.org/drawingml/2006/main">
            <a:r>
              <a:t>packages/coding-agent/test/extensions-runner.test.ts</a:t>
            </a:r>
          </a:p>
          <a:p xmlns:a="http://schemas.openxmlformats.org/drawingml/2006/main">
            <a:r>
              <a:t>packages/coding-agent/test/mcp-conformance/client.ts</a:t>
            </a:r>
          </a:p>
          <a:p xmlns:a="http://schemas.openxmlformats.org/drawingml/2006/main">
            <a:r>
              <a:t>packages/coding-agent/test/mcp-extension.test.ts</a:t>
            </a:r>
          </a:p>
          <a:p xmlns:a="http://schemas.openxmlformats.org/drawingml/2006/main">
            <a:r>
              <a:t>packages/coding-agent/test/mcp-oauth-refresh.test.ts</a:t>
            </a:r>
          </a:p>
          <a:p xmlns:a="http://schemas.openxmlformats.org/drawingml/2006/main">
            <a:r>
              <a:t>packages/coding-agent/test/mcp-oauth-store.test.ts</a:t>
            </a:r>
          </a:p>
          <a:p xmlns:a="http://schemas.openxmlformats.org/drawingml/2006/main">
            <a:r>
              <a:t>packages/coding-agent/test/model-registry.test.ts</a:t>
            </a:r>
          </a:p>
          <a:p xmlns:a="http://schemas.openxmlformats.org/drawingml/2006/main">
            <a:r>
              <a:t>packages/coding-agent/test/model-resolver.test.ts</a:t>
            </a:r>
          </a:p>
          <a:p xmlns:a="http://schemas.openxmlformats.org/drawingml/2006/main">
            <a:r>
              <a:t>packages/coding-agent/test/model-runtime-auth-options.test.ts</a:t>
            </a:r>
          </a:p>
          <a:p xmlns:a="http://schemas.openxmlformats.org/drawingml/2006/main">
            <a:r>
              <a:t>packages/coding-agent/test/model-runtime-classifiers.test.ts</a:t>
            </a:r>
          </a:p>
          <a:p xmlns:a="http://schemas.openxmlformats.org/drawingml/2006/main">
            <a:r>
              <a:t>packages/coding-agent/test/model-runtime-cloudflare-compat.test.ts</a:t>
            </a:r>
          </a:p>
          <a:p xmlns:a="http://schemas.openxmlformats.org/drawingml/2006/main">
            <a:r>
              <a:t>packages/coding-agent/test/model-runtime-credential-sync.test.ts</a:t>
            </a:r>
          </a:p>
          <a:p xmlns:a="http://schemas.openxmlformats.org/drawingml/2006/main">
            <a:r>
              <a:t>packages/coding-agent/test/model-runtime-images.test.ts</a:t>
            </a:r>
          </a:p>
          <a:p xmlns:a="http://schemas.openxmlformats.org/drawingml/2006/main">
            <a:r>
              <a:t>packages/coding-agent/test/model-runtime-modify-models-compat.test.ts</a:t>
            </a:r>
          </a:p>
          <a:p xmlns:a="http://schemas.openxmlformats.org/drawingml/2006/main">
            <a:r>
              <a:t>packages/coding-agent/test/radius.test.ts</a:t>
            </a:r>
          </a:p>
          <a:p xmlns:a="http://schemas.openxmlformats.org/drawingml/2006/main">
            <a:r>
              <a:t>packages/coding-agent/test/resource-loader.test.ts</a:t>
            </a:r>
          </a:p>
          <a:p xmlns:a="http://schemas.openxmlformats.org/drawingml/2006/main">
            <a:r>
              <a:t>packages/coding-agent/test/rpc-prompt-response-semantics.test.ts</a:t>
            </a:r>
          </a:p>
          <a:p xmlns:a="http://schemas.openxmlformats.org/drawingml/2006/main">
            <a:r>
              <a:t>packages/coding-agent/test/runtime-credentials.test.ts</a:t>
            </a:r>
          </a:p>
          <a:p xmlns:a="http://schemas.openxmlformats.org/drawingml/2006/main">
            <a:r>
              <a:t>packages/coding-agent/test/sdk-codex-cache-probe-tool-loop.ts</a:t>
            </a:r>
          </a:p>
          <a:p xmlns:a="http://schemas.openxmlformats.org/drawingml/2006/main">
            <a:r>
              <a:t>packages/coding-agent/test/sdk-openrouter-attribution.test.ts</a:t>
            </a:r>
          </a:p>
          <a:p xmlns:a="http://schemas.openxmlformats.org/drawingml/2006/main">
            <a:r>
              <a:t>packages/coding-agent/test/sdk-stream-options.test.ts</a:t>
            </a:r>
          </a:p>
          <a:p xmlns:a="http://schemas.openxmlformats.org/drawingml/2006/main">
            <a:r>
              <a:t>packages/coding-agent/test/suite/agent-session-mcp-oauth.test.ts</a:t>
            </a:r>
          </a:p>
          <a:p xmlns:a="http://schemas.openxmlformats.org/drawingml/2006/main">
            <a:r>
              <a:t>packages/coding-agent/test/suite/agent-session-runtime.test.ts</a:t>
            </a:r>
          </a:p>
          <a:p xmlns:a="http://schemas.openxmlformats.org/drawingml/2006/main">
            <a:r>
              <a:t>packages/coding-agent/test/suite/harness.ts</a:t>
            </a:r>
          </a:p>
          <a:p xmlns:a="http://schemas.openxmlformats.org/drawingml/2006/main">
            <a:r>
              <a:t>packages/coding-agent/test/suite/regressions/2753-reload-stale-resource-settings.test.ts</a:t>
            </a:r>
          </a:p>
          <a:p xmlns:a="http://schemas.openxmlformats.org/drawingml/2006/main">
            <a:r>
              <a:t>packages/coding-agent/test/suite/regressions/2860-replaced-session-context.test.ts</a:t>
            </a:r>
          </a:p>
          <a:p xmlns:a="http://schemas.openxmlformats.org/drawingml/2006/main">
            <a:r>
              <a:t>packages/coding-agent/test/suite/regressions/5596-missing-theme-export.test.ts</a:t>
            </a:r>
          </a:p>
          <a:p xmlns:a="http://schemas.openxmlformats.org/drawingml/2006/main">
            <a:r>
              <a:t>packages/coding-agent/test/suite/regressions/5661-uppercase-header-values.test.ts</a:t>
            </a:r>
          </a:p>
          <a:p xmlns:a="http://schemas.openxmlformats.org/drawingml/2006/main">
            <a:r>
              <a:t>packages/coding-agent/test/suite/regressions/6999-models-json-hot-reload.test.ts</a:t>
            </a:r>
          </a:p>
          <a:p xmlns:a="http://schemas.openxmlformats.org/drawingml/2006/main">
            <a:r>
              <a:t>packages/coding-agent/test/suite/regressions/7027-credential-refresh-hang.test.ts</a:t>
            </a:r>
          </a:p>
          <a:p xmlns:a="http://schemas.openxmlformats.org/drawingml/2006/main">
            <a:r>
              <a:t>packages/coding-agent/test/test-harness.ts</a:t>
            </a:r>
          </a:p>
          <a:p xmlns:a="http://schemas.openxmlformats.org/drawingml/2006/main">
            <a:r>
              <a:t>packages/coding-agent/test/utilities.ts</a:t>
            </a:r>
          </a:p>
          <a:p xmlns:a="http://schemas.openxmlformats.org/drawingml/2006/main">
            <a:r>
              <a:t>packages/coding-agent/test/virtual-models.test.ts</a:t>
            </a:r>
          </a:p>
          <a:p xmlns:a="http://schemas.openxmlformats.org/drawingml/2006/main">
            <a:r>
              <a:t>packages/ai/test/anthropic-federation.test.ts</a:t>
            </a:r>
          </a:p>
          <a:p xmlns:a="http://schemas.openxmlformats.org/drawingml/2006/main">
            <a:r>
              <a:t>packages/ai/test/scratch.ts</a:t>
            </a:r>
          </a:p>
          <a:p xmlns:a="http://schemas.openxmlformats.org/drawingml/2006/main">
            <a:r>
              <a:t>packages/coding-agent/test/config-schemas.test.ts</a:t>
            </a:r>
          </a:p>
          <a:p xmlns:a="http://schemas.openxmlformats.org/drawingml/2006/main">
            <a:r>
              <a:t>packages/coding-agent/test/model-runtime-test-utils.ts</a:t>
            </a:r>
          </a:p>
          <a:p xmlns:a="http://schemas.openxmlformats.org/drawingml/2006/main">
            <a:r>
              <a:t>packages/ai/test/codex-websocket-cached-probe.ts</a:t>
            </a:r>
          </a:p>
          <a:p xmlns:a="http://schemas.openxmlformats.org/drawingml/2006/main">
            <a:r>
              <a:t>packages/coding-agent/test/model-catalog-protocol.test.ts</a:t>
            </a:r>
          </a:p>
          <a:p xmlns:a="http://schemas.openxmlformats.org/drawingml/2006/main">
            <a:r>
              <a:t>packages/coding-agent/test/package-command-paths.test.ts</a:t>
            </a:r>
          </a:p>
          <a:p xmlns:a="http://schemas.openxmlformats.org/drawingml/2006/main">
            <a:r>
              <a:t>packages/coding-agent/test/models-store.test.ts</a:t>
            </a:r>
          </a:p>
          <a:p xmlns:a="http://schemas.openxmlformats.org/drawingml/2006/main">
            <a:r>
              <a:t>packages/coding-agent/test/remote-catalog-provider.test.ts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源码基线：6cd9d957a9fd50bc504d45b72834ed9dd85a20b6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流程为教学阅读顺序，可选分支不表示每次运行必经。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第一次登录成功，但后续请求或远程环境中的登录失败。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区分凭据类型</a:t>
            </a:r>
          </a:p>
          <a:p xmlns:a="http://schemas.openxmlformats.org/drawingml/2006/main">
            <a:r>
              <a:t>从 credential 类型和存储接口开始，分辨固定 API key 与会过期的 OAuth 凭据。避免把 UI 显示的已登录当作永远可用。</a:t>
            </a:r>
          </a:p>
          <a:p xmlns:a="http://schemas.openxmlformats.org/drawingml/2006/main">
            <a:r>
              <a:t>输入：登录方式</a:t>
            </a:r>
          </a:p>
          <a:p xmlns:a="http://schemas.openxmlformats.org/drawingml/2006/main">
            <a:r>
              <a:t>输出：凭据类型和存储归属</a:t>
            </a:r>
          </a:p>
          <a:p xmlns:a="http://schemas.openxmlformats.org/drawingml/2006/main">
            <a:r>
              <a:t>入口线索：认证上下文 / OAuth 子路径</a:t>
            </a:r>
          </a:p>
          <a:p xmlns:a="http://schemas.openxmlformats.org/drawingml/2006/main">
            <a:r>
              <a:t>职责：认证策略随提供商而异；平台差异通过入口隔离。</a:t>
            </a:r>
          </a:p>
          <a:p xmlns:a="http://schemas.openxmlformats.org/drawingml/2006/main">
            <a:r>
              <a:t>源码：packages/ai/src/auth/context.ts</a:t>
            </a:r>
          </a:p>
          <a:p xmlns:a="http://schemas.openxmlformats.org/drawingml/2006/main">
            <a:r>
              <a:t>packages/ai/src/auth/credential-store.ts</a:t>
            </a:r>
          </a:p>
          <a:p xmlns:a="http://schemas.openxmlformats.org/drawingml/2006/main">
            <a:r>
              <a:t>packages/ai/src/auth/helpers.ts</a:t>
            </a:r>
          </a:p>
          <a:p xmlns:a="http://schemas.openxmlformats.org/drawingml/2006/main">
            <a:r>
              <a:t>packages/ai/src/auth/oauth/anthropic.ts</a:t>
            </a:r>
          </a:p>
          <a:p xmlns:a="http://schemas.openxmlformats.org/drawingml/2006/main">
            <a:r>
              <a:t>packages/ai/src/auth/oauth/callback-server.ts</a:t>
            </a:r>
          </a:p>
          <a:p xmlns:a="http://schemas.openxmlformats.org/drawingml/2006/main">
            <a:r>
              <a:t>packages/ai/src/auth/oauth/device-code.ts</a:t>
            </a:r>
          </a:p>
          <a:p xmlns:a="http://schemas.openxmlformats.org/drawingml/2006/main">
            <a:r>
              <a:t>packages/ai/src/auth/oauth/github-copilot.ts</a:t>
            </a:r>
          </a:p>
          <a:p xmlns:a="http://schemas.openxmlformats.org/drawingml/2006/main">
            <a:r>
              <a:t>packages/ai/src/auth/oauth/kimi-coding.ts</a:t>
            </a:r>
          </a:p>
          <a:p xmlns:a="http://schemas.openxmlformats.org/drawingml/2006/main">
            <a:r>
              <a:t>packages/ai/src/auth/oauth/load.ts</a:t>
            </a:r>
          </a:p>
          <a:p xmlns:a="http://schemas.openxmlformats.org/drawingml/2006/main">
            <a:r>
              <a:t>packages/ai/src/auth/oauth/meta.ts</a:t>
            </a:r>
          </a:p>
          <a:p xmlns:a="http://schemas.openxmlformats.org/drawingml/2006/main">
            <a:r>
              <a:t>packages/ai/src/auth/oauth/openai-chatgpt.ts</a:t>
            </a:r>
          </a:p>
          <a:p xmlns:a="http://schemas.openxmlformats.org/drawingml/2006/main">
            <a:r>
              <a:t>packages/ai/src/auth/oauth/openai-codex.ts</a:t>
            </a:r>
          </a:p>
          <a:p xmlns:a="http://schemas.openxmlformats.org/drawingml/2006/main">
            <a:r>
              <a:t>packages/ai/src/auth/oauth/openrouter.ts</a:t>
            </a:r>
          </a:p>
          <a:p xmlns:a="http://schemas.openxmlformats.org/drawingml/2006/main">
            <a:r>
              <a:t>packages/ai/src/auth/oauth/pkce.ts</a:t>
            </a:r>
          </a:p>
          <a:p xmlns:a="http://schemas.openxmlformats.org/drawingml/2006/main">
            <a:r>
              <a:t>packages/ai/src/auth/oauth/radius.ts</a:t>
            </a:r>
          </a:p>
          <a:p xmlns:a="http://schemas.openxmlformats.org/drawingml/2006/main">
            <a:r>
              <a:t>packages/ai/src/auth/oauth/xai.ts</a:t>
            </a:r>
          </a:p>
          <a:p xmlns:a="http://schemas.openxmlformats.org/drawingml/2006/main">
            <a:r>
              <a:t>packages/ai/src/auth/resolve.ts</a:t>
            </a:r>
          </a:p>
          <a:p xmlns:a="http://schemas.openxmlformats.org/drawingml/2006/main">
            <a:r>
              <a:t>packages/ai/src/auth/types.ts</a:t>
            </a:r>
          </a:p>
          <a:p xmlns:a="http://schemas.openxmlformats.org/drawingml/2006/main">
            <a:r>
              <a:t>packages/ai/src/bun-oauth.ts</a:t>
            </a:r>
          </a:p>
          <a:p xmlns:a="http://schemas.openxmlformats.org/drawingml/2006/main">
            <a:r>
              <a:t>packages/ai/src/env-api-keys.ts</a:t>
            </a:r>
          </a:p>
          <a:p xmlns:a="http://schemas.openxmlformats.org/drawingml/2006/main">
            <a:r>
              <a:t>packages/ai/src/oauth.ts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追踪授权交互</a:t>
            </a:r>
          </a:p>
          <a:p xmlns:a="http://schemas.openxmlformats.org/drawingml/2006/main">
            <a:r>
              <a:t>对照回调、state 和 token 获取的实现。授权地址、回调监听与凭据写入分属不同阶段。</a:t>
            </a:r>
          </a:p>
          <a:p xmlns:a="http://schemas.openxmlformats.org/drawingml/2006/main">
            <a:r>
              <a:t>输入：授权请求</a:t>
            </a:r>
          </a:p>
          <a:p xmlns:a="http://schemas.openxmlformats.org/drawingml/2006/main">
            <a:r>
              <a:t>输出：可保存的授权结果</a:t>
            </a:r>
          </a:p>
          <a:p xmlns:a="http://schemas.openxmlformats.org/drawingml/2006/main">
            <a:r>
              <a:t>入口线索：/login openai；OpenAI OAuth 子路径</a:t>
            </a:r>
          </a:p>
          <a:p xmlns:a="http://schemas.openxmlformats.org/drawingml/2006/main">
            <a:r>
              <a:t>职责：认证方法选择与模型服务不同；deviceId 和凭据由产品层配置存储。</a:t>
            </a:r>
          </a:p>
          <a:p xmlns:a="http://schemas.openxmlformats.org/drawingml/2006/main">
            <a:r>
              <a:t>源码：packages/ai/src/auth/oauth/callback-server.ts</a:t>
            </a:r>
          </a:p>
          <a:p xmlns:a="http://schemas.openxmlformats.org/drawingml/2006/main">
            <a:r>
              <a:t>packages/ai/src/auth/oauth/openai-chatgpt.ts</a:t>
            </a:r>
          </a:p>
          <a:p xmlns:a="http://schemas.openxmlformats.org/drawingml/2006/main">
            <a:r>
              <a:t>packages/ai/src/providers/openai.ts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处理远程与复制代码场景</a:t>
            </a:r>
          </a:p>
          <a:p xmlns:a="http://schemas.openxmlformats.org/drawingml/2006/main">
            <a:r>
              <a:t>查看无法在当前主机接收浏览器回调时的交互分支，辨认用户输入与自动回调的验证要求。</a:t>
            </a:r>
          </a:p>
          <a:p xmlns:a="http://schemas.openxmlformats.org/drawingml/2006/main">
            <a:r>
              <a:t>输入：浏览器与 CLI 所在环境</a:t>
            </a:r>
          </a:p>
          <a:p xmlns:a="http://schemas.openxmlformats.org/drawingml/2006/main">
            <a:r>
              <a:t>输出：经过验证的授权完成信号</a:t>
            </a:r>
          </a:p>
          <a:p xmlns:a="http://schemas.openxmlformats.org/drawingml/2006/main">
            <a:r>
              <a:t>入口线索：Anthropic copy code；OAuth callback</a:t>
            </a:r>
          </a:p>
          <a:p xmlns:a="http://schemas.openxmlformats.org/drawingml/2006/main">
            <a:r>
              <a:t>职责：这是认证交互路径，不改变模型消息与工具契约。</a:t>
            </a:r>
          </a:p>
          <a:p xmlns:a="http://schemas.openxmlformats.org/drawingml/2006/main">
            <a:r>
              <a:t>源码：packages/ai/src/auth/oauth/anthropic.ts</a:t>
            </a:r>
          </a:p>
          <a:p xmlns:a="http://schemas.openxmlformats.org/drawingml/2006/main">
            <a:r>
              <a:t>packages/ai/src/auth/oauth/callback-server.ts</a:t>
            </a:r>
          </a:p>
          <a:p xmlns:a="http://schemas.openxmlformats.org/drawingml/2006/main">
            <a:r>
              <a:t>packages/ai/src/auth/oauth/openrouter.ts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4. 在请求时解析凭据</a:t>
            </a:r>
          </a:p>
          <a:p xmlns:a="http://schemas.openxmlformats.org/drawingml/2006/main">
            <a:r>
              <a:t>回到运行时的凭据解析，检查刷新、注销和替换如何影响下一次请求。读取失败与供应商拒绝应保留各自错误。</a:t>
            </a:r>
          </a:p>
          <a:p xmlns:a="http://schemas.openxmlformats.org/drawingml/2006/main">
            <a:r>
              <a:t>输入：保存的凭据与当前时间</a:t>
            </a:r>
          </a:p>
          <a:p xmlns:a="http://schemas.openxmlformats.org/drawingml/2006/main">
            <a:r>
              <a:t>输出：本次请求可用凭据或明确错误</a:t>
            </a:r>
          </a:p>
          <a:p xmlns:a="http://schemas.openxmlformats.org/drawingml/2006/main">
            <a:r>
              <a:t>入口线索：/login；/logout；pi auth</a:t>
            </a:r>
          </a:p>
          <a:p xmlns:a="http://schemas.openxmlformats.org/drawingml/2006/main">
            <a:r>
              <a:t>职责：打印凭据的命令会写秘密到 stdout；此导览只索引实现，不读取用户凭据。</a:t>
            </a:r>
          </a:p>
          <a:p xmlns:a="http://schemas.openxmlformats.org/drawingml/2006/main">
            <a:r>
              <a:t>源码：packages/coding-agent/src/cli/auth-check.ts</a:t>
            </a:r>
          </a:p>
          <a:p xmlns:a="http://schemas.openxmlformats.org/drawingml/2006/main">
            <a:r>
              <a:t>packages/coding-agent/src/cli/auth-command.ts</a:t>
            </a:r>
          </a:p>
          <a:p xmlns:a="http://schemas.openxmlformats.org/drawingml/2006/main">
            <a:r>
              <a:t>packages/coding-agent/src/cli/credential-print.ts</a:t>
            </a:r>
          </a:p>
          <a:p xmlns:a="http://schemas.openxmlformats.org/drawingml/2006/main">
            <a:r>
              <a:t>packages/coding-agent/src/core/auth-guidance.ts</a:t>
            </a:r>
          </a:p>
          <a:p xmlns:a="http://schemas.openxmlformats.org/drawingml/2006/main">
            <a:r>
              <a:t>packages/coding-agent/src/core/auth-storage.ts</a:t>
            </a:r>
          </a:p>
          <a:p xmlns:a="http://schemas.openxmlformats.org/drawingml/2006/main">
            <a:r>
              <a:t>packages/coding-agent/src/core/runtime-credentials.ts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失败与恢复：回调到达、token 获取、凭据保存与后续刷新都有独立失败点；不要在日志或练习笔记中输出真实密钥。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练习：在现有认证测试中找一个成功刷新和一个失败分支，画出旧凭据到新凭据的变化。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参考判断：应能说明谁负责保存、谁负责刷新，以及失败是否留下原凭据；答案必须对应所选提供商的实现。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功能编号：MOD-06, MOD-07, MOD-08, MOD-09, MOD-10, MOD-15, MOD-28, AI-09, AI-10, AI-11, AI-37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文档来源：</a:t>
            </a:r>
          </a:p>
          <a:p xmlns:a="http://schemas.openxmlformats.org/drawingml/2006/main">
            <a:r>
              <a:t>packages/ai/README.md</a:t>
            </a:r>
          </a:p>
          <a:p xmlns:a="http://schemas.openxmlformats.org/drawingml/2006/main">
            <a:r>
              <a:t>packages/coding-agent/docs/cli.md</a:t>
            </a:r>
          </a:p>
          <a:p xmlns:a="http://schemas.openxmlformats.org/drawingml/2006/main">
            <a:r>
              <a:t>packages/coding-agent/docs/providers.md</a:t>
            </a:r>
          </a:p>
          <a:p xmlns:a="http://schemas.openxmlformats.org/drawingml/2006/main">
            <a:r>
              <a:t>packages/coding-agent/docs/models.md</a:t>
            </a:r>
          </a:p>
          <a:p xmlns:a="http://schemas.openxmlformats.org/drawingml/2006/main">
            <a:r>
              <a:t>packages/ai/CHANGELOG.md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关联测试阅读线索（未在演示文稿中执行）：</a:t>
            </a:r>
          </a:p>
          <a:p xmlns:a="http://schemas.openxmlformats.org/drawingml/2006/main">
            <a:r>
              <a:t>packages/ai/test/classifier-models.test.ts</a:t>
            </a:r>
          </a:p>
          <a:p xmlns:a="http://schemas.openxmlformats.org/drawingml/2006/main">
            <a:r>
              <a:t>packages/ai/test/github-copilot-oauth.test.ts</a:t>
            </a:r>
          </a:p>
          <a:p xmlns:a="http://schemas.openxmlformats.org/drawingml/2006/main">
            <a:r>
              <a:t>packages/ai/test/models-runtime.test.ts</a:t>
            </a:r>
          </a:p>
          <a:p xmlns:a="http://schemas.openxmlformats.org/drawingml/2006/main">
            <a:r>
              <a:t>packages/ai/test/oauth-auth.test.ts</a:t>
            </a:r>
          </a:p>
          <a:p xmlns:a="http://schemas.openxmlformats.org/drawingml/2006/main">
            <a:r>
              <a:t>packages/ai/test/openrouter-oauth.test.ts</a:t>
            </a:r>
          </a:p>
          <a:p xmlns:a="http://schemas.openxmlformats.org/drawingml/2006/main">
            <a:r>
              <a:t>packages/ai/test/radius-provider.test.ts</a:t>
            </a:r>
          </a:p>
          <a:p xmlns:a="http://schemas.openxmlformats.org/drawingml/2006/main">
            <a:r>
              <a:t>packages/ai/test/providers.test.ts</a:t>
            </a:r>
          </a:p>
          <a:p xmlns:a="http://schemas.openxmlformats.org/drawingml/2006/main">
            <a:r>
              <a:t>packages/ai/test/anthropic-oauth.test.ts</a:t>
            </a:r>
          </a:p>
          <a:p xmlns:a="http://schemas.openxmlformats.org/drawingml/2006/main">
            <a:r>
              <a:t>packages/ai/test/oauth-callback-server.test.ts</a:t>
            </a:r>
          </a:p>
          <a:p xmlns:a="http://schemas.openxmlformats.org/drawingml/2006/main">
            <a:r>
              <a:t>packages/ai/test/oauth-device-code.test.ts</a:t>
            </a:r>
          </a:p>
          <a:p xmlns:a="http://schemas.openxmlformats.org/drawingml/2006/main">
            <a:r>
              <a:t>packages/ai/test/kimi-coding-oauth.test.ts</a:t>
            </a:r>
          </a:p>
          <a:p xmlns:a="http://schemas.openxmlformats.org/drawingml/2006/main">
            <a:r>
              <a:t>packages/ai/test/meta-oauth.test.ts</a:t>
            </a:r>
          </a:p>
          <a:p xmlns:a="http://schemas.openxmlformats.org/drawingml/2006/main">
            <a:r>
              <a:t>packages/ai/test/openai-chatgpt-oauth.test.ts</a:t>
            </a:r>
          </a:p>
          <a:p xmlns:a="http://schemas.openxmlformats.org/drawingml/2006/main">
            <a:r>
              <a:t>packages/ai/test/openai-codex-oauth.test.ts</a:t>
            </a:r>
          </a:p>
          <a:p xmlns:a="http://schemas.openxmlformats.org/drawingml/2006/main">
            <a:r>
              <a:t>packages/ai/test/radius-oauth.test.ts</a:t>
            </a:r>
          </a:p>
          <a:p xmlns:a="http://schemas.openxmlformats.org/drawingml/2006/main">
            <a:r>
              <a:t>packages/ai/test/xai-oauth.test.ts</a:t>
            </a:r>
          </a:p>
          <a:p xmlns:a="http://schemas.openxmlformats.org/drawingml/2006/main">
            <a:r>
              <a:t>packages/ai/test/images-models.test.ts</a:t>
            </a:r>
          </a:p>
          <a:p xmlns:a="http://schemas.openxmlformats.org/drawingml/2006/main">
            <a:r>
              <a:t>packages/ai/test/oauth.ts</a:t>
            </a:r>
          </a:p>
          <a:p xmlns:a="http://schemas.openxmlformats.org/drawingml/2006/main">
            <a:r>
              <a:t>packages/ai/test/anthropic-auth-token.test.ts</a:t>
            </a:r>
          </a:p>
          <a:p xmlns:a="http://schemas.openxmlformats.org/drawingml/2006/main">
            <a:r>
              <a:t>packages/ai/test/anthropic-eager-tool-input-e2e.test.ts</a:t>
            </a:r>
          </a:p>
          <a:p xmlns:a="http://schemas.openxmlformats.org/drawingml/2006/main">
            <a:r>
              <a:t>packages/ai/test/anthropic-long-cache-retention-e2e.test.ts</a:t>
            </a:r>
          </a:p>
          <a:p xmlns:a="http://schemas.openxmlformats.org/drawingml/2006/main">
            <a:r>
              <a:t>packages/ai/test/baseten-models.test.ts</a:t>
            </a:r>
          </a:p>
          <a:p xmlns:a="http://schemas.openxmlformats.org/drawingml/2006/main">
            <a:r>
              <a:t>packages/ai/test/env-api-keys.test.ts</a:t>
            </a:r>
          </a:p>
          <a:p xmlns:a="http://schemas.openxmlformats.org/drawingml/2006/main">
            <a:r>
              <a:t>packages/ai/test/fireworks-models.test.ts</a:t>
            </a:r>
          </a:p>
          <a:p xmlns:a="http://schemas.openxmlformats.org/drawingml/2006/main">
            <a:r>
              <a:t>packages/ai/test/interleaved-thinking.test.ts</a:t>
            </a:r>
          </a:p>
          <a:p xmlns:a="http://schemas.openxmlformats.org/drawingml/2006/main">
            <a:r>
              <a:t>packages/ai/test/qwen-token-plan-models.test.ts</a:t>
            </a:r>
          </a:p>
          <a:p xmlns:a="http://schemas.openxmlformats.org/drawingml/2006/main">
            <a:r>
              <a:t>packages/ai/test/radius-thinking-replay-e2e.test.ts</a:t>
            </a:r>
          </a:p>
          <a:p xmlns:a="http://schemas.openxmlformats.org/drawingml/2006/main">
            <a:r>
              <a:t>packages/ai/test/together-models.test.ts</a:t>
            </a:r>
          </a:p>
          <a:p xmlns:a="http://schemas.openxmlformats.org/drawingml/2006/main">
            <a:r>
              <a:t>packages/coding-agent/test/auth-check.test.ts</a:t>
            </a:r>
          </a:p>
          <a:p xmlns:a="http://schemas.openxmlformats.org/drawingml/2006/main">
            <a:r>
              <a:t>packages/coding-agent/test/credential-print.test.ts</a:t>
            </a:r>
          </a:p>
          <a:p xmlns:a="http://schemas.openxmlformats.org/drawingml/2006/main">
            <a:r>
              <a:t>packages/coding-agent/test/agent-session-auto-compaction-queue.test.ts</a:t>
            </a:r>
          </a:p>
          <a:p xmlns:a="http://schemas.openxmlformats.org/drawingml/2006/main">
            <a:r>
              <a:t>packages/coding-agent/test/agent-session-branching.test.ts</a:t>
            </a:r>
          </a:p>
          <a:p xmlns:a="http://schemas.openxmlformats.org/drawingml/2006/main">
            <a:r>
              <a:t>packages/coding-agent/test/agent-session-compaction.test.ts</a:t>
            </a:r>
          </a:p>
          <a:p xmlns:a="http://schemas.openxmlformats.org/drawingml/2006/main">
            <a:r>
              <a:t>packages/coding-agent/test/agent-session-concurrent.test.ts</a:t>
            </a:r>
          </a:p>
          <a:p xmlns:a="http://schemas.openxmlformats.org/drawingml/2006/main">
            <a:r>
              <a:t>packages/coding-agent/test/agent-session-dynamic-provider.test.ts</a:t>
            </a:r>
          </a:p>
          <a:p xmlns:a="http://schemas.openxmlformats.org/drawingml/2006/main">
            <a:r>
              <a:t>packages/coding-agent/test/agent-session-retry.test.ts</a:t>
            </a:r>
          </a:p>
          <a:p xmlns:a="http://schemas.openxmlformats.org/drawingml/2006/main">
            <a:r>
              <a:t>packages/coding-agent/test/agent-session-runtime-events.test.ts</a:t>
            </a:r>
          </a:p>
          <a:p xmlns:a="http://schemas.openxmlformats.org/drawingml/2006/main">
            <a:r>
              <a:t>packages/coding-agent/test/agent-session-stats.test.ts</a:t>
            </a:r>
          </a:p>
          <a:p xmlns:a="http://schemas.openxmlformats.org/drawingml/2006/main">
            <a:r>
              <a:t>packages/coding-agent/test/auth-storage.test.ts</a:t>
            </a:r>
          </a:p>
          <a:p xmlns:a="http://schemas.openxmlformats.org/drawingml/2006/main">
            <a:r>
              <a:t>packages/coding-agent/test/cache-warmer.test.ts</a:t>
            </a:r>
          </a:p>
          <a:p xmlns:a="http://schemas.openxmlformats.org/drawingml/2006/main">
            <a:r>
              <a:t>packages/coding-agent/test/compaction-extensions.test.ts</a:t>
            </a:r>
          </a:p>
          <a:p xmlns:a="http://schemas.openxmlformats.org/drawingml/2006/main">
            <a:r>
              <a:t>packages/coding-agent/test/config-value-migration.test.ts</a:t>
            </a:r>
          </a:p>
          <a:p xmlns:a="http://schemas.openxmlformats.org/drawingml/2006/main">
            <a:r>
              <a:t>packages/coding-agent/test/extensions-input-event.test.ts</a:t>
            </a:r>
          </a:p>
          <a:p xmlns:a="http://schemas.openxmlformats.org/drawingml/2006/main">
            <a:r>
              <a:t>packages/coding-agent/test/extensions-runner.test.ts</a:t>
            </a:r>
          </a:p>
          <a:p xmlns:a="http://schemas.openxmlformats.org/drawingml/2006/main">
            <a:r>
              <a:t>packages/coding-agent/test/mcp-conformance/client.ts</a:t>
            </a:r>
          </a:p>
          <a:p xmlns:a="http://schemas.openxmlformats.org/drawingml/2006/main">
            <a:r>
              <a:t>packages/coding-agent/test/mcp-extension.test.ts</a:t>
            </a:r>
          </a:p>
          <a:p xmlns:a="http://schemas.openxmlformats.org/drawingml/2006/main">
            <a:r>
              <a:t>packages/coding-agent/test/mcp-oauth-refresh.test.ts</a:t>
            </a:r>
          </a:p>
          <a:p xmlns:a="http://schemas.openxmlformats.org/drawingml/2006/main">
            <a:r>
              <a:t>packages/coding-agent/test/mcp-oauth-store.test.ts</a:t>
            </a:r>
          </a:p>
          <a:p xmlns:a="http://schemas.openxmlformats.org/drawingml/2006/main">
            <a:r>
              <a:t>packages/coding-agent/test/model-registry.test.ts</a:t>
            </a:r>
          </a:p>
          <a:p xmlns:a="http://schemas.openxmlformats.org/drawingml/2006/main">
            <a:r>
              <a:t>packages/coding-agent/test/model-resolver.test.ts</a:t>
            </a:r>
          </a:p>
          <a:p xmlns:a="http://schemas.openxmlformats.org/drawingml/2006/main">
            <a:r>
              <a:t>packages/coding-agent/test/model-runtime-auth-options.test.ts</a:t>
            </a:r>
          </a:p>
          <a:p xmlns:a="http://schemas.openxmlformats.org/drawingml/2006/main">
            <a:r>
              <a:t>packages/coding-agent/test/model-runtime-classifiers.test.ts</a:t>
            </a:r>
          </a:p>
          <a:p xmlns:a="http://schemas.openxmlformats.org/drawingml/2006/main">
            <a:r>
              <a:t>packages/coding-agent/test/model-runtime-cloudflare-compat.test.ts</a:t>
            </a:r>
          </a:p>
          <a:p xmlns:a="http://schemas.openxmlformats.org/drawingml/2006/main">
            <a:r>
              <a:t>packages/coding-agent/test/model-runtime-credential-sync.test.ts</a:t>
            </a:r>
          </a:p>
          <a:p xmlns:a="http://schemas.openxmlformats.org/drawingml/2006/main">
            <a:r>
              <a:t>packages/coding-agent/test/model-runtime-images.test.ts</a:t>
            </a:r>
          </a:p>
          <a:p xmlns:a="http://schemas.openxmlformats.org/drawingml/2006/main">
            <a:r>
              <a:t>packages/coding-agent/test/model-runtime-modify-models-compat.test.ts</a:t>
            </a:r>
          </a:p>
          <a:p xmlns:a="http://schemas.openxmlformats.org/drawingml/2006/main">
            <a:r>
              <a:t>packages/coding-agent/test/radius.test.ts</a:t>
            </a:r>
          </a:p>
          <a:p xmlns:a="http://schemas.openxmlformats.org/drawingml/2006/main">
            <a:r>
              <a:t>packages/coding-agent/test/resource-loader.test.ts</a:t>
            </a:r>
          </a:p>
          <a:p xmlns:a="http://schemas.openxmlformats.org/drawingml/2006/main">
            <a:r>
              <a:t>packages/coding-agent/test/rpc-prompt-response-semantics.test.ts</a:t>
            </a:r>
          </a:p>
          <a:p xmlns:a="http://schemas.openxmlformats.org/drawingml/2006/main">
            <a:r>
              <a:t>packages/coding-agent/test/runtime-credentials.test.ts</a:t>
            </a:r>
          </a:p>
          <a:p xmlns:a="http://schemas.openxmlformats.org/drawingml/2006/main">
            <a:r>
              <a:t>packages/coding-agent/test/sdk-codex-cache-probe-tool-loop.ts</a:t>
            </a:r>
          </a:p>
          <a:p xmlns:a="http://schemas.openxmlformats.org/drawingml/2006/main">
            <a:r>
              <a:t>packages/coding-agent/test/sdk-openrouter-attribution.test.ts</a:t>
            </a:r>
          </a:p>
          <a:p xmlns:a="http://schemas.openxmlformats.org/drawingml/2006/main">
            <a:r>
              <a:t>packages/coding-agent/test/sdk-stream-options.test.ts</a:t>
            </a:r>
          </a:p>
          <a:p xmlns:a="http://schemas.openxmlformats.org/drawingml/2006/main">
            <a:r>
              <a:t>packages/coding-agent/test/suite/agent-session-mcp-oauth.test.ts</a:t>
            </a:r>
          </a:p>
          <a:p xmlns:a="http://schemas.openxmlformats.org/drawingml/2006/main">
            <a:r>
              <a:t>packages/coding-agent/test/suite/agent-session-runtime.test.ts</a:t>
            </a:r>
          </a:p>
          <a:p xmlns:a="http://schemas.openxmlformats.org/drawingml/2006/main">
            <a:r>
              <a:t>packages/coding-agent/test/suite/harness.ts</a:t>
            </a:r>
          </a:p>
          <a:p xmlns:a="http://schemas.openxmlformats.org/drawingml/2006/main">
            <a:r>
              <a:t>packages/coding-agent/test/suite/regressions/2753-reload-stale-resource-settings.test.ts</a:t>
            </a:r>
          </a:p>
          <a:p xmlns:a="http://schemas.openxmlformats.org/drawingml/2006/main">
            <a:r>
              <a:t>packages/coding-agent/test/suite/regressions/2860-replaced-session-context.test.ts</a:t>
            </a:r>
          </a:p>
          <a:p xmlns:a="http://schemas.openxmlformats.org/drawingml/2006/main">
            <a:r>
              <a:t>packages/coding-agent/test/suite/regressions/5596-missing-theme-export.test.ts</a:t>
            </a:r>
          </a:p>
          <a:p xmlns:a="http://schemas.openxmlformats.org/drawingml/2006/main">
            <a:r>
              <a:t>packages/coding-agent/test/suite/regressions/5661-uppercase-header-values.test.ts</a:t>
            </a:r>
          </a:p>
          <a:p xmlns:a="http://schemas.openxmlformats.org/drawingml/2006/main">
            <a:r>
              <a:t>packages/coding-agent/test/suite/regressions/6999-models-json-hot-reload.test.ts</a:t>
            </a:r>
          </a:p>
          <a:p xmlns:a="http://schemas.openxmlformats.org/drawingml/2006/main">
            <a:r>
              <a:t>packages/coding-agent/test/suite/regressions/7027-credential-refresh-hang.test.ts</a:t>
            </a:r>
          </a:p>
          <a:p xmlns:a="http://schemas.openxmlformats.org/drawingml/2006/main">
            <a:r>
              <a:t>packages/coding-agent/test/test-harness.ts</a:t>
            </a:r>
          </a:p>
          <a:p xmlns:a="http://schemas.openxmlformats.org/drawingml/2006/main">
            <a:r>
              <a:t>packages/coding-agent/test/utilities.ts</a:t>
            </a:r>
          </a:p>
          <a:p xmlns:a="http://schemas.openxmlformats.org/drawingml/2006/main">
            <a:r>
              <a:t>packages/coding-agent/test/virtual-models.test.ts</a:t>
            </a:r>
          </a:p>
          <a:p xmlns:a="http://schemas.openxmlformats.org/drawingml/2006/main">
            <a:r>
              <a:t>packages/ai/test/anthropic-federation.test.ts</a:t>
            </a:r>
          </a:p>
          <a:p xmlns:a="http://schemas.openxmlformats.org/drawingml/2006/main">
            <a:r>
              <a:t>packages/ai/test/scratch.ts</a:t>
            </a:r>
          </a:p>
          <a:p xmlns:a="http://schemas.openxmlformats.org/drawingml/2006/main">
            <a:r>
              <a:t>packages/coding-agent/test/config-schemas.test.ts</a:t>
            </a:r>
          </a:p>
          <a:p xmlns:a="http://schemas.openxmlformats.org/drawingml/2006/main">
            <a:r>
              <a:t>packages/coding-agent/test/model-runtime-test-utils.ts</a:t>
            </a:r>
          </a:p>
          <a:p xmlns:a="http://schemas.openxmlformats.org/drawingml/2006/main">
            <a:r>
              <a:t>packages/ai/test/codex-websocket-cached-probe.ts</a:t>
            </a:r>
          </a:p>
          <a:p xmlns:a="http://schemas.openxmlformats.org/drawingml/2006/main">
            <a:r>
              <a:t>packages/coding-agent/test/model-catalog-protocol.test.ts</a:t>
            </a:r>
          </a:p>
          <a:p xmlns:a="http://schemas.openxmlformats.org/drawingml/2006/main">
            <a:r>
              <a:t>packages/coding-agent/test/package-command-paths.test.ts</a:t>
            </a:r>
          </a:p>
          <a:p xmlns:a="http://schemas.openxmlformats.org/drawingml/2006/main">
            <a:r>
              <a:t>packages/coding-agent/test/models-store.test.ts</a:t>
            </a:r>
          </a:p>
          <a:p xmlns:a="http://schemas.openxmlformats.org/drawingml/2006/main">
            <a:r>
              <a:t>packages/coding-agent/test/remote-catalog-provider.test.ts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源码基线：6cd9d957a9fd50bc504d45b72834ed9dd85a20b6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流程为教学阅读顺序，可选分支不表示每次运行必经。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同一个应用消息需要经过不同供应商 API，并保持统一的上层事件。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建立 provider 集合</a:t>
            </a:r>
          </a:p>
          <a:p xmlns:a="http://schemas.openxmlformats.org/drawingml/2006/main">
            <a:r>
              <a:t>阅读 Models 的目录注册、查找和刷新接口，区分静态目录与动态刷新。按凭据变化的目录需要重新检查可用项。</a:t>
            </a:r>
          </a:p>
          <a:p xmlns:a="http://schemas.openxmlformats.org/drawingml/2006/main">
            <a:r>
              <a:t>输入：provider 与模型定义</a:t>
            </a:r>
          </a:p>
          <a:p xmlns:a="http://schemas.openxmlformats.org/drawingml/2006/main">
            <a:r>
              <a:t>输出：可查询的 Models 集合</a:t>
            </a:r>
          </a:p>
          <a:p xmlns:a="http://schemas.openxmlformats.org/drawingml/2006/main">
            <a:r>
              <a:t>入口线索：模型目录 API</a:t>
            </a:r>
          </a:p>
          <a:p xmlns:a="http://schemas.openxmlformats.org/drawingml/2006/main">
            <a:r>
              <a:t>职责：自动生成数据列为资源，不能把每个模型记录当成独立执行功能。</a:t>
            </a:r>
          </a:p>
          <a:p xmlns:a="http://schemas.openxmlformats.org/drawingml/2006/main">
            <a:r>
              <a:t>源码：packages/ai/src/model-catalog.ts</a:t>
            </a:r>
          </a:p>
          <a:p xmlns:a="http://schemas.openxmlformats.org/drawingml/2006/main">
            <a:r>
              <a:t>packages/ai/src/models-store.ts</a:t>
            </a:r>
          </a:p>
          <a:p xmlns:a="http://schemas.openxmlformats.org/drawingml/2006/main">
            <a:r>
              <a:t>packages/ai/src/models.generated.ts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整理统一消息</a:t>
            </a:r>
          </a:p>
          <a:p xmlns:a="http://schemas.openxmlformats.org/drawingml/2006/main">
            <a:r>
              <a:t>确认 system、user、assistant 和 toolResult 的形状以及工具声明。转换前保留角色、关联 ID 与内容块。</a:t>
            </a:r>
          </a:p>
          <a:p xmlns:a="http://schemas.openxmlformats.org/drawingml/2006/main">
            <a:r>
              <a:t>输入：应用消息和工具</a:t>
            </a:r>
          </a:p>
          <a:p xmlns:a="http://schemas.openxmlformats.org/drawingml/2006/main">
            <a:r>
              <a:t>输出：统一请求上下文</a:t>
            </a:r>
          </a:p>
          <a:p xmlns:a="http://schemas.openxmlformats.org/drawingml/2006/main">
            <a:r>
              <a:t>入口线索：pi-ai 根导出</a:t>
            </a:r>
          </a:p>
          <a:p xmlns:a="http://schemas.openxmlformats.org/drawingml/2006/main">
            <a:r>
              <a:t>职责：根入口保持核心能力；具体提供商通过子路径接入。</a:t>
            </a:r>
          </a:p>
          <a:p xmlns:a="http://schemas.openxmlformats.org/drawingml/2006/main">
            <a:r>
              <a:t>源码：packages/ai/src/models.ts</a:t>
            </a:r>
          </a:p>
          <a:p xmlns:a="http://schemas.openxmlformats.org/drawingml/2006/main">
            <a:r>
              <a:t>packages/ai/src/session-resources.ts</a:t>
            </a:r>
          </a:p>
          <a:p xmlns:a="http://schemas.openxmlformats.org/drawingml/2006/main">
            <a:r>
              <a:t>packages/ai/src/types.ts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转换具体协议</a:t>
            </a:r>
          </a:p>
          <a:p xmlns:a="http://schemas.openxmlformats.org/drawingml/2006/main">
            <a:r>
              <a:t>选一份 API 实现跟踪消息、采样与推理参数的转换，再比较另一份实现。统一选项不保证供应商接受完全相同的字段。</a:t>
            </a:r>
          </a:p>
          <a:p xmlns:a="http://schemas.openxmlformats.org/drawingml/2006/main">
            <a:r>
              <a:t>输入：模型和标准上下文</a:t>
            </a:r>
          </a:p>
          <a:p xmlns:a="http://schemas.openxmlformats.org/drawingml/2006/main">
            <a:r>
              <a:t>输出：供应商请求体</a:t>
            </a:r>
          </a:p>
          <a:p xmlns:a="http://schemas.openxmlformats.org/drawingml/2006/main">
            <a:r>
              <a:t>入口线索：api/* 子路径</a:t>
            </a:r>
          </a:p>
          <a:p xmlns:a="http://schemas.openxmlformats.org/drawingml/2006/main">
            <a:r>
              <a:t>职责：包含 OpenAI、Anthropic、Google、Bedrock、Mistral、分类/图像等适配；具体清单由文件索引列出。</a:t>
            </a:r>
          </a:p>
          <a:p xmlns:a="http://schemas.openxmlformats.org/drawingml/2006/main">
            <a:r>
              <a:t>源码：packages/ai/src/api/anthropic-messages.lazy.ts</a:t>
            </a:r>
          </a:p>
          <a:p xmlns:a="http://schemas.openxmlformats.org/drawingml/2006/main">
            <a:r>
              <a:t>packages/ai/src/api/anthropic-messages.ts</a:t>
            </a:r>
          </a:p>
          <a:p xmlns:a="http://schemas.openxmlformats.org/drawingml/2006/main">
            <a:r>
              <a:t>packages/ai/src/api/azure-openai-config.ts</a:t>
            </a:r>
          </a:p>
          <a:p xmlns:a="http://schemas.openxmlformats.org/drawingml/2006/main">
            <a:r>
              <a:t>packages/ai/src/api/azure-openai-responses.lazy.ts</a:t>
            </a:r>
          </a:p>
          <a:p xmlns:a="http://schemas.openxmlformats.org/drawingml/2006/main">
            <a:r>
              <a:t>packages/ai/src/api/azure-openai-responses.ts</a:t>
            </a:r>
          </a:p>
          <a:p xmlns:a="http://schemas.openxmlformats.org/drawingml/2006/main">
            <a:r>
              <a:t>packages/ai/src/api/bedrock-converse-stream.lazy.ts</a:t>
            </a:r>
          </a:p>
          <a:p xmlns:a="http://schemas.openxmlformats.org/drawingml/2006/main">
            <a:r>
              <a:t>packages/ai/src/api/bedrock-converse-stream.ts</a:t>
            </a:r>
          </a:p>
          <a:p xmlns:a="http://schemas.openxmlformats.org/drawingml/2006/main">
            <a:r>
              <a:t>packages/ai/src/api/classifier-shared.ts</a:t>
            </a:r>
          </a:p>
          <a:p xmlns:a="http://schemas.openxmlformats.org/drawingml/2006/main">
            <a:r>
              <a:t>packages/ai/src/api/cloudflare-ai-binding.ts</a:t>
            </a:r>
          </a:p>
          <a:p xmlns:a="http://schemas.openxmlformats.org/drawingml/2006/main">
            <a:r>
              <a:t>packages/ai/src/api/cloudflare-workers-ai-system-one.lazy.ts</a:t>
            </a:r>
          </a:p>
          <a:p xmlns:a="http://schemas.openxmlformats.org/drawingml/2006/main">
            <a:r>
              <a:t>packages/ai/src/api/cloudflare-workers-ai-system-one.ts</a:t>
            </a:r>
          </a:p>
          <a:p xmlns:a="http://schemas.openxmlformats.org/drawingml/2006/main">
            <a:r>
              <a:t>packages/ai/src/api/cloudflare.ts</a:t>
            </a:r>
          </a:p>
          <a:p xmlns:a="http://schemas.openxmlformats.org/drawingml/2006/main">
            <a:r>
              <a:t>packages/ai/src/api/constrained-sampling.ts</a:t>
            </a:r>
          </a:p>
          <a:p xmlns:a="http://schemas.openxmlformats.org/drawingml/2006/main">
            <a:r>
              <a:t>packages/ai/src/api/github-copilot-headers.ts</a:t>
            </a:r>
          </a:p>
          <a:p xmlns:a="http://schemas.openxmlformats.org/drawingml/2006/main">
            <a:r>
              <a:t>packages/ai/src/api/google-generative-ai.lazy.ts</a:t>
            </a:r>
          </a:p>
          <a:p xmlns:a="http://schemas.openxmlformats.org/drawingml/2006/main">
            <a:r>
              <a:t>packages/ai/src/api/google-generative-ai.ts</a:t>
            </a:r>
          </a:p>
          <a:p xmlns:a="http://schemas.openxmlformats.org/drawingml/2006/main">
            <a:r>
              <a:t>packages/ai/src/api/google-shared.ts</a:t>
            </a:r>
          </a:p>
          <a:p xmlns:a="http://schemas.openxmlformats.org/drawingml/2006/main">
            <a:r>
              <a:t>packages/ai/src/api/google-vertex.lazy.ts</a:t>
            </a:r>
          </a:p>
          <a:p xmlns:a="http://schemas.openxmlformats.org/drawingml/2006/main">
            <a:r>
              <a:t>packages/ai/src/api/google-vertex.ts</a:t>
            </a:r>
          </a:p>
          <a:p xmlns:a="http://schemas.openxmlformats.org/drawingml/2006/main">
            <a:r>
              <a:t>packages/ai/src/api/lazy.ts</a:t>
            </a:r>
          </a:p>
          <a:p xmlns:a="http://schemas.openxmlformats.org/drawingml/2006/main">
            <a:r>
              <a:t>packages/ai/src/api/llama-cpp-classify.lazy.ts</a:t>
            </a:r>
          </a:p>
          <a:p xmlns:a="http://schemas.openxmlformats.org/drawingml/2006/main">
            <a:r>
              <a:t>packages/ai/src/api/llama-cpp-classify.ts</a:t>
            </a:r>
          </a:p>
          <a:p xmlns:a="http://schemas.openxmlformats.org/drawingml/2006/main">
            <a:r>
              <a:t>packages/ai/src/api/mistral-conversations.lazy.ts</a:t>
            </a:r>
          </a:p>
          <a:p xmlns:a="http://schemas.openxmlformats.org/drawingml/2006/main">
            <a:r>
              <a:t>packages/ai/src/api/mistral-conversations.ts</a:t>
            </a:r>
          </a:p>
          <a:p xmlns:a="http://schemas.openxmlformats.org/drawingml/2006/main">
            <a:r>
              <a:t>packages/ai/src/api/openai-codex-responses.lazy.ts</a:t>
            </a:r>
          </a:p>
          <a:p xmlns:a="http://schemas.openxmlformats.org/drawingml/2006/main">
            <a:r>
              <a:t>packages/ai/src/api/openai-codex-responses.ts</a:t>
            </a:r>
          </a:p>
          <a:p xmlns:a="http://schemas.openxmlformats.org/drawingml/2006/main">
            <a:r>
              <a:t>packages/ai/src/api/openai-completions.lazy.ts</a:t>
            </a:r>
          </a:p>
          <a:p xmlns:a="http://schemas.openxmlformats.org/drawingml/2006/main">
            <a:r>
              <a:t>packages/ai/src/api/openai-completions.ts</a:t>
            </a:r>
          </a:p>
          <a:p xmlns:a="http://schemas.openxmlformats.org/drawingml/2006/main">
            <a:r>
              <a:t>packages/ai/src/api/openai-decisions.lazy.ts</a:t>
            </a:r>
          </a:p>
          <a:p xmlns:a="http://schemas.openxmlformats.org/drawingml/2006/main">
            <a:r>
              <a:t>packages/ai/src/api/openai-decisions.ts</a:t>
            </a:r>
          </a:p>
          <a:p xmlns:a="http://schemas.openxmlformats.org/drawingml/2006/main">
            <a:r>
              <a:t>packages/ai/src/api/openai-prompt-cache.ts</a:t>
            </a:r>
          </a:p>
          <a:p xmlns:a="http://schemas.openxmlformats.org/drawingml/2006/main">
            <a:r>
              <a:t>packages/ai/src/api/openai-responses-shared.ts</a:t>
            </a:r>
          </a:p>
          <a:p xmlns:a="http://schemas.openxmlformats.org/drawingml/2006/main">
            <a:r>
              <a:t>packages/ai/src/api/openai-responses.lazy.ts</a:t>
            </a:r>
          </a:p>
          <a:p xmlns:a="http://schemas.openxmlformats.org/drawingml/2006/main">
            <a:r>
              <a:t>packages/ai/src/api/openai-responses.ts</a:t>
            </a:r>
          </a:p>
          <a:p xmlns:a="http://schemas.openxmlformats.org/drawingml/2006/main">
            <a:r>
              <a:t>packages/ai/src/api/openrouter-images.lazy.ts</a:t>
            </a:r>
          </a:p>
          <a:p xmlns:a="http://schemas.openxmlformats.org/drawingml/2006/main">
            <a:r>
              <a:t>packages/ai/src/api/openrouter-images.ts</a:t>
            </a:r>
          </a:p>
          <a:p xmlns:a="http://schemas.openxmlformats.org/drawingml/2006/main">
            <a:r>
              <a:t>packages/ai/src/api/pi-messages.lazy.ts</a:t>
            </a:r>
          </a:p>
          <a:p xmlns:a="http://schemas.openxmlformats.org/drawingml/2006/main">
            <a:r>
              <a:t>packages/ai/src/api/pi-messages.ts</a:t>
            </a:r>
          </a:p>
          <a:p xmlns:a="http://schemas.openxmlformats.org/drawingml/2006/main">
            <a:r>
              <a:t>packages/ai/src/api/simple-options.ts</a:t>
            </a:r>
          </a:p>
          <a:p xmlns:a="http://schemas.openxmlformats.org/drawingml/2006/main">
            <a:r>
              <a:t>packages/ai/src/api/system-one-shared.ts</a:t>
            </a:r>
          </a:p>
          <a:p xmlns:a="http://schemas.openxmlformats.org/drawingml/2006/main">
            <a:r>
              <a:t>packages/ai/src/api/transform-messages.ts</a:t>
            </a:r>
          </a:p>
          <a:p xmlns:a="http://schemas.openxmlformats.org/drawingml/2006/main">
            <a:r>
              <a:t>packages/ai/src/api/typesafe-system-one.lazy.ts</a:t>
            </a:r>
          </a:p>
          <a:p xmlns:a="http://schemas.openxmlformats.org/drawingml/2006/main">
            <a:r>
              <a:t>packages/ai/src/api/typesafe-system-one.ts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4. 消费增量并结束</a:t>
            </a:r>
          </a:p>
          <a:p xmlns:a="http://schemas.openxmlformats.org/drawingml/2006/main">
            <a:r>
              <a:t>观察文本、思考和工具参数的增量事件，等到完成后再消费完整结果，并读取 stopReason、usage 与错误。</a:t>
            </a:r>
          </a:p>
          <a:p xmlns:a="http://schemas.openxmlformats.org/drawingml/2006/main">
            <a:r>
              <a:t>输入：供应商流响应</a:t>
            </a:r>
          </a:p>
          <a:p xmlns:a="http://schemas.openxmlformats.org/drawingml/2006/main">
            <a:r>
              <a:t>输出：统一 AssistantMessage 与结束原因</a:t>
            </a:r>
          </a:p>
          <a:p xmlns:a="http://schemas.openxmlformats.org/drawingml/2006/main">
            <a:r>
              <a:t>入口线索：工具函数 / Provider 实现</a:t>
            </a:r>
          </a:p>
          <a:p xmlns:a="http://schemas.openxmlformats.org/drawingml/2006/main">
            <a:r>
              <a:t>职责：具体函数、参数与注释由 AST 提取，避免依名字猜契约。</a:t>
            </a:r>
          </a:p>
          <a:p xmlns:a="http://schemas.openxmlformats.org/drawingml/2006/main">
            <a:r>
              <a:t>源码：packages/ai/src/utils/abort-signals.ts</a:t>
            </a:r>
          </a:p>
          <a:p xmlns:a="http://schemas.openxmlformats.org/drawingml/2006/main">
            <a:r>
              <a:t>packages/ai/src/utils/abort.ts</a:t>
            </a:r>
          </a:p>
          <a:p xmlns:a="http://schemas.openxmlformats.org/drawingml/2006/main">
            <a:r>
              <a:t>packages/ai/src/utils/assistant-message-frame.ts</a:t>
            </a:r>
          </a:p>
          <a:p xmlns:a="http://schemas.openxmlformats.org/drawingml/2006/main">
            <a:r>
              <a:t>packages/ai/src/utils/diagnostics.ts</a:t>
            </a:r>
          </a:p>
          <a:p xmlns:a="http://schemas.openxmlformats.org/drawingml/2006/main">
            <a:r>
              <a:t>packages/ai/src/utils/error-body.ts</a:t>
            </a:r>
          </a:p>
          <a:p xmlns:a="http://schemas.openxmlformats.org/drawingml/2006/main">
            <a:r>
              <a:t>packages/ai/src/utils/estimate.ts</a:t>
            </a:r>
          </a:p>
          <a:p xmlns:a="http://schemas.openxmlformats.org/drawingml/2006/main">
            <a:r>
              <a:t>packages/ai/src/utils/event-stream.ts</a:t>
            </a:r>
          </a:p>
          <a:p xmlns:a="http://schemas.openxmlformats.org/drawingml/2006/main">
            <a:r>
              <a:t>packages/ai/src/utils/hash.ts</a:t>
            </a:r>
          </a:p>
          <a:p xmlns:a="http://schemas.openxmlformats.org/drawingml/2006/main">
            <a:r>
              <a:t>packages/ai/src/utils/headers.ts</a:t>
            </a:r>
          </a:p>
          <a:p xmlns:a="http://schemas.openxmlformats.org/drawingml/2006/main">
            <a:r>
              <a:t>packages/ai/src/utils/json-parse.ts</a:t>
            </a:r>
          </a:p>
          <a:p xmlns:a="http://schemas.openxmlformats.org/drawingml/2006/main">
            <a:r>
              <a:t>packages/ai/src/utils/model-operations.ts</a:t>
            </a:r>
          </a:p>
          <a:p xmlns:a="http://schemas.openxmlformats.org/drawingml/2006/main">
            <a:r>
              <a:t>packages/ai/src/utils/models-error.ts</a:t>
            </a:r>
          </a:p>
          <a:p xmlns:a="http://schemas.openxmlformats.org/drawingml/2006/main">
            <a:r>
              <a:t>packages/ai/src/utils/node-http-proxy.ts</a:t>
            </a:r>
          </a:p>
          <a:p xmlns:a="http://schemas.openxmlformats.org/drawingml/2006/main">
            <a:r>
              <a:t>packages/ai/src/utils/oauth-page.ts</a:t>
            </a:r>
          </a:p>
          <a:p xmlns:a="http://schemas.openxmlformats.org/drawingml/2006/main">
            <a:r>
              <a:t>packages/ai/src/utils/overflow.ts</a:t>
            </a:r>
          </a:p>
          <a:p xmlns:a="http://schemas.openxmlformats.org/drawingml/2006/main">
            <a:r>
              <a:t>packages/ai/src/utils/pi-user-agent.ts</a:t>
            </a:r>
          </a:p>
          <a:p xmlns:a="http://schemas.openxmlformats.org/drawingml/2006/main">
            <a:r>
              <a:t>packages/ai/src/utils/provider-env.ts</a:t>
            </a:r>
          </a:p>
          <a:p xmlns:a="http://schemas.openxmlformats.org/drawingml/2006/main">
            <a:r>
              <a:t>packages/ai/src/utils/provider-retry.ts</a:t>
            </a:r>
          </a:p>
          <a:p xmlns:a="http://schemas.openxmlformats.org/drawingml/2006/main">
            <a:r>
              <a:t>packages/ai/src/utils/retry.ts</a:t>
            </a:r>
          </a:p>
          <a:p xmlns:a="http://schemas.openxmlformats.org/drawingml/2006/main">
            <a:r>
              <a:t>packages/ai/src/utils/sanitize-unicode.ts</a:t>
            </a:r>
          </a:p>
          <a:p xmlns:a="http://schemas.openxmlformats.org/drawingml/2006/main">
            <a:r>
              <a:t>packages/ai/src/utils/sleep.ts</a:t>
            </a:r>
          </a:p>
          <a:p xmlns:a="http://schemas.openxmlformats.org/drawingml/2006/main">
            <a:r>
              <a:t>packages/ai/src/utils/text.ts</a:t>
            </a:r>
          </a:p>
          <a:p xmlns:a="http://schemas.openxmlformats.org/drawingml/2006/main">
            <a:r>
              <a:t>packages/ai/src/utils/transcript.ts</a:t>
            </a:r>
          </a:p>
          <a:p xmlns:a="http://schemas.openxmlformats.org/drawingml/2006/main">
            <a:r>
              <a:t>packages/ai/src/utils/typebox-helpers.ts</a:t>
            </a:r>
          </a:p>
          <a:p xmlns:a="http://schemas.openxmlformats.org/drawingml/2006/main">
            <a:r>
              <a:t>packages/ai/src/utils/uuid.ts</a:t>
            </a:r>
          </a:p>
          <a:p xmlns:a="http://schemas.openxmlformats.org/drawingml/2006/main">
            <a:r>
              <a:t>packages/ai/src/utils/validation.ts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失败与恢复：半截工具 JSON 不具备可执行保证。中止、网络失败、协议错误和正常停止的结果应区别处理。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练习：跟踪一次包含 toolCall 的响应，写出调用 ID、参数何时完整、何时可以验证执行。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参考判断：执行点必须位于参数完成并校验之后；文本增量和工具参数增量都不能当作最终消息直接持久消费。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功能编号：MOD-19, MOD-27, MOD-29, AI-01, AI-02, AI-03, AI-04, AI-05, AI-06, AI-07, AI-08, AI-12, AI-13, AI-14, AI-15, AI-16, AI-17, AI-18, AI-19, AI-20, AI-23, AI-24, AI-25, AI-26, AI-27, AI-28, AI-29, AI-30, AI-31, AI-32, AI-33, AI-34, AI-35, AI-38, AI-39, PROV-01, PROV-02, PROV-03, PROV-04, PROV-05, PROV-06, PROV-07, PROV-08, PROV-09, PROV-10, PROV-11, PROV-12, PROV-13, PROV-14, PROV-15, PROV-16, PROV-17, PROV-18, PROV-19, PROV-20, PROV-21, PROV-22, PROV-23, PROV-24, PROV-25, PROV-26, PROV-27, PROV-28, PROV-29, PROV-30, PROV-31, PROV-32, PROV-33, PROV-34, PROV-35, PROV-36, PROV-37, PROV-39, OTH-53, OTH-86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文档来源：</a:t>
            </a:r>
          </a:p>
          <a:p xmlns:a="http://schemas.openxmlformats.org/drawingml/2006/main">
            <a:r>
              <a:t>packages/ai/README.md</a:t>
            </a:r>
          </a:p>
          <a:p xmlns:a="http://schemas.openxmlformats.org/drawingml/2006/main">
            <a:r>
              <a:t>packages/coding-agent/docs/cli.md</a:t>
            </a:r>
          </a:p>
          <a:p xmlns:a="http://schemas.openxmlformats.org/drawingml/2006/main">
            <a:r>
              <a:t>AGENTS.md</a:t>
            </a:r>
          </a:p>
          <a:p xmlns:a="http://schemas.openxmlformats.org/drawingml/2006/main">
            <a:r>
              <a:t>packages/coding-agent/examples/extensions/README.md</a:t>
            </a:r>
          </a:p>
          <a:p xmlns:a="http://schemas.openxmlformats.org/drawingml/2006/main">
            <a:r>
              <a:t>packages/coding-agent/docs/settings.md</a:t>
            </a:r>
          </a:p>
          <a:p xmlns:a="http://schemas.openxmlformats.org/drawingml/2006/main">
            <a:r>
              <a:t>packages/coding-agent/docs/models.md</a:t>
            </a:r>
          </a:p>
          <a:p xmlns:a="http://schemas.openxmlformats.org/drawingml/2006/main">
            <a:r>
              <a:t>packages/coding-agent/docs/providers.md</a:t>
            </a:r>
          </a:p>
          <a:p xmlns:a="http://schemas.openxmlformats.org/drawingml/2006/main">
            <a:r>
              <a:t>packages/ai/CHANGELOG.md</a:t>
            </a:r>
          </a:p>
          <a:p xmlns:a="http://schemas.openxmlformats.org/drawingml/2006/main">
            <a:r>
              <a:t>packages/ai/src/providers/all.ts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关联测试阅读线索（未在演示文稿中执行）：</a:t>
            </a:r>
          </a:p>
          <a:p xmlns:a="http://schemas.openxmlformats.org/drawingml/2006/main">
            <a:r>
              <a:t>packages/ai/test/images-models.test.ts</a:t>
            </a:r>
          </a:p>
          <a:p xmlns:a="http://schemas.openxmlformats.org/drawingml/2006/main">
            <a:r>
              <a:t>packages/ai/test/model-types.test.ts</a:t>
            </a:r>
          </a:p>
          <a:p xmlns:a="http://schemas.openxmlformats.org/drawingml/2006/main">
            <a:r>
              <a:t>packages/ai/test/models-runtime.test.ts</a:t>
            </a:r>
          </a:p>
          <a:p xmlns:a="http://schemas.openxmlformats.org/drawingml/2006/main">
            <a:r>
              <a:t>packages/ai/test/providers.test.ts</a:t>
            </a:r>
          </a:p>
          <a:p xmlns:a="http://schemas.openxmlformats.org/drawingml/2006/main">
            <a:r>
              <a:t>packages/ai/test/radius-provider.test.ts</a:t>
            </a:r>
          </a:p>
          <a:p xmlns:a="http://schemas.openxmlformats.org/drawingml/2006/main">
            <a:r>
              <a:t>packages/ai/test/cache-retention.test.ts</a:t>
            </a:r>
          </a:p>
          <a:p xmlns:a="http://schemas.openxmlformats.org/drawingml/2006/main">
            <a:r>
              <a:t>packages/ai/test/zen.test.ts</a:t>
            </a:r>
          </a:p>
          <a:p xmlns:a="http://schemas.openxmlformats.org/drawingml/2006/main">
            <a:r>
              <a:t>packages/ai/test/anthropic-auth-token.test.ts</a:t>
            </a:r>
          </a:p>
          <a:p xmlns:a="http://schemas.openxmlformats.org/drawingml/2006/main">
            <a:r>
              <a:t>packages/ai/test/anthropic-federation.test.ts</a:t>
            </a:r>
          </a:p>
          <a:p xmlns:a="http://schemas.openxmlformats.org/drawingml/2006/main">
            <a:r>
              <a:t>packages/ai/test/baseten-models.test.ts</a:t>
            </a:r>
          </a:p>
          <a:p xmlns:a="http://schemas.openxmlformats.org/drawingml/2006/main">
            <a:r>
              <a:t>packages/ai/test/classifier-models.test.ts</a:t>
            </a:r>
          </a:p>
          <a:p xmlns:a="http://schemas.openxmlformats.org/drawingml/2006/main">
            <a:r>
              <a:t>packages/ai/test/cloudflare-workers-ai-system-one.test.ts</a:t>
            </a:r>
          </a:p>
          <a:p xmlns:a="http://schemas.openxmlformats.org/drawingml/2006/main">
            <a:r>
              <a:t>packages/ai/test/fireworks-model-generation.test.ts</a:t>
            </a:r>
          </a:p>
          <a:p xmlns:a="http://schemas.openxmlformats.org/drawingml/2006/main">
            <a:r>
              <a:t>packages/ai/test/fireworks-models.test.ts</a:t>
            </a:r>
          </a:p>
          <a:p xmlns:a="http://schemas.openxmlformats.org/drawingml/2006/main">
            <a:r>
              <a:t>packages/ai/test/github-copilot-anthropic.test.ts</a:t>
            </a:r>
          </a:p>
          <a:p xmlns:a="http://schemas.openxmlformats.org/drawingml/2006/main">
            <a:r>
              <a:t>packages/ai/test/github-copilot-oauth.test.ts</a:t>
            </a:r>
          </a:p>
          <a:p xmlns:a="http://schemas.openxmlformats.org/drawingml/2006/main">
            <a:r>
              <a:t>packages/ai/test/oauth-auth.test.ts</a:t>
            </a:r>
          </a:p>
          <a:p xmlns:a="http://schemas.openxmlformats.org/drawingml/2006/main">
            <a:r>
              <a:t>packages/ai/test/openrouter-oauth.test.ts</a:t>
            </a:r>
          </a:p>
          <a:p xmlns:a="http://schemas.openxmlformats.org/drawingml/2006/main">
            <a:r>
              <a:t>packages/ai/test/openrouter-user-models.test.ts</a:t>
            </a:r>
          </a:p>
          <a:p xmlns:a="http://schemas.openxmlformats.org/drawingml/2006/main">
            <a:r>
              <a:t>packages/ai/test/scratch.ts</a:t>
            </a:r>
          </a:p>
          <a:p xmlns:a="http://schemas.openxmlformats.org/drawingml/2006/main">
            <a:r>
              <a:t>packages/ai/test/telemetry-options.test.ts</a:t>
            </a:r>
          </a:p>
          <a:p xmlns:a="http://schemas.openxmlformats.org/drawingml/2006/main">
            <a:r>
              <a:t>packages/ai/test/xai-responses.test.ts</a:t>
            </a:r>
          </a:p>
          <a:p xmlns:a="http://schemas.openxmlformats.org/drawingml/2006/main">
            <a:r>
              <a:t>packages/durable/test/codemode-bench.ts</a:t>
            </a:r>
          </a:p>
          <a:p xmlns:a="http://schemas.openxmlformats.org/drawingml/2006/main">
            <a:r>
              <a:t>packages/durable/test/nested-images-bench.ts</a:t>
            </a:r>
          </a:p>
          <a:p xmlns:a="http://schemas.openxmlformats.org/drawingml/2006/main">
            <a:r>
              <a:t>packages/durable/test/nested-tools-bench.ts</a:t>
            </a:r>
          </a:p>
          <a:p xmlns:a="http://schemas.openxmlformats.org/drawingml/2006/main">
            <a:r>
              <a:t>packages/durable/test/scheduler-fanout-bench.ts</a:t>
            </a:r>
          </a:p>
          <a:p xmlns:a="http://schemas.openxmlformats.org/drawingml/2006/main">
            <a:r>
              <a:t>packages/durable/test/scheduler-memory-bench.ts</a:t>
            </a:r>
          </a:p>
          <a:p xmlns:a="http://schemas.openxmlformats.org/drawingml/2006/main">
            <a:r>
              <a:t>packages/durable/test/session-document-cache-bench.ts</a:t>
            </a:r>
          </a:p>
          <a:p xmlns:a="http://schemas.openxmlformats.org/drawingml/2006/main">
            <a:r>
              <a:t>packages/durable/test/tool-output-bench.ts</a:t>
            </a:r>
          </a:p>
          <a:p xmlns:a="http://schemas.openxmlformats.org/drawingml/2006/main">
            <a:r>
              <a:t>packages/ai/test/abort.test.ts</a:t>
            </a:r>
          </a:p>
          <a:p xmlns:a="http://schemas.openxmlformats.org/drawingml/2006/main">
            <a:r>
              <a:t>packages/ai/test/anthropic-adaptive-thinking-models.test.ts</a:t>
            </a:r>
          </a:p>
          <a:p xmlns:a="http://schemas.openxmlformats.org/drawingml/2006/main">
            <a:r>
              <a:t>packages/ai/test/anthropic-eager-tool-input-compat.test.ts</a:t>
            </a:r>
          </a:p>
          <a:p xmlns:a="http://schemas.openxmlformats.org/drawingml/2006/main">
            <a:r>
              <a:t>packages/ai/test/anthropic-eager-tool-input-e2e.test.ts</a:t>
            </a:r>
          </a:p>
          <a:p xmlns:a="http://schemas.openxmlformats.org/drawingml/2006/main">
            <a:r>
              <a:t>packages/ai/test/anthropic-empty-thinking-signature-compat.test.ts</a:t>
            </a:r>
          </a:p>
          <a:p xmlns:a="http://schemas.openxmlformats.org/drawingml/2006/main">
            <a:r>
              <a:t>packages/ai/test/anthropic-federation-sdk.test.ts</a:t>
            </a:r>
          </a:p>
          <a:p xmlns:a="http://schemas.openxmlformats.org/drawingml/2006/main">
            <a:r>
              <a:t>packages/ai/test/anthropic-force-adaptive-thinking.test.ts</a:t>
            </a:r>
          </a:p>
          <a:p xmlns:a="http://schemas.openxmlformats.org/drawingml/2006/main">
            <a:r>
              <a:t>packages/ai/test/anthropic-long-cache-retention-e2e.test.ts</a:t>
            </a:r>
          </a:p>
          <a:p xmlns:a="http://schemas.openxmlformats.org/drawingml/2006/main">
            <a:r>
              <a:t>packages/ai/test/anthropic-mid-conversation-effort.test.ts</a:t>
            </a:r>
          </a:p>
          <a:p xmlns:a="http://schemas.openxmlformats.org/drawingml/2006/main">
            <a:r>
              <a:t>packages/ai/test/anthropic-opus-4-8-smoke.test.ts</a:t>
            </a:r>
          </a:p>
          <a:p xmlns:a="http://schemas.openxmlformats.org/drawingml/2006/main">
            <a:r>
              <a:t>packages/ai/test/anthropic-sse-parsing.test.ts</a:t>
            </a:r>
          </a:p>
          <a:p xmlns:a="http://schemas.openxmlformats.org/drawingml/2006/main">
            <a:r>
              <a:t>packages/ai/test/anthropic-strict-tool-schema.test.ts</a:t>
            </a:r>
          </a:p>
          <a:p xmlns:a="http://schemas.openxmlformats.org/drawingml/2006/main">
            <a:r>
              <a:t>packages/ai/test/anthropic-temperature-compat.test.ts</a:t>
            </a:r>
          </a:p>
          <a:p xmlns:a="http://schemas.openxmlformats.org/drawingml/2006/main">
            <a:r>
              <a:t>packages/ai/test/anthropic-thinking-binding-e2e.test.ts</a:t>
            </a:r>
          </a:p>
          <a:p xmlns:a="http://schemas.openxmlformats.org/drawingml/2006/main">
            <a:r>
              <a:t>packages/ai/test/anthropic-thinking-disable.test.ts</a:t>
            </a:r>
          </a:p>
          <a:p xmlns:a="http://schemas.openxmlformats.org/drawingml/2006/main">
            <a:r>
              <a:t>packages/ai/test/anthropic-tool-name-normalization.test.ts</a:t>
            </a:r>
          </a:p>
          <a:p xmlns:a="http://schemas.openxmlformats.org/drawingml/2006/main">
            <a:r>
              <a:t>packages/ai/test/azure-openai-base-url.test.ts</a:t>
            </a:r>
          </a:p>
          <a:p xmlns:a="http://schemas.openxmlformats.org/drawingml/2006/main">
            <a:r>
              <a:t>packages/ai/test/azure-openai-completions.test.ts</a:t>
            </a:r>
          </a:p>
          <a:p xmlns:a="http://schemas.openxmlformats.org/drawingml/2006/main">
            <a:r>
              <a:t>packages/ai/test/azure-openai-responses-reasoning-replay.test.ts</a:t>
            </a:r>
          </a:p>
          <a:p xmlns:a="http://schemas.openxmlformats.org/drawingml/2006/main">
            <a:r>
              <a:t>packages/ai/test/azure-openai-tool-choice.test.ts</a:t>
            </a:r>
          </a:p>
          <a:p xmlns:a="http://schemas.openxmlformats.org/drawingml/2006/main">
            <a:r>
              <a:t>packages/ai/test/bedrock-convert-messages.test.ts</a:t>
            </a:r>
          </a:p>
          <a:p xmlns:a="http://schemas.openxmlformats.org/drawingml/2006/main">
            <a:r>
              <a:t>packages/ai/test/bedrock-credentials.test.ts</a:t>
            </a:r>
          </a:p>
          <a:p xmlns:a="http://schemas.openxmlformats.org/drawingml/2006/main">
            <a:r>
              <a:t>packages/ai/test/bedrock-custom-headers.test.ts</a:t>
            </a:r>
          </a:p>
          <a:p xmlns:a="http://schemas.openxmlformats.org/drawingml/2006/main">
            <a:r>
              <a:t>packages/ai/test/bedrock-endpoint-resolution.test.ts</a:t>
            </a:r>
          </a:p>
          <a:p xmlns:a="http://schemas.openxmlformats.org/drawingml/2006/main">
            <a:r>
              <a:t>packages/ai/test/bedrock-error-metadata.test.ts</a:t>
            </a:r>
          </a:p>
          <a:p xmlns:a="http://schemas.openxmlformats.org/drawingml/2006/main">
            <a:r>
              <a:t>packages/ai/test/bedrock-models.test.ts</a:t>
            </a:r>
          </a:p>
          <a:p xmlns:a="http://schemas.openxmlformats.org/drawingml/2006/main">
            <a:r>
              <a:t>packages/ai/test/bedrock-raw-stop-reason.test.ts</a:t>
            </a:r>
          </a:p>
          <a:p xmlns:a="http://schemas.openxmlformats.org/drawingml/2006/main">
            <a:r>
              <a:t>packages/ai/test/bedrock-redacted-reasoning.test.ts</a:t>
            </a:r>
          </a:p>
          <a:p xmlns:a="http://schemas.openxmlformats.org/drawingml/2006/main">
            <a:r>
              <a:t>packages/ai/test/bedrock-response-headers.test.ts</a:t>
            </a:r>
          </a:p>
          <a:p xmlns:a="http://schemas.openxmlformats.org/drawingml/2006/main">
            <a:r>
              <a:t>packages/ai/test/bedrock-thinking-payload.test.ts</a:t>
            </a:r>
          </a:p>
          <a:p xmlns:a="http://schemas.openxmlformats.org/drawingml/2006/main">
            <a:r>
              <a:t>packages/ai/test/cloudflare-ai-binding.test.ts</a:t>
            </a:r>
          </a:p>
          <a:p xmlns:a="http://schemas.openxmlformats.org/drawingml/2006/main">
            <a:r>
              <a:t>packages/ai/test/cloudflare-stream.test.ts</a:t>
            </a:r>
          </a:p>
          <a:p xmlns:a="http://schemas.openxmlformats.org/drawingml/2006/main">
            <a:r>
              <a:t>packages/ai/test/codex-websocket-cached-probe.ts</a:t>
            </a:r>
          </a:p>
          <a:p xmlns:a="http://schemas.openxmlformats.org/drawingml/2006/main">
            <a:r>
              <a:t>packages/ai/test/compat-env.test.ts</a:t>
            </a:r>
          </a:p>
          <a:p xmlns:a="http://schemas.openxmlformats.org/drawingml/2006/main">
            <a:r>
              <a:t>packages/ai/test/constrained-sampling.test.ts</a:t>
            </a:r>
          </a:p>
          <a:p xmlns:a="http://schemas.openxmlformats.org/drawingml/2006/main">
            <a:r>
              <a:t>packages/ai/test/context-estimate.test.ts</a:t>
            </a:r>
          </a:p>
          <a:p xmlns:a="http://schemas.openxmlformats.org/drawingml/2006/main">
            <a:r>
              <a:t>packages/ai/test/context-overflow.test.ts</a:t>
            </a:r>
          </a:p>
          <a:p xmlns:a="http://schemas.openxmlformats.org/drawingml/2006/main">
            <a:r>
              <a:t>packages/ai/test/cross-provider-handoff.test.ts</a:t>
            </a:r>
          </a:p>
          <a:p xmlns:a="http://schemas.openxmlformats.org/drawingml/2006/main">
            <a:r>
              <a:t>packages/ai/test/empty.test.ts</a:t>
            </a:r>
          </a:p>
          <a:p xmlns:a="http://schemas.openxmlformats.org/drawingml/2006/main">
            <a:r>
              <a:t>packages/ai/test/event-stream.test.ts</a:t>
            </a:r>
          </a:p>
          <a:p xmlns:a="http://schemas.openxmlformats.org/drawingml/2006/main">
            <a:r>
              <a:t>packages/ai/test/faux-provider.test.ts</a:t>
            </a:r>
          </a:p>
          <a:p xmlns:a="http://schemas.openxmlformats.org/drawingml/2006/main">
            <a:r>
              <a:t>packages/ai/test/fetch-option.test.ts</a:t>
            </a:r>
          </a:p>
          <a:p xmlns:a="http://schemas.openxmlformats.org/drawingml/2006/main">
            <a:r>
              <a:t>packages/ai/test/google-raw-stop-reason.test.ts</a:t>
            </a:r>
          </a:p>
          <a:p xmlns:a="http://schemas.openxmlformats.org/drawingml/2006/main">
            <a:r>
              <a:t>packages/ai/test/google-shared-convert-tools.test.ts</a:t>
            </a:r>
          </a:p>
          <a:p xmlns:a="http://schemas.openxmlformats.org/drawingml/2006/main">
            <a:r>
              <a:t>packages/ai/test/google-shared-gemini3-unsigned-tool-call.test.ts</a:t>
            </a:r>
          </a:p>
          <a:p xmlns:a="http://schemas.openxmlformats.org/drawingml/2006/main">
            <a:r>
              <a:t>packages/ai/test/google-shared-image-tool-result-routing.test.ts</a:t>
            </a:r>
          </a:p>
          <a:p xmlns:a="http://schemas.openxmlformats.org/drawingml/2006/main">
            <a:r>
              <a:t>packages/ai/test/google-shared-signed-empty-blocks.test.ts</a:t>
            </a:r>
          </a:p>
          <a:p xmlns:a="http://schemas.openxmlformats.org/drawingml/2006/main">
            <a:r>
              <a:t>packages/ai/test/google-thinking-disable.test.ts</a:t>
            </a:r>
          </a:p>
          <a:p xmlns:a="http://schemas.openxmlformats.org/drawingml/2006/main">
            <a:r>
              <a:t>packages/ai/test/google-thinking-level-map.test.ts</a:t>
            </a:r>
          </a:p>
          <a:p xmlns:a="http://schemas.openxmlformats.org/drawingml/2006/main">
            <a:r>
              <a:t>packages/ai/test/google-vertex-api-key-resolution.test.ts</a:t>
            </a:r>
          </a:p>
          <a:p xmlns:a="http://schemas.openxmlformats.org/drawingml/2006/main">
            <a:r>
              <a:t>packages/ai/test/image-tool-result.test.ts</a:t>
            </a:r>
          </a:p>
          <a:p xmlns:a="http://schemas.openxmlformats.org/drawingml/2006/main">
            <a:r>
              <a:t>packages/ai/test/images.test.ts</a:t>
            </a:r>
          </a:p>
          <a:p xmlns:a="http://schemas.openxmlformats.org/drawingml/2006/main">
            <a:r>
              <a:t>packages/ai/test/interleaved-thinking.test.ts</a:t>
            </a:r>
          </a:p>
          <a:p xmlns:a="http://schemas.openxmlformats.org/drawingml/2006/main">
            <a:r>
              <a:t>packages/ai/test/lax-message-content.test.ts</a:t>
            </a:r>
          </a:p>
          <a:p xmlns:a="http://schemas.openxmlformats.org/drawingml/2006/main">
            <a:r>
              <a:t>packages/ai/test/llama-cpp-classify.test.ts</a:t>
            </a:r>
          </a:p>
          <a:p xmlns:a="http://schemas.openxmlformats.org/drawingml/2006/main">
            <a:r>
              <a:t>packages/ai/test/max-thinking.test.ts</a:t>
            </a:r>
          </a:p>
          <a:p xmlns:a="http://schemas.openxmlformats.org/drawingml/2006/main">
            <a:r>
              <a:t>packages/ai/test/message-types.test.ts</a:t>
            </a:r>
          </a:p>
          <a:p xmlns:a="http://schemas.openxmlformats.org/drawingml/2006/main">
            <a:r>
              <a:t>packages/ai/test/mistral-http-transport.test.ts</a:t>
            </a:r>
          </a:p>
          <a:p xmlns:a="http://schemas.openxmlformats.org/drawingml/2006/main">
            <a:r>
              <a:t>packages/ai/test/mistral-raw-stop-reason.test.ts</a:t>
            </a:r>
          </a:p>
          <a:p xmlns:a="http://schemas.openxmlformats.org/drawingml/2006/main">
            <a:r>
              <a:t>packages/ai/test/mistral-reasoning-mode.test.ts</a:t>
            </a:r>
          </a:p>
          <a:p xmlns:a="http://schemas.openxmlformats.org/drawingml/2006/main">
            <a:r>
              <a:t>packages/ai/test/mistral-tool-schema.test.ts</a:t>
            </a:r>
          </a:p>
          <a:p xmlns:a="http://schemas.openxmlformats.org/drawingml/2006/main">
            <a:r>
              <a:t>packages/ai/test/openai-codex-cache-affinity-e2e.test.ts</a:t>
            </a:r>
          </a:p>
          <a:p xmlns:a="http://schemas.openxmlformats.org/drawingml/2006/main">
            <a:r>
              <a:t>packages/ai/test/openai-codex-stream.test.ts</a:t>
            </a:r>
          </a:p>
          <a:p xmlns:a="http://schemas.openxmlformats.org/drawingml/2006/main">
            <a:r>
              <a:t>packages/ai/test/openai-completions-cache-control-format.test.ts</a:t>
            </a:r>
          </a:p>
          <a:p xmlns:a="http://schemas.openxmlformats.org/drawingml/2006/main">
            <a:r>
              <a:t>packages/ai/test/openai-completions-prompt-cache.test.ts</a:t>
            </a:r>
          </a:p>
          <a:p xmlns:a="http://schemas.openxmlformats.org/drawingml/2006/main">
            <a:r>
              <a:t>packages/ai/test/openai-completions-provider-stream-event.test.ts</a:t>
            </a:r>
          </a:p>
          <a:p xmlns:a="http://schemas.openxmlformats.org/drawingml/2006/main">
            <a:r>
              <a:t>packages/ai/test/openai-completions-raw-stop-reason.test.ts</a:t>
            </a:r>
          </a:p>
          <a:p xmlns:a="http://schemas.openxmlformats.org/drawingml/2006/main">
            <a:r>
              <a:t>packages/ai/test/openai-completions-reasoning-details.test.ts</a:t>
            </a:r>
          </a:p>
          <a:p xmlns:a="http://schemas.openxmlformats.org/drawingml/2006/main">
            <a:r>
              <a:t>packages/ai/test/openai-completions-response-model.test.ts</a:t>
            </a:r>
          </a:p>
          <a:p xmlns:a="http://schemas.openxmlformats.org/drawingml/2006/main">
            <a:r>
              <a:t>packages/ai/test/openai-completions-retry.test.ts</a:t>
            </a:r>
          </a:p>
          <a:p xmlns:a="http://schemas.openxmlformats.org/drawingml/2006/main">
            <a:r>
              <a:t>packages/ai/test/openai-completions-thinking-as-text.test.ts</a:t>
            </a:r>
          </a:p>
          <a:p xmlns:a="http://schemas.openxmlformats.org/drawingml/2006/main">
            <a:r>
              <a:t>packages/ai/test/openai-completions-thinking-token-budget.test.ts</a:t>
            </a:r>
          </a:p>
          <a:p xmlns:a="http://schemas.openxmlformats.org/drawingml/2006/main">
            <a:r>
              <a:t>packages/ai/test/openai-completions-tool-choice.test.ts</a:t>
            </a:r>
          </a:p>
          <a:p xmlns:a="http://schemas.openxmlformats.org/drawingml/2006/main">
            <a:r>
              <a:t>packages/ai/test/openai-completions-tool-result-images.test.ts</a:t>
            </a:r>
          </a:p>
          <a:p xmlns:a="http://schemas.openxmlformats.org/drawingml/2006/main">
            <a:r>
              <a:t>packages/ai/test/openai-completions-vllm-priority.test.ts</a:t>
            </a:r>
          </a:p>
          <a:p xmlns:a="http://schemas.openxmlformats.org/drawingml/2006/main">
            <a:r>
              <a:t>packages/ai/test/openai-decisions.test.ts</a:t>
            </a:r>
          </a:p>
          <a:p xmlns:a="http://schemas.openxmlformats.org/drawingml/2006/main">
            <a:r>
              <a:t>packages/ai/test/openai-responses-cache-affinity-e2e.test.ts</a:t>
            </a:r>
          </a:p>
          <a:p xmlns:a="http://schemas.openxmlformats.org/drawingml/2006/main">
            <a:r>
              <a:t>packages/ai/test/openai-responses-chatgpt-sign-in.test.ts</a:t>
            </a:r>
          </a:p>
          <a:p xmlns:a="http://schemas.openxmlformats.org/drawingml/2006/main">
            <a:r>
              <a:t>packages/ai/test/openai-responses-compat.test.ts</a:t>
            </a:r>
          </a:p>
          <a:p xmlns:a="http://schemas.openxmlformats.org/drawingml/2006/main">
            <a:r>
              <a:t>packages/ai/test/openai-responses-empty-tool-result.test.ts</a:t>
            </a:r>
          </a:p>
          <a:p xmlns:a="http://schemas.openxmlformats.org/drawingml/2006/main">
            <a:r>
              <a:t>packages/ai/test/openai-responses-foreign-toolcall-id.test.ts</a:t>
            </a:r>
          </a:p>
          <a:p xmlns:a="http://schemas.openxmlformats.org/drawingml/2006/main">
            <a:r>
              <a:t>packages/ai/test/openai-responses-message-id.test.ts</a:t>
            </a:r>
          </a:p>
          <a:p xmlns:a="http://schemas.openxmlformats.org/drawingml/2006/main">
            <a:r>
              <a:t>packages/ai/test/openai-responses-namespace.test.ts</a:t>
            </a:r>
          </a:p>
          <a:p xmlns:a="http://schemas.openxmlformats.org/drawingml/2006/main">
            <a:r>
              <a:t>packages/ai/test/openai-responses-partial-json-cleanup.test.ts</a:t>
            </a:r>
          </a:p>
          <a:p xmlns:a="http://schemas.openxmlformats.org/drawingml/2006/main">
            <a:r>
              <a:t>packages/ai/test/openai-responses-reasoning-replay-e2e.test.ts</a:t>
            </a:r>
          </a:p>
          <a:p xmlns:a="http://schemas.openxmlformats.org/drawingml/2006/main">
            <a:r>
              <a:t>packages/ai/test/openai-responses-terminal-event.test.ts</a:t>
            </a:r>
          </a:p>
          <a:p xmlns:a="http://schemas.openxmlformats.org/drawingml/2006/main">
            <a:r>
              <a:t>packages/ai/test/openai-responses-usage-limit.test.ts</a:t>
            </a:r>
          </a:p>
          <a:p xmlns:a="http://schemas.openxmlformats.org/drawingml/2006/main">
            <a:r>
              <a:t>packages/ai/test/opencode-provider-headers.test.ts</a:t>
            </a:r>
          </a:p>
          <a:p xmlns:a="http://schemas.openxmlformats.org/drawingml/2006/main">
            <a:r>
              <a:t>packages/ai/test/openrouter-images.test.ts</a:t>
            </a:r>
          </a:p>
          <a:p xmlns:a="http://schemas.openxmlformats.org/drawingml/2006/main">
            <a:r>
              <a:t>packages/ai/test/openrouter-reasoning-options.test.ts</a:t>
            </a:r>
          </a:p>
          <a:p xmlns:a="http://schemas.openxmlformats.org/drawingml/2006/main">
            <a:r>
              <a:t>packages/ai/test/overflow.test.ts</a:t>
            </a:r>
          </a:p>
          <a:p xmlns:a="http://schemas.openxmlformats.org/drawingml/2006/main">
            <a:r>
              <a:t>packages/ai/test/pi-messages.test.ts</a:t>
            </a:r>
          </a:p>
          <a:p xmlns:a="http://schemas.openxmlformats.org/drawingml/2006/main">
            <a:r>
              <a:t>packages/ai/test/pre-generation-error.test.ts</a:t>
            </a:r>
          </a:p>
          <a:p xmlns:a="http://schemas.openxmlformats.org/drawingml/2006/main">
            <a:r>
              <a:t>packages/ai/test/provider-error-body-passthrough.test.ts</a:t>
            </a:r>
          </a:p>
          <a:p xmlns:a="http://schemas.openxmlformats.org/drawingml/2006/main">
            <a:r>
              <a:t>packages/ai/test/provider-error-body-regression.test.ts</a:t>
            </a:r>
          </a:p>
          <a:p xmlns:a="http://schemas.openxmlformats.org/drawingml/2006/main">
            <a:r>
              <a:t>packages/ai/test/radius-thinking-replay-e2e.test.ts</a:t>
            </a:r>
          </a:p>
          <a:p xmlns:a="http://schemas.openxmlformats.org/drawingml/2006/main">
            <a:r>
              <a:t>packages/ai/test/responseid.test.ts</a:t>
            </a:r>
          </a:p>
          <a:p xmlns:a="http://schemas.openxmlformats.org/drawingml/2006/main">
            <a:r>
              <a:t>packages/ai/test/sampling-options.test.ts</a:t>
            </a:r>
          </a:p>
          <a:p xmlns:a="http://schemas.openxmlformats.org/drawingml/2006/main">
            <a:r>
              <a:t>packages/ai/test/stream.test.ts</a:t>
            </a:r>
          </a:p>
          <a:p xmlns:a="http://schemas.openxmlformats.org/drawingml/2006/main">
            <a:r>
              <a:t>packages/ai/test/system-message-replay.test.ts</a:t>
            </a:r>
          </a:p>
          <a:p xmlns:a="http://schemas.openxmlformats.org/drawingml/2006/main">
            <a:r>
              <a:t>packages/ai/test/tokens.test.ts</a:t>
            </a:r>
          </a:p>
          <a:p xmlns:a="http://schemas.openxmlformats.org/drawingml/2006/main">
            <a:r>
              <a:t>packages/ai/test/tool-call-id-normalization.test.ts</a:t>
            </a:r>
          </a:p>
          <a:p xmlns:a="http://schemas.openxmlformats.org/drawingml/2006/main">
            <a:r>
              <a:t>packages/ai/test/tool-call-without-result.test.ts</a:t>
            </a:r>
          </a:p>
          <a:p xmlns:a="http://schemas.openxmlformats.org/drawingml/2006/main">
            <a:r>
              <a:t>packages/ai/test/total-tokens.test.ts</a:t>
            </a:r>
          </a:p>
          <a:p xmlns:a="http://schemas.openxmlformats.org/drawingml/2006/main">
            <a:r>
              <a:t>packages/ai/test/transcript-tool-changes.test.ts</a:t>
            </a:r>
          </a:p>
          <a:p xmlns:a="http://schemas.openxmlformats.org/drawingml/2006/main">
            <a:r>
              <a:t>packages/ai/test/transform-messages-copilot-openai-to-anthropic.test.ts</a:t>
            </a:r>
          </a:p>
          <a:p xmlns:a="http://schemas.openxmlformats.org/drawingml/2006/main">
            <a:r>
              <a:t>packages/ai/test/typesafe-system-one.test.ts</a:t>
            </a:r>
          </a:p>
          <a:p xmlns:a="http://schemas.openxmlformats.org/drawingml/2006/main">
            <a:r>
              <a:t>packages/ai/test/unicode-surrogate.test.ts</a:t>
            </a:r>
          </a:p>
          <a:p xmlns:a="http://schemas.openxmlformats.org/drawingml/2006/main">
            <a:r>
              <a:t>packages/ai/test/validation.test.ts</a:t>
            </a:r>
          </a:p>
          <a:p xmlns:a="http://schemas.openxmlformats.org/drawingml/2006/main">
            <a:r>
              <a:t>packages/ai/test/xhigh.test.ts</a:t>
            </a:r>
          </a:p>
          <a:p xmlns:a="http://schemas.openxmlformats.org/drawingml/2006/main">
            <a:r>
              <a:t>packages/ai/test/xiaomi-token-plan-ams-anthropic-empty-signature-smoke.test.ts</a:t>
            </a:r>
          </a:p>
          <a:p xmlns:a="http://schemas.openxmlformats.org/drawingml/2006/main">
            <a:r>
              <a:t>packages/ai/test/anthropic-cache-write-1h-cost.test.ts</a:t>
            </a:r>
          </a:p>
          <a:p xmlns:a="http://schemas.openxmlformats.org/drawingml/2006/main">
            <a:r>
              <a:t>packages/durable/test/system-order-cache-e2e.test.ts</a:t>
            </a:r>
          </a:p>
          <a:p xmlns:a="http://schemas.openxmlformats.org/drawingml/2006/main">
            <a:r>
              <a:t>packages/ai/test/bedrock-cache-write-1h-cost.test.ts</a:t>
            </a:r>
          </a:p>
          <a:p xmlns:a="http://schemas.openxmlformats.org/drawingml/2006/main">
            <a:r>
              <a:t>packages/ai/test/google-shared-retry.test.ts</a:t>
            </a:r>
          </a:p>
          <a:p xmlns:a="http://schemas.openxmlformats.org/drawingml/2006/main">
            <a:r>
              <a:t>packages/ai/test/google-thinking-signature.test.ts</a:t>
            </a:r>
          </a:p>
          <a:p xmlns:a="http://schemas.openxmlformats.org/drawingml/2006/main">
            <a:r>
              <a:t>packages/coding-agent/test/sdk-codex-cache-probe-tool-loop.ts</a:t>
            </a:r>
          </a:p>
          <a:p xmlns:a="http://schemas.openxmlformats.org/drawingml/2006/main">
            <a:r>
              <a:t>packages/durable/test/provider-session-cache-e2e.test.ts</a:t>
            </a:r>
          </a:p>
          <a:p xmlns:a="http://schemas.openxmlformats.org/drawingml/2006/main">
            <a:r>
              <a:t>packages/ai/test/assistant-message-frame.test.ts</a:t>
            </a:r>
          </a:p>
          <a:p xmlns:a="http://schemas.openxmlformats.org/drawingml/2006/main">
            <a:r>
              <a:t>packages/ai/test/error-body.test.ts</a:t>
            </a:r>
          </a:p>
          <a:p xmlns:a="http://schemas.openxmlformats.org/drawingml/2006/main">
            <a:r>
              <a:t>packages/ai/test/node-http-proxy.test.ts</a:t>
            </a:r>
          </a:p>
          <a:p xmlns:a="http://schemas.openxmlformats.org/drawingml/2006/main">
            <a:r>
              <a:t>packages/ai/test/provider-retry.test.ts</a:t>
            </a:r>
          </a:p>
          <a:p xmlns:a="http://schemas.openxmlformats.org/drawingml/2006/main">
            <a:r>
              <a:t>packages/ai/test/retry.test.ts</a:t>
            </a:r>
          </a:p>
          <a:p xmlns:a="http://schemas.openxmlformats.org/drawingml/2006/main">
            <a:r>
              <a:t>packages/durable/test/harness-prompt.test.ts</a:t>
            </a:r>
          </a:p>
          <a:p xmlns:a="http://schemas.openxmlformats.org/drawingml/2006/main">
            <a:r>
              <a:t>packages/ai/test/uuid.test.ts</a:t>
            </a:r>
          </a:p>
          <a:p xmlns:a="http://schemas.openxmlformats.org/drawingml/2006/main">
            <a:r>
              <a:t>packages/agent/test/agent.test.ts</a:t>
            </a:r>
          </a:p>
          <a:p xmlns:a="http://schemas.openxmlformats.org/drawingml/2006/main">
            <a:r>
              <a:t>packages/agent/test/e2e.test.ts</a:t>
            </a:r>
          </a:p>
          <a:p xmlns:a="http://schemas.openxmlformats.org/drawingml/2006/main">
            <a:r>
              <a:t>packages/ai/test/openai-completions-empty-tools.test.ts</a:t>
            </a:r>
          </a:p>
          <a:p xmlns:a="http://schemas.openxmlformats.org/drawingml/2006/main">
            <a:r>
              <a:t>packages/ai/test/openai-responses-tool-result-images.test.ts</a:t>
            </a:r>
          </a:p>
          <a:p xmlns:a="http://schemas.openxmlformats.org/drawingml/2006/main">
            <a:r>
              <a:t>packages/ai/test/openrouter-cache-control-models.test.ts</a:t>
            </a:r>
          </a:p>
          <a:p xmlns:a="http://schemas.openxmlformats.org/drawingml/2006/main">
            <a:r>
              <a:t>packages/ai/test/openrouter-cache-write-repro.test.ts</a:t>
            </a:r>
          </a:p>
          <a:p xmlns:a="http://schemas.openxmlformats.org/drawingml/2006/main">
            <a:r>
              <a:t>packages/ai/test/qwen-token-plan-models.test.ts</a:t>
            </a:r>
          </a:p>
          <a:p xmlns:a="http://schemas.openxmlformats.org/drawingml/2006/main">
            <a:r>
              <a:t>packages/ai/test/supports-xhigh.test.ts</a:t>
            </a:r>
          </a:p>
          <a:p xmlns:a="http://schemas.openxmlformats.org/drawingml/2006/main">
            <a:r>
              <a:t>packages/ai/test/together-models.test.ts</a:t>
            </a:r>
          </a:p>
          <a:p xmlns:a="http://schemas.openxmlformats.org/drawingml/2006/main">
            <a:r>
              <a:t>packages/ai/test/xiaomi-models.test.ts</a:t>
            </a:r>
          </a:p>
          <a:p xmlns:a="http://schemas.openxmlformats.org/drawingml/2006/main">
            <a:r>
              <a:t>packages/coding-agent/test/agent-session-auto-compaction-queue.test.ts</a:t>
            </a:r>
          </a:p>
          <a:p xmlns:a="http://schemas.openxmlformats.org/drawingml/2006/main">
            <a:r>
              <a:t>packages/coding-agent/test/agent-session-branching.test.ts</a:t>
            </a:r>
          </a:p>
          <a:p xmlns:a="http://schemas.openxmlformats.org/drawingml/2006/main">
            <a:r>
              <a:t>packages/coding-agent/test/agent-session-compaction.test.ts</a:t>
            </a:r>
          </a:p>
          <a:p xmlns:a="http://schemas.openxmlformats.org/drawingml/2006/main">
            <a:r>
              <a:t>packages/coding-agent/test/agent-session-concurrent.test.ts</a:t>
            </a:r>
          </a:p>
          <a:p xmlns:a="http://schemas.openxmlformats.org/drawingml/2006/main">
            <a:r>
              <a:t>packages/coding-agent/test/agent-session-dynamic-provider.test.ts</a:t>
            </a:r>
          </a:p>
          <a:p xmlns:a="http://schemas.openxmlformats.org/drawingml/2006/main">
            <a:r>
              <a:t>packages/coding-agent/test/agent-session-dynamic-tools.test.ts</a:t>
            </a:r>
          </a:p>
          <a:p xmlns:a="http://schemas.openxmlformats.org/drawingml/2006/main">
            <a:r>
              <a:t>packages/coding-agent/test/agent-session-retry.test.ts</a:t>
            </a:r>
          </a:p>
          <a:p xmlns:a="http://schemas.openxmlformats.org/drawingml/2006/main">
            <a:r>
              <a:t>packages/coding-agent/test/agent-session-runtime-events.test.ts</a:t>
            </a:r>
          </a:p>
          <a:p xmlns:a="http://schemas.openxmlformats.org/drawingml/2006/main">
            <a:r>
              <a:t>packages/coding-agent/test/agent-session-stats.test.ts</a:t>
            </a:r>
          </a:p>
          <a:p xmlns:a="http://schemas.openxmlformats.org/drawingml/2006/main">
            <a:r>
              <a:t>packages/coding-agent/test/branch-summary-extensions.test.ts</a:t>
            </a:r>
          </a:p>
          <a:p xmlns:a="http://schemas.openxmlformats.org/drawingml/2006/main">
            <a:r>
              <a:t>packages/coding-agent/test/builtin-tool-strict-mode.test.ts</a:t>
            </a:r>
          </a:p>
          <a:p xmlns:a="http://schemas.openxmlformats.org/drawingml/2006/main">
            <a:r>
              <a:t>packages/coding-agent/test/compaction-extensions.test.ts</a:t>
            </a:r>
          </a:p>
          <a:p xmlns:a="http://schemas.openxmlformats.org/drawingml/2006/main">
            <a:r>
              <a:t>packages/coding-agent/test/compaction-nested-calls.test.ts</a:t>
            </a:r>
          </a:p>
          <a:p xmlns:a="http://schemas.openxmlformats.org/drawingml/2006/main">
            <a:r>
              <a:t>packages/coding-agent/test/compaction.test.ts</a:t>
            </a:r>
          </a:p>
          <a:p xmlns:a="http://schemas.openxmlformats.org/drawingml/2006/main">
            <a:r>
              <a:t>packages/coding-agent/test/default-tools-setting.test.ts</a:t>
            </a:r>
          </a:p>
          <a:p xmlns:a="http://schemas.openxmlformats.org/drawingml/2006/main">
            <a:r>
              <a:t>packages/coding-agent/test/export-jsonl-share.test.ts</a:t>
            </a:r>
          </a:p>
          <a:p xmlns:a="http://schemas.openxmlformats.org/drawingml/2006/main">
            <a:r>
              <a:t>packages/coding-agent/test/model-registry.test.ts</a:t>
            </a:r>
          </a:p>
          <a:p xmlns:a="http://schemas.openxmlformats.org/drawingml/2006/main">
            <a:r>
              <a:t>packages/coding-agent/test/model-resolver.test.ts</a:t>
            </a:r>
          </a:p>
          <a:p xmlns:a="http://schemas.openxmlformats.org/drawingml/2006/main">
            <a:r>
              <a:t>packages/coding-agent/test/model-runtime-cloudflare-compat.test.ts</a:t>
            </a:r>
          </a:p>
          <a:p xmlns:a="http://schemas.openxmlformats.org/drawingml/2006/main">
            <a:r>
              <a:t>packages/coding-agent/test/rpc-prompt-response-semantics.test.ts</a:t>
            </a:r>
          </a:p>
          <a:p xmlns:a="http://schemas.openxmlformats.org/drawingml/2006/main">
            <a:r>
              <a:t>packages/coding-agent/test/sdk-session-manager.test.ts</a:t>
            </a:r>
          </a:p>
          <a:p xmlns:a="http://schemas.openxmlformats.org/drawingml/2006/main">
            <a:r>
              <a:t>packages/coding-agent/test/suite/agent-session-codemode.test.ts</a:t>
            </a:r>
          </a:p>
          <a:p xmlns:a="http://schemas.openxmlformats.org/drawingml/2006/main">
            <a:r>
              <a:t>packages/coding-agent/test/suite/agent-session-mcp-oauth.test.ts</a:t>
            </a:r>
          </a:p>
          <a:p xmlns:a="http://schemas.openxmlformats.org/drawingml/2006/main">
            <a:r>
              <a:t>packages/coding-agent/test/suite/agent-session-mcp.test.ts</a:t>
            </a:r>
          </a:p>
          <a:p xmlns:a="http://schemas.openxmlformats.org/drawingml/2006/main">
            <a:r>
              <a:t>packages/coding-agent/test/suite/agent-session-runtime.test.ts</a:t>
            </a:r>
          </a:p>
          <a:p xmlns:a="http://schemas.openxmlformats.org/drawingml/2006/main">
            <a:r>
              <a:t>packages/coding-agent/test/suite/agent-session-tool-orchestration.test.ts</a:t>
            </a:r>
          </a:p>
          <a:p xmlns:a="http://schemas.openxmlformats.org/drawingml/2006/main">
            <a:r>
              <a:t>packages/coding-agent/test/suite/harness.ts</a:t>
            </a:r>
          </a:p>
          <a:p xmlns:a="http://schemas.openxmlformats.org/drawingml/2006/main">
            <a:r>
              <a:t>packages/coding-agent/test/suite/regressions/2753-reload-stale-resource-settings.test.ts</a:t>
            </a:r>
          </a:p>
          <a:p xmlns:a="http://schemas.openxmlformats.org/drawingml/2006/main">
            <a:r>
              <a:t>packages/coding-agent/test/suite/regressions/2835-tools-allowlist-filters-extension-tools.test.ts</a:t>
            </a:r>
          </a:p>
          <a:p xmlns:a="http://schemas.openxmlformats.org/drawingml/2006/main">
            <a:r>
              <a:t>packages/coding-agent/test/suite/regressions/2860-replaced-session-context.test.ts</a:t>
            </a:r>
          </a:p>
          <a:p xmlns:a="http://schemas.openxmlformats.org/drawingml/2006/main">
            <a:r>
              <a:t>packages/coding-agent/test/suite/regressions/3592-no-builtin-tools-keeps-extension-tools.test.ts</a:t>
            </a:r>
          </a:p>
          <a:p xmlns:a="http://schemas.openxmlformats.org/drawingml/2006/main">
            <a:r>
              <a:t>packages/coding-agent/test/suite/regressions/5596-missing-theme-export.test.ts</a:t>
            </a:r>
          </a:p>
          <a:p xmlns:a="http://schemas.openxmlformats.org/drawingml/2006/main">
            <a:r>
              <a:t>packages/coding-agent/test/suite/regressions/8964-extension-provider-streaming.test.ts</a:t>
            </a:r>
          </a:p>
          <a:p xmlns:a="http://schemas.openxmlformats.org/drawingml/2006/main">
            <a:r>
              <a:t>packages/coding-agent/test/system-prompt-updates.test.ts</a:t>
            </a:r>
          </a:p>
          <a:p xmlns:a="http://schemas.openxmlformats.org/drawingml/2006/main">
            <a:r>
              <a:t>packages/coding-agent/test/tool-renderer-examples.test.ts</a:t>
            </a:r>
          </a:p>
          <a:p xmlns:a="http://schemas.openxmlformats.org/drawingml/2006/main">
            <a:r>
              <a:t>packages/coding-agent/test/utilities.ts</a:t>
            </a:r>
          </a:p>
          <a:p xmlns:a="http://schemas.openxmlformats.org/drawingml/2006/main">
            <a:r>
              <a:t>packages/coding-agent/test/http-dispatcher.test.ts</a:t>
            </a:r>
          </a:p>
          <a:p xmlns:a="http://schemas.openxmlformats.org/drawingml/2006/main">
            <a:r>
              <a:t>packages/coding-agent/test/settings-manager.test.ts</a:t>
            </a:r>
          </a:p>
          <a:p xmlns:a="http://schemas.openxmlformats.org/drawingml/2006/main">
            <a:r>
              <a:t>packages/coding-agent/test/radius.test.ts</a:t>
            </a:r>
          </a:p>
          <a:p xmlns:a="http://schemas.openxmlformats.org/drawingml/2006/main">
            <a:r>
              <a:t>packages/coding-agent/test/config-schemas.test.ts</a:t>
            </a:r>
          </a:p>
          <a:p xmlns:a="http://schemas.openxmlformats.org/drawingml/2006/main">
            <a:r>
              <a:t>packages/coding-agent/test/model-catalog-protocol.test.ts</a:t>
            </a:r>
          </a:p>
          <a:p xmlns:a="http://schemas.openxmlformats.org/drawingml/2006/main">
            <a:r>
              <a:t>scripts/model-catalog-protocol.test.ts</a:t>
            </a:r>
          </a:p>
          <a:p xmlns:a="http://schemas.openxmlformats.org/drawingml/2006/main">
            <a:r>
              <a:t>packages/ai/test/model-catalog-types.test.ts</a:t>
            </a:r>
          </a:p>
          <a:p xmlns:a="http://schemas.openxmlformats.org/drawingml/2006/main">
            <a:r>
              <a:t>packages/coding-agent/test/bug-report.test.ts</a:t>
            </a:r>
          </a:p>
          <a:p xmlns:a="http://schemas.openxmlformats.org/drawingml/2006/main">
            <a:r>
              <a:t>packages/coding-agent/test/footer-width.test.ts</a:t>
            </a:r>
          </a:p>
          <a:p xmlns:a="http://schemas.openxmlformats.org/drawingml/2006/main">
            <a:r>
              <a:t>packages/coding-agent/test/program-status-reporter.test.ts</a:t>
            </a:r>
          </a:p>
          <a:p xmlns:a="http://schemas.openxmlformats.org/drawingml/2006/main">
            <a:r>
              <a:t>packages/coding-agent/test/suite/regressions/4167-thinking-toggle-pending-tool-render.test.ts</a:t>
            </a:r>
          </a:p>
          <a:p xmlns:a="http://schemas.openxmlformats.org/drawingml/2006/main">
            <a:r>
              <a:t>packages/coding-agent/test/suite/regressions/5943-session-start-notify.test.ts</a:t>
            </a:r>
          </a:p>
          <a:p xmlns:a="http://schemas.openxmlformats.org/drawingml/2006/main">
            <a:r>
              <a:t>packages/coding-agent/test/suite/regressions/7150-rpc-prompt-during-compaction.test.ts</a:t>
            </a:r>
          </a:p>
          <a:p xmlns:a="http://schemas.openxmlformats.org/drawingml/2006/main">
            <a:r>
              <a:t>packages/coding-agent/test/test-harness.ts</a:t>
            </a:r>
          </a:p>
          <a:p xmlns:a="http://schemas.openxmlformats.org/drawingml/2006/main">
            <a:r>
              <a:t>packages/coding-agent/test/custom-message.test.ts</a:t>
            </a:r>
          </a:p>
          <a:p xmlns:a="http://schemas.openxmlformats.org/drawingml/2006/main">
            <a:r>
              <a:t>packages/coding-agent/test/suite/regressions/8537-custom-message-tool-result-ordering.test.ts</a:t>
            </a:r>
          </a:p>
          <a:p xmlns:a="http://schemas.openxmlformats.org/drawingml/2006/main">
            <a:r>
              <a:t>packages/coding-agent/test/extensions-runner.test.ts</a:t>
            </a:r>
          </a:p>
          <a:p xmlns:a="http://schemas.openxmlformats.org/drawingml/2006/main">
            <a:r>
              <a:t>packages/coding-agent/test/model-runtime-modify-models-compat.test.ts</a:t>
            </a:r>
          </a:p>
          <a:p xmlns:a="http://schemas.openxmlformats.org/drawingml/2006/main">
            <a:r>
              <a:t>packages/coding-agent/test/model-runtime-test-utils.ts</a:t>
            </a:r>
          </a:p>
          <a:p xmlns:a="http://schemas.openxmlformats.org/drawingml/2006/main">
            <a:r>
              <a:t>packages/coding-agent/test/suite/regressions/7027-credential-refresh-hang.test.ts</a:t>
            </a:r>
          </a:p>
          <a:p xmlns:a="http://schemas.openxmlformats.org/drawingml/2006/main">
            <a:r>
              <a:t>packages/coding-agent/test/auth-check.test.ts</a:t>
            </a:r>
          </a:p>
          <a:p xmlns:a="http://schemas.openxmlformats.org/drawingml/2006/main">
            <a:r>
              <a:t>packages/coding-agent/test/credential-print.test.ts</a:t>
            </a:r>
          </a:p>
          <a:p xmlns:a="http://schemas.openxmlformats.org/drawingml/2006/main">
            <a:r>
              <a:t>packages/coding-agent/test/model-runtime-auth-options.test.ts</a:t>
            </a:r>
          </a:p>
          <a:p xmlns:a="http://schemas.openxmlformats.org/drawingml/2006/main">
            <a:r>
              <a:t>packages/coding-agent/test/model-runtime-classifiers.test.ts</a:t>
            </a:r>
          </a:p>
          <a:p xmlns:a="http://schemas.openxmlformats.org/drawingml/2006/main">
            <a:r>
              <a:t>packages/coding-agent/test/model-runtime-credential-sync.test.ts</a:t>
            </a:r>
          </a:p>
          <a:p xmlns:a="http://schemas.openxmlformats.org/drawingml/2006/main">
            <a:r>
              <a:t>packages/coding-agent/test/model-runtime-images.test.ts</a:t>
            </a:r>
          </a:p>
          <a:p xmlns:a="http://schemas.openxmlformats.org/drawingml/2006/main">
            <a:r>
              <a:t>packages/coding-agent/test/package-command-paths.test.ts</a:t>
            </a:r>
          </a:p>
          <a:p xmlns:a="http://schemas.openxmlformats.org/drawingml/2006/main">
            <a:r>
              <a:t>packages/coding-agent/test/virtual-models.test.ts</a:t>
            </a:r>
          </a:p>
          <a:p xmlns:a="http://schemas.openxmlformats.org/drawingml/2006/main">
            <a:r>
              <a:t>packages/coding-agent/test/models-store.test.ts</a:t>
            </a:r>
          </a:p>
          <a:p xmlns:a="http://schemas.openxmlformats.org/drawingml/2006/main">
            <a:r>
              <a:t>packages/coding-agent/test/remote-catalog-provider.test.ts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源码基线：6cd9d957a9fd50bc504d45b72834ed9dd85a20b6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流程为教学阅读顺序，可选分支不表示每次运行必经。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同一个应用消息需要经过不同供应商 API，并保持统一的上层事件。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建立 provider 集合</a:t>
            </a:r>
          </a:p>
          <a:p xmlns:a="http://schemas.openxmlformats.org/drawingml/2006/main">
            <a:r>
              <a:t>阅读 Models 的目录注册、查找和刷新接口，区分静态目录与动态刷新。按凭据变化的目录需要重新检查可用项。</a:t>
            </a:r>
          </a:p>
          <a:p xmlns:a="http://schemas.openxmlformats.org/drawingml/2006/main">
            <a:r>
              <a:t>输入：provider 与模型定义</a:t>
            </a:r>
          </a:p>
          <a:p xmlns:a="http://schemas.openxmlformats.org/drawingml/2006/main">
            <a:r>
              <a:t>输出：可查询的 Models 集合</a:t>
            </a:r>
          </a:p>
          <a:p xmlns:a="http://schemas.openxmlformats.org/drawingml/2006/main">
            <a:r>
              <a:t>入口线索：模型目录 API</a:t>
            </a:r>
          </a:p>
          <a:p xmlns:a="http://schemas.openxmlformats.org/drawingml/2006/main">
            <a:r>
              <a:t>职责：自动生成数据列为资源，不能把每个模型记录当成独立执行功能。</a:t>
            </a:r>
          </a:p>
          <a:p xmlns:a="http://schemas.openxmlformats.org/drawingml/2006/main">
            <a:r>
              <a:t>源码：packages/ai/src/model-catalog.ts</a:t>
            </a:r>
          </a:p>
          <a:p xmlns:a="http://schemas.openxmlformats.org/drawingml/2006/main">
            <a:r>
              <a:t>packages/ai/src/models-store.ts</a:t>
            </a:r>
          </a:p>
          <a:p xmlns:a="http://schemas.openxmlformats.org/drawingml/2006/main">
            <a:r>
              <a:t>packages/ai/src/models.generated.ts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整理统一消息</a:t>
            </a:r>
          </a:p>
          <a:p xmlns:a="http://schemas.openxmlformats.org/drawingml/2006/main">
            <a:r>
              <a:t>确认 system、user、assistant 和 toolResult 的形状以及工具声明。转换前保留角色、关联 ID 与内容块。</a:t>
            </a:r>
          </a:p>
          <a:p xmlns:a="http://schemas.openxmlformats.org/drawingml/2006/main">
            <a:r>
              <a:t>输入：应用消息和工具</a:t>
            </a:r>
          </a:p>
          <a:p xmlns:a="http://schemas.openxmlformats.org/drawingml/2006/main">
            <a:r>
              <a:t>输出：统一请求上下文</a:t>
            </a:r>
          </a:p>
          <a:p xmlns:a="http://schemas.openxmlformats.org/drawingml/2006/main">
            <a:r>
              <a:t>入口线索：pi-ai 根导出</a:t>
            </a:r>
          </a:p>
          <a:p xmlns:a="http://schemas.openxmlformats.org/drawingml/2006/main">
            <a:r>
              <a:t>职责：根入口保持核心能力；具体提供商通过子路径接入。</a:t>
            </a:r>
          </a:p>
          <a:p xmlns:a="http://schemas.openxmlformats.org/drawingml/2006/main">
            <a:r>
              <a:t>源码：packages/ai/src/models.ts</a:t>
            </a:r>
          </a:p>
          <a:p xmlns:a="http://schemas.openxmlformats.org/drawingml/2006/main">
            <a:r>
              <a:t>packages/ai/src/session-resources.ts</a:t>
            </a:r>
          </a:p>
          <a:p xmlns:a="http://schemas.openxmlformats.org/drawingml/2006/main">
            <a:r>
              <a:t>packages/ai/src/types.ts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转换具体协议</a:t>
            </a:r>
          </a:p>
          <a:p xmlns:a="http://schemas.openxmlformats.org/drawingml/2006/main">
            <a:r>
              <a:t>选一份 API 实现跟踪消息、采样与推理参数的转换，再比较另一份实现。统一选项不保证供应商接受完全相同的字段。</a:t>
            </a:r>
          </a:p>
          <a:p xmlns:a="http://schemas.openxmlformats.org/drawingml/2006/main">
            <a:r>
              <a:t>输入：模型和标准上下文</a:t>
            </a:r>
          </a:p>
          <a:p xmlns:a="http://schemas.openxmlformats.org/drawingml/2006/main">
            <a:r>
              <a:t>输出：供应商请求体</a:t>
            </a:r>
          </a:p>
          <a:p xmlns:a="http://schemas.openxmlformats.org/drawingml/2006/main">
            <a:r>
              <a:t>入口线索：api/* 子路径</a:t>
            </a:r>
          </a:p>
          <a:p xmlns:a="http://schemas.openxmlformats.org/drawingml/2006/main">
            <a:r>
              <a:t>职责：包含 OpenAI、Anthropic、Google、Bedrock、Mistral、分类/图像等适配；具体清单由文件索引列出。</a:t>
            </a:r>
          </a:p>
          <a:p xmlns:a="http://schemas.openxmlformats.org/drawingml/2006/main">
            <a:r>
              <a:t>源码：packages/ai/src/api/anthropic-messages.lazy.ts</a:t>
            </a:r>
          </a:p>
          <a:p xmlns:a="http://schemas.openxmlformats.org/drawingml/2006/main">
            <a:r>
              <a:t>packages/ai/src/api/anthropic-messages.ts</a:t>
            </a:r>
          </a:p>
          <a:p xmlns:a="http://schemas.openxmlformats.org/drawingml/2006/main">
            <a:r>
              <a:t>packages/ai/src/api/azure-openai-config.ts</a:t>
            </a:r>
          </a:p>
          <a:p xmlns:a="http://schemas.openxmlformats.org/drawingml/2006/main">
            <a:r>
              <a:t>packages/ai/src/api/azure-openai-responses.lazy.ts</a:t>
            </a:r>
          </a:p>
          <a:p xmlns:a="http://schemas.openxmlformats.org/drawingml/2006/main">
            <a:r>
              <a:t>packages/ai/src/api/azure-openai-responses.ts</a:t>
            </a:r>
          </a:p>
          <a:p xmlns:a="http://schemas.openxmlformats.org/drawingml/2006/main">
            <a:r>
              <a:t>packages/ai/src/api/bedrock-converse-stream.lazy.ts</a:t>
            </a:r>
          </a:p>
          <a:p xmlns:a="http://schemas.openxmlformats.org/drawingml/2006/main">
            <a:r>
              <a:t>packages/ai/src/api/bedrock-converse-stream.ts</a:t>
            </a:r>
          </a:p>
          <a:p xmlns:a="http://schemas.openxmlformats.org/drawingml/2006/main">
            <a:r>
              <a:t>packages/ai/src/api/classifier-shared.ts</a:t>
            </a:r>
          </a:p>
          <a:p xmlns:a="http://schemas.openxmlformats.org/drawingml/2006/main">
            <a:r>
              <a:t>packages/ai/src/api/cloudflare-ai-binding.ts</a:t>
            </a:r>
          </a:p>
          <a:p xmlns:a="http://schemas.openxmlformats.org/drawingml/2006/main">
            <a:r>
              <a:t>packages/ai/src/api/cloudflare-workers-ai-system-one.lazy.ts</a:t>
            </a:r>
          </a:p>
          <a:p xmlns:a="http://schemas.openxmlformats.org/drawingml/2006/main">
            <a:r>
              <a:t>packages/ai/src/api/cloudflare-workers-ai-system-one.ts</a:t>
            </a:r>
          </a:p>
          <a:p xmlns:a="http://schemas.openxmlformats.org/drawingml/2006/main">
            <a:r>
              <a:t>packages/ai/src/api/cloudflare.ts</a:t>
            </a:r>
          </a:p>
          <a:p xmlns:a="http://schemas.openxmlformats.org/drawingml/2006/main">
            <a:r>
              <a:t>packages/ai/src/api/constrained-sampling.ts</a:t>
            </a:r>
          </a:p>
          <a:p xmlns:a="http://schemas.openxmlformats.org/drawingml/2006/main">
            <a:r>
              <a:t>packages/ai/src/api/github-copilot-headers.ts</a:t>
            </a:r>
          </a:p>
          <a:p xmlns:a="http://schemas.openxmlformats.org/drawingml/2006/main">
            <a:r>
              <a:t>packages/ai/src/api/google-generative-ai.lazy.ts</a:t>
            </a:r>
          </a:p>
          <a:p xmlns:a="http://schemas.openxmlformats.org/drawingml/2006/main">
            <a:r>
              <a:t>packages/ai/src/api/google-generative-ai.ts</a:t>
            </a:r>
          </a:p>
          <a:p xmlns:a="http://schemas.openxmlformats.org/drawingml/2006/main">
            <a:r>
              <a:t>packages/ai/src/api/google-shared.ts</a:t>
            </a:r>
          </a:p>
          <a:p xmlns:a="http://schemas.openxmlformats.org/drawingml/2006/main">
            <a:r>
              <a:t>packages/ai/src/api/google-vertex.lazy.ts</a:t>
            </a:r>
          </a:p>
          <a:p xmlns:a="http://schemas.openxmlformats.org/drawingml/2006/main">
            <a:r>
              <a:t>packages/ai/src/api/google-vertex.ts</a:t>
            </a:r>
          </a:p>
          <a:p xmlns:a="http://schemas.openxmlformats.org/drawingml/2006/main">
            <a:r>
              <a:t>packages/ai/src/api/lazy.ts</a:t>
            </a:r>
          </a:p>
          <a:p xmlns:a="http://schemas.openxmlformats.org/drawingml/2006/main">
            <a:r>
              <a:t>packages/ai/src/api/llama-cpp-classify.lazy.ts</a:t>
            </a:r>
          </a:p>
          <a:p xmlns:a="http://schemas.openxmlformats.org/drawingml/2006/main">
            <a:r>
              <a:t>packages/ai/src/api/llama-cpp-classify.ts</a:t>
            </a:r>
          </a:p>
          <a:p xmlns:a="http://schemas.openxmlformats.org/drawingml/2006/main">
            <a:r>
              <a:t>packages/ai/src/api/mistral-conversations.lazy.ts</a:t>
            </a:r>
          </a:p>
          <a:p xmlns:a="http://schemas.openxmlformats.org/drawingml/2006/main">
            <a:r>
              <a:t>packages/ai/src/api/mistral-conversations.ts</a:t>
            </a:r>
          </a:p>
          <a:p xmlns:a="http://schemas.openxmlformats.org/drawingml/2006/main">
            <a:r>
              <a:t>packages/ai/src/api/openai-codex-responses.lazy.ts</a:t>
            </a:r>
          </a:p>
          <a:p xmlns:a="http://schemas.openxmlformats.org/drawingml/2006/main">
            <a:r>
              <a:t>packages/ai/src/api/openai-codex-responses.ts</a:t>
            </a:r>
          </a:p>
          <a:p xmlns:a="http://schemas.openxmlformats.org/drawingml/2006/main">
            <a:r>
              <a:t>packages/ai/src/api/openai-completions.lazy.ts</a:t>
            </a:r>
          </a:p>
          <a:p xmlns:a="http://schemas.openxmlformats.org/drawingml/2006/main">
            <a:r>
              <a:t>packages/ai/src/api/openai-completions.ts</a:t>
            </a:r>
          </a:p>
          <a:p xmlns:a="http://schemas.openxmlformats.org/drawingml/2006/main">
            <a:r>
              <a:t>packages/ai/src/api/openai-decisions.lazy.ts</a:t>
            </a:r>
          </a:p>
          <a:p xmlns:a="http://schemas.openxmlformats.org/drawingml/2006/main">
            <a:r>
              <a:t>packages/ai/src/api/openai-decisions.ts</a:t>
            </a:r>
          </a:p>
          <a:p xmlns:a="http://schemas.openxmlformats.org/drawingml/2006/main">
            <a:r>
              <a:t>packages/ai/src/api/openai-prompt-cache.ts</a:t>
            </a:r>
          </a:p>
          <a:p xmlns:a="http://schemas.openxmlformats.org/drawingml/2006/main">
            <a:r>
              <a:t>packages/ai/src/api/openai-responses-shared.ts</a:t>
            </a:r>
          </a:p>
          <a:p xmlns:a="http://schemas.openxmlformats.org/drawingml/2006/main">
            <a:r>
              <a:t>packages/ai/src/api/openai-responses.lazy.ts</a:t>
            </a:r>
          </a:p>
          <a:p xmlns:a="http://schemas.openxmlformats.org/drawingml/2006/main">
            <a:r>
              <a:t>packages/ai/src/api/openai-responses.ts</a:t>
            </a:r>
          </a:p>
          <a:p xmlns:a="http://schemas.openxmlformats.org/drawingml/2006/main">
            <a:r>
              <a:t>packages/ai/src/api/openrouter-images.lazy.ts</a:t>
            </a:r>
          </a:p>
          <a:p xmlns:a="http://schemas.openxmlformats.org/drawingml/2006/main">
            <a:r>
              <a:t>packages/ai/src/api/openrouter-images.ts</a:t>
            </a:r>
          </a:p>
          <a:p xmlns:a="http://schemas.openxmlformats.org/drawingml/2006/main">
            <a:r>
              <a:t>packages/ai/src/api/pi-messages.lazy.ts</a:t>
            </a:r>
          </a:p>
          <a:p xmlns:a="http://schemas.openxmlformats.org/drawingml/2006/main">
            <a:r>
              <a:t>packages/ai/src/api/pi-messages.ts</a:t>
            </a:r>
          </a:p>
          <a:p xmlns:a="http://schemas.openxmlformats.org/drawingml/2006/main">
            <a:r>
              <a:t>packages/ai/src/api/simple-options.ts</a:t>
            </a:r>
          </a:p>
          <a:p xmlns:a="http://schemas.openxmlformats.org/drawingml/2006/main">
            <a:r>
              <a:t>packages/ai/src/api/system-one-shared.ts</a:t>
            </a:r>
          </a:p>
          <a:p xmlns:a="http://schemas.openxmlformats.org/drawingml/2006/main">
            <a:r>
              <a:t>packages/ai/src/api/transform-messages.ts</a:t>
            </a:r>
          </a:p>
          <a:p xmlns:a="http://schemas.openxmlformats.org/drawingml/2006/main">
            <a:r>
              <a:t>packages/ai/src/api/typesafe-system-one.lazy.ts</a:t>
            </a:r>
          </a:p>
          <a:p xmlns:a="http://schemas.openxmlformats.org/drawingml/2006/main">
            <a:r>
              <a:t>packages/ai/src/api/typesafe-system-one.ts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4. 消费增量并结束</a:t>
            </a:r>
          </a:p>
          <a:p xmlns:a="http://schemas.openxmlformats.org/drawingml/2006/main">
            <a:r>
              <a:t>观察文本、思考和工具参数的增量事件，等到完成后再消费完整结果，并读取 stopReason、usage 与错误。</a:t>
            </a:r>
          </a:p>
          <a:p xmlns:a="http://schemas.openxmlformats.org/drawingml/2006/main">
            <a:r>
              <a:t>输入：供应商流响应</a:t>
            </a:r>
          </a:p>
          <a:p xmlns:a="http://schemas.openxmlformats.org/drawingml/2006/main">
            <a:r>
              <a:t>输出：统一 AssistantMessage 与结束原因</a:t>
            </a:r>
          </a:p>
          <a:p xmlns:a="http://schemas.openxmlformats.org/drawingml/2006/main">
            <a:r>
              <a:t>入口线索：工具函数 / Provider 实现</a:t>
            </a:r>
          </a:p>
          <a:p xmlns:a="http://schemas.openxmlformats.org/drawingml/2006/main">
            <a:r>
              <a:t>职责：具体函数、参数与注释由 AST 提取，避免依名字猜契约。</a:t>
            </a:r>
          </a:p>
          <a:p xmlns:a="http://schemas.openxmlformats.org/drawingml/2006/main">
            <a:r>
              <a:t>源码：packages/ai/src/utils/abort-signals.ts</a:t>
            </a:r>
          </a:p>
          <a:p xmlns:a="http://schemas.openxmlformats.org/drawingml/2006/main">
            <a:r>
              <a:t>packages/ai/src/utils/abort.ts</a:t>
            </a:r>
          </a:p>
          <a:p xmlns:a="http://schemas.openxmlformats.org/drawingml/2006/main">
            <a:r>
              <a:t>packages/ai/src/utils/assistant-message-frame.ts</a:t>
            </a:r>
          </a:p>
          <a:p xmlns:a="http://schemas.openxmlformats.org/drawingml/2006/main">
            <a:r>
              <a:t>packages/ai/src/utils/diagnostics.ts</a:t>
            </a:r>
          </a:p>
          <a:p xmlns:a="http://schemas.openxmlformats.org/drawingml/2006/main">
            <a:r>
              <a:t>packages/ai/src/utils/error-body.ts</a:t>
            </a:r>
          </a:p>
          <a:p xmlns:a="http://schemas.openxmlformats.org/drawingml/2006/main">
            <a:r>
              <a:t>packages/ai/src/utils/estimate.ts</a:t>
            </a:r>
          </a:p>
          <a:p xmlns:a="http://schemas.openxmlformats.org/drawingml/2006/main">
            <a:r>
              <a:t>packages/ai/src/utils/event-stream.ts</a:t>
            </a:r>
          </a:p>
          <a:p xmlns:a="http://schemas.openxmlformats.org/drawingml/2006/main">
            <a:r>
              <a:t>packages/ai/src/utils/hash.ts</a:t>
            </a:r>
          </a:p>
          <a:p xmlns:a="http://schemas.openxmlformats.org/drawingml/2006/main">
            <a:r>
              <a:t>packages/ai/src/utils/headers.ts</a:t>
            </a:r>
          </a:p>
          <a:p xmlns:a="http://schemas.openxmlformats.org/drawingml/2006/main">
            <a:r>
              <a:t>packages/ai/src/utils/json-parse.ts</a:t>
            </a:r>
          </a:p>
          <a:p xmlns:a="http://schemas.openxmlformats.org/drawingml/2006/main">
            <a:r>
              <a:t>packages/ai/src/utils/model-operations.ts</a:t>
            </a:r>
          </a:p>
          <a:p xmlns:a="http://schemas.openxmlformats.org/drawingml/2006/main">
            <a:r>
              <a:t>packages/ai/src/utils/models-error.ts</a:t>
            </a:r>
          </a:p>
          <a:p xmlns:a="http://schemas.openxmlformats.org/drawingml/2006/main">
            <a:r>
              <a:t>packages/ai/src/utils/node-http-proxy.ts</a:t>
            </a:r>
          </a:p>
          <a:p xmlns:a="http://schemas.openxmlformats.org/drawingml/2006/main">
            <a:r>
              <a:t>packages/ai/src/utils/oauth-page.ts</a:t>
            </a:r>
          </a:p>
          <a:p xmlns:a="http://schemas.openxmlformats.org/drawingml/2006/main">
            <a:r>
              <a:t>packages/ai/src/utils/overflow.ts</a:t>
            </a:r>
          </a:p>
          <a:p xmlns:a="http://schemas.openxmlformats.org/drawingml/2006/main">
            <a:r>
              <a:t>packages/ai/src/utils/pi-user-agent.ts</a:t>
            </a:r>
          </a:p>
          <a:p xmlns:a="http://schemas.openxmlformats.org/drawingml/2006/main">
            <a:r>
              <a:t>packages/ai/src/utils/provider-env.ts</a:t>
            </a:r>
          </a:p>
          <a:p xmlns:a="http://schemas.openxmlformats.org/drawingml/2006/main">
            <a:r>
              <a:t>packages/ai/src/utils/provider-retry.ts</a:t>
            </a:r>
          </a:p>
          <a:p xmlns:a="http://schemas.openxmlformats.org/drawingml/2006/main">
            <a:r>
              <a:t>packages/ai/src/utils/retry.ts</a:t>
            </a:r>
          </a:p>
          <a:p xmlns:a="http://schemas.openxmlformats.org/drawingml/2006/main">
            <a:r>
              <a:t>packages/ai/src/utils/sanitize-unicode.ts</a:t>
            </a:r>
          </a:p>
          <a:p xmlns:a="http://schemas.openxmlformats.org/drawingml/2006/main">
            <a:r>
              <a:t>packages/ai/src/utils/sleep.ts</a:t>
            </a:r>
          </a:p>
          <a:p xmlns:a="http://schemas.openxmlformats.org/drawingml/2006/main">
            <a:r>
              <a:t>packages/ai/src/utils/text.ts</a:t>
            </a:r>
          </a:p>
          <a:p xmlns:a="http://schemas.openxmlformats.org/drawingml/2006/main">
            <a:r>
              <a:t>packages/ai/src/utils/transcript.ts</a:t>
            </a:r>
          </a:p>
          <a:p xmlns:a="http://schemas.openxmlformats.org/drawingml/2006/main">
            <a:r>
              <a:t>packages/ai/src/utils/typebox-helpers.ts</a:t>
            </a:r>
          </a:p>
          <a:p xmlns:a="http://schemas.openxmlformats.org/drawingml/2006/main">
            <a:r>
              <a:t>packages/ai/src/utils/uuid.ts</a:t>
            </a:r>
          </a:p>
          <a:p xmlns:a="http://schemas.openxmlformats.org/drawingml/2006/main">
            <a:r>
              <a:t>packages/ai/src/utils/validation.ts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失败与恢复：半截工具 JSON 不具备可执行保证。中止、网络失败、协议错误和正常停止的结果应区别处理。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练习：跟踪一次包含 toolCall 的响应，写出调用 ID、参数何时完整、何时可以验证执行。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参考判断：执行点必须位于参数完成并校验之后；文本增量和工具参数增量都不能当作最终消息直接持久消费。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功能编号：MOD-19, MOD-27, MOD-29, AI-01, AI-02, AI-03, AI-04, AI-05, AI-06, AI-07, AI-08, AI-12, AI-13, AI-14, AI-15, AI-16, AI-17, AI-18, AI-19, AI-20, AI-23, AI-24, AI-25, AI-26, AI-27, AI-28, AI-29, AI-30, AI-31, AI-32, AI-33, AI-34, AI-35, AI-38, AI-39, PROV-01, PROV-02, PROV-03, PROV-04, PROV-05, PROV-06, PROV-07, PROV-08, PROV-09, PROV-10, PROV-11, PROV-12, PROV-13, PROV-14, PROV-15, PROV-16, PROV-17, PROV-18, PROV-19, PROV-20, PROV-21, PROV-22, PROV-23, PROV-24, PROV-25, PROV-26, PROV-27, PROV-28, PROV-29, PROV-30, PROV-31, PROV-32, PROV-33, PROV-34, PROV-35, PROV-36, PROV-37, PROV-39, OTH-53, OTH-86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文档来源：</a:t>
            </a:r>
          </a:p>
          <a:p xmlns:a="http://schemas.openxmlformats.org/drawingml/2006/main">
            <a:r>
              <a:t>packages/ai/README.md</a:t>
            </a:r>
          </a:p>
          <a:p xmlns:a="http://schemas.openxmlformats.org/drawingml/2006/main">
            <a:r>
              <a:t>packages/coding-agent/docs/cli.md</a:t>
            </a:r>
          </a:p>
          <a:p xmlns:a="http://schemas.openxmlformats.org/drawingml/2006/main">
            <a:r>
              <a:t>AGENTS.md</a:t>
            </a:r>
          </a:p>
          <a:p xmlns:a="http://schemas.openxmlformats.org/drawingml/2006/main">
            <a:r>
              <a:t>packages/coding-agent/examples/extensions/README.md</a:t>
            </a:r>
          </a:p>
          <a:p xmlns:a="http://schemas.openxmlformats.org/drawingml/2006/main">
            <a:r>
              <a:t>packages/coding-agent/docs/settings.md</a:t>
            </a:r>
          </a:p>
          <a:p xmlns:a="http://schemas.openxmlformats.org/drawingml/2006/main">
            <a:r>
              <a:t>packages/coding-agent/docs/models.md</a:t>
            </a:r>
          </a:p>
          <a:p xmlns:a="http://schemas.openxmlformats.org/drawingml/2006/main">
            <a:r>
              <a:t>packages/coding-agent/docs/providers.md</a:t>
            </a:r>
          </a:p>
          <a:p xmlns:a="http://schemas.openxmlformats.org/drawingml/2006/main">
            <a:r>
              <a:t>packages/ai/CHANGELOG.md</a:t>
            </a:r>
          </a:p>
          <a:p xmlns:a="http://schemas.openxmlformats.org/drawingml/2006/main">
            <a:r>
              <a:t>packages/ai/src/providers/all.ts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关联测试阅读线索（未在演示文稿中执行）：</a:t>
            </a:r>
          </a:p>
          <a:p xmlns:a="http://schemas.openxmlformats.org/drawingml/2006/main">
            <a:r>
              <a:t>packages/ai/test/images-models.test.ts</a:t>
            </a:r>
          </a:p>
          <a:p xmlns:a="http://schemas.openxmlformats.org/drawingml/2006/main">
            <a:r>
              <a:t>packages/ai/test/model-types.test.ts</a:t>
            </a:r>
          </a:p>
          <a:p xmlns:a="http://schemas.openxmlformats.org/drawingml/2006/main">
            <a:r>
              <a:t>packages/ai/test/models-runtime.test.ts</a:t>
            </a:r>
          </a:p>
          <a:p xmlns:a="http://schemas.openxmlformats.org/drawingml/2006/main">
            <a:r>
              <a:t>packages/ai/test/providers.test.ts</a:t>
            </a:r>
          </a:p>
          <a:p xmlns:a="http://schemas.openxmlformats.org/drawingml/2006/main">
            <a:r>
              <a:t>packages/ai/test/radius-provider.test.ts</a:t>
            </a:r>
          </a:p>
          <a:p xmlns:a="http://schemas.openxmlformats.org/drawingml/2006/main">
            <a:r>
              <a:t>packages/ai/test/cache-retention.test.ts</a:t>
            </a:r>
          </a:p>
          <a:p xmlns:a="http://schemas.openxmlformats.org/drawingml/2006/main">
            <a:r>
              <a:t>packages/ai/test/zen.test.ts</a:t>
            </a:r>
          </a:p>
          <a:p xmlns:a="http://schemas.openxmlformats.org/drawingml/2006/main">
            <a:r>
              <a:t>packages/ai/test/anthropic-auth-token.test.ts</a:t>
            </a:r>
          </a:p>
          <a:p xmlns:a="http://schemas.openxmlformats.org/drawingml/2006/main">
            <a:r>
              <a:t>packages/ai/test/anthropic-federation.test.ts</a:t>
            </a:r>
          </a:p>
          <a:p xmlns:a="http://schemas.openxmlformats.org/drawingml/2006/main">
            <a:r>
              <a:t>packages/ai/test/baseten-models.test.ts</a:t>
            </a:r>
          </a:p>
          <a:p xmlns:a="http://schemas.openxmlformats.org/drawingml/2006/main">
            <a:r>
              <a:t>packages/ai/test/classifier-models.test.ts</a:t>
            </a:r>
          </a:p>
          <a:p xmlns:a="http://schemas.openxmlformats.org/drawingml/2006/main">
            <a:r>
              <a:t>packages/ai/test/cloudflare-workers-ai-system-one.test.ts</a:t>
            </a:r>
          </a:p>
          <a:p xmlns:a="http://schemas.openxmlformats.org/drawingml/2006/main">
            <a:r>
              <a:t>packages/ai/test/fireworks-model-generation.test.ts</a:t>
            </a:r>
          </a:p>
          <a:p xmlns:a="http://schemas.openxmlformats.org/drawingml/2006/main">
            <a:r>
              <a:t>packages/ai/test/fireworks-models.test.ts</a:t>
            </a:r>
          </a:p>
          <a:p xmlns:a="http://schemas.openxmlformats.org/drawingml/2006/main">
            <a:r>
              <a:t>packages/ai/test/github-copilot-anthropic.test.ts</a:t>
            </a:r>
          </a:p>
          <a:p xmlns:a="http://schemas.openxmlformats.org/drawingml/2006/main">
            <a:r>
              <a:t>packages/ai/test/github-copilot-oauth.test.ts</a:t>
            </a:r>
          </a:p>
          <a:p xmlns:a="http://schemas.openxmlformats.org/drawingml/2006/main">
            <a:r>
              <a:t>packages/ai/test/oauth-auth.test.ts</a:t>
            </a:r>
          </a:p>
          <a:p xmlns:a="http://schemas.openxmlformats.org/drawingml/2006/main">
            <a:r>
              <a:t>packages/ai/test/openrouter-oauth.test.ts</a:t>
            </a:r>
          </a:p>
          <a:p xmlns:a="http://schemas.openxmlformats.org/drawingml/2006/main">
            <a:r>
              <a:t>packages/ai/test/openrouter-user-models.test.ts</a:t>
            </a:r>
          </a:p>
          <a:p xmlns:a="http://schemas.openxmlformats.org/drawingml/2006/main">
            <a:r>
              <a:t>packages/ai/test/scratch.ts</a:t>
            </a:r>
          </a:p>
          <a:p xmlns:a="http://schemas.openxmlformats.org/drawingml/2006/main">
            <a:r>
              <a:t>packages/ai/test/telemetry-options.test.ts</a:t>
            </a:r>
          </a:p>
          <a:p xmlns:a="http://schemas.openxmlformats.org/drawingml/2006/main">
            <a:r>
              <a:t>packages/ai/test/xai-responses.test.ts</a:t>
            </a:r>
          </a:p>
          <a:p xmlns:a="http://schemas.openxmlformats.org/drawingml/2006/main">
            <a:r>
              <a:t>packages/durable/test/codemode-bench.ts</a:t>
            </a:r>
          </a:p>
          <a:p xmlns:a="http://schemas.openxmlformats.org/drawingml/2006/main">
            <a:r>
              <a:t>packages/durable/test/nested-images-bench.ts</a:t>
            </a:r>
          </a:p>
          <a:p xmlns:a="http://schemas.openxmlformats.org/drawingml/2006/main">
            <a:r>
              <a:t>packages/durable/test/nested-tools-bench.ts</a:t>
            </a:r>
          </a:p>
          <a:p xmlns:a="http://schemas.openxmlformats.org/drawingml/2006/main">
            <a:r>
              <a:t>packages/durable/test/scheduler-fanout-bench.ts</a:t>
            </a:r>
          </a:p>
          <a:p xmlns:a="http://schemas.openxmlformats.org/drawingml/2006/main">
            <a:r>
              <a:t>packages/durable/test/scheduler-memory-bench.ts</a:t>
            </a:r>
          </a:p>
          <a:p xmlns:a="http://schemas.openxmlformats.org/drawingml/2006/main">
            <a:r>
              <a:t>packages/durable/test/session-document-cache-bench.ts</a:t>
            </a:r>
          </a:p>
          <a:p xmlns:a="http://schemas.openxmlformats.org/drawingml/2006/main">
            <a:r>
              <a:t>packages/durable/test/tool-output-bench.ts</a:t>
            </a:r>
          </a:p>
          <a:p xmlns:a="http://schemas.openxmlformats.org/drawingml/2006/main">
            <a:r>
              <a:t>packages/ai/test/abort.test.ts</a:t>
            </a:r>
          </a:p>
          <a:p xmlns:a="http://schemas.openxmlformats.org/drawingml/2006/main">
            <a:r>
              <a:t>packages/ai/test/anthropic-adaptive-thinking-models.test.ts</a:t>
            </a:r>
          </a:p>
          <a:p xmlns:a="http://schemas.openxmlformats.org/drawingml/2006/main">
            <a:r>
              <a:t>packages/ai/test/anthropic-eager-tool-input-compat.test.ts</a:t>
            </a:r>
          </a:p>
          <a:p xmlns:a="http://schemas.openxmlformats.org/drawingml/2006/main">
            <a:r>
              <a:t>packages/ai/test/anthropic-eager-tool-input-e2e.test.ts</a:t>
            </a:r>
          </a:p>
          <a:p xmlns:a="http://schemas.openxmlformats.org/drawingml/2006/main">
            <a:r>
              <a:t>packages/ai/test/anthropic-empty-thinking-signature-compat.test.ts</a:t>
            </a:r>
          </a:p>
          <a:p xmlns:a="http://schemas.openxmlformats.org/drawingml/2006/main">
            <a:r>
              <a:t>packages/ai/test/anthropic-federation-sdk.test.ts</a:t>
            </a:r>
          </a:p>
          <a:p xmlns:a="http://schemas.openxmlformats.org/drawingml/2006/main">
            <a:r>
              <a:t>packages/ai/test/anthropic-force-adaptive-thinking.test.ts</a:t>
            </a:r>
          </a:p>
          <a:p xmlns:a="http://schemas.openxmlformats.org/drawingml/2006/main">
            <a:r>
              <a:t>packages/ai/test/anthropic-long-cache-retention-e2e.test.ts</a:t>
            </a:r>
          </a:p>
          <a:p xmlns:a="http://schemas.openxmlformats.org/drawingml/2006/main">
            <a:r>
              <a:t>packages/ai/test/anthropic-mid-conversation-effort.test.ts</a:t>
            </a:r>
          </a:p>
          <a:p xmlns:a="http://schemas.openxmlformats.org/drawingml/2006/main">
            <a:r>
              <a:t>packages/ai/test/anthropic-opus-4-8-smoke.test.ts</a:t>
            </a:r>
          </a:p>
          <a:p xmlns:a="http://schemas.openxmlformats.org/drawingml/2006/main">
            <a:r>
              <a:t>packages/ai/test/anthropic-sse-parsing.test.ts</a:t>
            </a:r>
          </a:p>
          <a:p xmlns:a="http://schemas.openxmlformats.org/drawingml/2006/main">
            <a:r>
              <a:t>packages/ai/test/anthropic-strict-tool-schema.test.ts</a:t>
            </a:r>
          </a:p>
          <a:p xmlns:a="http://schemas.openxmlformats.org/drawingml/2006/main">
            <a:r>
              <a:t>packages/ai/test/anthropic-temperature-compat.test.ts</a:t>
            </a:r>
          </a:p>
          <a:p xmlns:a="http://schemas.openxmlformats.org/drawingml/2006/main">
            <a:r>
              <a:t>packages/ai/test/anthropic-thinking-binding-e2e.test.ts</a:t>
            </a:r>
          </a:p>
          <a:p xmlns:a="http://schemas.openxmlformats.org/drawingml/2006/main">
            <a:r>
              <a:t>packages/ai/test/anthropic-thinking-disable.test.ts</a:t>
            </a:r>
          </a:p>
          <a:p xmlns:a="http://schemas.openxmlformats.org/drawingml/2006/main">
            <a:r>
              <a:t>packages/ai/test/anthropic-tool-name-normalization.test.ts</a:t>
            </a:r>
          </a:p>
          <a:p xmlns:a="http://schemas.openxmlformats.org/drawingml/2006/main">
            <a:r>
              <a:t>packages/ai/test/azure-openai-base-url.test.ts</a:t>
            </a:r>
          </a:p>
          <a:p xmlns:a="http://schemas.openxmlformats.org/drawingml/2006/main">
            <a:r>
              <a:t>packages/ai/test/azure-openai-completions.test.ts</a:t>
            </a:r>
          </a:p>
          <a:p xmlns:a="http://schemas.openxmlformats.org/drawingml/2006/main">
            <a:r>
              <a:t>packages/ai/test/azure-openai-responses-reasoning-replay.test.ts</a:t>
            </a:r>
          </a:p>
          <a:p xmlns:a="http://schemas.openxmlformats.org/drawingml/2006/main">
            <a:r>
              <a:t>packages/ai/test/azure-openai-tool-choice.test.ts</a:t>
            </a:r>
          </a:p>
          <a:p xmlns:a="http://schemas.openxmlformats.org/drawingml/2006/main">
            <a:r>
              <a:t>packages/ai/test/bedrock-convert-messages.test.ts</a:t>
            </a:r>
          </a:p>
          <a:p xmlns:a="http://schemas.openxmlformats.org/drawingml/2006/main">
            <a:r>
              <a:t>packages/ai/test/bedrock-credentials.test.ts</a:t>
            </a:r>
          </a:p>
          <a:p xmlns:a="http://schemas.openxmlformats.org/drawingml/2006/main">
            <a:r>
              <a:t>packages/ai/test/bedrock-custom-headers.test.ts</a:t>
            </a:r>
          </a:p>
          <a:p xmlns:a="http://schemas.openxmlformats.org/drawingml/2006/main">
            <a:r>
              <a:t>packages/ai/test/bedrock-endpoint-resolution.test.ts</a:t>
            </a:r>
          </a:p>
          <a:p xmlns:a="http://schemas.openxmlformats.org/drawingml/2006/main">
            <a:r>
              <a:t>packages/ai/test/bedrock-error-metadata.test.ts</a:t>
            </a:r>
          </a:p>
          <a:p xmlns:a="http://schemas.openxmlformats.org/drawingml/2006/main">
            <a:r>
              <a:t>packages/ai/test/bedrock-models.test.ts</a:t>
            </a:r>
          </a:p>
          <a:p xmlns:a="http://schemas.openxmlformats.org/drawingml/2006/main">
            <a:r>
              <a:t>packages/ai/test/bedrock-raw-stop-reason.test.ts</a:t>
            </a:r>
          </a:p>
          <a:p xmlns:a="http://schemas.openxmlformats.org/drawingml/2006/main">
            <a:r>
              <a:t>packages/ai/test/bedrock-redacted-reasoning.test.ts</a:t>
            </a:r>
          </a:p>
          <a:p xmlns:a="http://schemas.openxmlformats.org/drawingml/2006/main">
            <a:r>
              <a:t>packages/ai/test/bedrock-response-headers.test.ts</a:t>
            </a:r>
          </a:p>
          <a:p xmlns:a="http://schemas.openxmlformats.org/drawingml/2006/main">
            <a:r>
              <a:t>packages/ai/test/bedrock-thinking-payload.test.ts</a:t>
            </a:r>
          </a:p>
          <a:p xmlns:a="http://schemas.openxmlformats.org/drawingml/2006/main">
            <a:r>
              <a:t>packages/ai/test/cloudflare-ai-binding.test.ts</a:t>
            </a:r>
          </a:p>
          <a:p xmlns:a="http://schemas.openxmlformats.org/drawingml/2006/main">
            <a:r>
              <a:t>packages/ai/test/cloudflare-stream.test.ts</a:t>
            </a:r>
          </a:p>
          <a:p xmlns:a="http://schemas.openxmlformats.org/drawingml/2006/main">
            <a:r>
              <a:t>packages/ai/test/codex-websocket-cached-probe.ts</a:t>
            </a:r>
          </a:p>
          <a:p xmlns:a="http://schemas.openxmlformats.org/drawingml/2006/main">
            <a:r>
              <a:t>packages/ai/test/compat-env.test.ts</a:t>
            </a:r>
          </a:p>
          <a:p xmlns:a="http://schemas.openxmlformats.org/drawingml/2006/main">
            <a:r>
              <a:t>packages/ai/test/constrained-sampling.test.ts</a:t>
            </a:r>
          </a:p>
          <a:p xmlns:a="http://schemas.openxmlformats.org/drawingml/2006/main">
            <a:r>
              <a:t>packages/ai/test/context-estimate.test.ts</a:t>
            </a:r>
          </a:p>
          <a:p xmlns:a="http://schemas.openxmlformats.org/drawingml/2006/main">
            <a:r>
              <a:t>packages/ai/test/context-overflow.test.ts</a:t>
            </a:r>
          </a:p>
          <a:p xmlns:a="http://schemas.openxmlformats.org/drawingml/2006/main">
            <a:r>
              <a:t>packages/ai/test/cross-provider-handoff.test.ts</a:t>
            </a:r>
          </a:p>
          <a:p xmlns:a="http://schemas.openxmlformats.org/drawingml/2006/main">
            <a:r>
              <a:t>packages/ai/test/empty.test.ts</a:t>
            </a:r>
          </a:p>
          <a:p xmlns:a="http://schemas.openxmlformats.org/drawingml/2006/main">
            <a:r>
              <a:t>packages/ai/test/event-stream.test.ts</a:t>
            </a:r>
          </a:p>
          <a:p xmlns:a="http://schemas.openxmlformats.org/drawingml/2006/main">
            <a:r>
              <a:t>packages/ai/test/faux-provider.test.ts</a:t>
            </a:r>
          </a:p>
          <a:p xmlns:a="http://schemas.openxmlformats.org/drawingml/2006/main">
            <a:r>
              <a:t>packages/ai/test/fetch-option.test.ts</a:t>
            </a:r>
          </a:p>
          <a:p xmlns:a="http://schemas.openxmlformats.org/drawingml/2006/main">
            <a:r>
              <a:t>packages/ai/test/google-raw-stop-reason.test.ts</a:t>
            </a:r>
          </a:p>
          <a:p xmlns:a="http://schemas.openxmlformats.org/drawingml/2006/main">
            <a:r>
              <a:t>packages/ai/test/google-shared-convert-tools.test.ts</a:t>
            </a:r>
          </a:p>
          <a:p xmlns:a="http://schemas.openxmlformats.org/drawingml/2006/main">
            <a:r>
              <a:t>packages/ai/test/google-shared-gemini3-unsigned-tool-call.test.ts</a:t>
            </a:r>
          </a:p>
          <a:p xmlns:a="http://schemas.openxmlformats.org/drawingml/2006/main">
            <a:r>
              <a:t>packages/ai/test/google-shared-image-tool-result-routing.test.ts</a:t>
            </a:r>
          </a:p>
          <a:p xmlns:a="http://schemas.openxmlformats.org/drawingml/2006/main">
            <a:r>
              <a:t>packages/ai/test/google-shared-signed-empty-blocks.test.ts</a:t>
            </a:r>
          </a:p>
          <a:p xmlns:a="http://schemas.openxmlformats.org/drawingml/2006/main">
            <a:r>
              <a:t>packages/ai/test/google-thinking-disable.test.ts</a:t>
            </a:r>
          </a:p>
          <a:p xmlns:a="http://schemas.openxmlformats.org/drawingml/2006/main">
            <a:r>
              <a:t>packages/ai/test/google-thinking-level-map.test.ts</a:t>
            </a:r>
          </a:p>
          <a:p xmlns:a="http://schemas.openxmlformats.org/drawingml/2006/main">
            <a:r>
              <a:t>packages/ai/test/google-vertex-api-key-resolution.test.ts</a:t>
            </a:r>
          </a:p>
          <a:p xmlns:a="http://schemas.openxmlformats.org/drawingml/2006/main">
            <a:r>
              <a:t>packages/ai/test/image-tool-result.test.ts</a:t>
            </a:r>
          </a:p>
          <a:p xmlns:a="http://schemas.openxmlformats.org/drawingml/2006/main">
            <a:r>
              <a:t>packages/ai/test/images.test.ts</a:t>
            </a:r>
          </a:p>
          <a:p xmlns:a="http://schemas.openxmlformats.org/drawingml/2006/main">
            <a:r>
              <a:t>packages/ai/test/interleaved-thinking.test.ts</a:t>
            </a:r>
          </a:p>
          <a:p xmlns:a="http://schemas.openxmlformats.org/drawingml/2006/main">
            <a:r>
              <a:t>packages/ai/test/lax-message-content.test.ts</a:t>
            </a:r>
          </a:p>
          <a:p xmlns:a="http://schemas.openxmlformats.org/drawingml/2006/main">
            <a:r>
              <a:t>packages/ai/test/llama-cpp-classify.test.ts</a:t>
            </a:r>
          </a:p>
          <a:p xmlns:a="http://schemas.openxmlformats.org/drawingml/2006/main">
            <a:r>
              <a:t>packages/ai/test/max-thinking.test.ts</a:t>
            </a:r>
          </a:p>
          <a:p xmlns:a="http://schemas.openxmlformats.org/drawingml/2006/main">
            <a:r>
              <a:t>packages/ai/test/message-types.test.ts</a:t>
            </a:r>
          </a:p>
          <a:p xmlns:a="http://schemas.openxmlformats.org/drawingml/2006/main">
            <a:r>
              <a:t>packages/ai/test/mistral-http-transport.test.ts</a:t>
            </a:r>
          </a:p>
          <a:p xmlns:a="http://schemas.openxmlformats.org/drawingml/2006/main">
            <a:r>
              <a:t>packages/ai/test/mistral-raw-stop-reason.test.ts</a:t>
            </a:r>
          </a:p>
          <a:p xmlns:a="http://schemas.openxmlformats.org/drawingml/2006/main">
            <a:r>
              <a:t>packages/ai/test/mistral-reasoning-mode.test.ts</a:t>
            </a:r>
          </a:p>
          <a:p xmlns:a="http://schemas.openxmlformats.org/drawingml/2006/main">
            <a:r>
              <a:t>packages/ai/test/mistral-tool-schema.test.ts</a:t>
            </a:r>
          </a:p>
          <a:p xmlns:a="http://schemas.openxmlformats.org/drawingml/2006/main">
            <a:r>
              <a:t>packages/ai/test/openai-codex-cache-affinity-e2e.test.ts</a:t>
            </a:r>
          </a:p>
          <a:p xmlns:a="http://schemas.openxmlformats.org/drawingml/2006/main">
            <a:r>
              <a:t>packages/ai/test/openai-codex-stream.test.ts</a:t>
            </a:r>
          </a:p>
          <a:p xmlns:a="http://schemas.openxmlformats.org/drawingml/2006/main">
            <a:r>
              <a:t>packages/ai/test/openai-completions-cache-control-format.test.ts</a:t>
            </a:r>
          </a:p>
          <a:p xmlns:a="http://schemas.openxmlformats.org/drawingml/2006/main">
            <a:r>
              <a:t>packages/ai/test/openai-completions-prompt-cache.test.ts</a:t>
            </a:r>
          </a:p>
          <a:p xmlns:a="http://schemas.openxmlformats.org/drawingml/2006/main">
            <a:r>
              <a:t>packages/ai/test/openai-completions-provider-stream-event.test.ts</a:t>
            </a:r>
          </a:p>
          <a:p xmlns:a="http://schemas.openxmlformats.org/drawingml/2006/main">
            <a:r>
              <a:t>packages/ai/test/openai-completions-raw-stop-reason.test.ts</a:t>
            </a:r>
          </a:p>
          <a:p xmlns:a="http://schemas.openxmlformats.org/drawingml/2006/main">
            <a:r>
              <a:t>packages/ai/test/openai-completions-reasoning-details.test.ts</a:t>
            </a:r>
          </a:p>
          <a:p xmlns:a="http://schemas.openxmlformats.org/drawingml/2006/main">
            <a:r>
              <a:t>packages/ai/test/openai-completions-response-model.test.ts</a:t>
            </a:r>
          </a:p>
          <a:p xmlns:a="http://schemas.openxmlformats.org/drawingml/2006/main">
            <a:r>
              <a:t>packages/ai/test/openai-completions-retry.test.ts</a:t>
            </a:r>
          </a:p>
          <a:p xmlns:a="http://schemas.openxmlformats.org/drawingml/2006/main">
            <a:r>
              <a:t>packages/ai/test/openai-completions-thinking-as-text.test.ts</a:t>
            </a:r>
          </a:p>
          <a:p xmlns:a="http://schemas.openxmlformats.org/drawingml/2006/main">
            <a:r>
              <a:t>packages/ai/test/openai-completions-thinking-token-budget.test.ts</a:t>
            </a:r>
          </a:p>
          <a:p xmlns:a="http://schemas.openxmlformats.org/drawingml/2006/main">
            <a:r>
              <a:t>packages/ai/test/openai-completions-tool-choice.test.ts</a:t>
            </a:r>
          </a:p>
          <a:p xmlns:a="http://schemas.openxmlformats.org/drawingml/2006/main">
            <a:r>
              <a:t>packages/ai/test/openai-completions-tool-result-images.test.ts</a:t>
            </a:r>
          </a:p>
          <a:p xmlns:a="http://schemas.openxmlformats.org/drawingml/2006/main">
            <a:r>
              <a:t>packages/ai/test/openai-completions-vllm-priority.test.ts</a:t>
            </a:r>
          </a:p>
          <a:p xmlns:a="http://schemas.openxmlformats.org/drawingml/2006/main">
            <a:r>
              <a:t>packages/ai/test/openai-decisions.test.ts</a:t>
            </a:r>
          </a:p>
          <a:p xmlns:a="http://schemas.openxmlformats.org/drawingml/2006/main">
            <a:r>
              <a:t>packages/ai/test/openai-responses-cache-affinity-e2e.test.ts</a:t>
            </a:r>
          </a:p>
          <a:p xmlns:a="http://schemas.openxmlformats.org/drawingml/2006/main">
            <a:r>
              <a:t>packages/ai/test/openai-responses-chatgpt-sign-in.test.ts</a:t>
            </a:r>
          </a:p>
          <a:p xmlns:a="http://schemas.openxmlformats.org/drawingml/2006/main">
            <a:r>
              <a:t>packages/ai/test/openai-responses-compat.test.ts</a:t>
            </a:r>
          </a:p>
          <a:p xmlns:a="http://schemas.openxmlformats.org/drawingml/2006/main">
            <a:r>
              <a:t>packages/ai/test/openai-responses-empty-tool-result.test.ts</a:t>
            </a:r>
          </a:p>
          <a:p xmlns:a="http://schemas.openxmlformats.org/drawingml/2006/main">
            <a:r>
              <a:t>packages/ai/test/openai-responses-foreign-toolcall-id.test.ts</a:t>
            </a:r>
          </a:p>
          <a:p xmlns:a="http://schemas.openxmlformats.org/drawingml/2006/main">
            <a:r>
              <a:t>packages/ai/test/openai-responses-message-id.test.ts</a:t>
            </a:r>
          </a:p>
          <a:p xmlns:a="http://schemas.openxmlformats.org/drawingml/2006/main">
            <a:r>
              <a:t>packages/ai/test/openai-responses-namespace.test.ts</a:t>
            </a:r>
          </a:p>
          <a:p xmlns:a="http://schemas.openxmlformats.org/drawingml/2006/main">
            <a:r>
              <a:t>packages/ai/test/openai-responses-partial-json-cleanup.test.ts</a:t>
            </a:r>
          </a:p>
          <a:p xmlns:a="http://schemas.openxmlformats.org/drawingml/2006/main">
            <a:r>
              <a:t>packages/ai/test/openai-responses-reasoning-replay-e2e.test.ts</a:t>
            </a:r>
          </a:p>
          <a:p xmlns:a="http://schemas.openxmlformats.org/drawingml/2006/main">
            <a:r>
              <a:t>packages/ai/test/openai-responses-terminal-event.test.ts</a:t>
            </a:r>
          </a:p>
          <a:p xmlns:a="http://schemas.openxmlformats.org/drawingml/2006/main">
            <a:r>
              <a:t>packages/ai/test/openai-responses-usage-limit.test.ts</a:t>
            </a:r>
          </a:p>
          <a:p xmlns:a="http://schemas.openxmlformats.org/drawingml/2006/main">
            <a:r>
              <a:t>packages/ai/test/opencode-provider-headers.test.ts</a:t>
            </a:r>
          </a:p>
          <a:p xmlns:a="http://schemas.openxmlformats.org/drawingml/2006/main">
            <a:r>
              <a:t>packages/ai/test/openrouter-images.test.ts</a:t>
            </a:r>
          </a:p>
          <a:p xmlns:a="http://schemas.openxmlformats.org/drawingml/2006/main">
            <a:r>
              <a:t>packages/ai/test/openrouter-reasoning-options.test.ts</a:t>
            </a:r>
          </a:p>
          <a:p xmlns:a="http://schemas.openxmlformats.org/drawingml/2006/main">
            <a:r>
              <a:t>packages/ai/test/overflow.test.ts</a:t>
            </a:r>
          </a:p>
          <a:p xmlns:a="http://schemas.openxmlformats.org/drawingml/2006/main">
            <a:r>
              <a:t>packages/ai/test/pi-messages.test.ts</a:t>
            </a:r>
          </a:p>
          <a:p xmlns:a="http://schemas.openxmlformats.org/drawingml/2006/main">
            <a:r>
              <a:t>packages/ai/test/pre-generation-error.test.ts</a:t>
            </a:r>
          </a:p>
          <a:p xmlns:a="http://schemas.openxmlformats.org/drawingml/2006/main">
            <a:r>
              <a:t>packages/ai/test/provider-error-body-passthrough.test.ts</a:t>
            </a:r>
          </a:p>
          <a:p xmlns:a="http://schemas.openxmlformats.org/drawingml/2006/main">
            <a:r>
              <a:t>packages/ai/test/provider-error-body-regression.test.ts</a:t>
            </a:r>
          </a:p>
          <a:p xmlns:a="http://schemas.openxmlformats.org/drawingml/2006/main">
            <a:r>
              <a:t>packages/ai/test/radius-thinking-replay-e2e.test.ts</a:t>
            </a:r>
          </a:p>
          <a:p xmlns:a="http://schemas.openxmlformats.org/drawingml/2006/main">
            <a:r>
              <a:t>packages/ai/test/responseid.test.ts</a:t>
            </a:r>
          </a:p>
          <a:p xmlns:a="http://schemas.openxmlformats.org/drawingml/2006/main">
            <a:r>
              <a:t>packages/ai/test/sampling-options.test.ts</a:t>
            </a:r>
          </a:p>
          <a:p xmlns:a="http://schemas.openxmlformats.org/drawingml/2006/main">
            <a:r>
              <a:t>packages/ai/test/stream.test.ts</a:t>
            </a:r>
          </a:p>
          <a:p xmlns:a="http://schemas.openxmlformats.org/drawingml/2006/main">
            <a:r>
              <a:t>packages/ai/test/system-message-replay.test.ts</a:t>
            </a:r>
          </a:p>
          <a:p xmlns:a="http://schemas.openxmlformats.org/drawingml/2006/main">
            <a:r>
              <a:t>packages/ai/test/tokens.test.ts</a:t>
            </a:r>
          </a:p>
          <a:p xmlns:a="http://schemas.openxmlformats.org/drawingml/2006/main">
            <a:r>
              <a:t>packages/ai/test/tool-call-id-normalization.test.ts</a:t>
            </a:r>
          </a:p>
          <a:p xmlns:a="http://schemas.openxmlformats.org/drawingml/2006/main">
            <a:r>
              <a:t>packages/ai/test/tool-call-without-result.test.ts</a:t>
            </a:r>
          </a:p>
          <a:p xmlns:a="http://schemas.openxmlformats.org/drawingml/2006/main">
            <a:r>
              <a:t>packages/ai/test/total-tokens.test.ts</a:t>
            </a:r>
          </a:p>
          <a:p xmlns:a="http://schemas.openxmlformats.org/drawingml/2006/main">
            <a:r>
              <a:t>packages/ai/test/transcript-tool-changes.test.ts</a:t>
            </a:r>
          </a:p>
          <a:p xmlns:a="http://schemas.openxmlformats.org/drawingml/2006/main">
            <a:r>
              <a:t>packages/ai/test/transform-messages-copilot-openai-to-anthropic.test.ts</a:t>
            </a:r>
          </a:p>
          <a:p xmlns:a="http://schemas.openxmlformats.org/drawingml/2006/main">
            <a:r>
              <a:t>packages/ai/test/typesafe-system-one.test.ts</a:t>
            </a:r>
          </a:p>
          <a:p xmlns:a="http://schemas.openxmlformats.org/drawingml/2006/main">
            <a:r>
              <a:t>packages/ai/test/unicode-surrogate.test.ts</a:t>
            </a:r>
          </a:p>
          <a:p xmlns:a="http://schemas.openxmlformats.org/drawingml/2006/main">
            <a:r>
              <a:t>packages/ai/test/validation.test.ts</a:t>
            </a:r>
          </a:p>
          <a:p xmlns:a="http://schemas.openxmlformats.org/drawingml/2006/main">
            <a:r>
              <a:t>packages/ai/test/xhigh.test.ts</a:t>
            </a:r>
          </a:p>
          <a:p xmlns:a="http://schemas.openxmlformats.org/drawingml/2006/main">
            <a:r>
              <a:t>packages/ai/test/xiaomi-token-plan-ams-anthropic-empty-signature-smoke.test.ts</a:t>
            </a:r>
          </a:p>
          <a:p xmlns:a="http://schemas.openxmlformats.org/drawingml/2006/main">
            <a:r>
              <a:t>packages/ai/test/anthropic-cache-write-1h-cost.test.ts</a:t>
            </a:r>
          </a:p>
          <a:p xmlns:a="http://schemas.openxmlformats.org/drawingml/2006/main">
            <a:r>
              <a:t>packages/durable/test/system-order-cache-e2e.test.ts</a:t>
            </a:r>
          </a:p>
          <a:p xmlns:a="http://schemas.openxmlformats.org/drawingml/2006/main">
            <a:r>
              <a:t>packages/ai/test/bedrock-cache-write-1h-cost.test.ts</a:t>
            </a:r>
          </a:p>
          <a:p xmlns:a="http://schemas.openxmlformats.org/drawingml/2006/main">
            <a:r>
              <a:t>packages/ai/test/google-shared-retry.test.ts</a:t>
            </a:r>
          </a:p>
          <a:p xmlns:a="http://schemas.openxmlformats.org/drawingml/2006/main">
            <a:r>
              <a:t>packages/ai/test/google-thinking-signature.test.ts</a:t>
            </a:r>
          </a:p>
          <a:p xmlns:a="http://schemas.openxmlformats.org/drawingml/2006/main">
            <a:r>
              <a:t>packages/coding-agent/test/sdk-codex-cache-probe-tool-loop.ts</a:t>
            </a:r>
          </a:p>
          <a:p xmlns:a="http://schemas.openxmlformats.org/drawingml/2006/main">
            <a:r>
              <a:t>packages/durable/test/provider-session-cache-e2e.test.ts</a:t>
            </a:r>
          </a:p>
          <a:p xmlns:a="http://schemas.openxmlformats.org/drawingml/2006/main">
            <a:r>
              <a:t>packages/ai/test/assistant-message-frame.test.ts</a:t>
            </a:r>
          </a:p>
          <a:p xmlns:a="http://schemas.openxmlformats.org/drawingml/2006/main">
            <a:r>
              <a:t>packages/ai/test/error-body.test.ts</a:t>
            </a:r>
          </a:p>
          <a:p xmlns:a="http://schemas.openxmlformats.org/drawingml/2006/main">
            <a:r>
              <a:t>packages/ai/test/node-http-proxy.test.ts</a:t>
            </a:r>
          </a:p>
          <a:p xmlns:a="http://schemas.openxmlformats.org/drawingml/2006/main">
            <a:r>
              <a:t>packages/ai/test/provider-retry.test.ts</a:t>
            </a:r>
          </a:p>
          <a:p xmlns:a="http://schemas.openxmlformats.org/drawingml/2006/main">
            <a:r>
              <a:t>packages/ai/test/retry.test.ts</a:t>
            </a:r>
          </a:p>
          <a:p xmlns:a="http://schemas.openxmlformats.org/drawingml/2006/main">
            <a:r>
              <a:t>packages/durable/test/harness-prompt.test.ts</a:t>
            </a:r>
          </a:p>
          <a:p xmlns:a="http://schemas.openxmlformats.org/drawingml/2006/main">
            <a:r>
              <a:t>packages/ai/test/uuid.test.ts</a:t>
            </a:r>
          </a:p>
          <a:p xmlns:a="http://schemas.openxmlformats.org/drawingml/2006/main">
            <a:r>
              <a:t>packages/agent/test/agent.test.ts</a:t>
            </a:r>
          </a:p>
          <a:p xmlns:a="http://schemas.openxmlformats.org/drawingml/2006/main">
            <a:r>
              <a:t>packages/agent/test/e2e.test.ts</a:t>
            </a:r>
          </a:p>
          <a:p xmlns:a="http://schemas.openxmlformats.org/drawingml/2006/main">
            <a:r>
              <a:t>packages/ai/test/openai-completions-empty-tools.test.ts</a:t>
            </a:r>
          </a:p>
          <a:p xmlns:a="http://schemas.openxmlformats.org/drawingml/2006/main">
            <a:r>
              <a:t>packages/ai/test/openai-responses-tool-result-images.test.ts</a:t>
            </a:r>
          </a:p>
          <a:p xmlns:a="http://schemas.openxmlformats.org/drawingml/2006/main">
            <a:r>
              <a:t>packages/ai/test/openrouter-cache-control-models.test.ts</a:t>
            </a:r>
          </a:p>
          <a:p xmlns:a="http://schemas.openxmlformats.org/drawingml/2006/main">
            <a:r>
              <a:t>packages/ai/test/openrouter-cache-write-repro.test.ts</a:t>
            </a:r>
          </a:p>
          <a:p xmlns:a="http://schemas.openxmlformats.org/drawingml/2006/main">
            <a:r>
              <a:t>packages/ai/test/qwen-token-plan-models.test.ts</a:t>
            </a:r>
          </a:p>
          <a:p xmlns:a="http://schemas.openxmlformats.org/drawingml/2006/main">
            <a:r>
              <a:t>packages/ai/test/supports-xhigh.test.ts</a:t>
            </a:r>
          </a:p>
          <a:p xmlns:a="http://schemas.openxmlformats.org/drawingml/2006/main">
            <a:r>
              <a:t>packages/ai/test/together-models.test.ts</a:t>
            </a:r>
          </a:p>
          <a:p xmlns:a="http://schemas.openxmlformats.org/drawingml/2006/main">
            <a:r>
              <a:t>packages/ai/test/xiaomi-models.test.ts</a:t>
            </a:r>
          </a:p>
          <a:p xmlns:a="http://schemas.openxmlformats.org/drawingml/2006/main">
            <a:r>
              <a:t>packages/coding-agent/test/agent-session-auto-compaction-queue.test.ts</a:t>
            </a:r>
          </a:p>
          <a:p xmlns:a="http://schemas.openxmlformats.org/drawingml/2006/main">
            <a:r>
              <a:t>packages/coding-agent/test/agent-session-branching.test.ts</a:t>
            </a:r>
          </a:p>
          <a:p xmlns:a="http://schemas.openxmlformats.org/drawingml/2006/main">
            <a:r>
              <a:t>packages/coding-agent/test/agent-session-compaction.test.ts</a:t>
            </a:r>
          </a:p>
          <a:p xmlns:a="http://schemas.openxmlformats.org/drawingml/2006/main">
            <a:r>
              <a:t>packages/coding-agent/test/agent-session-concurrent.test.ts</a:t>
            </a:r>
          </a:p>
          <a:p xmlns:a="http://schemas.openxmlformats.org/drawingml/2006/main">
            <a:r>
              <a:t>packages/coding-agent/test/agent-session-dynamic-provider.test.ts</a:t>
            </a:r>
          </a:p>
          <a:p xmlns:a="http://schemas.openxmlformats.org/drawingml/2006/main">
            <a:r>
              <a:t>packages/coding-agent/test/agent-session-dynamic-tools.test.ts</a:t>
            </a:r>
          </a:p>
          <a:p xmlns:a="http://schemas.openxmlformats.org/drawingml/2006/main">
            <a:r>
              <a:t>packages/coding-agent/test/agent-session-retry.test.ts</a:t>
            </a:r>
          </a:p>
          <a:p xmlns:a="http://schemas.openxmlformats.org/drawingml/2006/main">
            <a:r>
              <a:t>packages/coding-agent/test/agent-session-runtime-events.test.ts</a:t>
            </a:r>
          </a:p>
          <a:p xmlns:a="http://schemas.openxmlformats.org/drawingml/2006/main">
            <a:r>
              <a:t>packages/coding-agent/test/agent-session-stats.test.ts</a:t>
            </a:r>
          </a:p>
          <a:p xmlns:a="http://schemas.openxmlformats.org/drawingml/2006/main">
            <a:r>
              <a:t>packages/coding-agent/test/branch-summary-extensions.test.ts</a:t>
            </a:r>
          </a:p>
          <a:p xmlns:a="http://schemas.openxmlformats.org/drawingml/2006/main">
            <a:r>
              <a:t>packages/coding-agent/test/builtin-tool-strict-mode.test.ts</a:t>
            </a:r>
          </a:p>
          <a:p xmlns:a="http://schemas.openxmlformats.org/drawingml/2006/main">
            <a:r>
              <a:t>packages/coding-agent/test/compaction-extensions.test.ts</a:t>
            </a:r>
          </a:p>
          <a:p xmlns:a="http://schemas.openxmlformats.org/drawingml/2006/main">
            <a:r>
              <a:t>packages/coding-agent/test/compaction-nested-calls.test.ts</a:t>
            </a:r>
          </a:p>
          <a:p xmlns:a="http://schemas.openxmlformats.org/drawingml/2006/main">
            <a:r>
              <a:t>packages/coding-agent/test/compaction.test.ts</a:t>
            </a:r>
          </a:p>
          <a:p xmlns:a="http://schemas.openxmlformats.org/drawingml/2006/main">
            <a:r>
              <a:t>packages/coding-agent/test/default-tools-setting.test.ts</a:t>
            </a:r>
          </a:p>
          <a:p xmlns:a="http://schemas.openxmlformats.org/drawingml/2006/main">
            <a:r>
              <a:t>packages/coding-agent/test/export-jsonl-share.test.ts</a:t>
            </a:r>
          </a:p>
          <a:p xmlns:a="http://schemas.openxmlformats.org/drawingml/2006/main">
            <a:r>
              <a:t>packages/coding-agent/test/model-registry.test.ts</a:t>
            </a:r>
          </a:p>
          <a:p xmlns:a="http://schemas.openxmlformats.org/drawingml/2006/main">
            <a:r>
              <a:t>packages/coding-agent/test/model-resolver.test.ts</a:t>
            </a:r>
          </a:p>
          <a:p xmlns:a="http://schemas.openxmlformats.org/drawingml/2006/main">
            <a:r>
              <a:t>packages/coding-agent/test/model-runtime-cloudflare-compat.test.ts</a:t>
            </a:r>
          </a:p>
          <a:p xmlns:a="http://schemas.openxmlformats.org/drawingml/2006/main">
            <a:r>
              <a:t>packages/coding-agent/test/rpc-prompt-response-semantics.test.ts</a:t>
            </a:r>
          </a:p>
          <a:p xmlns:a="http://schemas.openxmlformats.org/drawingml/2006/main">
            <a:r>
              <a:t>packages/coding-agent/test/sdk-session-manager.test.ts</a:t>
            </a:r>
          </a:p>
          <a:p xmlns:a="http://schemas.openxmlformats.org/drawingml/2006/main">
            <a:r>
              <a:t>packages/coding-agent/test/suite/agent-session-codemode.test.ts</a:t>
            </a:r>
          </a:p>
          <a:p xmlns:a="http://schemas.openxmlformats.org/drawingml/2006/main">
            <a:r>
              <a:t>packages/coding-agent/test/suite/agent-session-mcp-oauth.test.ts</a:t>
            </a:r>
          </a:p>
          <a:p xmlns:a="http://schemas.openxmlformats.org/drawingml/2006/main">
            <a:r>
              <a:t>packages/coding-agent/test/suite/agent-session-mcp.test.ts</a:t>
            </a:r>
          </a:p>
          <a:p xmlns:a="http://schemas.openxmlformats.org/drawingml/2006/main">
            <a:r>
              <a:t>packages/coding-agent/test/suite/agent-session-runtime.test.ts</a:t>
            </a:r>
          </a:p>
          <a:p xmlns:a="http://schemas.openxmlformats.org/drawingml/2006/main">
            <a:r>
              <a:t>packages/coding-agent/test/suite/agent-session-tool-orchestration.test.ts</a:t>
            </a:r>
          </a:p>
          <a:p xmlns:a="http://schemas.openxmlformats.org/drawingml/2006/main">
            <a:r>
              <a:t>packages/coding-agent/test/suite/harness.ts</a:t>
            </a:r>
          </a:p>
          <a:p xmlns:a="http://schemas.openxmlformats.org/drawingml/2006/main">
            <a:r>
              <a:t>packages/coding-agent/test/suite/regressions/2753-reload-stale-resource-settings.test.ts</a:t>
            </a:r>
          </a:p>
          <a:p xmlns:a="http://schemas.openxmlformats.org/drawingml/2006/main">
            <a:r>
              <a:t>packages/coding-agent/test/suite/regressions/2835-tools-allowlist-filters-extension-tools.test.ts</a:t>
            </a:r>
          </a:p>
          <a:p xmlns:a="http://schemas.openxmlformats.org/drawingml/2006/main">
            <a:r>
              <a:t>packages/coding-agent/test/suite/regressions/2860-replaced-session-context.test.ts</a:t>
            </a:r>
          </a:p>
          <a:p xmlns:a="http://schemas.openxmlformats.org/drawingml/2006/main">
            <a:r>
              <a:t>packages/coding-agent/test/suite/regressions/3592-no-builtin-tools-keeps-extension-tools.test.ts</a:t>
            </a:r>
          </a:p>
          <a:p xmlns:a="http://schemas.openxmlformats.org/drawingml/2006/main">
            <a:r>
              <a:t>packages/coding-agent/test/suite/regressions/5596-missing-theme-export.test.ts</a:t>
            </a:r>
          </a:p>
          <a:p xmlns:a="http://schemas.openxmlformats.org/drawingml/2006/main">
            <a:r>
              <a:t>packages/coding-agent/test/suite/regressions/8964-extension-provider-streaming.test.ts</a:t>
            </a:r>
          </a:p>
          <a:p xmlns:a="http://schemas.openxmlformats.org/drawingml/2006/main">
            <a:r>
              <a:t>packages/coding-agent/test/system-prompt-updates.test.ts</a:t>
            </a:r>
          </a:p>
          <a:p xmlns:a="http://schemas.openxmlformats.org/drawingml/2006/main">
            <a:r>
              <a:t>packages/coding-agent/test/tool-renderer-examples.test.ts</a:t>
            </a:r>
          </a:p>
          <a:p xmlns:a="http://schemas.openxmlformats.org/drawingml/2006/main">
            <a:r>
              <a:t>packages/coding-agent/test/utilities.ts</a:t>
            </a:r>
          </a:p>
          <a:p xmlns:a="http://schemas.openxmlformats.org/drawingml/2006/main">
            <a:r>
              <a:t>packages/coding-agent/test/http-dispatcher.test.ts</a:t>
            </a:r>
          </a:p>
          <a:p xmlns:a="http://schemas.openxmlformats.org/drawingml/2006/main">
            <a:r>
              <a:t>packages/coding-agent/test/settings-manager.test.ts</a:t>
            </a:r>
          </a:p>
          <a:p xmlns:a="http://schemas.openxmlformats.org/drawingml/2006/main">
            <a:r>
              <a:t>packages/coding-agent/test/radius.test.ts</a:t>
            </a:r>
          </a:p>
          <a:p xmlns:a="http://schemas.openxmlformats.org/drawingml/2006/main">
            <a:r>
              <a:t>packages/coding-agent/test/config-schemas.test.ts</a:t>
            </a:r>
          </a:p>
          <a:p xmlns:a="http://schemas.openxmlformats.org/drawingml/2006/main">
            <a:r>
              <a:t>packages/coding-agent/test/model-catalog-protocol.test.ts</a:t>
            </a:r>
          </a:p>
          <a:p xmlns:a="http://schemas.openxmlformats.org/drawingml/2006/main">
            <a:r>
              <a:t>scripts/model-catalog-protocol.test.ts</a:t>
            </a:r>
          </a:p>
          <a:p xmlns:a="http://schemas.openxmlformats.org/drawingml/2006/main">
            <a:r>
              <a:t>packages/ai/test/model-catalog-types.test.ts</a:t>
            </a:r>
          </a:p>
          <a:p xmlns:a="http://schemas.openxmlformats.org/drawingml/2006/main">
            <a:r>
              <a:t>packages/coding-agent/test/bug-report.test.ts</a:t>
            </a:r>
          </a:p>
          <a:p xmlns:a="http://schemas.openxmlformats.org/drawingml/2006/main">
            <a:r>
              <a:t>packages/coding-agent/test/footer-width.test.ts</a:t>
            </a:r>
          </a:p>
          <a:p xmlns:a="http://schemas.openxmlformats.org/drawingml/2006/main">
            <a:r>
              <a:t>packages/coding-agent/test/program-status-reporter.test.ts</a:t>
            </a:r>
          </a:p>
          <a:p xmlns:a="http://schemas.openxmlformats.org/drawingml/2006/main">
            <a:r>
              <a:t>packages/coding-agent/test/suite/regressions/4167-thinking-toggle-pending-tool-render.test.ts</a:t>
            </a:r>
          </a:p>
          <a:p xmlns:a="http://schemas.openxmlformats.org/drawingml/2006/main">
            <a:r>
              <a:t>packages/coding-agent/test/suite/regressions/5943-session-start-notify.test.ts</a:t>
            </a:r>
          </a:p>
          <a:p xmlns:a="http://schemas.openxmlformats.org/drawingml/2006/main">
            <a:r>
              <a:t>packages/coding-agent/test/suite/regressions/7150-rpc-prompt-during-compaction.test.ts</a:t>
            </a:r>
          </a:p>
          <a:p xmlns:a="http://schemas.openxmlformats.org/drawingml/2006/main">
            <a:r>
              <a:t>packages/coding-agent/test/test-harness.ts</a:t>
            </a:r>
          </a:p>
          <a:p xmlns:a="http://schemas.openxmlformats.org/drawingml/2006/main">
            <a:r>
              <a:t>packages/coding-agent/test/custom-message.test.ts</a:t>
            </a:r>
          </a:p>
          <a:p xmlns:a="http://schemas.openxmlformats.org/drawingml/2006/main">
            <a:r>
              <a:t>packages/coding-agent/test/suite/regressions/8537-custom-message-tool-result-ordering.test.ts</a:t>
            </a:r>
          </a:p>
          <a:p xmlns:a="http://schemas.openxmlformats.org/drawingml/2006/main">
            <a:r>
              <a:t>packages/coding-agent/test/extensions-runner.test.ts</a:t>
            </a:r>
          </a:p>
          <a:p xmlns:a="http://schemas.openxmlformats.org/drawingml/2006/main">
            <a:r>
              <a:t>packages/coding-agent/test/model-runtime-modify-models-compat.test.ts</a:t>
            </a:r>
          </a:p>
          <a:p xmlns:a="http://schemas.openxmlformats.org/drawingml/2006/main">
            <a:r>
              <a:t>packages/coding-agent/test/model-runtime-test-utils.ts</a:t>
            </a:r>
          </a:p>
          <a:p xmlns:a="http://schemas.openxmlformats.org/drawingml/2006/main">
            <a:r>
              <a:t>packages/coding-agent/test/suite/regressions/7027-credential-refresh-hang.test.ts</a:t>
            </a:r>
          </a:p>
          <a:p xmlns:a="http://schemas.openxmlformats.org/drawingml/2006/main">
            <a:r>
              <a:t>packages/coding-agent/test/auth-check.test.ts</a:t>
            </a:r>
          </a:p>
          <a:p xmlns:a="http://schemas.openxmlformats.org/drawingml/2006/main">
            <a:r>
              <a:t>packages/coding-agent/test/credential-print.test.ts</a:t>
            </a:r>
          </a:p>
          <a:p xmlns:a="http://schemas.openxmlformats.org/drawingml/2006/main">
            <a:r>
              <a:t>packages/coding-agent/test/model-runtime-auth-options.test.ts</a:t>
            </a:r>
          </a:p>
          <a:p xmlns:a="http://schemas.openxmlformats.org/drawingml/2006/main">
            <a:r>
              <a:t>packages/coding-agent/test/model-runtime-classifiers.test.ts</a:t>
            </a:r>
          </a:p>
          <a:p xmlns:a="http://schemas.openxmlformats.org/drawingml/2006/main">
            <a:r>
              <a:t>packages/coding-agent/test/model-runtime-credential-sync.test.ts</a:t>
            </a:r>
          </a:p>
          <a:p xmlns:a="http://schemas.openxmlformats.org/drawingml/2006/main">
            <a:r>
              <a:t>packages/coding-agent/test/model-runtime-images.test.ts</a:t>
            </a:r>
          </a:p>
          <a:p xmlns:a="http://schemas.openxmlformats.org/drawingml/2006/main">
            <a:r>
              <a:t>packages/coding-agent/test/package-command-paths.test.ts</a:t>
            </a:r>
          </a:p>
          <a:p xmlns:a="http://schemas.openxmlformats.org/drawingml/2006/main">
            <a:r>
              <a:t>packages/coding-agent/test/virtual-models.test.ts</a:t>
            </a:r>
          </a:p>
          <a:p xmlns:a="http://schemas.openxmlformats.org/drawingml/2006/main">
            <a:r>
              <a:t>packages/coding-agent/test/models-store.test.ts</a:t>
            </a:r>
          </a:p>
          <a:p xmlns:a="http://schemas.openxmlformats.org/drawingml/2006/main">
            <a:r>
              <a:t>packages/coding-agent/test/remote-catalog-provider.test.ts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源码基线：6cd9d957a9fd50bc504d45b72834ed9dd85a20b6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流程为教学阅读顺序，可选分支不表示每次运行必经。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同一个应用消息需要经过不同供应商 API，并保持统一的上层事件。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建立 provider 集合</a:t>
            </a:r>
          </a:p>
          <a:p xmlns:a="http://schemas.openxmlformats.org/drawingml/2006/main">
            <a:r>
              <a:t>阅读 Models 的目录注册、查找和刷新接口，区分静态目录与动态刷新。按凭据变化的目录需要重新检查可用项。</a:t>
            </a:r>
          </a:p>
          <a:p xmlns:a="http://schemas.openxmlformats.org/drawingml/2006/main">
            <a:r>
              <a:t>输入：provider 与模型定义</a:t>
            </a:r>
          </a:p>
          <a:p xmlns:a="http://schemas.openxmlformats.org/drawingml/2006/main">
            <a:r>
              <a:t>输出：可查询的 Models 集合</a:t>
            </a:r>
          </a:p>
          <a:p xmlns:a="http://schemas.openxmlformats.org/drawingml/2006/main">
            <a:r>
              <a:t>入口线索：模型目录 API</a:t>
            </a:r>
          </a:p>
          <a:p xmlns:a="http://schemas.openxmlformats.org/drawingml/2006/main">
            <a:r>
              <a:t>职责：自动生成数据列为资源，不能把每个模型记录当成独立执行功能。</a:t>
            </a:r>
          </a:p>
          <a:p xmlns:a="http://schemas.openxmlformats.org/drawingml/2006/main">
            <a:r>
              <a:t>源码：packages/ai/src/model-catalog.ts</a:t>
            </a:r>
          </a:p>
          <a:p xmlns:a="http://schemas.openxmlformats.org/drawingml/2006/main">
            <a:r>
              <a:t>packages/ai/src/models-store.ts</a:t>
            </a:r>
          </a:p>
          <a:p xmlns:a="http://schemas.openxmlformats.org/drawingml/2006/main">
            <a:r>
              <a:t>packages/ai/src/models.generated.ts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整理统一消息</a:t>
            </a:r>
          </a:p>
          <a:p xmlns:a="http://schemas.openxmlformats.org/drawingml/2006/main">
            <a:r>
              <a:t>确认 system、user、assistant 和 toolResult 的形状以及工具声明。转换前保留角色、关联 ID 与内容块。</a:t>
            </a:r>
          </a:p>
          <a:p xmlns:a="http://schemas.openxmlformats.org/drawingml/2006/main">
            <a:r>
              <a:t>输入：应用消息和工具</a:t>
            </a:r>
          </a:p>
          <a:p xmlns:a="http://schemas.openxmlformats.org/drawingml/2006/main">
            <a:r>
              <a:t>输出：统一请求上下文</a:t>
            </a:r>
          </a:p>
          <a:p xmlns:a="http://schemas.openxmlformats.org/drawingml/2006/main">
            <a:r>
              <a:t>入口线索：pi-ai 根导出</a:t>
            </a:r>
          </a:p>
          <a:p xmlns:a="http://schemas.openxmlformats.org/drawingml/2006/main">
            <a:r>
              <a:t>职责：根入口保持核心能力；具体提供商通过子路径接入。</a:t>
            </a:r>
          </a:p>
          <a:p xmlns:a="http://schemas.openxmlformats.org/drawingml/2006/main">
            <a:r>
              <a:t>源码：packages/ai/src/models.ts</a:t>
            </a:r>
          </a:p>
          <a:p xmlns:a="http://schemas.openxmlformats.org/drawingml/2006/main">
            <a:r>
              <a:t>packages/ai/src/session-resources.ts</a:t>
            </a:r>
          </a:p>
          <a:p xmlns:a="http://schemas.openxmlformats.org/drawingml/2006/main">
            <a:r>
              <a:t>packages/ai/src/types.ts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转换具体协议</a:t>
            </a:r>
          </a:p>
          <a:p xmlns:a="http://schemas.openxmlformats.org/drawingml/2006/main">
            <a:r>
              <a:t>选一份 API 实现跟踪消息、采样与推理参数的转换，再比较另一份实现。统一选项不保证供应商接受完全相同的字段。</a:t>
            </a:r>
          </a:p>
          <a:p xmlns:a="http://schemas.openxmlformats.org/drawingml/2006/main">
            <a:r>
              <a:t>输入：模型和标准上下文</a:t>
            </a:r>
          </a:p>
          <a:p xmlns:a="http://schemas.openxmlformats.org/drawingml/2006/main">
            <a:r>
              <a:t>输出：供应商请求体</a:t>
            </a:r>
          </a:p>
          <a:p xmlns:a="http://schemas.openxmlformats.org/drawingml/2006/main">
            <a:r>
              <a:t>入口线索：api/* 子路径</a:t>
            </a:r>
          </a:p>
          <a:p xmlns:a="http://schemas.openxmlformats.org/drawingml/2006/main">
            <a:r>
              <a:t>职责：包含 OpenAI、Anthropic、Google、Bedrock、Mistral、分类/图像等适配；具体清单由文件索引列出。</a:t>
            </a:r>
          </a:p>
          <a:p xmlns:a="http://schemas.openxmlformats.org/drawingml/2006/main">
            <a:r>
              <a:t>源码：packages/ai/src/api/anthropic-messages.lazy.ts</a:t>
            </a:r>
          </a:p>
          <a:p xmlns:a="http://schemas.openxmlformats.org/drawingml/2006/main">
            <a:r>
              <a:t>packages/ai/src/api/anthropic-messages.ts</a:t>
            </a:r>
          </a:p>
          <a:p xmlns:a="http://schemas.openxmlformats.org/drawingml/2006/main">
            <a:r>
              <a:t>packages/ai/src/api/azure-openai-config.ts</a:t>
            </a:r>
          </a:p>
          <a:p xmlns:a="http://schemas.openxmlformats.org/drawingml/2006/main">
            <a:r>
              <a:t>packages/ai/src/api/azure-openai-responses.lazy.ts</a:t>
            </a:r>
          </a:p>
          <a:p xmlns:a="http://schemas.openxmlformats.org/drawingml/2006/main">
            <a:r>
              <a:t>packages/ai/src/api/azure-openai-responses.ts</a:t>
            </a:r>
          </a:p>
          <a:p xmlns:a="http://schemas.openxmlformats.org/drawingml/2006/main">
            <a:r>
              <a:t>packages/ai/src/api/bedrock-converse-stream.lazy.ts</a:t>
            </a:r>
          </a:p>
          <a:p xmlns:a="http://schemas.openxmlformats.org/drawingml/2006/main">
            <a:r>
              <a:t>packages/ai/src/api/bedrock-converse-stream.ts</a:t>
            </a:r>
          </a:p>
          <a:p xmlns:a="http://schemas.openxmlformats.org/drawingml/2006/main">
            <a:r>
              <a:t>packages/ai/src/api/classifier-shared.ts</a:t>
            </a:r>
          </a:p>
          <a:p xmlns:a="http://schemas.openxmlformats.org/drawingml/2006/main">
            <a:r>
              <a:t>packages/ai/src/api/cloudflare-ai-binding.ts</a:t>
            </a:r>
          </a:p>
          <a:p xmlns:a="http://schemas.openxmlformats.org/drawingml/2006/main">
            <a:r>
              <a:t>packages/ai/src/api/cloudflare-workers-ai-system-one.lazy.ts</a:t>
            </a:r>
          </a:p>
          <a:p xmlns:a="http://schemas.openxmlformats.org/drawingml/2006/main">
            <a:r>
              <a:t>packages/ai/src/api/cloudflare-workers-ai-system-one.ts</a:t>
            </a:r>
          </a:p>
          <a:p xmlns:a="http://schemas.openxmlformats.org/drawingml/2006/main">
            <a:r>
              <a:t>packages/ai/src/api/cloudflare.ts</a:t>
            </a:r>
          </a:p>
          <a:p xmlns:a="http://schemas.openxmlformats.org/drawingml/2006/main">
            <a:r>
              <a:t>packages/ai/src/api/constrained-sampling.ts</a:t>
            </a:r>
          </a:p>
          <a:p xmlns:a="http://schemas.openxmlformats.org/drawingml/2006/main">
            <a:r>
              <a:t>packages/ai/src/api/github-copilot-headers.ts</a:t>
            </a:r>
          </a:p>
          <a:p xmlns:a="http://schemas.openxmlformats.org/drawingml/2006/main">
            <a:r>
              <a:t>packages/ai/src/api/google-generative-ai.lazy.ts</a:t>
            </a:r>
          </a:p>
          <a:p xmlns:a="http://schemas.openxmlformats.org/drawingml/2006/main">
            <a:r>
              <a:t>packages/ai/src/api/google-generative-ai.ts</a:t>
            </a:r>
          </a:p>
          <a:p xmlns:a="http://schemas.openxmlformats.org/drawingml/2006/main">
            <a:r>
              <a:t>packages/ai/src/api/google-shared.ts</a:t>
            </a:r>
          </a:p>
          <a:p xmlns:a="http://schemas.openxmlformats.org/drawingml/2006/main">
            <a:r>
              <a:t>packages/ai/src/api/google-vertex.lazy.ts</a:t>
            </a:r>
          </a:p>
          <a:p xmlns:a="http://schemas.openxmlformats.org/drawingml/2006/main">
            <a:r>
              <a:t>packages/ai/src/api/google-vertex.ts</a:t>
            </a:r>
          </a:p>
          <a:p xmlns:a="http://schemas.openxmlformats.org/drawingml/2006/main">
            <a:r>
              <a:t>packages/ai/src/api/lazy.ts</a:t>
            </a:r>
          </a:p>
          <a:p xmlns:a="http://schemas.openxmlformats.org/drawingml/2006/main">
            <a:r>
              <a:t>packages/ai/src/api/llama-cpp-classify.lazy.ts</a:t>
            </a:r>
          </a:p>
          <a:p xmlns:a="http://schemas.openxmlformats.org/drawingml/2006/main">
            <a:r>
              <a:t>packages/ai/src/api/llama-cpp-classify.ts</a:t>
            </a:r>
          </a:p>
          <a:p xmlns:a="http://schemas.openxmlformats.org/drawingml/2006/main">
            <a:r>
              <a:t>packages/ai/src/api/mistral-conversations.lazy.ts</a:t>
            </a:r>
          </a:p>
          <a:p xmlns:a="http://schemas.openxmlformats.org/drawingml/2006/main">
            <a:r>
              <a:t>packages/ai/src/api/mistral-conversations.ts</a:t>
            </a:r>
          </a:p>
          <a:p xmlns:a="http://schemas.openxmlformats.org/drawingml/2006/main">
            <a:r>
              <a:t>packages/ai/src/api/openai-codex-responses.lazy.ts</a:t>
            </a:r>
          </a:p>
          <a:p xmlns:a="http://schemas.openxmlformats.org/drawingml/2006/main">
            <a:r>
              <a:t>packages/ai/src/api/openai-codex-responses.ts</a:t>
            </a:r>
          </a:p>
          <a:p xmlns:a="http://schemas.openxmlformats.org/drawingml/2006/main">
            <a:r>
              <a:t>packages/ai/src/api/openai-completions.lazy.ts</a:t>
            </a:r>
          </a:p>
          <a:p xmlns:a="http://schemas.openxmlformats.org/drawingml/2006/main">
            <a:r>
              <a:t>packages/ai/src/api/openai-completions.ts</a:t>
            </a:r>
          </a:p>
          <a:p xmlns:a="http://schemas.openxmlformats.org/drawingml/2006/main">
            <a:r>
              <a:t>packages/ai/src/api/openai-decisions.lazy.ts</a:t>
            </a:r>
          </a:p>
          <a:p xmlns:a="http://schemas.openxmlformats.org/drawingml/2006/main">
            <a:r>
              <a:t>packages/ai/src/api/openai-decisions.ts</a:t>
            </a:r>
          </a:p>
          <a:p xmlns:a="http://schemas.openxmlformats.org/drawingml/2006/main">
            <a:r>
              <a:t>packages/ai/src/api/openai-prompt-cache.ts</a:t>
            </a:r>
          </a:p>
          <a:p xmlns:a="http://schemas.openxmlformats.org/drawingml/2006/main">
            <a:r>
              <a:t>packages/ai/src/api/openai-responses-shared.ts</a:t>
            </a:r>
          </a:p>
          <a:p xmlns:a="http://schemas.openxmlformats.org/drawingml/2006/main">
            <a:r>
              <a:t>packages/ai/src/api/openai-responses.lazy.ts</a:t>
            </a:r>
          </a:p>
          <a:p xmlns:a="http://schemas.openxmlformats.org/drawingml/2006/main">
            <a:r>
              <a:t>packages/ai/src/api/openai-responses.ts</a:t>
            </a:r>
          </a:p>
          <a:p xmlns:a="http://schemas.openxmlformats.org/drawingml/2006/main">
            <a:r>
              <a:t>packages/ai/src/api/openrouter-images.lazy.ts</a:t>
            </a:r>
          </a:p>
          <a:p xmlns:a="http://schemas.openxmlformats.org/drawingml/2006/main">
            <a:r>
              <a:t>packages/ai/src/api/openrouter-images.ts</a:t>
            </a:r>
          </a:p>
          <a:p xmlns:a="http://schemas.openxmlformats.org/drawingml/2006/main">
            <a:r>
              <a:t>packages/ai/src/api/pi-messages.lazy.ts</a:t>
            </a:r>
          </a:p>
          <a:p xmlns:a="http://schemas.openxmlformats.org/drawingml/2006/main">
            <a:r>
              <a:t>packages/ai/src/api/pi-messages.ts</a:t>
            </a:r>
          </a:p>
          <a:p xmlns:a="http://schemas.openxmlformats.org/drawingml/2006/main">
            <a:r>
              <a:t>packages/ai/src/api/simple-options.ts</a:t>
            </a:r>
          </a:p>
          <a:p xmlns:a="http://schemas.openxmlformats.org/drawingml/2006/main">
            <a:r>
              <a:t>packages/ai/src/api/system-one-shared.ts</a:t>
            </a:r>
          </a:p>
          <a:p xmlns:a="http://schemas.openxmlformats.org/drawingml/2006/main">
            <a:r>
              <a:t>packages/ai/src/api/transform-messages.ts</a:t>
            </a:r>
          </a:p>
          <a:p xmlns:a="http://schemas.openxmlformats.org/drawingml/2006/main">
            <a:r>
              <a:t>packages/ai/src/api/typesafe-system-one.lazy.ts</a:t>
            </a:r>
          </a:p>
          <a:p xmlns:a="http://schemas.openxmlformats.org/drawingml/2006/main">
            <a:r>
              <a:t>packages/ai/src/api/typesafe-system-one.ts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4. 消费增量并结束</a:t>
            </a:r>
          </a:p>
          <a:p xmlns:a="http://schemas.openxmlformats.org/drawingml/2006/main">
            <a:r>
              <a:t>观察文本、思考和工具参数的增量事件，等到完成后再消费完整结果，并读取 stopReason、usage 与错误。</a:t>
            </a:r>
          </a:p>
          <a:p xmlns:a="http://schemas.openxmlformats.org/drawingml/2006/main">
            <a:r>
              <a:t>输入：供应商流响应</a:t>
            </a:r>
          </a:p>
          <a:p xmlns:a="http://schemas.openxmlformats.org/drawingml/2006/main">
            <a:r>
              <a:t>输出：统一 AssistantMessage 与结束原因</a:t>
            </a:r>
          </a:p>
          <a:p xmlns:a="http://schemas.openxmlformats.org/drawingml/2006/main">
            <a:r>
              <a:t>入口线索：工具函数 / Provider 实现</a:t>
            </a:r>
          </a:p>
          <a:p xmlns:a="http://schemas.openxmlformats.org/drawingml/2006/main">
            <a:r>
              <a:t>职责：具体函数、参数与注释由 AST 提取，避免依名字猜契约。</a:t>
            </a:r>
          </a:p>
          <a:p xmlns:a="http://schemas.openxmlformats.org/drawingml/2006/main">
            <a:r>
              <a:t>源码：packages/ai/src/utils/abort-signals.ts</a:t>
            </a:r>
          </a:p>
          <a:p xmlns:a="http://schemas.openxmlformats.org/drawingml/2006/main">
            <a:r>
              <a:t>packages/ai/src/utils/abort.ts</a:t>
            </a:r>
          </a:p>
          <a:p xmlns:a="http://schemas.openxmlformats.org/drawingml/2006/main">
            <a:r>
              <a:t>packages/ai/src/utils/assistant-message-frame.ts</a:t>
            </a:r>
          </a:p>
          <a:p xmlns:a="http://schemas.openxmlformats.org/drawingml/2006/main">
            <a:r>
              <a:t>packages/ai/src/utils/diagnostics.ts</a:t>
            </a:r>
          </a:p>
          <a:p xmlns:a="http://schemas.openxmlformats.org/drawingml/2006/main">
            <a:r>
              <a:t>packages/ai/src/utils/error-body.ts</a:t>
            </a:r>
          </a:p>
          <a:p xmlns:a="http://schemas.openxmlformats.org/drawingml/2006/main">
            <a:r>
              <a:t>packages/ai/src/utils/estimate.ts</a:t>
            </a:r>
          </a:p>
          <a:p xmlns:a="http://schemas.openxmlformats.org/drawingml/2006/main">
            <a:r>
              <a:t>packages/ai/src/utils/event-stream.ts</a:t>
            </a:r>
          </a:p>
          <a:p xmlns:a="http://schemas.openxmlformats.org/drawingml/2006/main">
            <a:r>
              <a:t>packages/ai/src/utils/hash.ts</a:t>
            </a:r>
          </a:p>
          <a:p xmlns:a="http://schemas.openxmlformats.org/drawingml/2006/main">
            <a:r>
              <a:t>packages/ai/src/utils/headers.ts</a:t>
            </a:r>
          </a:p>
          <a:p xmlns:a="http://schemas.openxmlformats.org/drawingml/2006/main">
            <a:r>
              <a:t>packages/ai/src/utils/json-parse.ts</a:t>
            </a:r>
          </a:p>
          <a:p xmlns:a="http://schemas.openxmlformats.org/drawingml/2006/main">
            <a:r>
              <a:t>packages/ai/src/utils/model-operations.ts</a:t>
            </a:r>
          </a:p>
          <a:p xmlns:a="http://schemas.openxmlformats.org/drawingml/2006/main">
            <a:r>
              <a:t>packages/ai/src/utils/models-error.ts</a:t>
            </a:r>
          </a:p>
          <a:p xmlns:a="http://schemas.openxmlformats.org/drawingml/2006/main">
            <a:r>
              <a:t>packages/ai/src/utils/node-http-proxy.ts</a:t>
            </a:r>
          </a:p>
          <a:p xmlns:a="http://schemas.openxmlformats.org/drawingml/2006/main">
            <a:r>
              <a:t>packages/ai/src/utils/oauth-page.ts</a:t>
            </a:r>
          </a:p>
          <a:p xmlns:a="http://schemas.openxmlformats.org/drawingml/2006/main">
            <a:r>
              <a:t>packages/ai/src/utils/overflow.ts</a:t>
            </a:r>
          </a:p>
          <a:p xmlns:a="http://schemas.openxmlformats.org/drawingml/2006/main">
            <a:r>
              <a:t>packages/ai/src/utils/pi-user-agent.ts</a:t>
            </a:r>
          </a:p>
          <a:p xmlns:a="http://schemas.openxmlformats.org/drawingml/2006/main">
            <a:r>
              <a:t>packages/ai/src/utils/provider-env.ts</a:t>
            </a:r>
          </a:p>
          <a:p xmlns:a="http://schemas.openxmlformats.org/drawingml/2006/main">
            <a:r>
              <a:t>packages/ai/src/utils/provider-retry.ts</a:t>
            </a:r>
          </a:p>
          <a:p xmlns:a="http://schemas.openxmlformats.org/drawingml/2006/main">
            <a:r>
              <a:t>packages/ai/src/utils/retry.ts</a:t>
            </a:r>
          </a:p>
          <a:p xmlns:a="http://schemas.openxmlformats.org/drawingml/2006/main">
            <a:r>
              <a:t>packages/ai/src/utils/sanitize-unicode.ts</a:t>
            </a:r>
          </a:p>
          <a:p xmlns:a="http://schemas.openxmlformats.org/drawingml/2006/main">
            <a:r>
              <a:t>packages/ai/src/utils/sleep.ts</a:t>
            </a:r>
          </a:p>
          <a:p xmlns:a="http://schemas.openxmlformats.org/drawingml/2006/main">
            <a:r>
              <a:t>packages/ai/src/utils/text.ts</a:t>
            </a:r>
          </a:p>
          <a:p xmlns:a="http://schemas.openxmlformats.org/drawingml/2006/main">
            <a:r>
              <a:t>packages/ai/src/utils/transcript.ts</a:t>
            </a:r>
          </a:p>
          <a:p xmlns:a="http://schemas.openxmlformats.org/drawingml/2006/main">
            <a:r>
              <a:t>packages/ai/src/utils/typebox-helpers.ts</a:t>
            </a:r>
          </a:p>
          <a:p xmlns:a="http://schemas.openxmlformats.org/drawingml/2006/main">
            <a:r>
              <a:t>packages/ai/src/utils/uuid.ts</a:t>
            </a:r>
          </a:p>
          <a:p xmlns:a="http://schemas.openxmlformats.org/drawingml/2006/main">
            <a:r>
              <a:t>packages/ai/src/utils/validation.ts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失败与恢复：半截工具 JSON 不具备可执行保证。中止、网络失败、协议错误和正常停止的结果应区别处理。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练习：跟踪一次包含 toolCall 的响应，写出调用 ID、参数何时完整、何时可以验证执行。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参考判断：执行点必须位于参数完成并校验之后；文本增量和工具参数增量都不能当作最终消息直接持久消费。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功能编号：MOD-19, MOD-27, MOD-29, AI-01, AI-02, AI-03, AI-04, AI-05, AI-06, AI-07, AI-08, AI-12, AI-13, AI-14, AI-15, AI-16, AI-17, AI-18, AI-19, AI-20, AI-23, AI-24, AI-25, AI-26, AI-27, AI-28, AI-29, AI-30, AI-31, AI-32, AI-33, AI-34, AI-35, AI-38, AI-39, PROV-01, PROV-02, PROV-03, PROV-04, PROV-05, PROV-06, PROV-07, PROV-08, PROV-09, PROV-10, PROV-11, PROV-12, PROV-13, PROV-14, PROV-15, PROV-16, PROV-17, PROV-18, PROV-19, PROV-20, PROV-21, PROV-22, PROV-23, PROV-24, PROV-25, PROV-26, PROV-27, PROV-28, PROV-29, PROV-30, PROV-31, PROV-32, PROV-33, PROV-34, PROV-35, PROV-36, PROV-37, PROV-39, OTH-53, OTH-86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文档来源：</a:t>
            </a:r>
          </a:p>
          <a:p xmlns:a="http://schemas.openxmlformats.org/drawingml/2006/main">
            <a:r>
              <a:t>packages/ai/README.md</a:t>
            </a:r>
          </a:p>
          <a:p xmlns:a="http://schemas.openxmlformats.org/drawingml/2006/main">
            <a:r>
              <a:t>packages/coding-agent/docs/cli.md</a:t>
            </a:r>
          </a:p>
          <a:p xmlns:a="http://schemas.openxmlformats.org/drawingml/2006/main">
            <a:r>
              <a:t>AGENTS.md</a:t>
            </a:r>
          </a:p>
          <a:p xmlns:a="http://schemas.openxmlformats.org/drawingml/2006/main">
            <a:r>
              <a:t>packages/coding-agent/examples/extensions/README.md</a:t>
            </a:r>
          </a:p>
          <a:p xmlns:a="http://schemas.openxmlformats.org/drawingml/2006/main">
            <a:r>
              <a:t>packages/coding-agent/docs/settings.md</a:t>
            </a:r>
          </a:p>
          <a:p xmlns:a="http://schemas.openxmlformats.org/drawingml/2006/main">
            <a:r>
              <a:t>packages/coding-agent/docs/models.md</a:t>
            </a:r>
          </a:p>
          <a:p xmlns:a="http://schemas.openxmlformats.org/drawingml/2006/main">
            <a:r>
              <a:t>packages/coding-agent/docs/providers.md</a:t>
            </a:r>
          </a:p>
          <a:p xmlns:a="http://schemas.openxmlformats.org/drawingml/2006/main">
            <a:r>
              <a:t>packages/ai/CHANGELOG.md</a:t>
            </a:r>
          </a:p>
          <a:p xmlns:a="http://schemas.openxmlformats.org/drawingml/2006/main">
            <a:r>
              <a:t>packages/ai/src/providers/all.ts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关联测试阅读线索（未在演示文稿中执行）：</a:t>
            </a:r>
          </a:p>
          <a:p xmlns:a="http://schemas.openxmlformats.org/drawingml/2006/main">
            <a:r>
              <a:t>packages/ai/test/images-models.test.ts</a:t>
            </a:r>
          </a:p>
          <a:p xmlns:a="http://schemas.openxmlformats.org/drawingml/2006/main">
            <a:r>
              <a:t>packages/ai/test/model-types.test.ts</a:t>
            </a:r>
          </a:p>
          <a:p xmlns:a="http://schemas.openxmlformats.org/drawingml/2006/main">
            <a:r>
              <a:t>packages/ai/test/models-runtime.test.ts</a:t>
            </a:r>
          </a:p>
          <a:p xmlns:a="http://schemas.openxmlformats.org/drawingml/2006/main">
            <a:r>
              <a:t>packages/ai/test/providers.test.ts</a:t>
            </a:r>
          </a:p>
          <a:p xmlns:a="http://schemas.openxmlformats.org/drawingml/2006/main">
            <a:r>
              <a:t>packages/ai/test/radius-provider.test.ts</a:t>
            </a:r>
          </a:p>
          <a:p xmlns:a="http://schemas.openxmlformats.org/drawingml/2006/main">
            <a:r>
              <a:t>packages/ai/test/cache-retention.test.ts</a:t>
            </a:r>
          </a:p>
          <a:p xmlns:a="http://schemas.openxmlformats.org/drawingml/2006/main">
            <a:r>
              <a:t>packages/ai/test/zen.test.ts</a:t>
            </a:r>
          </a:p>
          <a:p xmlns:a="http://schemas.openxmlformats.org/drawingml/2006/main">
            <a:r>
              <a:t>packages/ai/test/anthropic-auth-token.test.ts</a:t>
            </a:r>
          </a:p>
          <a:p xmlns:a="http://schemas.openxmlformats.org/drawingml/2006/main">
            <a:r>
              <a:t>packages/ai/test/anthropic-federation.test.ts</a:t>
            </a:r>
          </a:p>
          <a:p xmlns:a="http://schemas.openxmlformats.org/drawingml/2006/main">
            <a:r>
              <a:t>packages/ai/test/baseten-models.test.ts</a:t>
            </a:r>
          </a:p>
          <a:p xmlns:a="http://schemas.openxmlformats.org/drawingml/2006/main">
            <a:r>
              <a:t>packages/ai/test/classifier-models.test.ts</a:t>
            </a:r>
          </a:p>
          <a:p xmlns:a="http://schemas.openxmlformats.org/drawingml/2006/main">
            <a:r>
              <a:t>packages/ai/test/cloudflare-workers-ai-system-one.test.ts</a:t>
            </a:r>
          </a:p>
          <a:p xmlns:a="http://schemas.openxmlformats.org/drawingml/2006/main">
            <a:r>
              <a:t>packages/ai/test/fireworks-model-generation.test.ts</a:t>
            </a:r>
          </a:p>
          <a:p xmlns:a="http://schemas.openxmlformats.org/drawingml/2006/main">
            <a:r>
              <a:t>packages/ai/test/fireworks-models.test.ts</a:t>
            </a:r>
          </a:p>
          <a:p xmlns:a="http://schemas.openxmlformats.org/drawingml/2006/main">
            <a:r>
              <a:t>packages/ai/test/github-copilot-anthropic.test.ts</a:t>
            </a:r>
          </a:p>
          <a:p xmlns:a="http://schemas.openxmlformats.org/drawingml/2006/main">
            <a:r>
              <a:t>packages/ai/test/github-copilot-oauth.test.ts</a:t>
            </a:r>
          </a:p>
          <a:p xmlns:a="http://schemas.openxmlformats.org/drawingml/2006/main">
            <a:r>
              <a:t>packages/ai/test/oauth-auth.test.ts</a:t>
            </a:r>
          </a:p>
          <a:p xmlns:a="http://schemas.openxmlformats.org/drawingml/2006/main">
            <a:r>
              <a:t>packages/ai/test/openrouter-oauth.test.ts</a:t>
            </a:r>
          </a:p>
          <a:p xmlns:a="http://schemas.openxmlformats.org/drawingml/2006/main">
            <a:r>
              <a:t>packages/ai/test/openrouter-user-models.test.ts</a:t>
            </a:r>
          </a:p>
          <a:p xmlns:a="http://schemas.openxmlformats.org/drawingml/2006/main">
            <a:r>
              <a:t>packages/ai/test/scratch.ts</a:t>
            </a:r>
          </a:p>
          <a:p xmlns:a="http://schemas.openxmlformats.org/drawingml/2006/main">
            <a:r>
              <a:t>packages/ai/test/telemetry-options.test.ts</a:t>
            </a:r>
          </a:p>
          <a:p xmlns:a="http://schemas.openxmlformats.org/drawingml/2006/main">
            <a:r>
              <a:t>packages/ai/test/xai-responses.test.ts</a:t>
            </a:r>
          </a:p>
          <a:p xmlns:a="http://schemas.openxmlformats.org/drawingml/2006/main">
            <a:r>
              <a:t>packages/durable/test/codemode-bench.ts</a:t>
            </a:r>
          </a:p>
          <a:p xmlns:a="http://schemas.openxmlformats.org/drawingml/2006/main">
            <a:r>
              <a:t>packages/durable/test/nested-images-bench.ts</a:t>
            </a:r>
          </a:p>
          <a:p xmlns:a="http://schemas.openxmlformats.org/drawingml/2006/main">
            <a:r>
              <a:t>packages/durable/test/nested-tools-bench.ts</a:t>
            </a:r>
          </a:p>
          <a:p xmlns:a="http://schemas.openxmlformats.org/drawingml/2006/main">
            <a:r>
              <a:t>packages/durable/test/scheduler-fanout-bench.ts</a:t>
            </a:r>
          </a:p>
          <a:p xmlns:a="http://schemas.openxmlformats.org/drawingml/2006/main">
            <a:r>
              <a:t>packages/durable/test/scheduler-memory-bench.ts</a:t>
            </a:r>
          </a:p>
          <a:p xmlns:a="http://schemas.openxmlformats.org/drawingml/2006/main">
            <a:r>
              <a:t>packages/durable/test/session-document-cache-bench.ts</a:t>
            </a:r>
          </a:p>
          <a:p xmlns:a="http://schemas.openxmlformats.org/drawingml/2006/main">
            <a:r>
              <a:t>packages/durable/test/tool-output-bench.ts</a:t>
            </a:r>
          </a:p>
          <a:p xmlns:a="http://schemas.openxmlformats.org/drawingml/2006/main">
            <a:r>
              <a:t>packages/ai/test/abort.test.ts</a:t>
            </a:r>
          </a:p>
          <a:p xmlns:a="http://schemas.openxmlformats.org/drawingml/2006/main">
            <a:r>
              <a:t>packages/ai/test/anthropic-adaptive-thinking-models.test.ts</a:t>
            </a:r>
          </a:p>
          <a:p xmlns:a="http://schemas.openxmlformats.org/drawingml/2006/main">
            <a:r>
              <a:t>packages/ai/test/anthropic-eager-tool-input-compat.test.ts</a:t>
            </a:r>
          </a:p>
          <a:p xmlns:a="http://schemas.openxmlformats.org/drawingml/2006/main">
            <a:r>
              <a:t>packages/ai/test/anthropic-eager-tool-input-e2e.test.ts</a:t>
            </a:r>
          </a:p>
          <a:p xmlns:a="http://schemas.openxmlformats.org/drawingml/2006/main">
            <a:r>
              <a:t>packages/ai/test/anthropic-empty-thinking-signature-compat.test.ts</a:t>
            </a:r>
          </a:p>
          <a:p xmlns:a="http://schemas.openxmlformats.org/drawingml/2006/main">
            <a:r>
              <a:t>packages/ai/test/anthropic-federation-sdk.test.ts</a:t>
            </a:r>
          </a:p>
          <a:p xmlns:a="http://schemas.openxmlformats.org/drawingml/2006/main">
            <a:r>
              <a:t>packages/ai/test/anthropic-force-adaptive-thinking.test.ts</a:t>
            </a:r>
          </a:p>
          <a:p xmlns:a="http://schemas.openxmlformats.org/drawingml/2006/main">
            <a:r>
              <a:t>packages/ai/test/anthropic-long-cache-retention-e2e.test.ts</a:t>
            </a:r>
          </a:p>
          <a:p xmlns:a="http://schemas.openxmlformats.org/drawingml/2006/main">
            <a:r>
              <a:t>packages/ai/test/anthropic-mid-conversation-effort.test.ts</a:t>
            </a:r>
          </a:p>
          <a:p xmlns:a="http://schemas.openxmlformats.org/drawingml/2006/main">
            <a:r>
              <a:t>packages/ai/test/anthropic-opus-4-8-smoke.test.ts</a:t>
            </a:r>
          </a:p>
          <a:p xmlns:a="http://schemas.openxmlformats.org/drawingml/2006/main">
            <a:r>
              <a:t>packages/ai/test/anthropic-sse-parsing.test.ts</a:t>
            </a:r>
          </a:p>
          <a:p xmlns:a="http://schemas.openxmlformats.org/drawingml/2006/main">
            <a:r>
              <a:t>packages/ai/test/anthropic-strict-tool-schema.test.ts</a:t>
            </a:r>
          </a:p>
          <a:p xmlns:a="http://schemas.openxmlformats.org/drawingml/2006/main">
            <a:r>
              <a:t>packages/ai/test/anthropic-temperature-compat.test.ts</a:t>
            </a:r>
          </a:p>
          <a:p xmlns:a="http://schemas.openxmlformats.org/drawingml/2006/main">
            <a:r>
              <a:t>packages/ai/test/anthropic-thinking-binding-e2e.test.ts</a:t>
            </a:r>
          </a:p>
          <a:p xmlns:a="http://schemas.openxmlformats.org/drawingml/2006/main">
            <a:r>
              <a:t>packages/ai/test/anthropic-thinking-disable.test.ts</a:t>
            </a:r>
          </a:p>
          <a:p xmlns:a="http://schemas.openxmlformats.org/drawingml/2006/main">
            <a:r>
              <a:t>packages/ai/test/anthropic-tool-name-normalization.test.ts</a:t>
            </a:r>
          </a:p>
          <a:p xmlns:a="http://schemas.openxmlformats.org/drawingml/2006/main">
            <a:r>
              <a:t>packages/ai/test/azure-openai-base-url.test.ts</a:t>
            </a:r>
          </a:p>
          <a:p xmlns:a="http://schemas.openxmlformats.org/drawingml/2006/main">
            <a:r>
              <a:t>packages/ai/test/azure-openai-completions.test.ts</a:t>
            </a:r>
          </a:p>
          <a:p xmlns:a="http://schemas.openxmlformats.org/drawingml/2006/main">
            <a:r>
              <a:t>packages/ai/test/azure-openai-responses-reasoning-replay.test.ts</a:t>
            </a:r>
          </a:p>
          <a:p xmlns:a="http://schemas.openxmlformats.org/drawingml/2006/main">
            <a:r>
              <a:t>packages/ai/test/azure-openai-tool-choice.test.ts</a:t>
            </a:r>
          </a:p>
          <a:p xmlns:a="http://schemas.openxmlformats.org/drawingml/2006/main">
            <a:r>
              <a:t>packages/ai/test/bedrock-convert-messages.test.ts</a:t>
            </a:r>
          </a:p>
          <a:p xmlns:a="http://schemas.openxmlformats.org/drawingml/2006/main">
            <a:r>
              <a:t>packages/ai/test/bedrock-credentials.test.ts</a:t>
            </a:r>
          </a:p>
          <a:p xmlns:a="http://schemas.openxmlformats.org/drawingml/2006/main">
            <a:r>
              <a:t>packages/ai/test/bedrock-custom-headers.test.ts</a:t>
            </a:r>
          </a:p>
          <a:p xmlns:a="http://schemas.openxmlformats.org/drawingml/2006/main">
            <a:r>
              <a:t>packages/ai/test/bedrock-endpoint-resolution.test.ts</a:t>
            </a:r>
          </a:p>
          <a:p xmlns:a="http://schemas.openxmlformats.org/drawingml/2006/main">
            <a:r>
              <a:t>packages/ai/test/bedrock-error-metadata.test.ts</a:t>
            </a:r>
          </a:p>
          <a:p xmlns:a="http://schemas.openxmlformats.org/drawingml/2006/main">
            <a:r>
              <a:t>packages/ai/test/bedrock-models.test.ts</a:t>
            </a:r>
          </a:p>
          <a:p xmlns:a="http://schemas.openxmlformats.org/drawingml/2006/main">
            <a:r>
              <a:t>packages/ai/test/bedrock-raw-stop-reason.test.ts</a:t>
            </a:r>
          </a:p>
          <a:p xmlns:a="http://schemas.openxmlformats.org/drawingml/2006/main">
            <a:r>
              <a:t>packages/ai/test/bedrock-redacted-reasoning.test.ts</a:t>
            </a:r>
          </a:p>
          <a:p xmlns:a="http://schemas.openxmlformats.org/drawingml/2006/main">
            <a:r>
              <a:t>packages/ai/test/bedrock-response-headers.test.ts</a:t>
            </a:r>
          </a:p>
          <a:p xmlns:a="http://schemas.openxmlformats.org/drawingml/2006/main">
            <a:r>
              <a:t>packages/ai/test/bedrock-thinking-payload.test.ts</a:t>
            </a:r>
          </a:p>
          <a:p xmlns:a="http://schemas.openxmlformats.org/drawingml/2006/main">
            <a:r>
              <a:t>packages/ai/test/cloudflare-ai-binding.test.ts</a:t>
            </a:r>
          </a:p>
          <a:p xmlns:a="http://schemas.openxmlformats.org/drawingml/2006/main">
            <a:r>
              <a:t>packages/ai/test/cloudflare-stream.test.ts</a:t>
            </a:r>
          </a:p>
          <a:p xmlns:a="http://schemas.openxmlformats.org/drawingml/2006/main">
            <a:r>
              <a:t>packages/ai/test/codex-websocket-cached-probe.ts</a:t>
            </a:r>
          </a:p>
          <a:p xmlns:a="http://schemas.openxmlformats.org/drawingml/2006/main">
            <a:r>
              <a:t>packages/ai/test/compat-env.test.ts</a:t>
            </a:r>
          </a:p>
          <a:p xmlns:a="http://schemas.openxmlformats.org/drawingml/2006/main">
            <a:r>
              <a:t>packages/ai/test/constrained-sampling.test.ts</a:t>
            </a:r>
          </a:p>
          <a:p xmlns:a="http://schemas.openxmlformats.org/drawingml/2006/main">
            <a:r>
              <a:t>packages/ai/test/context-estimate.test.ts</a:t>
            </a:r>
          </a:p>
          <a:p xmlns:a="http://schemas.openxmlformats.org/drawingml/2006/main">
            <a:r>
              <a:t>packages/ai/test/context-overflow.test.ts</a:t>
            </a:r>
          </a:p>
          <a:p xmlns:a="http://schemas.openxmlformats.org/drawingml/2006/main">
            <a:r>
              <a:t>packages/ai/test/cross-provider-handoff.test.ts</a:t>
            </a:r>
          </a:p>
          <a:p xmlns:a="http://schemas.openxmlformats.org/drawingml/2006/main">
            <a:r>
              <a:t>packages/ai/test/empty.test.ts</a:t>
            </a:r>
          </a:p>
          <a:p xmlns:a="http://schemas.openxmlformats.org/drawingml/2006/main">
            <a:r>
              <a:t>packages/ai/test/event-stream.test.ts</a:t>
            </a:r>
          </a:p>
          <a:p xmlns:a="http://schemas.openxmlformats.org/drawingml/2006/main">
            <a:r>
              <a:t>packages/ai/test/faux-provider.test.ts</a:t>
            </a:r>
          </a:p>
          <a:p xmlns:a="http://schemas.openxmlformats.org/drawingml/2006/main">
            <a:r>
              <a:t>packages/ai/test/fetch-option.test.ts</a:t>
            </a:r>
          </a:p>
          <a:p xmlns:a="http://schemas.openxmlformats.org/drawingml/2006/main">
            <a:r>
              <a:t>packages/ai/test/google-raw-stop-reason.test.ts</a:t>
            </a:r>
          </a:p>
          <a:p xmlns:a="http://schemas.openxmlformats.org/drawingml/2006/main">
            <a:r>
              <a:t>packages/ai/test/google-shared-convert-tools.test.ts</a:t>
            </a:r>
          </a:p>
          <a:p xmlns:a="http://schemas.openxmlformats.org/drawingml/2006/main">
            <a:r>
              <a:t>packages/ai/test/google-shared-gemini3-unsigned-tool-call.test.ts</a:t>
            </a:r>
          </a:p>
          <a:p xmlns:a="http://schemas.openxmlformats.org/drawingml/2006/main">
            <a:r>
              <a:t>packages/ai/test/google-shared-image-tool-result-routing.test.ts</a:t>
            </a:r>
          </a:p>
          <a:p xmlns:a="http://schemas.openxmlformats.org/drawingml/2006/main">
            <a:r>
              <a:t>packages/ai/test/google-shared-signed-empty-blocks.test.ts</a:t>
            </a:r>
          </a:p>
          <a:p xmlns:a="http://schemas.openxmlformats.org/drawingml/2006/main">
            <a:r>
              <a:t>packages/ai/test/google-thinking-disable.test.ts</a:t>
            </a:r>
          </a:p>
          <a:p xmlns:a="http://schemas.openxmlformats.org/drawingml/2006/main">
            <a:r>
              <a:t>packages/ai/test/google-thinking-level-map.test.ts</a:t>
            </a:r>
          </a:p>
          <a:p xmlns:a="http://schemas.openxmlformats.org/drawingml/2006/main">
            <a:r>
              <a:t>packages/ai/test/google-vertex-api-key-resolution.test.ts</a:t>
            </a:r>
          </a:p>
          <a:p xmlns:a="http://schemas.openxmlformats.org/drawingml/2006/main">
            <a:r>
              <a:t>packages/ai/test/image-tool-result.test.ts</a:t>
            </a:r>
          </a:p>
          <a:p xmlns:a="http://schemas.openxmlformats.org/drawingml/2006/main">
            <a:r>
              <a:t>packages/ai/test/images.test.ts</a:t>
            </a:r>
          </a:p>
          <a:p xmlns:a="http://schemas.openxmlformats.org/drawingml/2006/main">
            <a:r>
              <a:t>packages/ai/test/interleaved-thinking.test.ts</a:t>
            </a:r>
          </a:p>
          <a:p xmlns:a="http://schemas.openxmlformats.org/drawingml/2006/main">
            <a:r>
              <a:t>packages/ai/test/lax-message-content.test.ts</a:t>
            </a:r>
          </a:p>
          <a:p xmlns:a="http://schemas.openxmlformats.org/drawingml/2006/main">
            <a:r>
              <a:t>packages/ai/test/llama-cpp-classify.test.ts</a:t>
            </a:r>
          </a:p>
          <a:p xmlns:a="http://schemas.openxmlformats.org/drawingml/2006/main">
            <a:r>
              <a:t>packages/ai/test/max-thinking.test.ts</a:t>
            </a:r>
          </a:p>
          <a:p xmlns:a="http://schemas.openxmlformats.org/drawingml/2006/main">
            <a:r>
              <a:t>packages/ai/test/message-types.test.ts</a:t>
            </a:r>
          </a:p>
          <a:p xmlns:a="http://schemas.openxmlformats.org/drawingml/2006/main">
            <a:r>
              <a:t>packages/ai/test/mistral-http-transport.test.ts</a:t>
            </a:r>
          </a:p>
          <a:p xmlns:a="http://schemas.openxmlformats.org/drawingml/2006/main">
            <a:r>
              <a:t>packages/ai/test/mistral-raw-stop-reason.test.ts</a:t>
            </a:r>
          </a:p>
          <a:p xmlns:a="http://schemas.openxmlformats.org/drawingml/2006/main">
            <a:r>
              <a:t>packages/ai/test/mistral-reasoning-mode.test.ts</a:t>
            </a:r>
          </a:p>
          <a:p xmlns:a="http://schemas.openxmlformats.org/drawingml/2006/main">
            <a:r>
              <a:t>packages/ai/test/mistral-tool-schema.test.ts</a:t>
            </a:r>
          </a:p>
          <a:p xmlns:a="http://schemas.openxmlformats.org/drawingml/2006/main">
            <a:r>
              <a:t>packages/ai/test/openai-codex-cache-affinity-e2e.test.ts</a:t>
            </a:r>
          </a:p>
          <a:p xmlns:a="http://schemas.openxmlformats.org/drawingml/2006/main">
            <a:r>
              <a:t>packages/ai/test/openai-codex-stream.test.ts</a:t>
            </a:r>
          </a:p>
          <a:p xmlns:a="http://schemas.openxmlformats.org/drawingml/2006/main">
            <a:r>
              <a:t>packages/ai/test/openai-completions-cache-control-format.test.ts</a:t>
            </a:r>
          </a:p>
          <a:p xmlns:a="http://schemas.openxmlformats.org/drawingml/2006/main">
            <a:r>
              <a:t>packages/ai/test/openai-completions-prompt-cache.test.ts</a:t>
            </a:r>
          </a:p>
          <a:p xmlns:a="http://schemas.openxmlformats.org/drawingml/2006/main">
            <a:r>
              <a:t>packages/ai/test/openai-completions-provider-stream-event.test.ts</a:t>
            </a:r>
          </a:p>
          <a:p xmlns:a="http://schemas.openxmlformats.org/drawingml/2006/main">
            <a:r>
              <a:t>packages/ai/test/openai-completions-raw-stop-reason.test.ts</a:t>
            </a:r>
          </a:p>
          <a:p xmlns:a="http://schemas.openxmlformats.org/drawingml/2006/main">
            <a:r>
              <a:t>packages/ai/test/openai-completions-reasoning-details.test.ts</a:t>
            </a:r>
          </a:p>
          <a:p xmlns:a="http://schemas.openxmlformats.org/drawingml/2006/main">
            <a:r>
              <a:t>packages/ai/test/openai-completions-response-model.test.ts</a:t>
            </a:r>
          </a:p>
          <a:p xmlns:a="http://schemas.openxmlformats.org/drawingml/2006/main">
            <a:r>
              <a:t>packages/ai/test/openai-completions-retry.test.ts</a:t>
            </a:r>
          </a:p>
          <a:p xmlns:a="http://schemas.openxmlformats.org/drawingml/2006/main">
            <a:r>
              <a:t>packages/ai/test/openai-completions-thinking-as-text.test.ts</a:t>
            </a:r>
          </a:p>
          <a:p xmlns:a="http://schemas.openxmlformats.org/drawingml/2006/main">
            <a:r>
              <a:t>packages/ai/test/openai-completions-thinking-token-budget.test.ts</a:t>
            </a:r>
          </a:p>
          <a:p xmlns:a="http://schemas.openxmlformats.org/drawingml/2006/main">
            <a:r>
              <a:t>packages/ai/test/openai-completions-tool-choice.test.ts</a:t>
            </a:r>
          </a:p>
          <a:p xmlns:a="http://schemas.openxmlformats.org/drawingml/2006/main">
            <a:r>
              <a:t>packages/ai/test/openai-completions-tool-result-images.test.ts</a:t>
            </a:r>
          </a:p>
          <a:p xmlns:a="http://schemas.openxmlformats.org/drawingml/2006/main">
            <a:r>
              <a:t>packages/ai/test/openai-completions-vllm-priority.test.ts</a:t>
            </a:r>
          </a:p>
          <a:p xmlns:a="http://schemas.openxmlformats.org/drawingml/2006/main">
            <a:r>
              <a:t>packages/ai/test/openai-decisions.test.ts</a:t>
            </a:r>
          </a:p>
          <a:p xmlns:a="http://schemas.openxmlformats.org/drawingml/2006/main">
            <a:r>
              <a:t>packages/ai/test/openai-responses-cache-affinity-e2e.test.ts</a:t>
            </a:r>
          </a:p>
          <a:p xmlns:a="http://schemas.openxmlformats.org/drawingml/2006/main">
            <a:r>
              <a:t>packages/ai/test/openai-responses-chatgpt-sign-in.test.ts</a:t>
            </a:r>
          </a:p>
          <a:p xmlns:a="http://schemas.openxmlformats.org/drawingml/2006/main">
            <a:r>
              <a:t>packages/ai/test/openai-responses-compat.test.ts</a:t>
            </a:r>
          </a:p>
          <a:p xmlns:a="http://schemas.openxmlformats.org/drawingml/2006/main">
            <a:r>
              <a:t>packages/ai/test/openai-responses-empty-tool-result.test.ts</a:t>
            </a:r>
          </a:p>
          <a:p xmlns:a="http://schemas.openxmlformats.org/drawingml/2006/main">
            <a:r>
              <a:t>packages/ai/test/openai-responses-foreign-toolcall-id.test.ts</a:t>
            </a:r>
          </a:p>
          <a:p xmlns:a="http://schemas.openxmlformats.org/drawingml/2006/main">
            <a:r>
              <a:t>packages/ai/test/openai-responses-message-id.test.ts</a:t>
            </a:r>
          </a:p>
          <a:p xmlns:a="http://schemas.openxmlformats.org/drawingml/2006/main">
            <a:r>
              <a:t>packages/ai/test/openai-responses-namespace.test.ts</a:t>
            </a:r>
          </a:p>
          <a:p xmlns:a="http://schemas.openxmlformats.org/drawingml/2006/main">
            <a:r>
              <a:t>packages/ai/test/openai-responses-partial-json-cleanup.test.ts</a:t>
            </a:r>
          </a:p>
          <a:p xmlns:a="http://schemas.openxmlformats.org/drawingml/2006/main">
            <a:r>
              <a:t>packages/ai/test/openai-responses-reasoning-replay-e2e.test.ts</a:t>
            </a:r>
          </a:p>
          <a:p xmlns:a="http://schemas.openxmlformats.org/drawingml/2006/main">
            <a:r>
              <a:t>packages/ai/test/openai-responses-terminal-event.test.ts</a:t>
            </a:r>
          </a:p>
          <a:p xmlns:a="http://schemas.openxmlformats.org/drawingml/2006/main">
            <a:r>
              <a:t>packages/ai/test/openai-responses-usage-limit.test.ts</a:t>
            </a:r>
          </a:p>
          <a:p xmlns:a="http://schemas.openxmlformats.org/drawingml/2006/main">
            <a:r>
              <a:t>packages/ai/test/opencode-provider-headers.test.ts</a:t>
            </a:r>
          </a:p>
          <a:p xmlns:a="http://schemas.openxmlformats.org/drawingml/2006/main">
            <a:r>
              <a:t>packages/ai/test/openrouter-images.test.ts</a:t>
            </a:r>
          </a:p>
          <a:p xmlns:a="http://schemas.openxmlformats.org/drawingml/2006/main">
            <a:r>
              <a:t>packages/ai/test/openrouter-reasoning-options.test.ts</a:t>
            </a:r>
          </a:p>
          <a:p xmlns:a="http://schemas.openxmlformats.org/drawingml/2006/main">
            <a:r>
              <a:t>packages/ai/test/overflow.test.ts</a:t>
            </a:r>
          </a:p>
          <a:p xmlns:a="http://schemas.openxmlformats.org/drawingml/2006/main">
            <a:r>
              <a:t>packages/ai/test/pi-messages.test.ts</a:t>
            </a:r>
          </a:p>
          <a:p xmlns:a="http://schemas.openxmlformats.org/drawingml/2006/main">
            <a:r>
              <a:t>packages/ai/test/pre-generation-error.test.ts</a:t>
            </a:r>
          </a:p>
          <a:p xmlns:a="http://schemas.openxmlformats.org/drawingml/2006/main">
            <a:r>
              <a:t>packages/ai/test/provider-error-body-passthrough.test.ts</a:t>
            </a:r>
          </a:p>
          <a:p xmlns:a="http://schemas.openxmlformats.org/drawingml/2006/main">
            <a:r>
              <a:t>packages/ai/test/provider-error-body-regression.test.ts</a:t>
            </a:r>
          </a:p>
          <a:p xmlns:a="http://schemas.openxmlformats.org/drawingml/2006/main">
            <a:r>
              <a:t>packages/ai/test/radius-thinking-replay-e2e.test.ts</a:t>
            </a:r>
          </a:p>
          <a:p xmlns:a="http://schemas.openxmlformats.org/drawingml/2006/main">
            <a:r>
              <a:t>packages/ai/test/responseid.test.ts</a:t>
            </a:r>
          </a:p>
          <a:p xmlns:a="http://schemas.openxmlformats.org/drawingml/2006/main">
            <a:r>
              <a:t>packages/ai/test/sampling-options.test.ts</a:t>
            </a:r>
          </a:p>
          <a:p xmlns:a="http://schemas.openxmlformats.org/drawingml/2006/main">
            <a:r>
              <a:t>packages/ai/test/stream.test.ts</a:t>
            </a:r>
          </a:p>
          <a:p xmlns:a="http://schemas.openxmlformats.org/drawingml/2006/main">
            <a:r>
              <a:t>packages/ai/test/system-message-replay.test.ts</a:t>
            </a:r>
          </a:p>
          <a:p xmlns:a="http://schemas.openxmlformats.org/drawingml/2006/main">
            <a:r>
              <a:t>packages/ai/test/tokens.test.ts</a:t>
            </a:r>
          </a:p>
          <a:p xmlns:a="http://schemas.openxmlformats.org/drawingml/2006/main">
            <a:r>
              <a:t>packages/ai/test/tool-call-id-normalization.test.ts</a:t>
            </a:r>
          </a:p>
          <a:p xmlns:a="http://schemas.openxmlformats.org/drawingml/2006/main">
            <a:r>
              <a:t>packages/ai/test/tool-call-without-result.test.ts</a:t>
            </a:r>
          </a:p>
          <a:p xmlns:a="http://schemas.openxmlformats.org/drawingml/2006/main">
            <a:r>
              <a:t>packages/ai/test/total-tokens.test.ts</a:t>
            </a:r>
          </a:p>
          <a:p xmlns:a="http://schemas.openxmlformats.org/drawingml/2006/main">
            <a:r>
              <a:t>packages/ai/test/transcript-tool-changes.test.ts</a:t>
            </a:r>
          </a:p>
          <a:p xmlns:a="http://schemas.openxmlformats.org/drawingml/2006/main">
            <a:r>
              <a:t>packages/ai/test/transform-messages-copilot-openai-to-anthropic.test.ts</a:t>
            </a:r>
          </a:p>
          <a:p xmlns:a="http://schemas.openxmlformats.org/drawingml/2006/main">
            <a:r>
              <a:t>packages/ai/test/typesafe-system-one.test.ts</a:t>
            </a:r>
          </a:p>
          <a:p xmlns:a="http://schemas.openxmlformats.org/drawingml/2006/main">
            <a:r>
              <a:t>packages/ai/test/unicode-surrogate.test.ts</a:t>
            </a:r>
          </a:p>
          <a:p xmlns:a="http://schemas.openxmlformats.org/drawingml/2006/main">
            <a:r>
              <a:t>packages/ai/test/validation.test.ts</a:t>
            </a:r>
          </a:p>
          <a:p xmlns:a="http://schemas.openxmlformats.org/drawingml/2006/main">
            <a:r>
              <a:t>packages/ai/test/xhigh.test.ts</a:t>
            </a:r>
          </a:p>
          <a:p xmlns:a="http://schemas.openxmlformats.org/drawingml/2006/main">
            <a:r>
              <a:t>packages/ai/test/xiaomi-token-plan-ams-anthropic-empty-signature-smoke.test.ts</a:t>
            </a:r>
          </a:p>
          <a:p xmlns:a="http://schemas.openxmlformats.org/drawingml/2006/main">
            <a:r>
              <a:t>packages/ai/test/anthropic-cache-write-1h-cost.test.ts</a:t>
            </a:r>
          </a:p>
          <a:p xmlns:a="http://schemas.openxmlformats.org/drawingml/2006/main">
            <a:r>
              <a:t>packages/durable/test/system-order-cache-e2e.test.ts</a:t>
            </a:r>
          </a:p>
          <a:p xmlns:a="http://schemas.openxmlformats.org/drawingml/2006/main">
            <a:r>
              <a:t>packages/ai/test/bedrock-cache-write-1h-cost.test.ts</a:t>
            </a:r>
          </a:p>
          <a:p xmlns:a="http://schemas.openxmlformats.org/drawingml/2006/main">
            <a:r>
              <a:t>packages/ai/test/google-shared-retry.test.ts</a:t>
            </a:r>
          </a:p>
          <a:p xmlns:a="http://schemas.openxmlformats.org/drawingml/2006/main">
            <a:r>
              <a:t>packages/ai/test/google-thinking-signature.test.ts</a:t>
            </a:r>
          </a:p>
          <a:p xmlns:a="http://schemas.openxmlformats.org/drawingml/2006/main">
            <a:r>
              <a:t>packages/coding-agent/test/sdk-codex-cache-probe-tool-loop.ts</a:t>
            </a:r>
          </a:p>
          <a:p xmlns:a="http://schemas.openxmlformats.org/drawingml/2006/main">
            <a:r>
              <a:t>packages/durable/test/provider-session-cache-e2e.test.ts</a:t>
            </a:r>
          </a:p>
          <a:p xmlns:a="http://schemas.openxmlformats.org/drawingml/2006/main">
            <a:r>
              <a:t>packages/ai/test/assistant-message-frame.test.ts</a:t>
            </a:r>
          </a:p>
          <a:p xmlns:a="http://schemas.openxmlformats.org/drawingml/2006/main">
            <a:r>
              <a:t>packages/ai/test/error-body.test.ts</a:t>
            </a:r>
          </a:p>
          <a:p xmlns:a="http://schemas.openxmlformats.org/drawingml/2006/main">
            <a:r>
              <a:t>packages/ai/test/node-http-proxy.test.ts</a:t>
            </a:r>
          </a:p>
          <a:p xmlns:a="http://schemas.openxmlformats.org/drawingml/2006/main">
            <a:r>
              <a:t>packages/ai/test/provider-retry.test.ts</a:t>
            </a:r>
          </a:p>
          <a:p xmlns:a="http://schemas.openxmlformats.org/drawingml/2006/main">
            <a:r>
              <a:t>packages/ai/test/retry.test.ts</a:t>
            </a:r>
          </a:p>
          <a:p xmlns:a="http://schemas.openxmlformats.org/drawingml/2006/main">
            <a:r>
              <a:t>packages/durable/test/harness-prompt.test.ts</a:t>
            </a:r>
          </a:p>
          <a:p xmlns:a="http://schemas.openxmlformats.org/drawingml/2006/main">
            <a:r>
              <a:t>packages/ai/test/uuid.test.ts</a:t>
            </a:r>
          </a:p>
          <a:p xmlns:a="http://schemas.openxmlformats.org/drawingml/2006/main">
            <a:r>
              <a:t>packages/agent/test/agent.test.ts</a:t>
            </a:r>
          </a:p>
          <a:p xmlns:a="http://schemas.openxmlformats.org/drawingml/2006/main">
            <a:r>
              <a:t>packages/agent/test/e2e.test.ts</a:t>
            </a:r>
          </a:p>
          <a:p xmlns:a="http://schemas.openxmlformats.org/drawingml/2006/main">
            <a:r>
              <a:t>packages/ai/test/openai-completions-empty-tools.test.ts</a:t>
            </a:r>
          </a:p>
          <a:p xmlns:a="http://schemas.openxmlformats.org/drawingml/2006/main">
            <a:r>
              <a:t>packages/ai/test/openai-responses-tool-result-images.test.ts</a:t>
            </a:r>
          </a:p>
          <a:p xmlns:a="http://schemas.openxmlformats.org/drawingml/2006/main">
            <a:r>
              <a:t>packages/ai/test/openrouter-cache-control-models.test.ts</a:t>
            </a:r>
          </a:p>
          <a:p xmlns:a="http://schemas.openxmlformats.org/drawingml/2006/main">
            <a:r>
              <a:t>packages/ai/test/openrouter-cache-write-repro.test.ts</a:t>
            </a:r>
          </a:p>
          <a:p xmlns:a="http://schemas.openxmlformats.org/drawingml/2006/main">
            <a:r>
              <a:t>packages/ai/test/qwen-token-plan-models.test.ts</a:t>
            </a:r>
          </a:p>
          <a:p xmlns:a="http://schemas.openxmlformats.org/drawingml/2006/main">
            <a:r>
              <a:t>packages/ai/test/supports-xhigh.test.ts</a:t>
            </a:r>
          </a:p>
          <a:p xmlns:a="http://schemas.openxmlformats.org/drawingml/2006/main">
            <a:r>
              <a:t>packages/ai/test/together-models.test.ts</a:t>
            </a:r>
          </a:p>
          <a:p xmlns:a="http://schemas.openxmlformats.org/drawingml/2006/main">
            <a:r>
              <a:t>packages/ai/test/xiaomi-models.test.ts</a:t>
            </a:r>
          </a:p>
          <a:p xmlns:a="http://schemas.openxmlformats.org/drawingml/2006/main">
            <a:r>
              <a:t>packages/coding-agent/test/agent-session-auto-compaction-queue.test.ts</a:t>
            </a:r>
          </a:p>
          <a:p xmlns:a="http://schemas.openxmlformats.org/drawingml/2006/main">
            <a:r>
              <a:t>packages/coding-agent/test/agent-session-branching.test.ts</a:t>
            </a:r>
          </a:p>
          <a:p xmlns:a="http://schemas.openxmlformats.org/drawingml/2006/main">
            <a:r>
              <a:t>packages/coding-agent/test/agent-session-compaction.test.ts</a:t>
            </a:r>
          </a:p>
          <a:p xmlns:a="http://schemas.openxmlformats.org/drawingml/2006/main">
            <a:r>
              <a:t>packages/coding-agent/test/agent-session-concurrent.test.ts</a:t>
            </a:r>
          </a:p>
          <a:p xmlns:a="http://schemas.openxmlformats.org/drawingml/2006/main">
            <a:r>
              <a:t>packages/coding-agent/test/agent-session-dynamic-provider.test.ts</a:t>
            </a:r>
          </a:p>
          <a:p xmlns:a="http://schemas.openxmlformats.org/drawingml/2006/main">
            <a:r>
              <a:t>packages/coding-agent/test/agent-session-dynamic-tools.test.ts</a:t>
            </a:r>
          </a:p>
          <a:p xmlns:a="http://schemas.openxmlformats.org/drawingml/2006/main">
            <a:r>
              <a:t>packages/coding-agent/test/agent-session-retry.test.ts</a:t>
            </a:r>
          </a:p>
          <a:p xmlns:a="http://schemas.openxmlformats.org/drawingml/2006/main">
            <a:r>
              <a:t>packages/coding-agent/test/agent-session-runtime-events.test.ts</a:t>
            </a:r>
          </a:p>
          <a:p xmlns:a="http://schemas.openxmlformats.org/drawingml/2006/main">
            <a:r>
              <a:t>packages/coding-agent/test/agent-session-stats.test.ts</a:t>
            </a:r>
          </a:p>
          <a:p xmlns:a="http://schemas.openxmlformats.org/drawingml/2006/main">
            <a:r>
              <a:t>packages/coding-agent/test/branch-summary-extensions.test.ts</a:t>
            </a:r>
          </a:p>
          <a:p xmlns:a="http://schemas.openxmlformats.org/drawingml/2006/main">
            <a:r>
              <a:t>packages/coding-agent/test/builtin-tool-strict-mode.test.ts</a:t>
            </a:r>
          </a:p>
          <a:p xmlns:a="http://schemas.openxmlformats.org/drawingml/2006/main">
            <a:r>
              <a:t>packages/coding-agent/test/compaction-extensions.test.ts</a:t>
            </a:r>
          </a:p>
          <a:p xmlns:a="http://schemas.openxmlformats.org/drawingml/2006/main">
            <a:r>
              <a:t>packages/coding-agent/test/compaction-nested-calls.test.ts</a:t>
            </a:r>
          </a:p>
          <a:p xmlns:a="http://schemas.openxmlformats.org/drawingml/2006/main">
            <a:r>
              <a:t>packages/coding-agent/test/compaction.test.ts</a:t>
            </a:r>
          </a:p>
          <a:p xmlns:a="http://schemas.openxmlformats.org/drawingml/2006/main">
            <a:r>
              <a:t>packages/coding-agent/test/default-tools-setting.test.ts</a:t>
            </a:r>
          </a:p>
          <a:p xmlns:a="http://schemas.openxmlformats.org/drawingml/2006/main">
            <a:r>
              <a:t>packages/coding-agent/test/export-jsonl-share.test.ts</a:t>
            </a:r>
          </a:p>
          <a:p xmlns:a="http://schemas.openxmlformats.org/drawingml/2006/main">
            <a:r>
              <a:t>packages/coding-agent/test/model-registry.test.ts</a:t>
            </a:r>
          </a:p>
          <a:p xmlns:a="http://schemas.openxmlformats.org/drawingml/2006/main">
            <a:r>
              <a:t>packages/coding-agent/test/model-resolver.test.ts</a:t>
            </a:r>
          </a:p>
          <a:p xmlns:a="http://schemas.openxmlformats.org/drawingml/2006/main">
            <a:r>
              <a:t>packages/coding-agent/test/model-runtime-cloudflare-compat.test.ts</a:t>
            </a:r>
          </a:p>
          <a:p xmlns:a="http://schemas.openxmlformats.org/drawingml/2006/main">
            <a:r>
              <a:t>packages/coding-agent/test/rpc-prompt-response-semantics.test.ts</a:t>
            </a:r>
          </a:p>
          <a:p xmlns:a="http://schemas.openxmlformats.org/drawingml/2006/main">
            <a:r>
              <a:t>packages/coding-agent/test/sdk-session-manager.test.ts</a:t>
            </a:r>
          </a:p>
          <a:p xmlns:a="http://schemas.openxmlformats.org/drawingml/2006/main">
            <a:r>
              <a:t>packages/coding-agent/test/suite/agent-session-codemode.test.ts</a:t>
            </a:r>
          </a:p>
          <a:p xmlns:a="http://schemas.openxmlformats.org/drawingml/2006/main">
            <a:r>
              <a:t>packages/coding-agent/test/suite/agent-session-mcp-oauth.test.ts</a:t>
            </a:r>
          </a:p>
          <a:p xmlns:a="http://schemas.openxmlformats.org/drawingml/2006/main">
            <a:r>
              <a:t>packages/coding-agent/test/suite/agent-session-mcp.test.ts</a:t>
            </a:r>
          </a:p>
          <a:p xmlns:a="http://schemas.openxmlformats.org/drawingml/2006/main">
            <a:r>
              <a:t>packages/coding-agent/test/suite/agent-session-runtime.test.ts</a:t>
            </a:r>
          </a:p>
          <a:p xmlns:a="http://schemas.openxmlformats.org/drawingml/2006/main">
            <a:r>
              <a:t>packages/coding-agent/test/suite/agent-session-tool-orchestration.test.ts</a:t>
            </a:r>
          </a:p>
          <a:p xmlns:a="http://schemas.openxmlformats.org/drawingml/2006/main">
            <a:r>
              <a:t>packages/coding-agent/test/suite/harness.ts</a:t>
            </a:r>
          </a:p>
          <a:p xmlns:a="http://schemas.openxmlformats.org/drawingml/2006/main">
            <a:r>
              <a:t>packages/coding-agent/test/suite/regressions/2753-reload-stale-resource-settings.test.ts</a:t>
            </a:r>
          </a:p>
          <a:p xmlns:a="http://schemas.openxmlformats.org/drawingml/2006/main">
            <a:r>
              <a:t>packages/coding-agent/test/suite/regressions/2835-tools-allowlist-filters-extension-tools.test.ts</a:t>
            </a:r>
          </a:p>
          <a:p xmlns:a="http://schemas.openxmlformats.org/drawingml/2006/main">
            <a:r>
              <a:t>packages/coding-agent/test/suite/regressions/2860-replaced-session-context.test.ts</a:t>
            </a:r>
          </a:p>
          <a:p xmlns:a="http://schemas.openxmlformats.org/drawingml/2006/main">
            <a:r>
              <a:t>packages/coding-agent/test/suite/regressions/3592-no-builtin-tools-keeps-extension-tools.test.ts</a:t>
            </a:r>
          </a:p>
          <a:p xmlns:a="http://schemas.openxmlformats.org/drawingml/2006/main">
            <a:r>
              <a:t>packages/coding-agent/test/suite/regressions/5596-missing-theme-export.test.ts</a:t>
            </a:r>
          </a:p>
          <a:p xmlns:a="http://schemas.openxmlformats.org/drawingml/2006/main">
            <a:r>
              <a:t>packages/coding-agent/test/suite/regressions/8964-extension-provider-streaming.test.ts</a:t>
            </a:r>
          </a:p>
          <a:p xmlns:a="http://schemas.openxmlformats.org/drawingml/2006/main">
            <a:r>
              <a:t>packages/coding-agent/test/system-prompt-updates.test.ts</a:t>
            </a:r>
          </a:p>
          <a:p xmlns:a="http://schemas.openxmlformats.org/drawingml/2006/main">
            <a:r>
              <a:t>packages/coding-agent/test/tool-renderer-examples.test.ts</a:t>
            </a:r>
          </a:p>
          <a:p xmlns:a="http://schemas.openxmlformats.org/drawingml/2006/main">
            <a:r>
              <a:t>packages/coding-agent/test/utilities.ts</a:t>
            </a:r>
          </a:p>
          <a:p xmlns:a="http://schemas.openxmlformats.org/drawingml/2006/main">
            <a:r>
              <a:t>packages/coding-agent/test/http-dispatcher.test.ts</a:t>
            </a:r>
          </a:p>
          <a:p xmlns:a="http://schemas.openxmlformats.org/drawingml/2006/main">
            <a:r>
              <a:t>packages/coding-agent/test/settings-manager.test.ts</a:t>
            </a:r>
          </a:p>
          <a:p xmlns:a="http://schemas.openxmlformats.org/drawingml/2006/main">
            <a:r>
              <a:t>packages/coding-agent/test/radius.test.ts</a:t>
            </a:r>
          </a:p>
          <a:p xmlns:a="http://schemas.openxmlformats.org/drawingml/2006/main">
            <a:r>
              <a:t>packages/coding-agent/test/config-schemas.test.ts</a:t>
            </a:r>
          </a:p>
          <a:p xmlns:a="http://schemas.openxmlformats.org/drawingml/2006/main">
            <a:r>
              <a:t>packages/coding-agent/test/model-catalog-protocol.test.ts</a:t>
            </a:r>
          </a:p>
          <a:p xmlns:a="http://schemas.openxmlformats.org/drawingml/2006/main">
            <a:r>
              <a:t>scripts/model-catalog-protocol.test.ts</a:t>
            </a:r>
          </a:p>
          <a:p xmlns:a="http://schemas.openxmlformats.org/drawingml/2006/main">
            <a:r>
              <a:t>packages/ai/test/model-catalog-types.test.ts</a:t>
            </a:r>
          </a:p>
          <a:p xmlns:a="http://schemas.openxmlformats.org/drawingml/2006/main">
            <a:r>
              <a:t>packages/coding-agent/test/bug-report.test.ts</a:t>
            </a:r>
          </a:p>
          <a:p xmlns:a="http://schemas.openxmlformats.org/drawingml/2006/main">
            <a:r>
              <a:t>packages/coding-agent/test/footer-width.test.ts</a:t>
            </a:r>
          </a:p>
          <a:p xmlns:a="http://schemas.openxmlformats.org/drawingml/2006/main">
            <a:r>
              <a:t>packages/coding-agent/test/program-status-reporter.test.ts</a:t>
            </a:r>
          </a:p>
          <a:p xmlns:a="http://schemas.openxmlformats.org/drawingml/2006/main">
            <a:r>
              <a:t>packages/coding-agent/test/suite/regressions/4167-thinking-toggle-pending-tool-render.test.ts</a:t>
            </a:r>
          </a:p>
          <a:p xmlns:a="http://schemas.openxmlformats.org/drawingml/2006/main">
            <a:r>
              <a:t>packages/coding-agent/test/suite/regressions/5943-session-start-notify.test.ts</a:t>
            </a:r>
          </a:p>
          <a:p xmlns:a="http://schemas.openxmlformats.org/drawingml/2006/main">
            <a:r>
              <a:t>packages/coding-agent/test/suite/regressions/7150-rpc-prompt-during-compaction.test.ts</a:t>
            </a:r>
          </a:p>
          <a:p xmlns:a="http://schemas.openxmlformats.org/drawingml/2006/main">
            <a:r>
              <a:t>packages/coding-agent/test/test-harness.ts</a:t>
            </a:r>
          </a:p>
          <a:p xmlns:a="http://schemas.openxmlformats.org/drawingml/2006/main">
            <a:r>
              <a:t>packages/coding-agent/test/custom-message.test.ts</a:t>
            </a:r>
          </a:p>
          <a:p xmlns:a="http://schemas.openxmlformats.org/drawingml/2006/main">
            <a:r>
              <a:t>packages/coding-agent/test/suite/regressions/8537-custom-message-tool-result-ordering.test.ts</a:t>
            </a:r>
          </a:p>
          <a:p xmlns:a="http://schemas.openxmlformats.org/drawingml/2006/main">
            <a:r>
              <a:t>packages/coding-agent/test/extensions-runner.test.ts</a:t>
            </a:r>
          </a:p>
          <a:p xmlns:a="http://schemas.openxmlformats.org/drawingml/2006/main">
            <a:r>
              <a:t>packages/coding-agent/test/model-runtime-modify-models-compat.test.ts</a:t>
            </a:r>
          </a:p>
          <a:p xmlns:a="http://schemas.openxmlformats.org/drawingml/2006/main">
            <a:r>
              <a:t>packages/coding-agent/test/model-runtime-test-utils.ts</a:t>
            </a:r>
          </a:p>
          <a:p xmlns:a="http://schemas.openxmlformats.org/drawingml/2006/main">
            <a:r>
              <a:t>packages/coding-agent/test/suite/regressions/7027-credential-refresh-hang.test.ts</a:t>
            </a:r>
          </a:p>
          <a:p xmlns:a="http://schemas.openxmlformats.org/drawingml/2006/main">
            <a:r>
              <a:t>packages/coding-agent/test/auth-check.test.ts</a:t>
            </a:r>
          </a:p>
          <a:p xmlns:a="http://schemas.openxmlformats.org/drawingml/2006/main">
            <a:r>
              <a:t>packages/coding-agent/test/credential-print.test.ts</a:t>
            </a:r>
          </a:p>
          <a:p xmlns:a="http://schemas.openxmlformats.org/drawingml/2006/main">
            <a:r>
              <a:t>packages/coding-agent/test/model-runtime-auth-options.test.ts</a:t>
            </a:r>
          </a:p>
          <a:p xmlns:a="http://schemas.openxmlformats.org/drawingml/2006/main">
            <a:r>
              <a:t>packages/coding-agent/test/model-runtime-classifiers.test.ts</a:t>
            </a:r>
          </a:p>
          <a:p xmlns:a="http://schemas.openxmlformats.org/drawingml/2006/main">
            <a:r>
              <a:t>packages/coding-agent/test/model-runtime-credential-sync.test.ts</a:t>
            </a:r>
          </a:p>
          <a:p xmlns:a="http://schemas.openxmlformats.org/drawingml/2006/main">
            <a:r>
              <a:t>packages/coding-agent/test/model-runtime-images.test.ts</a:t>
            </a:r>
          </a:p>
          <a:p xmlns:a="http://schemas.openxmlformats.org/drawingml/2006/main">
            <a:r>
              <a:t>packages/coding-agent/test/package-command-paths.test.ts</a:t>
            </a:r>
          </a:p>
          <a:p xmlns:a="http://schemas.openxmlformats.org/drawingml/2006/main">
            <a:r>
              <a:t>packages/coding-agent/test/virtual-models.test.ts</a:t>
            </a:r>
          </a:p>
          <a:p xmlns:a="http://schemas.openxmlformats.org/drawingml/2006/main">
            <a:r>
              <a:t>packages/coding-agent/test/models-store.test.ts</a:t>
            </a:r>
          </a:p>
          <a:p xmlns:a="http://schemas.openxmlformats.org/drawingml/2006/main">
            <a:r>
              <a:t>packages/coding-agent/test/remote-catalog-provider.test.ts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源码基线：6cd9d957a9fd50bc504d45b72834ed9dd85a20b6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流程为教学阅读顺序，可选分支不表示每次运行必经。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一次对话需要按内容选择模型，或在脚本中调用分类和图像生成。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选择操作类型</a:t>
            </a:r>
          </a:p>
          <a:p xmlns:a="http://schemas.openxmlformats.org/drawingml/2006/main">
            <a:r>
              <a:t>区分聊天、分类与图像操作，检查模型对应的目录和输入契约。分类回答结构化问题，不进入普通聊天模型选择器。</a:t>
            </a:r>
          </a:p>
          <a:p xmlns:a="http://schemas.openxmlformats.org/drawingml/2006/main">
            <a:r>
              <a:t>输入：任务目标</a:t>
            </a:r>
          </a:p>
          <a:p xmlns:a="http://schemas.openxmlformats.org/drawingml/2006/main">
            <a:r>
              <a:t>输出：聊天、分类或图像操作</a:t>
            </a:r>
          </a:p>
          <a:p xmlns:a="http://schemas.openxmlformats.org/drawingml/2006/main">
            <a:r>
              <a:t>入口线索：Models.classify；ClassifierContext</a:t>
            </a:r>
          </a:p>
          <a:p xmlns:a="http://schemas.openxmlformats.org/drawingml/2006/main">
            <a:r>
              <a:t>职责：具体可选 ID、支持协议与认证由模型目录和提供商决定。</a:t>
            </a:r>
          </a:p>
          <a:p xmlns:a="http://schemas.openxmlformats.org/drawingml/2006/main">
            <a:r>
              <a:t>源码：packages/ai/src/api/constrained-sampling.ts</a:t>
            </a:r>
          </a:p>
          <a:p xmlns:a="http://schemas.openxmlformats.org/drawingml/2006/main">
            <a:r>
              <a:t>packages/ai/src/api/system-one-shared.ts</a:t>
            </a:r>
          </a:p>
          <a:p xmlns:a="http://schemas.openxmlformats.org/drawingml/2006/main">
            <a:r>
              <a:t>packages/ai/src/api/typesafe-system-one.ts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跟踪虚拟模型决策</a:t>
            </a:r>
          </a:p>
          <a:p xmlns:a="http://schemas.openxmlformats.org/drawingml/2006/main">
            <a:r>
              <a:t>阅读 route 决策怎样选出真实模型，并确认上一次响应和路由原因进入决策的位置。</a:t>
            </a:r>
          </a:p>
          <a:p xmlns:a="http://schemas.openxmlformats.org/drawingml/2006/main">
            <a:r>
              <a:t>输入：请求上下文与路由规则</a:t>
            </a:r>
          </a:p>
          <a:p xmlns:a="http://schemas.openxmlformats.org/drawingml/2006/main">
            <a:r>
              <a:t>输出：实际请求目标</a:t>
            </a:r>
          </a:p>
          <a:p xmlns:a="http://schemas.openxmlformats.org/drawingml/2006/main">
            <a:r>
              <a:t>入口线索：VirtualModelDefinition / ModelRoute</a:t>
            </a:r>
          </a:p>
          <a:p xmlns:a="http://schemas.openxmlformats.org/drawingml/2006/main">
            <a:r>
              <a:t>职责：虚拟模型不会直接到达提供商；路由状态可跟随会话分支保存。</a:t>
            </a:r>
          </a:p>
          <a:p xmlns:a="http://schemas.openxmlformats.org/drawingml/2006/main">
            <a:r>
              <a:t>源码：packages/coding-agent/src/core/virtual-models.ts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执行分类与图像调用</a:t>
            </a:r>
          </a:p>
          <a:p xmlns:a="http://schemas.openxmlformats.org/drawingml/2006/main">
            <a:r>
              <a:t>从脚本 models.classify / generateImages 跟到 model runtime，检查输入、结果、用量与失败分支。</a:t>
            </a:r>
          </a:p>
          <a:p xmlns:a="http://schemas.openxmlformats.org/drawingml/2006/main">
            <a:r>
              <a:t>输入：结构化问题或图像输入</a:t>
            </a:r>
          </a:p>
          <a:p xmlns:a="http://schemas.openxmlformats.org/drawingml/2006/main">
            <a:r>
              <a:t>输出：分类答案或图像块</a:t>
            </a:r>
          </a:p>
          <a:p xmlns:a="http://schemas.openxmlformats.org/drawingml/2006/main">
            <a:r>
              <a:t>入口线索：models.classify；models.generateImages；getAvailableOfType</a:t>
            </a:r>
          </a:p>
          <a:p xmlns:a="http://schemas.openxmlformats.org/drawingml/2006/main">
            <a:r>
              <a:t>职责：脚本不能执行对话模型；每脚本最多同时运行四个此类模型调用，需检查返回的 stopReason。</a:t>
            </a:r>
          </a:p>
          <a:p xmlns:a="http://schemas.openxmlformats.org/drawingml/2006/main">
            <a:r>
              <a:t>源码：packages/coding-agent/src/core/model-registry.ts</a:t>
            </a:r>
          </a:p>
          <a:p xmlns:a="http://schemas.openxmlformats.org/drawingml/2006/main">
            <a:r>
              <a:t>packages/coding-agent/src/core/model-runtime.ts</a:t>
            </a:r>
          </a:p>
          <a:p xmlns:a="http://schemas.openxmlformats.org/drawingml/2006/main">
            <a:r>
              <a:t>packages/coding-agent/src/extensions/codemode/execute.ts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4. 处理返回与展示</a:t>
            </a:r>
          </a:p>
          <a:p xmlns:a="http://schemas.openxmlformats.org/drawingml/2006/main">
            <a:r>
              <a:t>区分传给模型的内容、工具 details、完整输出文件和显式图像落盘路径。不要假设生成图像自动写入磁盘。</a:t>
            </a:r>
          </a:p>
          <a:p xmlns:a="http://schemas.openxmlformats.org/drawingml/2006/main">
            <a:r>
              <a:t>输入：脚本结果与图像块</a:t>
            </a:r>
          </a:p>
          <a:p xmlns:a="http://schemas.openxmlformats.org/drawingml/2006/main">
            <a:r>
              <a:t>输出：模型可见输出和可追踪用量</a:t>
            </a:r>
          </a:p>
          <a:p xmlns:a="http://schemas.openxmlformats.org/drawingml/2006/main">
            <a:r>
              <a:t>入口线索：image(block)；fullOutputPath</a:t>
            </a:r>
          </a:p>
          <a:p xmlns:a="http://schemas.openxmlformats.org/drawingml/2006/main">
            <a:r>
              <a:t>职责：图像只接受支持格式的 base64 数据，不把远程 URL 当作图像数据；临时文件生命周期由输出文件实现管理。</a:t>
            </a:r>
          </a:p>
          <a:p xmlns:a="http://schemas.openxmlformats.org/drawingml/2006/main">
            <a:r>
              <a:t>源码：packages/coding-agent/src/extensions/codemode/execute.ts</a:t>
            </a:r>
          </a:p>
          <a:p xmlns:a="http://schemas.openxmlformats.org/drawingml/2006/main">
            <a:r>
              <a:t>packages/coding-agent/src/utils/output-files.ts</a:t>
            </a:r>
          </a:p>
          <a:p xmlns:a="http://schemas.openxmlformats.org/drawingml/2006/main">
            <a:r>
              <a:t>packages/coding-agent/src/utils/tool-result-images.ts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失败与恢复：分类和图像模型的认证、输入能力与聊天模型不同。正确的模型 ID 也可能不支持当前操作或图片输入。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练习：对照一个虚拟模型示例与一个 codemode 分类示例，记录两个地方的模型选择对象和结果形状。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参考判断：路由决定聊天请求目的地；分类/图像调用返回各自类型的结果。用量需要经过集成层汇入会话统计。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功能编号：MOD-20, MOD-21, MOD-25, MOD-26, MOD-27, EXT-25, CODE-10, CODE-12, CODE-13, CODE-14, CODE-15, CODE-21, AI-21, AI-22, AI-36, OTH-54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文档来源：</a:t>
            </a:r>
          </a:p>
          <a:p xmlns:a="http://schemas.openxmlformats.org/drawingml/2006/main">
            <a:r>
              <a:t>packages/ai/README.md</a:t>
            </a:r>
          </a:p>
          <a:p xmlns:a="http://schemas.openxmlformats.org/drawingml/2006/main">
            <a:r>
              <a:t>packages/coding-agent/docs/cli.md</a:t>
            </a:r>
          </a:p>
          <a:p xmlns:a="http://schemas.openxmlformats.org/drawingml/2006/main">
            <a:r>
              <a:t>packages/coding-agent/docs/codemode.md</a:t>
            </a:r>
          </a:p>
          <a:p xmlns:a="http://schemas.openxmlformats.org/drawingml/2006/main">
            <a:r>
              <a:t>packages/coding-agent/docs/models.md</a:t>
            </a:r>
          </a:p>
          <a:p xmlns:a="http://schemas.openxmlformats.org/drawingml/2006/main">
            <a:r>
              <a:t>packages/coding-agent/examples/extensions/README.md</a:t>
            </a:r>
          </a:p>
          <a:p xmlns:a="http://schemas.openxmlformats.org/drawingml/2006/main">
            <a:r>
              <a:t>packages/coding-agent/docs/virtual-models.md</a:t>
            </a:r>
          </a:p>
          <a:p xmlns:a="http://schemas.openxmlformats.org/drawingml/2006/main">
            <a:r>
              <a:t>packages/coding-agent/docs/llama-cpp.md</a:t>
            </a:r>
          </a:p>
          <a:p xmlns:a="http://schemas.openxmlformats.org/drawingml/2006/main">
            <a:r>
              <a:t>packages/coding-agent/docs/extensions.md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关联测试阅读线索（未在演示文稿中执行）：</a:t>
            </a:r>
          </a:p>
          <a:p xmlns:a="http://schemas.openxmlformats.org/drawingml/2006/main">
            <a:r>
              <a:t>packages/ai/test/constrained-sampling.test.ts</a:t>
            </a:r>
          </a:p>
          <a:p xmlns:a="http://schemas.openxmlformats.org/drawingml/2006/main">
            <a:r>
              <a:t>packages/ai/test/typesafe-system-one.test.ts</a:t>
            </a:r>
          </a:p>
          <a:p xmlns:a="http://schemas.openxmlformats.org/drawingml/2006/main">
            <a:r>
              <a:t>packages/coding-agent/test/jev-router-example.test.ts</a:t>
            </a:r>
          </a:p>
          <a:p xmlns:a="http://schemas.openxmlformats.org/drawingml/2006/main">
            <a:r>
              <a:t>packages/coding-agent/test/suite/virtual-models.test.ts</a:t>
            </a:r>
          </a:p>
          <a:p xmlns:a="http://schemas.openxmlformats.org/drawingml/2006/main">
            <a:r>
              <a:t>packages/coding-agent/test/virtual-models.test.ts</a:t>
            </a:r>
          </a:p>
          <a:p xmlns:a="http://schemas.openxmlformats.org/drawingml/2006/main">
            <a:r>
              <a:t>packages/coding-agent/test/extensions-runner.test.ts</a:t>
            </a:r>
          </a:p>
          <a:p xmlns:a="http://schemas.openxmlformats.org/drawingml/2006/main">
            <a:r>
              <a:t>packages/coding-agent/test/model-registry.test.ts</a:t>
            </a:r>
          </a:p>
          <a:p xmlns:a="http://schemas.openxmlformats.org/drawingml/2006/main">
            <a:r>
              <a:t>packages/coding-agent/test/model-runtime-cloudflare-compat.test.ts</a:t>
            </a:r>
          </a:p>
          <a:p xmlns:a="http://schemas.openxmlformats.org/drawingml/2006/main">
            <a:r>
              <a:t>packages/coding-agent/test/model-runtime-modify-models-compat.test.ts</a:t>
            </a:r>
          </a:p>
          <a:p xmlns:a="http://schemas.openxmlformats.org/drawingml/2006/main">
            <a:r>
              <a:t>packages/coding-agent/test/model-runtime-test-utils.ts</a:t>
            </a:r>
          </a:p>
          <a:p xmlns:a="http://schemas.openxmlformats.org/drawingml/2006/main">
            <a:r>
              <a:t>packages/ai/test/codex-websocket-cached-probe.ts</a:t>
            </a:r>
          </a:p>
          <a:p xmlns:a="http://schemas.openxmlformats.org/drawingml/2006/main">
            <a:r>
              <a:t>packages/coding-agent/test/agent-session-dynamic-provider.test.ts</a:t>
            </a:r>
          </a:p>
          <a:p xmlns:a="http://schemas.openxmlformats.org/drawingml/2006/main">
            <a:r>
              <a:t>packages/coding-agent/test/agent-session-runtime-events.test.ts</a:t>
            </a:r>
          </a:p>
          <a:p xmlns:a="http://schemas.openxmlformats.org/drawingml/2006/main">
            <a:r>
              <a:t>packages/coding-agent/test/auth-check.test.ts</a:t>
            </a:r>
          </a:p>
          <a:p xmlns:a="http://schemas.openxmlformats.org/drawingml/2006/main">
            <a:r>
              <a:t>packages/coding-agent/test/credential-print.test.ts</a:t>
            </a:r>
          </a:p>
          <a:p xmlns:a="http://schemas.openxmlformats.org/drawingml/2006/main">
            <a:r>
              <a:t>packages/coding-agent/test/model-catalog-protocol.test.ts</a:t>
            </a:r>
          </a:p>
          <a:p xmlns:a="http://schemas.openxmlformats.org/drawingml/2006/main">
            <a:r>
              <a:t>packages/coding-agent/test/model-runtime-auth-options.test.ts</a:t>
            </a:r>
          </a:p>
          <a:p xmlns:a="http://schemas.openxmlformats.org/drawingml/2006/main">
            <a:r>
              <a:t>packages/coding-agent/test/model-runtime-classifiers.test.ts</a:t>
            </a:r>
          </a:p>
          <a:p xmlns:a="http://schemas.openxmlformats.org/drawingml/2006/main">
            <a:r>
              <a:t>packages/coding-agent/test/model-runtime-credential-sync.test.ts</a:t>
            </a:r>
          </a:p>
          <a:p xmlns:a="http://schemas.openxmlformats.org/drawingml/2006/main">
            <a:r>
              <a:t>packages/coding-agent/test/model-runtime-images.test.ts</a:t>
            </a:r>
          </a:p>
          <a:p xmlns:a="http://schemas.openxmlformats.org/drawingml/2006/main">
            <a:r>
              <a:t>packages/coding-agent/test/package-command-paths.test.ts</a:t>
            </a:r>
          </a:p>
          <a:p xmlns:a="http://schemas.openxmlformats.org/drawingml/2006/main">
            <a:r>
              <a:t>packages/coding-agent/test/radius.test.ts</a:t>
            </a:r>
          </a:p>
          <a:p xmlns:a="http://schemas.openxmlformats.org/drawingml/2006/main">
            <a:r>
              <a:t>packages/coding-agent/test/suite/regressions/2753-reload-stale-resource-settings.test.ts</a:t>
            </a:r>
          </a:p>
          <a:p xmlns:a="http://schemas.openxmlformats.org/drawingml/2006/main">
            <a:r>
              <a:t>packages/coding-agent/test/suite/regressions/2860-replaced-session-context.test.ts</a:t>
            </a:r>
          </a:p>
          <a:p xmlns:a="http://schemas.openxmlformats.org/drawingml/2006/main">
            <a:r>
              <a:t>packages/coding-agent/test/suite/regressions/7027-credential-refresh-hang.test.ts</a:t>
            </a:r>
          </a:p>
          <a:p xmlns:a="http://schemas.openxmlformats.org/drawingml/2006/main">
            <a:r>
              <a:t>packages/coding-agent/test/suite/agent-session-codemode.test.ts</a:t>
            </a:r>
          </a:p>
          <a:p xmlns:a="http://schemas.openxmlformats.org/drawingml/2006/main">
            <a:r>
              <a:t>packages/coding-agent/test/tool-result-images.test.ts</a:t>
            </a:r>
          </a:p>
          <a:p xmlns:a="http://schemas.openxmlformats.org/drawingml/2006/main">
            <a:r>
              <a:t>packages/ai/test/images.test.ts</a:t>
            </a:r>
          </a:p>
          <a:p xmlns:a="http://schemas.openxmlformats.org/drawingml/2006/main">
            <a:r>
              <a:t>packages/ai/test/telemetry-options.test.ts</a:t>
            </a:r>
          </a:p>
          <a:p xmlns:a="http://schemas.openxmlformats.org/drawingml/2006/main">
            <a:r>
              <a:t>packages/ai/test/openrouter-images.test.ts</a:t>
            </a:r>
          </a:p>
          <a:p xmlns:a="http://schemas.openxmlformats.org/drawingml/2006/main">
            <a:r>
              <a:t>packages/ai/test/provider-error-body-passthrough.test.ts</a:t>
            </a:r>
          </a:p>
          <a:p xmlns:a="http://schemas.openxmlformats.org/drawingml/2006/main">
            <a:r>
              <a:t>packages/coding-agent/test/llama-extension.test.ts</a:t>
            </a:r>
          </a:p>
          <a:p xmlns:a="http://schemas.openxmlformats.org/drawingml/2006/main">
            <a:r>
              <a:t>packages/ai/test/oauth-auth.test.ts</a:t>
            </a:r>
          </a:p>
          <a:p xmlns:a="http://schemas.openxmlformats.org/drawingml/2006/main">
            <a:r>
              <a:t>packages/coding-agent/test/cache-warmer.test.ts</a:t>
            </a:r>
          </a:p>
          <a:p xmlns:a="http://schemas.openxmlformats.org/drawingml/2006/main">
            <a:r>
              <a:t>packages/coding-agent/test/suite/regressions/7193-event-bus-lifecycle.test.ts</a:t>
            </a:r>
          </a:p>
          <a:p xmlns:a="http://schemas.openxmlformats.org/drawingml/2006/main">
            <a:r>
              <a:t>packages/coding-agent/test/suite/regressions/8423-extension-factory-failure.test.ts</a:t>
            </a:r>
          </a:p>
          <a:p xmlns:a="http://schemas.openxmlformats.org/drawingml/2006/main">
            <a:r>
              <a:t>packages/coding-agent/test/utilities.ts</a:t>
            </a:r>
          </a:p>
          <a:p xmlns:a="http://schemas.openxmlformats.org/drawingml/2006/main">
            <a:r>
              <a:t>packages/coding-agent/test/compaction-extensions-example.test.ts</a:t>
            </a:r>
          </a:p>
          <a:p xmlns:a="http://schemas.openxmlformats.org/drawingml/2006/main">
            <a:r>
              <a:t>packages/coding-agent/test/compaction-extensions.test.ts</a:t>
            </a:r>
          </a:p>
          <a:p xmlns:a="http://schemas.openxmlformats.org/drawingml/2006/main">
            <a:r>
              <a:t>packages/coding-agent/test/git-merge-and-resolve-extension.test.ts</a:t>
            </a:r>
          </a:p>
          <a:p xmlns:a="http://schemas.openxmlformats.org/drawingml/2006/main">
            <a:r>
              <a:t>packages/coding-agent/test/input-transform-streaming-example.test.ts</a:t>
            </a:r>
          </a:p>
          <a:p xmlns:a="http://schemas.openxmlformats.org/drawingml/2006/main">
            <a:r>
              <a:t>packages/coding-agent/test/plan-mode-extension.test.ts</a:t>
            </a:r>
          </a:p>
          <a:p xmlns:a="http://schemas.openxmlformats.org/drawingml/2006/main">
            <a:r>
              <a:t>packages/coding-agent/test/rpc-prompt-response-semantics.test.ts</a:t>
            </a:r>
          </a:p>
          <a:p xmlns:a="http://schemas.openxmlformats.org/drawingml/2006/main">
            <a:r>
              <a:t>packages/coding-agent/test/suite/agent-session-compaction-model-overrides.test.ts</a:t>
            </a:r>
          </a:p>
          <a:p xmlns:a="http://schemas.openxmlformats.org/drawingml/2006/main">
            <a:r>
              <a:t>packages/coding-agent/test/suite/agent-session-prompt.test.ts</a:t>
            </a:r>
          </a:p>
          <a:p xmlns:a="http://schemas.openxmlformats.org/drawingml/2006/main">
            <a:r>
              <a:t>packages/coding-agent/test/suite/harness.ts</a:t>
            </a:r>
          </a:p>
          <a:p xmlns:a="http://schemas.openxmlformats.org/drawingml/2006/main">
            <a:r>
              <a:t>packages/coding-agent/test/suite/regressions/8261-subagent-project-trust.test.ts</a:t>
            </a:r>
          </a:p>
          <a:p xmlns:a="http://schemas.openxmlformats.org/drawingml/2006/main">
            <a:r>
              <a:t>packages/coding-agent/test/trigger-compact-extension.test.ts</a:t>
            </a:r>
          </a:p>
          <a:p xmlns:a="http://schemas.openxmlformats.org/drawingml/2006/main">
            <a:r>
              <a:t>packages/coding-agent/test/extensions-discovery.test.ts</a:t>
            </a:r>
          </a:p>
          <a:p xmlns:a="http://schemas.openxmlformats.org/drawingml/2006/main">
            <a:r>
              <a:t>packages/coding-agent/test/extensions-input-event.test.ts</a:t>
            </a:r>
          </a:p>
          <a:p xmlns:a="http://schemas.openxmlformats.org/drawingml/2006/main">
            <a:r>
              <a:t>packages/coding-agent/test/sdk-codex-cache-probe-tool-loop.ts</a:t>
            </a:r>
          </a:p>
          <a:p xmlns:a="http://schemas.openxmlformats.org/drawingml/2006/main">
            <a:r>
              <a:t>packages/coding-agent/test/sdk-skills.test.ts</a:t>
            </a:r>
          </a:p>
          <a:p xmlns:a="http://schemas.openxmlformats.org/drawingml/2006/main">
            <a:r>
              <a:t>packages/coding-agent/test/suite/regressions/8237-node-sea-extension-loading.test.ts</a:t>
            </a:r>
          </a:p>
          <a:p xmlns:a="http://schemas.openxmlformats.org/drawingml/2006/main">
            <a:r>
              <a:t>packages/coding-agent/test/suite/regressions/9540-extension-loader-lazy.test.ts</a:t>
            </a:r>
          </a:p>
          <a:p xmlns:a="http://schemas.openxmlformats.org/drawingml/2006/main">
            <a:r>
              <a:t>packages/coding-agent/test/suite/regressions/extension-factory-cache.test.ts</a:t>
            </a:r>
          </a:p>
          <a:p xmlns:a="http://schemas.openxmlformats.org/drawingml/2006/main">
            <a:r>
              <a:t>packages/coding-agent/test/resource-loader.test.ts</a:t>
            </a:r>
          </a:p>
          <a:p xmlns:a="http://schemas.openxmlformats.org/drawingml/2006/main">
            <a:r>
              <a:t>packages/coding-agent/test/suite/agent-session-mcp-oauth.test.ts</a:t>
            </a:r>
          </a:p>
          <a:p xmlns:a="http://schemas.openxmlformats.org/drawingml/2006/main">
            <a:r>
              <a:t>packages/coding-agent/test/codemode-renderer.test.ts</a:t>
            </a:r>
          </a:p>
          <a:p xmlns:a="http://schemas.openxmlformats.org/drawingml/2006/main">
            <a:r>
              <a:t>packages/coding-agent/test/custom-message.test.ts</a:t>
            </a:r>
          </a:p>
          <a:p xmlns:a="http://schemas.openxmlformats.org/drawingml/2006/main">
            <a:r>
              <a:t>packages/coding-agent/test/edit-tool-legacy-input.test.ts</a:t>
            </a:r>
          </a:p>
          <a:p xmlns:a="http://schemas.openxmlformats.org/drawingml/2006/main">
            <a:r>
              <a:t>packages/coding-agent/test/export-html-whitespace.test.ts</a:t>
            </a:r>
          </a:p>
          <a:p xmlns:a="http://schemas.openxmlformats.org/drawingml/2006/main">
            <a:r>
              <a:t>packages/coding-agent/test/export-jsonl-share.test.ts</a:t>
            </a:r>
          </a:p>
          <a:p xmlns:a="http://schemas.openxmlformats.org/drawingml/2006/main">
            <a:r>
              <a:t>packages/coding-agent/test/image-resize-callers.test.ts</a:t>
            </a:r>
          </a:p>
          <a:p xmlns:a="http://schemas.openxmlformats.org/drawingml/2006/main">
            <a:r>
              <a:t>packages/coding-agent/test/interactive-mode-status.test.ts</a:t>
            </a:r>
          </a:p>
          <a:p xmlns:a="http://schemas.openxmlformats.org/drawingml/2006/main">
            <a:r>
              <a:t>packages/coding-agent/test/mermaid.test.ts</a:t>
            </a:r>
          </a:p>
          <a:p xmlns:a="http://schemas.openxmlformats.org/drawingml/2006/main">
            <a:r>
              <a:t>packages/coding-agent/test/output-pad.test.ts</a:t>
            </a:r>
          </a:p>
          <a:p xmlns:a="http://schemas.openxmlformats.org/drawingml/2006/main">
            <a:r>
              <a:t>packages/coding-agent/test/sdk-stream-options.test.ts</a:t>
            </a:r>
          </a:p>
          <a:p xmlns:a="http://schemas.openxmlformats.org/drawingml/2006/main">
            <a:r>
              <a:t>packages/coding-agent/test/suite/agent-session-mcp.test.ts</a:t>
            </a:r>
          </a:p>
          <a:p xmlns:a="http://schemas.openxmlformats.org/drawingml/2006/main">
            <a:r>
              <a:t>packages/coding-agent/test/suite/agent-session-tool-orchestration.test.ts</a:t>
            </a:r>
          </a:p>
          <a:p xmlns:a="http://schemas.openxmlformats.org/drawingml/2006/main">
            <a:r>
              <a:t>packages/coding-agent/test/suite/regressions/10285-mcp-tool-renderers.test.ts</a:t>
            </a:r>
          </a:p>
          <a:p xmlns:a="http://schemas.openxmlformats.org/drawingml/2006/main">
            <a:r>
              <a:t>packages/coding-agent/test/suite/regressions/9068-user-bash-fail-closed.test.ts</a:t>
            </a:r>
          </a:p>
          <a:p xmlns:a="http://schemas.openxmlformats.org/drawingml/2006/main">
            <a:r>
              <a:t>packages/coding-agent/test/tool-execution-component.test.ts</a:t>
            </a:r>
          </a:p>
          <a:p xmlns:a="http://schemas.openxmlformats.org/drawingml/2006/main">
            <a:r>
              <a:t>packages/coding-agent/test/tool-renderer-examples.test.ts</a:t>
            </a:r>
          </a:p>
          <a:p xmlns:a="http://schemas.openxmlformats.org/drawingml/2006/main">
            <a:r>
              <a:t>packages/coding-agent/test/tool-search.test.ts</a:t>
            </a:r>
          </a:p>
          <a:p xmlns:a="http://schemas.openxmlformats.org/drawingml/2006/main">
            <a:r>
              <a:t>packages/coding-agent/test/tools.test.ts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源码基线：6cd9d957a9fd50bc504d45b72834ed9dd85a20b6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流程为教学阅读顺序，可选分支不表示每次运行必经。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一次对话需要按内容选择模型，或在脚本中调用分类和图像生成。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选择操作类型</a:t>
            </a:r>
          </a:p>
          <a:p xmlns:a="http://schemas.openxmlformats.org/drawingml/2006/main">
            <a:r>
              <a:t>区分聊天、分类与图像操作，检查模型对应的目录和输入契约。分类回答结构化问题，不进入普通聊天模型选择器。</a:t>
            </a:r>
          </a:p>
          <a:p xmlns:a="http://schemas.openxmlformats.org/drawingml/2006/main">
            <a:r>
              <a:t>输入：任务目标</a:t>
            </a:r>
          </a:p>
          <a:p xmlns:a="http://schemas.openxmlformats.org/drawingml/2006/main">
            <a:r>
              <a:t>输出：聊天、分类或图像操作</a:t>
            </a:r>
          </a:p>
          <a:p xmlns:a="http://schemas.openxmlformats.org/drawingml/2006/main">
            <a:r>
              <a:t>入口线索：Models.classify；ClassifierContext</a:t>
            </a:r>
          </a:p>
          <a:p xmlns:a="http://schemas.openxmlformats.org/drawingml/2006/main">
            <a:r>
              <a:t>职责：具体可选 ID、支持协议与认证由模型目录和提供商决定。</a:t>
            </a:r>
          </a:p>
          <a:p xmlns:a="http://schemas.openxmlformats.org/drawingml/2006/main">
            <a:r>
              <a:t>源码：packages/ai/src/api/constrained-sampling.ts</a:t>
            </a:r>
          </a:p>
          <a:p xmlns:a="http://schemas.openxmlformats.org/drawingml/2006/main">
            <a:r>
              <a:t>packages/ai/src/api/system-one-shared.ts</a:t>
            </a:r>
          </a:p>
          <a:p xmlns:a="http://schemas.openxmlformats.org/drawingml/2006/main">
            <a:r>
              <a:t>packages/ai/src/api/typesafe-system-one.ts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跟踪虚拟模型决策</a:t>
            </a:r>
          </a:p>
          <a:p xmlns:a="http://schemas.openxmlformats.org/drawingml/2006/main">
            <a:r>
              <a:t>阅读 route 决策怎样选出真实模型，并确认上一次响应和路由原因进入决策的位置。</a:t>
            </a:r>
          </a:p>
          <a:p xmlns:a="http://schemas.openxmlformats.org/drawingml/2006/main">
            <a:r>
              <a:t>输入：请求上下文与路由规则</a:t>
            </a:r>
          </a:p>
          <a:p xmlns:a="http://schemas.openxmlformats.org/drawingml/2006/main">
            <a:r>
              <a:t>输出：实际请求目标</a:t>
            </a:r>
          </a:p>
          <a:p xmlns:a="http://schemas.openxmlformats.org/drawingml/2006/main">
            <a:r>
              <a:t>入口线索：VirtualModelDefinition / ModelRoute</a:t>
            </a:r>
          </a:p>
          <a:p xmlns:a="http://schemas.openxmlformats.org/drawingml/2006/main">
            <a:r>
              <a:t>职责：虚拟模型不会直接到达提供商；路由状态可跟随会话分支保存。</a:t>
            </a:r>
          </a:p>
          <a:p xmlns:a="http://schemas.openxmlformats.org/drawingml/2006/main">
            <a:r>
              <a:t>源码：packages/coding-agent/src/core/virtual-models.ts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执行分类与图像调用</a:t>
            </a:r>
          </a:p>
          <a:p xmlns:a="http://schemas.openxmlformats.org/drawingml/2006/main">
            <a:r>
              <a:t>从脚本 models.classify / generateImages 跟到 model runtime，检查输入、结果、用量与失败分支。</a:t>
            </a:r>
          </a:p>
          <a:p xmlns:a="http://schemas.openxmlformats.org/drawingml/2006/main">
            <a:r>
              <a:t>输入：结构化问题或图像输入</a:t>
            </a:r>
          </a:p>
          <a:p xmlns:a="http://schemas.openxmlformats.org/drawingml/2006/main">
            <a:r>
              <a:t>输出：分类答案或图像块</a:t>
            </a:r>
          </a:p>
          <a:p xmlns:a="http://schemas.openxmlformats.org/drawingml/2006/main">
            <a:r>
              <a:t>入口线索：models.classify；models.generateImages；getAvailableOfType</a:t>
            </a:r>
          </a:p>
          <a:p xmlns:a="http://schemas.openxmlformats.org/drawingml/2006/main">
            <a:r>
              <a:t>职责：脚本不能执行对话模型；每脚本最多同时运行四个此类模型调用，需检查返回的 stopReason。</a:t>
            </a:r>
          </a:p>
          <a:p xmlns:a="http://schemas.openxmlformats.org/drawingml/2006/main">
            <a:r>
              <a:t>源码：packages/coding-agent/src/core/model-registry.ts</a:t>
            </a:r>
          </a:p>
          <a:p xmlns:a="http://schemas.openxmlformats.org/drawingml/2006/main">
            <a:r>
              <a:t>packages/coding-agent/src/core/model-runtime.ts</a:t>
            </a:r>
          </a:p>
          <a:p xmlns:a="http://schemas.openxmlformats.org/drawingml/2006/main">
            <a:r>
              <a:t>packages/coding-agent/src/extensions/codemode/execute.ts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4. 处理返回与展示</a:t>
            </a:r>
          </a:p>
          <a:p xmlns:a="http://schemas.openxmlformats.org/drawingml/2006/main">
            <a:r>
              <a:t>区分传给模型的内容、工具 details、完整输出文件和显式图像落盘路径。不要假设生成图像自动写入磁盘。</a:t>
            </a:r>
          </a:p>
          <a:p xmlns:a="http://schemas.openxmlformats.org/drawingml/2006/main">
            <a:r>
              <a:t>输入：脚本结果与图像块</a:t>
            </a:r>
          </a:p>
          <a:p xmlns:a="http://schemas.openxmlformats.org/drawingml/2006/main">
            <a:r>
              <a:t>输出：模型可见输出和可追踪用量</a:t>
            </a:r>
          </a:p>
          <a:p xmlns:a="http://schemas.openxmlformats.org/drawingml/2006/main">
            <a:r>
              <a:t>入口线索：image(block)；fullOutputPath</a:t>
            </a:r>
          </a:p>
          <a:p xmlns:a="http://schemas.openxmlformats.org/drawingml/2006/main">
            <a:r>
              <a:t>职责：图像只接受支持格式的 base64 数据，不把远程 URL 当作图像数据；临时文件生命周期由输出文件实现管理。</a:t>
            </a:r>
          </a:p>
          <a:p xmlns:a="http://schemas.openxmlformats.org/drawingml/2006/main">
            <a:r>
              <a:t>源码：packages/coding-agent/src/extensions/codemode/execute.ts</a:t>
            </a:r>
          </a:p>
          <a:p xmlns:a="http://schemas.openxmlformats.org/drawingml/2006/main">
            <a:r>
              <a:t>packages/coding-agent/src/utils/output-files.ts</a:t>
            </a:r>
          </a:p>
          <a:p xmlns:a="http://schemas.openxmlformats.org/drawingml/2006/main">
            <a:r>
              <a:t>packages/coding-agent/src/utils/tool-result-images.ts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失败与恢复：分类和图像模型的认证、输入能力与聊天模型不同。正确的模型 ID 也可能不支持当前操作或图片输入。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练习：对照一个虚拟模型示例与一个 codemode 分类示例，记录两个地方的模型选择对象和结果形状。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参考判断：路由决定聊天请求目的地；分类/图像调用返回各自类型的结果。用量需要经过集成层汇入会话统计。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功能编号：MOD-20, MOD-21, MOD-25, MOD-26, MOD-27, EXT-25, CODE-10, CODE-12, CODE-13, CODE-14, CODE-15, CODE-21, AI-21, AI-22, AI-36, OTH-54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文档来源：</a:t>
            </a:r>
          </a:p>
          <a:p xmlns:a="http://schemas.openxmlformats.org/drawingml/2006/main">
            <a:r>
              <a:t>packages/ai/README.md</a:t>
            </a:r>
          </a:p>
          <a:p xmlns:a="http://schemas.openxmlformats.org/drawingml/2006/main">
            <a:r>
              <a:t>packages/coding-agent/docs/cli.md</a:t>
            </a:r>
          </a:p>
          <a:p xmlns:a="http://schemas.openxmlformats.org/drawingml/2006/main">
            <a:r>
              <a:t>packages/coding-agent/docs/codemode.md</a:t>
            </a:r>
          </a:p>
          <a:p xmlns:a="http://schemas.openxmlformats.org/drawingml/2006/main">
            <a:r>
              <a:t>packages/coding-agent/docs/models.md</a:t>
            </a:r>
          </a:p>
          <a:p xmlns:a="http://schemas.openxmlformats.org/drawingml/2006/main">
            <a:r>
              <a:t>packages/coding-agent/examples/extensions/README.md</a:t>
            </a:r>
          </a:p>
          <a:p xmlns:a="http://schemas.openxmlformats.org/drawingml/2006/main">
            <a:r>
              <a:t>packages/coding-agent/docs/virtual-models.md</a:t>
            </a:r>
          </a:p>
          <a:p xmlns:a="http://schemas.openxmlformats.org/drawingml/2006/main">
            <a:r>
              <a:t>packages/coding-agent/docs/llama-cpp.md</a:t>
            </a:r>
          </a:p>
          <a:p xmlns:a="http://schemas.openxmlformats.org/drawingml/2006/main">
            <a:r>
              <a:t>packages/coding-agent/docs/extensions.md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关联测试阅读线索（未在演示文稿中执行）：</a:t>
            </a:r>
          </a:p>
          <a:p xmlns:a="http://schemas.openxmlformats.org/drawingml/2006/main">
            <a:r>
              <a:t>packages/ai/test/constrained-sampling.test.ts</a:t>
            </a:r>
          </a:p>
          <a:p xmlns:a="http://schemas.openxmlformats.org/drawingml/2006/main">
            <a:r>
              <a:t>packages/ai/test/typesafe-system-one.test.ts</a:t>
            </a:r>
          </a:p>
          <a:p xmlns:a="http://schemas.openxmlformats.org/drawingml/2006/main">
            <a:r>
              <a:t>packages/coding-agent/test/jev-router-example.test.ts</a:t>
            </a:r>
          </a:p>
          <a:p xmlns:a="http://schemas.openxmlformats.org/drawingml/2006/main">
            <a:r>
              <a:t>packages/coding-agent/test/suite/virtual-models.test.ts</a:t>
            </a:r>
          </a:p>
          <a:p xmlns:a="http://schemas.openxmlformats.org/drawingml/2006/main">
            <a:r>
              <a:t>packages/coding-agent/test/virtual-models.test.ts</a:t>
            </a:r>
          </a:p>
          <a:p xmlns:a="http://schemas.openxmlformats.org/drawingml/2006/main">
            <a:r>
              <a:t>packages/coding-agent/test/extensions-runner.test.ts</a:t>
            </a:r>
          </a:p>
          <a:p xmlns:a="http://schemas.openxmlformats.org/drawingml/2006/main">
            <a:r>
              <a:t>packages/coding-agent/test/model-registry.test.ts</a:t>
            </a:r>
          </a:p>
          <a:p xmlns:a="http://schemas.openxmlformats.org/drawingml/2006/main">
            <a:r>
              <a:t>packages/coding-agent/test/model-runtime-cloudflare-compat.test.ts</a:t>
            </a:r>
          </a:p>
          <a:p xmlns:a="http://schemas.openxmlformats.org/drawingml/2006/main">
            <a:r>
              <a:t>packages/coding-agent/test/model-runtime-modify-models-compat.test.ts</a:t>
            </a:r>
          </a:p>
          <a:p xmlns:a="http://schemas.openxmlformats.org/drawingml/2006/main">
            <a:r>
              <a:t>packages/coding-agent/test/model-runtime-test-utils.ts</a:t>
            </a:r>
          </a:p>
          <a:p xmlns:a="http://schemas.openxmlformats.org/drawingml/2006/main">
            <a:r>
              <a:t>packages/ai/test/codex-websocket-cached-probe.ts</a:t>
            </a:r>
          </a:p>
          <a:p xmlns:a="http://schemas.openxmlformats.org/drawingml/2006/main">
            <a:r>
              <a:t>packages/coding-agent/test/agent-session-dynamic-provider.test.ts</a:t>
            </a:r>
          </a:p>
          <a:p xmlns:a="http://schemas.openxmlformats.org/drawingml/2006/main">
            <a:r>
              <a:t>packages/coding-agent/test/agent-session-runtime-events.test.ts</a:t>
            </a:r>
          </a:p>
          <a:p xmlns:a="http://schemas.openxmlformats.org/drawingml/2006/main">
            <a:r>
              <a:t>packages/coding-agent/test/auth-check.test.ts</a:t>
            </a:r>
          </a:p>
          <a:p xmlns:a="http://schemas.openxmlformats.org/drawingml/2006/main">
            <a:r>
              <a:t>packages/coding-agent/test/credential-print.test.ts</a:t>
            </a:r>
          </a:p>
          <a:p xmlns:a="http://schemas.openxmlformats.org/drawingml/2006/main">
            <a:r>
              <a:t>packages/coding-agent/test/model-catalog-protocol.test.ts</a:t>
            </a:r>
          </a:p>
          <a:p xmlns:a="http://schemas.openxmlformats.org/drawingml/2006/main">
            <a:r>
              <a:t>packages/coding-agent/test/model-runtime-auth-options.test.ts</a:t>
            </a:r>
          </a:p>
          <a:p xmlns:a="http://schemas.openxmlformats.org/drawingml/2006/main">
            <a:r>
              <a:t>packages/coding-agent/test/model-runtime-classifiers.test.ts</a:t>
            </a:r>
          </a:p>
          <a:p xmlns:a="http://schemas.openxmlformats.org/drawingml/2006/main">
            <a:r>
              <a:t>packages/coding-agent/test/model-runtime-credential-sync.test.ts</a:t>
            </a:r>
          </a:p>
          <a:p xmlns:a="http://schemas.openxmlformats.org/drawingml/2006/main">
            <a:r>
              <a:t>packages/coding-agent/test/model-runtime-images.test.ts</a:t>
            </a:r>
          </a:p>
          <a:p xmlns:a="http://schemas.openxmlformats.org/drawingml/2006/main">
            <a:r>
              <a:t>packages/coding-agent/test/package-command-paths.test.ts</a:t>
            </a:r>
          </a:p>
          <a:p xmlns:a="http://schemas.openxmlformats.org/drawingml/2006/main">
            <a:r>
              <a:t>packages/coding-agent/test/radius.test.ts</a:t>
            </a:r>
          </a:p>
          <a:p xmlns:a="http://schemas.openxmlformats.org/drawingml/2006/main">
            <a:r>
              <a:t>packages/coding-agent/test/suite/regressions/2753-reload-stale-resource-settings.test.ts</a:t>
            </a:r>
          </a:p>
          <a:p xmlns:a="http://schemas.openxmlformats.org/drawingml/2006/main">
            <a:r>
              <a:t>packages/coding-agent/test/suite/regressions/2860-replaced-session-context.test.ts</a:t>
            </a:r>
          </a:p>
          <a:p xmlns:a="http://schemas.openxmlformats.org/drawingml/2006/main">
            <a:r>
              <a:t>packages/coding-agent/test/suite/regressions/7027-credential-refresh-hang.test.ts</a:t>
            </a:r>
          </a:p>
          <a:p xmlns:a="http://schemas.openxmlformats.org/drawingml/2006/main">
            <a:r>
              <a:t>packages/coding-agent/test/suite/agent-session-codemode.test.ts</a:t>
            </a:r>
          </a:p>
          <a:p xmlns:a="http://schemas.openxmlformats.org/drawingml/2006/main">
            <a:r>
              <a:t>packages/coding-agent/test/tool-result-images.test.ts</a:t>
            </a:r>
          </a:p>
          <a:p xmlns:a="http://schemas.openxmlformats.org/drawingml/2006/main">
            <a:r>
              <a:t>packages/ai/test/images.test.ts</a:t>
            </a:r>
          </a:p>
          <a:p xmlns:a="http://schemas.openxmlformats.org/drawingml/2006/main">
            <a:r>
              <a:t>packages/ai/test/telemetry-options.test.ts</a:t>
            </a:r>
          </a:p>
          <a:p xmlns:a="http://schemas.openxmlformats.org/drawingml/2006/main">
            <a:r>
              <a:t>packages/ai/test/openrouter-images.test.ts</a:t>
            </a:r>
          </a:p>
          <a:p xmlns:a="http://schemas.openxmlformats.org/drawingml/2006/main">
            <a:r>
              <a:t>packages/ai/test/provider-error-body-passthrough.test.ts</a:t>
            </a:r>
          </a:p>
          <a:p xmlns:a="http://schemas.openxmlformats.org/drawingml/2006/main">
            <a:r>
              <a:t>packages/coding-agent/test/llama-extension.test.ts</a:t>
            </a:r>
          </a:p>
          <a:p xmlns:a="http://schemas.openxmlformats.org/drawingml/2006/main">
            <a:r>
              <a:t>packages/ai/test/oauth-auth.test.ts</a:t>
            </a:r>
          </a:p>
          <a:p xmlns:a="http://schemas.openxmlformats.org/drawingml/2006/main">
            <a:r>
              <a:t>packages/coding-agent/test/cache-warmer.test.ts</a:t>
            </a:r>
          </a:p>
          <a:p xmlns:a="http://schemas.openxmlformats.org/drawingml/2006/main">
            <a:r>
              <a:t>packages/coding-agent/test/suite/regressions/7193-event-bus-lifecycle.test.ts</a:t>
            </a:r>
          </a:p>
          <a:p xmlns:a="http://schemas.openxmlformats.org/drawingml/2006/main">
            <a:r>
              <a:t>packages/coding-agent/test/suite/regressions/8423-extension-factory-failure.test.ts</a:t>
            </a:r>
          </a:p>
          <a:p xmlns:a="http://schemas.openxmlformats.org/drawingml/2006/main">
            <a:r>
              <a:t>packages/coding-agent/test/utilities.ts</a:t>
            </a:r>
          </a:p>
          <a:p xmlns:a="http://schemas.openxmlformats.org/drawingml/2006/main">
            <a:r>
              <a:t>packages/coding-agent/test/compaction-extensions-example.test.ts</a:t>
            </a:r>
          </a:p>
          <a:p xmlns:a="http://schemas.openxmlformats.org/drawingml/2006/main">
            <a:r>
              <a:t>packages/coding-agent/test/compaction-extensions.test.ts</a:t>
            </a:r>
          </a:p>
          <a:p xmlns:a="http://schemas.openxmlformats.org/drawingml/2006/main">
            <a:r>
              <a:t>packages/coding-agent/test/git-merge-and-resolve-extension.test.ts</a:t>
            </a:r>
          </a:p>
          <a:p xmlns:a="http://schemas.openxmlformats.org/drawingml/2006/main">
            <a:r>
              <a:t>packages/coding-agent/test/input-transform-streaming-example.test.ts</a:t>
            </a:r>
          </a:p>
          <a:p xmlns:a="http://schemas.openxmlformats.org/drawingml/2006/main">
            <a:r>
              <a:t>packages/coding-agent/test/plan-mode-extension.test.ts</a:t>
            </a:r>
          </a:p>
          <a:p xmlns:a="http://schemas.openxmlformats.org/drawingml/2006/main">
            <a:r>
              <a:t>packages/coding-agent/test/rpc-prompt-response-semantics.test.ts</a:t>
            </a:r>
          </a:p>
          <a:p xmlns:a="http://schemas.openxmlformats.org/drawingml/2006/main">
            <a:r>
              <a:t>packages/coding-agent/test/suite/agent-session-compaction-model-overrides.test.ts</a:t>
            </a:r>
          </a:p>
          <a:p xmlns:a="http://schemas.openxmlformats.org/drawingml/2006/main">
            <a:r>
              <a:t>packages/coding-agent/test/suite/agent-session-prompt.test.ts</a:t>
            </a:r>
          </a:p>
          <a:p xmlns:a="http://schemas.openxmlformats.org/drawingml/2006/main">
            <a:r>
              <a:t>packages/coding-agent/test/suite/harness.ts</a:t>
            </a:r>
          </a:p>
          <a:p xmlns:a="http://schemas.openxmlformats.org/drawingml/2006/main">
            <a:r>
              <a:t>packages/coding-agent/test/suite/regressions/8261-subagent-project-trust.test.ts</a:t>
            </a:r>
          </a:p>
          <a:p xmlns:a="http://schemas.openxmlformats.org/drawingml/2006/main">
            <a:r>
              <a:t>packages/coding-agent/test/trigger-compact-extension.test.ts</a:t>
            </a:r>
          </a:p>
          <a:p xmlns:a="http://schemas.openxmlformats.org/drawingml/2006/main">
            <a:r>
              <a:t>packages/coding-agent/test/extensions-discovery.test.ts</a:t>
            </a:r>
          </a:p>
          <a:p xmlns:a="http://schemas.openxmlformats.org/drawingml/2006/main">
            <a:r>
              <a:t>packages/coding-agent/test/extensions-input-event.test.ts</a:t>
            </a:r>
          </a:p>
          <a:p xmlns:a="http://schemas.openxmlformats.org/drawingml/2006/main">
            <a:r>
              <a:t>packages/coding-agent/test/sdk-codex-cache-probe-tool-loop.ts</a:t>
            </a:r>
          </a:p>
          <a:p xmlns:a="http://schemas.openxmlformats.org/drawingml/2006/main">
            <a:r>
              <a:t>packages/coding-agent/test/sdk-skills.test.ts</a:t>
            </a:r>
          </a:p>
          <a:p xmlns:a="http://schemas.openxmlformats.org/drawingml/2006/main">
            <a:r>
              <a:t>packages/coding-agent/test/suite/regressions/8237-node-sea-extension-loading.test.ts</a:t>
            </a:r>
          </a:p>
          <a:p xmlns:a="http://schemas.openxmlformats.org/drawingml/2006/main">
            <a:r>
              <a:t>packages/coding-agent/test/suite/regressions/9540-extension-loader-lazy.test.ts</a:t>
            </a:r>
          </a:p>
          <a:p xmlns:a="http://schemas.openxmlformats.org/drawingml/2006/main">
            <a:r>
              <a:t>packages/coding-agent/test/suite/regressions/extension-factory-cache.test.ts</a:t>
            </a:r>
          </a:p>
          <a:p xmlns:a="http://schemas.openxmlformats.org/drawingml/2006/main">
            <a:r>
              <a:t>packages/coding-agent/test/resource-loader.test.ts</a:t>
            </a:r>
          </a:p>
          <a:p xmlns:a="http://schemas.openxmlformats.org/drawingml/2006/main">
            <a:r>
              <a:t>packages/coding-agent/test/suite/agent-session-mcp-oauth.test.ts</a:t>
            </a:r>
          </a:p>
          <a:p xmlns:a="http://schemas.openxmlformats.org/drawingml/2006/main">
            <a:r>
              <a:t>packages/coding-agent/test/codemode-renderer.test.ts</a:t>
            </a:r>
          </a:p>
          <a:p xmlns:a="http://schemas.openxmlformats.org/drawingml/2006/main">
            <a:r>
              <a:t>packages/coding-agent/test/custom-message.test.ts</a:t>
            </a:r>
          </a:p>
          <a:p xmlns:a="http://schemas.openxmlformats.org/drawingml/2006/main">
            <a:r>
              <a:t>packages/coding-agent/test/edit-tool-legacy-input.test.ts</a:t>
            </a:r>
          </a:p>
          <a:p xmlns:a="http://schemas.openxmlformats.org/drawingml/2006/main">
            <a:r>
              <a:t>packages/coding-agent/test/export-html-whitespace.test.ts</a:t>
            </a:r>
          </a:p>
          <a:p xmlns:a="http://schemas.openxmlformats.org/drawingml/2006/main">
            <a:r>
              <a:t>packages/coding-agent/test/export-jsonl-share.test.ts</a:t>
            </a:r>
          </a:p>
          <a:p xmlns:a="http://schemas.openxmlformats.org/drawingml/2006/main">
            <a:r>
              <a:t>packages/coding-agent/test/image-resize-callers.test.ts</a:t>
            </a:r>
          </a:p>
          <a:p xmlns:a="http://schemas.openxmlformats.org/drawingml/2006/main">
            <a:r>
              <a:t>packages/coding-agent/test/interactive-mode-status.test.ts</a:t>
            </a:r>
          </a:p>
          <a:p xmlns:a="http://schemas.openxmlformats.org/drawingml/2006/main">
            <a:r>
              <a:t>packages/coding-agent/test/mermaid.test.ts</a:t>
            </a:r>
          </a:p>
          <a:p xmlns:a="http://schemas.openxmlformats.org/drawingml/2006/main">
            <a:r>
              <a:t>packages/coding-agent/test/output-pad.test.ts</a:t>
            </a:r>
          </a:p>
          <a:p xmlns:a="http://schemas.openxmlformats.org/drawingml/2006/main">
            <a:r>
              <a:t>packages/coding-agent/test/sdk-stream-options.test.ts</a:t>
            </a:r>
          </a:p>
          <a:p xmlns:a="http://schemas.openxmlformats.org/drawingml/2006/main">
            <a:r>
              <a:t>packages/coding-agent/test/suite/agent-session-mcp.test.ts</a:t>
            </a:r>
          </a:p>
          <a:p xmlns:a="http://schemas.openxmlformats.org/drawingml/2006/main">
            <a:r>
              <a:t>packages/coding-agent/test/suite/agent-session-tool-orchestration.test.ts</a:t>
            </a:r>
          </a:p>
          <a:p xmlns:a="http://schemas.openxmlformats.org/drawingml/2006/main">
            <a:r>
              <a:t>packages/coding-agent/test/suite/regressions/10285-mcp-tool-renderers.test.ts</a:t>
            </a:r>
          </a:p>
          <a:p xmlns:a="http://schemas.openxmlformats.org/drawingml/2006/main">
            <a:r>
              <a:t>packages/coding-agent/test/suite/regressions/9068-user-bash-fail-closed.test.ts</a:t>
            </a:r>
          </a:p>
          <a:p xmlns:a="http://schemas.openxmlformats.org/drawingml/2006/main">
            <a:r>
              <a:t>packages/coding-agent/test/tool-execution-component.test.ts</a:t>
            </a:r>
          </a:p>
          <a:p xmlns:a="http://schemas.openxmlformats.org/drawingml/2006/main">
            <a:r>
              <a:t>packages/coding-agent/test/tool-renderer-examples.test.ts</a:t>
            </a:r>
          </a:p>
          <a:p xmlns:a="http://schemas.openxmlformats.org/drawingml/2006/main">
            <a:r>
              <a:t>packages/coding-agent/test/tool-search.test.ts</a:t>
            </a:r>
          </a:p>
          <a:p xmlns:a="http://schemas.openxmlformats.org/drawingml/2006/main">
            <a:r>
              <a:t>packages/coding-agent/test/tools.test.ts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源码基线：6cd9d957a9fd50bc504d45b72834ed9dd85a20b6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流程为教学阅读顺序，可选分支不表示每次运行必经。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一次对话需要按内容选择模型，或在脚本中调用分类和图像生成。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选择操作类型</a:t>
            </a:r>
          </a:p>
          <a:p xmlns:a="http://schemas.openxmlformats.org/drawingml/2006/main">
            <a:r>
              <a:t>区分聊天、分类与图像操作，检查模型对应的目录和输入契约。分类回答结构化问题，不进入普通聊天模型选择器。</a:t>
            </a:r>
          </a:p>
          <a:p xmlns:a="http://schemas.openxmlformats.org/drawingml/2006/main">
            <a:r>
              <a:t>输入：任务目标</a:t>
            </a:r>
          </a:p>
          <a:p xmlns:a="http://schemas.openxmlformats.org/drawingml/2006/main">
            <a:r>
              <a:t>输出：聊天、分类或图像操作</a:t>
            </a:r>
          </a:p>
          <a:p xmlns:a="http://schemas.openxmlformats.org/drawingml/2006/main">
            <a:r>
              <a:t>入口线索：Models.classify；ClassifierContext</a:t>
            </a:r>
          </a:p>
          <a:p xmlns:a="http://schemas.openxmlformats.org/drawingml/2006/main">
            <a:r>
              <a:t>职责：具体可选 ID、支持协议与认证由模型目录和提供商决定。</a:t>
            </a:r>
          </a:p>
          <a:p xmlns:a="http://schemas.openxmlformats.org/drawingml/2006/main">
            <a:r>
              <a:t>源码：packages/ai/src/api/constrained-sampling.ts</a:t>
            </a:r>
          </a:p>
          <a:p xmlns:a="http://schemas.openxmlformats.org/drawingml/2006/main">
            <a:r>
              <a:t>packages/ai/src/api/system-one-shared.ts</a:t>
            </a:r>
          </a:p>
          <a:p xmlns:a="http://schemas.openxmlformats.org/drawingml/2006/main">
            <a:r>
              <a:t>packages/ai/src/api/typesafe-system-one.ts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跟踪虚拟模型决策</a:t>
            </a:r>
          </a:p>
          <a:p xmlns:a="http://schemas.openxmlformats.org/drawingml/2006/main">
            <a:r>
              <a:t>阅读 route 决策怎样选出真实模型，并确认上一次响应和路由原因进入决策的位置。</a:t>
            </a:r>
          </a:p>
          <a:p xmlns:a="http://schemas.openxmlformats.org/drawingml/2006/main">
            <a:r>
              <a:t>输入：请求上下文与路由规则</a:t>
            </a:r>
          </a:p>
          <a:p xmlns:a="http://schemas.openxmlformats.org/drawingml/2006/main">
            <a:r>
              <a:t>输出：实际请求目标</a:t>
            </a:r>
          </a:p>
          <a:p xmlns:a="http://schemas.openxmlformats.org/drawingml/2006/main">
            <a:r>
              <a:t>入口线索：VirtualModelDefinition / ModelRoute</a:t>
            </a:r>
          </a:p>
          <a:p xmlns:a="http://schemas.openxmlformats.org/drawingml/2006/main">
            <a:r>
              <a:t>职责：虚拟模型不会直接到达提供商；路由状态可跟随会话分支保存。</a:t>
            </a:r>
          </a:p>
          <a:p xmlns:a="http://schemas.openxmlformats.org/drawingml/2006/main">
            <a:r>
              <a:t>源码：packages/coding-agent/src/core/virtual-models.ts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执行分类与图像调用</a:t>
            </a:r>
          </a:p>
          <a:p xmlns:a="http://schemas.openxmlformats.org/drawingml/2006/main">
            <a:r>
              <a:t>从脚本 models.classify / generateImages 跟到 model runtime，检查输入、结果、用量与失败分支。</a:t>
            </a:r>
          </a:p>
          <a:p xmlns:a="http://schemas.openxmlformats.org/drawingml/2006/main">
            <a:r>
              <a:t>输入：结构化问题或图像输入</a:t>
            </a:r>
          </a:p>
          <a:p xmlns:a="http://schemas.openxmlformats.org/drawingml/2006/main">
            <a:r>
              <a:t>输出：分类答案或图像块</a:t>
            </a:r>
          </a:p>
          <a:p xmlns:a="http://schemas.openxmlformats.org/drawingml/2006/main">
            <a:r>
              <a:t>入口线索：models.classify；models.generateImages；getAvailableOfType</a:t>
            </a:r>
          </a:p>
          <a:p xmlns:a="http://schemas.openxmlformats.org/drawingml/2006/main">
            <a:r>
              <a:t>职责：脚本不能执行对话模型；每脚本最多同时运行四个此类模型调用，需检查返回的 stopReason。</a:t>
            </a:r>
          </a:p>
          <a:p xmlns:a="http://schemas.openxmlformats.org/drawingml/2006/main">
            <a:r>
              <a:t>源码：packages/coding-agent/src/core/model-registry.ts</a:t>
            </a:r>
          </a:p>
          <a:p xmlns:a="http://schemas.openxmlformats.org/drawingml/2006/main">
            <a:r>
              <a:t>packages/coding-agent/src/core/model-runtime.ts</a:t>
            </a:r>
          </a:p>
          <a:p xmlns:a="http://schemas.openxmlformats.org/drawingml/2006/main">
            <a:r>
              <a:t>packages/coding-agent/src/extensions/codemode/execute.ts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4. 处理返回与展示</a:t>
            </a:r>
          </a:p>
          <a:p xmlns:a="http://schemas.openxmlformats.org/drawingml/2006/main">
            <a:r>
              <a:t>区分传给模型的内容、工具 details、完整输出文件和显式图像落盘路径。不要假设生成图像自动写入磁盘。</a:t>
            </a:r>
          </a:p>
          <a:p xmlns:a="http://schemas.openxmlformats.org/drawingml/2006/main">
            <a:r>
              <a:t>输入：脚本结果与图像块</a:t>
            </a:r>
          </a:p>
          <a:p xmlns:a="http://schemas.openxmlformats.org/drawingml/2006/main">
            <a:r>
              <a:t>输出：模型可见输出和可追踪用量</a:t>
            </a:r>
          </a:p>
          <a:p xmlns:a="http://schemas.openxmlformats.org/drawingml/2006/main">
            <a:r>
              <a:t>入口线索：image(block)；fullOutputPath</a:t>
            </a:r>
          </a:p>
          <a:p xmlns:a="http://schemas.openxmlformats.org/drawingml/2006/main">
            <a:r>
              <a:t>职责：图像只接受支持格式的 base64 数据，不把远程 URL 当作图像数据；临时文件生命周期由输出文件实现管理。</a:t>
            </a:r>
          </a:p>
          <a:p xmlns:a="http://schemas.openxmlformats.org/drawingml/2006/main">
            <a:r>
              <a:t>源码：packages/coding-agent/src/extensions/codemode/execute.ts</a:t>
            </a:r>
          </a:p>
          <a:p xmlns:a="http://schemas.openxmlformats.org/drawingml/2006/main">
            <a:r>
              <a:t>packages/coding-agent/src/utils/output-files.ts</a:t>
            </a:r>
          </a:p>
          <a:p xmlns:a="http://schemas.openxmlformats.org/drawingml/2006/main">
            <a:r>
              <a:t>packages/coding-agent/src/utils/tool-result-images.ts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失败与恢复：分类和图像模型的认证、输入能力与聊天模型不同。正确的模型 ID 也可能不支持当前操作或图片输入。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练习：对照一个虚拟模型示例与一个 codemode 分类示例，记录两个地方的模型选择对象和结果形状。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参考判断：路由决定聊天请求目的地；分类/图像调用返回各自类型的结果。用量需要经过集成层汇入会话统计。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功能编号：MOD-20, MOD-21, MOD-25, MOD-26, MOD-27, EXT-25, CODE-10, CODE-12, CODE-13, CODE-14, CODE-15, CODE-21, AI-21, AI-22, AI-36, OTH-54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文档来源：</a:t>
            </a:r>
          </a:p>
          <a:p xmlns:a="http://schemas.openxmlformats.org/drawingml/2006/main">
            <a:r>
              <a:t>packages/ai/README.md</a:t>
            </a:r>
          </a:p>
          <a:p xmlns:a="http://schemas.openxmlformats.org/drawingml/2006/main">
            <a:r>
              <a:t>packages/coding-agent/docs/cli.md</a:t>
            </a:r>
          </a:p>
          <a:p xmlns:a="http://schemas.openxmlformats.org/drawingml/2006/main">
            <a:r>
              <a:t>packages/coding-agent/docs/codemode.md</a:t>
            </a:r>
          </a:p>
          <a:p xmlns:a="http://schemas.openxmlformats.org/drawingml/2006/main">
            <a:r>
              <a:t>packages/coding-agent/docs/models.md</a:t>
            </a:r>
          </a:p>
          <a:p xmlns:a="http://schemas.openxmlformats.org/drawingml/2006/main">
            <a:r>
              <a:t>packages/coding-agent/examples/extensions/README.md</a:t>
            </a:r>
          </a:p>
          <a:p xmlns:a="http://schemas.openxmlformats.org/drawingml/2006/main">
            <a:r>
              <a:t>packages/coding-agent/docs/virtual-models.md</a:t>
            </a:r>
          </a:p>
          <a:p xmlns:a="http://schemas.openxmlformats.org/drawingml/2006/main">
            <a:r>
              <a:t>packages/coding-agent/docs/llama-cpp.md</a:t>
            </a:r>
          </a:p>
          <a:p xmlns:a="http://schemas.openxmlformats.org/drawingml/2006/main">
            <a:r>
              <a:t>packages/coding-agent/docs/extensions.md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关联测试阅读线索（未在演示文稿中执行）：</a:t>
            </a:r>
          </a:p>
          <a:p xmlns:a="http://schemas.openxmlformats.org/drawingml/2006/main">
            <a:r>
              <a:t>packages/ai/test/constrained-sampling.test.ts</a:t>
            </a:r>
          </a:p>
          <a:p xmlns:a="http://schemas.openxmlformats.org/drawingml/2006/main">
            <a:r>
              <a:t>packages/ai/test/typesafe-system-one.test.ts</a:t>
            </a:r>
          </a:p>
          <a:p xmlns:a="http://schemas.openxmlformats.org/drawingml/2006/main">
            <a:r>
              <a:t>packages/coding-agent/test/jev-router-example.test.ts</a:t>
            </a:r>
          </a:p>
          <a:p xmlns:a="http://schemas.openxmlformats.org/drawingml/2006/main">
            <a:r>
              <a:t>packages/coding-agent/test/suite/virtual-models.test.ts</a:t>
            </a:r>
          </a:p>
          <a:p xmlns:a="http://schemas.openxmlformats.org/drawingml/2006/main">
            <a:r>
              <a:t>packages/coding-agent/test/virtual-models.test.ts</a:t>
            </a:r>
          </a:p>
          <a:p xmlns:a="http://schemas.openxmlformats.org/drawingml/2006/main">
            <a:r>
              <a:t>packages/coding-agent/test/extensions-runner.test.ts</a:t>
            </a:r>
          </a:p>
          <a:p xmlns:a="http://schemas.openxmlformats.org/drawingml/2006/main">
            <a:r>
              <a:t>packages/coding-agent/test/model-registry.test.ts</a:t>
            </a:r>
          </a:p>
          <a:p xmlns:a="http://schemas.openxmlformats.org/drawingml/2006/main">
            <a:r>
              <a:t>packages/coding-agent/test/model-runtime-cloudflare-compat.test.ts</a:t>
            </a:r>
          </a:p>
          <a:p xmlns:a="http://schemas.openxmlformats.org/drawingml/2006/main">
            <a:r>
              <a:t>packages/coding-agent/test/model-runtime-modify-models-compat.test.ts</a:t>
            </a:r>
          </a:p>
          <a:p xmlns:a="http://schemas.openxmlformats.org/drawingml/2006/main">
            <a:r>
              <a:t>packages/coding-agent/test/model-runtime-test-utils.ts</a:t>
            </a:r>
          </a:p>
          <a:p xmlns:a="http://schemas.openxmlformats.org/drawingml/2006/main">
            <a:r>
              <a:t>packages/ai/test/codex-websocket-cached-probe.ts</a:t>
            </a:r>
          </a:p>
          <a:p xmlns:a="http://schemas.openxmlformats.org/drawingml/2006/main">
            <a:r>
              <a:t>packages/coding-agent/test/agent-session-dynamic-provider.test.ts</a:t>
            </a:r>
          </a:p>
          <a:p xmlns:a="http://schemas.openxmlformats.org/drawingml/2006/main">
            <a:r>
              <a:t>packages/coding-agent/test/agent-session-runtime-events.test.ts</a:t>
            </a:r>
          </a:p>
          <a:p xmlns:a="http://schemas.openxmlformats.org/drawingml/2006/main">
            <a:r>
              <a:t>packages/coding-agent/test/auth-check.test.ts</a:t>
            </a:r>
          </a:p>
          <a:p xmlns:a="http://schemas.openxmlformats.org/drawingml/2006/main">
            <a:r>
              <a:t>packages/coding-agent/test/credential-print.test.ts</a:t>
            </a:r>
          </a:p>
          <a:p xmlns:a="http://schemas.openxmlformats.org/drawingml/2006/main">
            <a:r>
              <a:t>packages/coding-agent/test/model-catalog-protocol.test.ts</a:t>
            </a:r>
          </a:p>
          <a:p xmlns:a="http://schemas.openxmlformats.org/drawingml/2006/main">
            <a:r>
              <a:t>packages/coding-agent/test/model-runtime-auth-options.test.ts</a:t>
            </a:r>
          </a:p>
          <a:p xmlns:a="http://schemas.openxmlformats.org/drawingml/2006/main">
            <a:r>
              <a:t>packages/coding-agent/test/model-runtime-classifiers.test.ts</a:t>
            </a:r>
          </a:p>
          <a:p xmlns:a="http://schemas.openxmlformats.org/drawingml/2006/main">
            <a:r>
              <a:t>packages/coding-agent/test/model-runtime-credential-sync.test.ts</a:t>
            </a:r>
          </a:p>
          <a:p xmlns:a="http://schemas.openxmlformats.org/drawingml/2006/main">
            <a:r>
              <a:t>packages/coding-agent/test/model-runtime-images.test.ts</a:t>
            </a:r>
          </a:p>
          <a:p xmlns:a="http://schemas.openxmlformats.org/drawingml/2006/main">
            <a:r>
              <a:t>packages/coding-agent/test/package-command-paths.test.ts</a:t>
            </a:r>
          </a:p>
          <a:p xmlns:a="http://schemas.openxmlformats.org/drawingml/2006/main">
            <a:r>
              <a:t>packages/coding-agent/test/radius.test.ts</a:t>
            </a:r>
          </a:p>
          <a:p xmlns:a="http://schemas.openxmlformats.org/drawingml/2006/main">
            <a:r>
              <a:t>packages/coding-agent/test/suite/regressions/2753-reload-stale-resource-settings.test.ts</a:t>
            </a:r>
          </a:p>
          <a:p xmlns:a="http://schemas.openxmlformats.org/drawingml/2006/main">
            <a:r>
              <a:t>packages/coding-agent/test/suite/regressions/2860-replaced-session-context.test.ts</a:t>
            </a:r>
          </a:p>
          <a:p xmlns:a="http://schemas.openxmlformats.org/drawingml/2006/main">
            <a:r>
              <a:t>packages/coding-agent/test/suite/regressions/7027-credential-refresh-hang.test.ts</a:t>
            </a:r>
          </a:p>
          <a:p xmlns:a="http://schemas.openxmlformats.org/drawingml/2006/main">
            <a:r>
              <a:t>packages/coding-agent/test/suite/agent-session-codemode.test.ts</a:t>
            </a:r>
          </a:p>
          <a:p xmlns:a="http://schemas.openxmlformats.org/drawingml/2006/main">
            <a:r>
              <a:t>packages/coding-agent/test/tool-result-images.test.ts</a:t>
            </a:r>
          </a:p>
          <a:p xmlns:a="http://schemas.openxmlformats.org/drawingml/2006/main">
            <a:r>
              <a:t>packages/ai/test/images.test.ts</a:t>
            </a:r>
          </a:p>
          <a:p xmlns:a="http://schemas.openxmlformats.org/drawingml/2006/main">
            <a:r>
              <a:t>packages/ai/test/telemetry-options.test.ts</a:t>
            </a:r>
          </a:p>
          <a:p xmlns:a="http://schemas.openxmlformats.org/drawingml/2006/main">
            <a:r>
              <a:t>packages/ai/test/openrouter-images.test.ts</a:t>
            </a:r>
          </a:p>
          <a:p xmlns:a="http://schemas.openxmlformats.org/drawingml/2006/main">
            <a:r>
              <a:t>packages/ai/test/provider-error-body-passthrough.test.ts</a:t>
            </a:r>
          </a:p>
          <a:p xmlns:a="http://schemas.openxmlformats.org/drawingml/2006/main">
            <a:r>
              <a:t>packages/coding-agent/test/llama-extension.test.ts</a:t>
            </a:r>
          </a:p>
          <a:p xmlns:a="http://schemas.openxmlformats.org/drawingml/2006/main">
            <a:r>
              <a:t>packages/ai/test/oauth-auth.test.ts</a:t>
            </a:r>
          </a:p>
          <a:p xmlns:a="http://schemas.openxmlformats.org/drawingml/2006/main">
            <a:r>
              <a:t>packages/coding-agent/test/cache-warmer.test.ts</a:t>
            </a:r>
          </a:p>
          <a:p xmlns:a="http://schemas.openxmlformats.org/drawingml/2006/main">
            <a:r>
              <a:t>packages/coding-agent/test/suite/regressions/7193-event-bus-lifecycle.test.ts</a:t>
            </a:r>
          </a:p>
          <a:p xmlns:a="http://schemas.openxmlformats.org/drawingml/2006/main">
            <a:r>
              <a:t>packages/coding-agent/test/suite/regressions/8423-extension-factory-failure.test.ts</a:t>
            </a:r>
          </a:p>
          <a:p xmlns:a="http://schemas.openxmlformats.org/drawingml/2006/main">
            <a:r>
              <a:t>packages/coding-agent/test/utilities.ts</a:t>
            </a:r>
          </a:p>
          <a:p xmlns:a="http://schemas.openxmlformats.org/drawingml/2006/main">
            <a:r>
              <a:t>packages/coding-agent/test/compaction-extensions-example.test.ts</a:t>
            </a:r>
          </a:p>
          <a:p xmlns:a="http://schemas.openxmlformats.org/drawingml/2006/main">
            <a:r>
              <a:t>packages/coding-agent/test/compaction-extensions.test.ts</a:t>
            </a:r>
          </a:p>
          <a:p xmlns:a="http://schemas.openxmlformats.org/drawingml/2006/main">
            <a:r>
              <a:t>packages/coding-agent/test/git-merge-and-resolve-extension.test.ts</a:t>
            </a:r>
          </a:p>
          <a:p xmlns:a="http://schemas.openxmlformats.org/drawingml/2006/main">
            <a:r>
              <a:t>packages/coding-agent/test/input-transform-streaming-example.test.ts</a:t>
            </a:r>
          </a:p>
          <a:p xmlns:a="http://schemas.openxmlformats.org/drawingml/2006/main">
            <a:r>
              <a:t>packages/coding-agent/test/plan-mode-extension.test.ts</a:t>
            </a:r>
          </a:p>
          <a:p xmlns:a="http://schemas.openxmlformats.org/drawingml/2006/main">
            <a:r>
              <a:t>packages/coding-agent/test/rpc-prompt-response-semantics.test.ts</a:t>
            </a:r>
          </a:p>
          <a:p xmlns:a="http://schemas.openxmlformats.org/drawingml/2006/main">
            <a:r>
              <a:t>packages/coding-agent/test/suite/agent-session-compaction-model-overrides.test.ts</a:t>
            </a:r>
          </a:p>
          <a:p xmlns:a="http://schemas.openxmlformats.org/drawingml/2006/main">
            <a:r>
              <a:t>packages/coding-agent/test/suite/agent-session-prompt.test.ts</a:t>
            </a:r>
          </a:p>
          <a:p xmlns:a="http://schemas.openxmlformats.org/drawingml/2006/main">
            <a:r>
              <a:t>packages/coding-agent/test/suite/harness.ts</a:t>
            </a:r>
          </a:p>
          <a:p xmlns:a="http://schemas.openxmlformats.org/drawingml/2006/main">
            <a:r>
              <a:t>packages/coding-agent/test/suite/regressions/8261-subagent-project-trust.test.ts</a:t>
            </a:r>
          </a:p>
          <a:p xmlns:a="http://schemas.openxmlformats.org/drawingml/2006/main">
            <a:r>
              <a:t>packages/coding-agent/test/trigger-compact-extension.test.ts</a:t>
            </a:r>
          </a:p>
          <a:p xmlns:a="http://schemas.openxmlformats.org/drawingml/2006/main">
            <a:r>
              <a:t>packages/coding-agent/test/extensions-discovery.test.ts</a:t>
            </a:r>
          </a:p>
          <a:p xmlns:a="http://schemas.openxmlformats.org/drawingml/2006/main">
            <a:r>
              <a:t>packages/coding-agent/test/extensions-input-event.test.ts</a:t>
            </a:r>
          </a:p>
          <a:p xmlns:a="http://schemas.openxmlformats.org/drawingml/2006/main">
            <a:r>
              <a:t>packages/coding-agent/test/sdk-codex-cache-probe-tool-loop.ts</a:t>
            </a:r>
          </a:p>
          <a:p xmlns:a="http://schemas.openxmlformats.org/drawingml/2006/main">
            <a:r>
              <a:t>packages/coding-agent/test/sdk-skills.test.ts</a:t>
            </a:r>
          </a:p>
          <a:p xmlns:a="http://schemas.openxmlformats.org/drawingml/2006/main">
            <a:r>
              <a:t>packages/coding-agent/test/suite/regressions/8237-node-sea-extension-loading.test.ts</a:t>
            </a:r>
          </a:p>
          <a:p xmlns:a="http://schemas.openxmlformats.org/drawingml/2006/main">
            <a:r>
              <a:t>packages/coding-agent/test/suite/regressions/9540-extension-loader-lazy.test.ts</a:t>
            </a:r>
          </a:p>
          <a:p xmlns:a="http://schemas.openxmlformats.org/drawingml/2006/main">
            <a:r>
              <a:t>packages/coding-agent/test/suite/regressions/extension-factory-cache.test.ts</a:t>
            </a:r>
          </a:p>
          <a:p xmlns:a="http://schemas.openxmlformats.org/drawingml/2006/main">
            <a:r>
              <a:t>packages/coding-agent/test/resource-loader.test.ts</a:t>
            </a:r>
          </a:p>
          <a:p xmlns:a="http://schemas.openxmlformats.org/drawingml/2006/main">
            <a:r>
              <a:t>packages/coding-agent/test/suite/agent-session-mcp-oauth.test.ts</a:t>
            </a:r>
          </a:p>
          <a:p xmlns:a="http://schemas.openxmlformats.org/drawingml/2006/main">
            <a:r>
              <a:t>packages/coding-agent/test/codemode-renderer.test.ts</a:t>
            </a:r>
          </a:p>
          <a:p xmlns:a="http://schemas.openxmlformats.org/drawingml/2006/main">
            <a:r>
              <a:t>packages/coding-agent/test/custom-message.test.ts</a:t>
            </a:r>
          </a:p>
          <a:p xmlns:a="http://schemas.openxmlformats.org/drawingml/2006/main">
            <a:r>
              <a:t>packages/coding-agent/test/edit-tool-legacy-input.test.ts</a:t>
            </a:r>
          </a:p>
          <a:p xmlns:a="http://schemas.openxmlformats.org/drawingml/2006/main">
            <a:r>
              <a:t>packages/coding-agent/test/export-html-whitespace.test.ts</a:t>
            </a:r>
          </a:p>
          <a:p xmlns:a="http://schemas.openxmlformats.org/drawingml/2006/main">
            <a:r>
              <a:t>packages/coding-agent/test/export-jsonl-share.test.ts</a:t>
            </a:r>
          </a:p>
          <a:p xmlns:a="http://schemas.openxmlformats.org/drawingml/2006/main">
            <a:r>
              <a:t>packages/coding-agent/test/image-resize-callers.test.ts</a:t>
            </a:r>
          </a:p>
          <a:p xmlns:a="http://schemas.openxmlformats.org/drawingml/2006/main">
            <a:r>
              <a:t>packages/coding-agent/test/interactive-mode-status.test.ts</a:t>
            </a:r>
          </a:p>
          <a:p xmlns:a="http://schemas.openxmlformats.org/drawingml/2006/main">
            <a:r>
              <a:t>packages/coding-agent/test/mermaid.test.ts</a:t>
            </a:r>
          </a:p>
          <a:p xmlns:a="http://schemas.openxmlformats.org/drawingml/2006/main">
            <a:r>
              <a:t>packages/coding-agent/test/output-pad.test.ts</a:t>
            </a:r>
          </a:p>
          <a:p xmlns:a="http://schemas.openxmlformats.org/drawingml/2006/main">
            <a:r>
              <a:t>packages/coding-agent/test/sdk-stream-options.test.ts</a:t>
            </a:r>
          </a:p>
          <a:p xmlns:a="http://schemas.openxmlformats.org/drawingml/2006/main">
            <a:r>
              <a:t>packages/coding-agent/test/suite/agent-session-mcp.test.ts</a:t>
            </a:r>
          </a:p>
          <a:p xmlns:a="http://schemas.openxmlformats.org/drawingml/2006/main">
            <a:r>
              <a:t>packages/coding-agent/test/suite/agent-session-tool-orchestration.test.ts</a:t>
            </a:r>
          </a:p>
          <a:p xmlns:a="http://schemas.openxmlformats.org/drawingml/2006/main">
            <a:r>
              <a:t>packages/coding-agent/test/suite/regressions/10285-mcp-tool-renderers.test.ts</a:t>
            </a:r>
          </a:p>
          <a:p xmlns:a="http://schemas.openxmlformats.org/drawingml/2006/main">
            <a:r>
              <a:t>packages/coding-agent/test/suite/regressions/9068-user-bash-fail-closed.test.ts</a:t>
            </a:r>
          </a:p>
          <a:p xmlns:a="http://schemas.openxmlformats.org/drawingml/2006/main">
            <a:r>
              <a:t>packages/coding-agent/test/tool-execution-component.test.ts</a:t>
            </a:r>
          </a:p>
          <a:p xmlns:a="http://schemas.openxmlformats.org/drawingml/2006/main">
            <a:r>
              <a:t>packages/coding-agent/test/tool-renderer-examples.test.ts</a:t>
            </a:r>
          </a:p>
          <a:p xmlns:a="http://schemas.openxmlformats.org/drawingml/2006/main">
            <a:r>
              <a:t>packages/coding-agent/test/tool-search.test.ts</a:t>
            </a:r>
          </a:p>
          <a:p xmlns:a="http://schemas.openxmlformats.org/drawingml/2006/main">
            <a:r>
              <a:t>packages/coding-agent/test/tools.test.ts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源码基线：6cd9d957a9fd50bc504d45b72834ed9dd85a20b6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流程为教学阅读顺序，可选分支不表示每次运行必经。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你希望给项目加入固定约定和可复用提示，同时知道哪些内容真的进入模型。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发现资源并核对来源</a:t>
            </a:r>
          </a:p>
          <a:p xmlns:a="http://schemas.openxmlformats.org/drawingml/2006/main">
            <a:r>
              <a:t>查看 DefaultResourceLoader 的资源发现与来源记录。先分清用户、项目、包和显式 CLI 路径。</a:t>
            </a:r>
          </a:p>
          <a:p xmlns:a="http://schemas.openxmlformats.org/drawingml/2006/main">
            <a:r>
              <a:t>输入：资源目录与配置</a:t>
            </a:r>
          </a:p>
          <a:p xmlns:a="http://schemas.openxmlformats.org/drawingml/2006/main">
            <a:r>
              <a:t>输出：已发现的资源及冲突诊断</a:t>
            </a:r>
          </a:p>
          <a:p xmlns:a="http://schemas.openxmlformats.org/drawingml/2006/main">
            <a:r>
              <a:t>入口线索：DefaultResourceLoader.reload；资源路径设置</a:t>
            </a:r>
          </a:p>
          <a:p xmlns:a="http://schemas.openxmlformats.org/drawingml/2006/main">
            <a:r>
              <a:t>职责：记录来源并处理碰撞；项目资源需遵守信任加载顺序。</a:t>
            </a:r>
          </a:p>
          <a:p xmlns:a="http://schemas.openxmlformats.org/drawingml/2006/main">
            <a:r>
              <a:t>源码：packages/coding-agent/src/core/pi-manifest.ts</a:t>
            </a:r>
          </a:p>
          <a:p xmlns:a="http://schemas.openxmlformats.org/drawingml/2006/main">
            <a:r>
              <a:t>packages/coding-agent/src/core/resource-loader.ts</a:t>
            </a:r>
          </a:p>
          <a:p xmlns:a="http://schemas.openxmlformats.org/drawingml/2006/main">
            <a:r>
              <a:t>packages/coding-agent/src/core/source-info.ts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组装系统提示</a:t>
            </a:r>
          </a:p>
          <a:p xmlns:a="http://schemas.openxmlformats.org/drawingml/2006/main">
            <a:r>
              <a:t>查看 SYSTEM.md、APPEND_SYSTEM.md、上下文文件与工具说明如何影响系统提示。对照信任和同名覆盖规则。</a:t>
            </a:r>
          </a:p>
          <a:p xmlns:a="http://schemas.openxmlformats.org/drawingml/2006/main">
            <a:r>
              <a:t>输入：指令文件与工具环境</a:t>
            </a:r>
          </a:p>
          <a:p xmlns:a="http://schemas.openxmlformats.org/drawingml/2006/main">
            <a:r>
              <a:t>输出：本轮系统提示</a:t>
            </a:r>
          </a:p>
          <a:p xmlns:a="http://schemas.openxmlformats.org/drawingml/2006/main">
            <a:r>
              <a:t>入口线索：--system-prompt；--append-system-prompt</a:t>
            </a:r>
          </a:p>
          <a:p xmlns:a="http://schemas.openxmlformats.org/drawingml/2006/main">
            <a:r>
              <a:t>职责：扩展可变换上下文；模型投影与持久化消息并非完全相同。</a:t>
            </a:r>
          </a:p>
          <a:p xmlns:a="http://schemas.openxmlformats.org/drawingml/2006/main">
            <a:r>
              <a:t>源码：packages/coding-agent/src/core/messages.ts</a:t>
            </a:r>
          </a:p>
          <a:p xmlns:a="http://schemas.openxmlformats.org/drawingml/2006/main">
            <a:r>
              <a:t>packages/coding-agent/src/core/system-prompt.ts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使用技能与提示模板</a:t>
            </a:r>
          </a:p>
          <a:p xmlns:a="http://schemas.openxmlformats.org/drawingml/2006/main">
            <a:r>
              <a:t>比较技能发现、按需正文与提示模板展开。阅读名称冲突、参数替换和手动调用的入口。</a:t>
            </a:r>
          </a:p>
          <a:p xmlns:a="http://schemas.openxmlformats.org/drawingml/2006/main">
            <a:r>
              <a:t>输入：技能名或模板命令</a:t>
            </a:r>
          </a:p>
          <a:p xmlns:a="http://schemas.openxmlformats.org/drawingml/2006/main">
            <a:r>
              <a:t>输出：展开后的用户输入或指导内容</a:t>
            </a:r>
          </a:p>
          <a:p xmlns:a="http://schemas.openxmlformats.org/drawingml/2006/main">
            <a:r>
              <a:t>入口线索：--skill；/skill:name</a:t>
            </a:r>
          </a:p>
          <a:p xmlns:a="http://schemas.openxmlformats.org/drawingml/2006/main">
            <a:r>
              <a:t>职责：技能主要是说明和资源；可执行扩展是另一种机制。</a:t>
            </a:r>
          </a:p>
          <a:p xmlns:a="http://schemas.openxmlformats.org/drawingml/2006/main">
            <a:r>
              <a:t>源码：packages/coding-agent/src/core/skills.ts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4. 刷新并核对实际消息</a:t>
            </a:r>
          </a:p>
          <a:p xmlns:a="http://schemas.openxmlformats.org/drawingml/2006/main">
            <a:r>
              <a:t>修改后沿 /reload 与下一次 prompt 检查展开结果。以最终上下文为证据，避免只看文件保存就认为生效。</a:t>
            </a:r>
          </a:p>
          <a:p xmlns:a="http://schemas.openxmlformats.org/drawingml/2006/main">
            <a:r>
              <a:t>输入：更新后的资源</a:t>
            </a:r>
          </a:p>
          <a:p xmlns:a="http://schemas.openxmlformats.org/drawingml/2006/main">
            <a:r>
              <a:t>输出：实际进入本轮的消息内容</a:t>
            </a:r>
          </a:p>
          <a:p xmlns:a="http://schemas.openxmlformats.org/drawingml/2006/main">
            <a:r>
              <a:t>入口线索：--prompt-template；/模板名</a:t>
            </a:r>
          </a:p>
          <a:p xmlns:a="http://schemas.openxmlformats.org/drawingml/2006/main">
            <a:r>
              <a:t>职责：发生在模型请求组装之前；与系统提示配置分别管理。</a:t>
            </a:r>
          </a:p>
          <a:p xmlns:a="http://schemas.openxmlformats.org/drawingml/2006/main">
            <a:r>
              <a:t>源码：packages/coding-agent/src/core/prompt-templates.ts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失败与恢复：资源发现成功不等于所有正文每轮全部发送。名字冲突、路径、模板参数与项目信任会影响结果。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练习：制作一个不调用模型的模板展开例子，标出参数替换前后的文本，并说明技能与模板的区别。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参考判断：模板主要展开调用文本，技能有自己的发现和加载语义；是否进入当前请求应以资源加载和消息组装结果确认。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功能编号：CFG-05, CFG-06, CFG-07, CFG-08, CFG-09, CFG-10, CFG-11, CFG-12, CFG-13, CFG-14, CFG-15, CFG-16, CFG-17, EXT-04, OTH-45, OTH-48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文档来源：</a:t>
            </a:r>
          </a:p>
          <a:p xmlns:a="http://schemas.openxmlformats.org/drawingml/2006/main">
            <a:r>
              <a:t>packages/coding-agent/docs/cli.md</a:t>
            </a:r>
          </a:p>
          <a:p xmlns:a="http://schemas.openxmlformats.org/drawingml/2006/main">
            <a:r>
              <a:t>packages/coding-agent/examples/extensions/README.md</a:t>
            </a:r>
          </a:p>
          <a:p xmlns:a="http://schemas.openxmlformats.org/drawingml/2006/main">
            <a:r>
              <a:t>packages/coding-agent/docs/configuration.md</a:t>
            </a:r>
          </a:p>
          <a:p xmlns:a="http://schemas.openxmlformats.org/drawingml/2006/main">
            <a:r>
              <a:t>packages/coding-agent/docs/settings.md</a:t>
            </a:r>
          </a:p>
          <a:p xmlns:a="http://schemas.openxmlformats.org/drawingml/2006/main">
            <a:r>
              <a:t>packages/coding-agent/CHANGELOG.md</a:t>
            </a:r>
          </a:p>
          <a:p xmlns:a="http://schemas.openxmlformats.org/drawingml/2006/main">
            <a:r>
              <a:t>packages/coding-agent/docs/slash-commands.md</a:t>
            </a:r>
          </a:p>
          <a:p xmlns:a="http://schemas.openxmlformats.org/drawingml/2006/main">
            <a:r>
              <a:t>packages/coding-agent/docs/skills.md</a:t>
            </a:r>
          </a:p>
          <a:p xmlns:a="http://schemas.openxmlformats.org/drawingml/2006/main">
            <a:r>
              <a:t>packages/coding-agent/docs/prompt-templates.md</a:t>
            </a:r>
          </a:p>
          <a:p xmlns:a="http://schemas.openxmlformats.org/drawingml/2006/main">
            <a:r>
              <a:t>packages/coding-agent/docs/extensions.md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关联测试阅读线索（未在演示文稿中执行）：</a:t>
            </a:r>
          </a:p>
          <a:p xmlns:a="http://schemas.openxmlformats.org/drawingml/2006/main">
            <a:r>
              <a:t>packages/coding-agent/test/agent-session-dynamic-provider.test.ts</a:t>
            </a:r>
          </a:p>
          <a:p xmlns:a="http://schemas.openxmlformats.org/drawingml/2006/main">
            <a:r>
              <a:t>packages/coding-agent/test/agent-session-dynamic-tools.test.ts</a:t>
            </a:r>
          </a:p>
          <a:p xmlns:a="http://schemas.openxmlformats.org/drawingml/2006/main">
            <a:r>
              <a:t>packages/coding-agent/test/builtin-tool-strict-mode.test.ts</a:t>
            </a:r>
          </a:p>
          <a:p xmlns:a="http://schemas.openxmlformats.org/drawingml/2006/main">
            <a:r>
              <a:t>packages/coding-agent/test/default-tools-setting.test.ts</a:t>
            </a:r>
          </a:p>
          <a:p xmlns:a="http://schemas.openxmlformats.org/drawingml/2006/main">
            <a:r>
              <a:t>packages/coding-agent/test/resource-loader-theme.test.ts</a:t>
            </a:r>
          </a:p>
          <a:p xmlns:a="http://schemas.openxmlformats.org/drawingml/2006/main">
            <a:r>
              <a:t>packages/coding-agent/test/resource-loader.test.ts</a:t>
            </a:r>
          </a:p>
          <a:p xmlns:a="http://schemas.openxmlformats.org/drawingml/2006/main">
            <a:r>
              <a:t>packages/coding-agent/test/sdk-codex-cache-probe-tool-loop.ts</a:t>
            </a:r>
          </a:p>
          <a:p xmlns:a="http://schemas.openxmlformats.org/drawingml/2006/main">
            <a:r>
              <a:t>packages/coding-agent/test/sdk-skills.test.ts</a:t>
            </a:r>
          </a:p>
          <a:p xmlns:a="http://schemas.openxmlformats.org/drawingml/2006/main">
            <a:r>
              <a:t>packages/coding-agent/test/sdk-stream-options.test.ts</a:t>
            </a:r>
          </a:p>
          <a:p xmlns:a="http://schemas.openxmlformats.org/drawingml/2006/main">
            <a:r>
              <a:t>packages/coding-agent/test/suite/regressions/2781-skill-collision-precedence.test.ts</a:t>
            </a:r>
          </a:p>
          <a:p xmlns:a="http://schemas.openxmlformats.org/drawingml/2006/main">
            <a:r>
              <a:t>packages/coding-agent/test/suite/regressions/2835-tools-allowlist-filters-extension-tools.test.ts</a:t>
            </a:r>
          </a:p>
          <a:p xmlns:a="http://schemas.openxmlformats.org/drawingml/2006/main">
            <a:r>
              <a:t>packages/coding-agent/test/suite/regressions/3592-no-builtin-tools-keeps-extension-tools.test.ts</a:t>
            </a:r>
          </a:p>
          <a:p xmlns:a="http://schemas.openxmlformats.org/drawingml/2006/main">
            <a:r>
              <a:t>packages/coding-agent/test/suite/regressions/3616-settings-inmemory-reload.test.ts</a:t>
            </a:r>
          </a:p>
          <a:p xmlns:a="http://schemas.openxmlformats.org/drawingml/2006/main">
            <a:r>
              <a:t>packages/coding-agent/test/suite/regressions/6260-inline-extension-naming.test.ts</a:t>
            </a:r>
          </a:p>
          <a:p xmlns:a="http://schemas.openxmlformats.org/drawingml/2006/main">
            <a:r>
              <a:t>packages/coding-agent/test/suite/regressions/extension-factory-cache.test.ts</a:t>
            </a:r>
          </a:p>
          <a:p xmlns:a="http://schemas.openxmlformats.org/drawingml/2006/main">
            <a:r>
              <a:t>packages/coding-agent/test/tool-renderer-examples.test.ts</a:t>
            </a:r>
          </a:p>
          <a:p xmlns:a="http://schemas.openxmlformats.org/drawingml/2006/main">
            <a:r>
              <a:t>packages/coding-agent/test/utilities.ts</a:t>
            </a:r>
          </a:p>
          <a:p xmlns:a="http://schemas.openxmlformats.org/drawingml/2006/main">
            <a:r>
              <a:t>packages/coding-agent/test/compaction-extensions.test.ts</a:t>
            </a:r>
          </a:p>
          <a:p xmlns:a="http://schemas.openxmlformats.org/drawingml/2006/main">
            <a:r>
              <a:t>packages/coding-agent/test/interactive-mode-status.test.ts</a:t>
            </a:r>
          </a:p>
          <a:p xmlns:a="http://schemas.openxmlformats.org/drawingml/2006/main">
            <a:r>
              <a:t>packages/coding-agent/test/skills.test.ts</a:t>
            </a:r>
          </a:p>
          <a:p xmlns:a="http://schemas.openxmlformats.org/drawingml/2006/main">
            <a:r>
              <a:t>packages/coding-agent/test/suite/agent-session-prompt.test.ts</a:t>
            </a:r>
          </a:p>
          <a:p xmlns:a="http://schemas.openxmlformats.org/drawingml/2006/main">
            <a:r>
              <a:t>packages/coding-agent/test/system-prompt.test.ts</a:t>
            </a:r>
          </a:p>
          <a:p xmlns:a="http://schemas.openxmlformats.org/drawingml/2006/main">
            <a:r>
              <a:t>packages/coding-agent/test/custom-message.test.ts</a:t>
            </a:r>
          </a:p>
          <a:p xmlns:a="http://schemas.openxmlformats.org/drawingml/2006/main">
            <a:r>
              <a:t>packages/coding-agent/test/suite/harness.ts</a:t>
            </a:r>
          </a:p>
          <a:p xmlns:a="http://schemas.openxmlformats.org/drawingml/2006/main">
            <a:r>
              <a:t>packages/coding-agent/test/suite/regressions/5596-missing-theme-export.test.ts</a:t>
            </a:r>
          </a:p>
          <a:p xmlns:a="http://schemas.openxmlformats.org/drawingml/2006/main">
            <a:r>
              <a:t>packages/coding-agent/test/suite/regressions/8537-custom-message-tool-result-ordering.test.ts</a:t>
            </a:r>
          </a:p>
          <a:p xmlns:a="http://schemas.openxmlformats.org/drawingml/2006/main">
            <a:r>
              <a:t>packages/coding-agent/test/agent-session-concurrent.test.ts</a:t>
            </a:r>
          </a:p>
          <a:p xmlns:a="http://schemas.openxmlformats.org/drawingml/2006/main">
            <a:r>
              <a:t>packages/coding-agent/test/extensions-runner.test.ts</a:t>
            </a:r>
          </a:p>
          <a:p xmlns:a="http://schemas.openxmlformats.org/drawingml/2006/main">
            <a:r>
              <a:t>packages/coding-agent/test/system-prompt-updates.test.ts</a:t>
            </a:r>
          </a:p>
          <a:p xmlns:a="http://schemas.openxmlformats.org/drawingml/2006/main">
            <a:r>
              <a:t>packages/evals/test/harness.test.ts</a:t>
            </a:r>
          </a:p>
          <a:p xmlns:a="http://schemas.openxmlformats.org/drawingml/2006/main">
            <a:r>
              <a:t>packages/coding-agent/test/prompt-templates.test.ts</a:t>
            </a:r>
          </a:p>
          <a:p xmlns:a="http://schemas.openxmlformats.org/drawingml/2006/main">
            <a:r>
              <a:t>packages/coding-agent/test/cache-warmer.test.ts</a:t>
            </a:r>
          </a:p>
          <a:p xmlns:a="http://schemas.openxmlformats.org/drawingml/2006/main">
            <a:r>
              <a:t>packages/coding-agent/test/llama-extension.test.ts</a:t>
            </a:r>
          </a:p>
          <a:p xmlns:a="http://schemas.openxmlformats.org/drawingml/2006/main">
            <a:r>
              <a:t>packages/coding-agent/test/suite/regressions/7193-event-bus-lifecycle.test.ts</a:t>
            </a:r>
          </a:p>
          <a:p xmlns:a="http://schemas.openxmlformats.org/drawingml/2006/main">
            <a:r>
              <a:t>packages/coding-agent/test/suite/regressions/8423-extension-factory-failure.test.ts</a:t>
            </a:r>
          </a:p>
          <a:p xmlns:a="http://schemas.openxmlformats.org/drawingml/2006/main">
            <a:r>
              <a:t>packages/coding-agent/test/compaction-extensions-example.test.ts</a:t>
            </a:r>
          </a:p>
          <a:p xmlns:a="http://schemas.openxmlformats.org/drawingml/2006/main">
            <a:r>
              <a:t>packages/coding-agent/test/git-merge-and-resolve-extension.test.ts</a:t>
            </a:r>
          </a:p>
          <a:p xmlns:a="http://schemas.openxmlformats.org/drawingml/2006/main">
            <a:r>
              <a:t>packages/coding-agent/test/input-transform-streaming-example.test.ts</a:t>
            </a:r>
          </a:p>
          <a:p xmlns:a="http://schemas.openxmlformats.org/drawingml/2006/main">
            <a:r>
              <a:t>packages/coding-agent/test/plan-mode-extension.test.ts</a:t>
            </a:r>
          </a:p>
          <a:p xmlns:a="http://schemas.openxmlformats.org/drawingml/2006/main">
            <a:r>
              <a:t>packages/coding-agent/test/rpc-prompt-response-semantics.test.ts</a:t>
            </a:r>
          </a:p>
          <a:p xmlns:a="http://schemas.openxmlformats.org/drawingml/2006/main">
            <a:r>
              <a:t>packages/coding-agent/test/suite/agent-session-compaction-model-overrides.test.ts</a:t>
            </a:r>
          </a:p>
          <a:p xmlns:a="http://schemas.openxmlformats.org/drawingml/2006/main">
            <a:r>
              <a:t>packages/coding-agent/test/suite/regressions/8261-subagent-project-trust.test.ts</a:t>
            </a:r>
          </a:p>
          <a:p xmlns:a="http://schemas.openxmlformats.org/drawingml/2006/main">
            <a:r>
              <a:t>packages/coding-agent/test/suite/virtual-models.test.ts</a:t>
            </a:r>
          </a:p>
          <a:p xmlns:a="http://schemas.openxmlformats.org/drawingml/2006/main">
            <a:r>
              <a:t>packages/coding-agent/test/trigger-compact-extension.test.ts</a:t>
            </a:r>
          </a:p>
          <a:p xmlns:a="http://schemas.openxmlformats.org/drawingml/2006/main">
            <a:r>
              <a:t>packages/coding-agent/test/extensions-discovery.test.ts</a:t>
            </a:r>
          </a:p>
          <a:p xmlns:a="http://schemas.openxmlformats.org/drawingml/2006/main">
            <a:r>
              <a:t>packages/coding-agent/test/extensions-input-event.test.ts</a:t>
            </a:r>
          </a:p>
          <a:p xmlns:a="http://schemas.openxmlformats.org/drawingml/2006/main">
            <a:r>
              <a:t>packages/coding-agent/test/suite/regressions/8237-node-sea-extension-loading.test.ts</a:t>
            </a:r>
          </a:p>
          <a:p xmlns:a="http://schemas.openxmlformats.org/drawingml/2006/main">
            <a:r>
              <a:t>packages/coding-agent/test/suite/regressions/9540-extension-loader-lazy.test.ts</a:t>
            </a:r>
          </a:p>
          <a:p xmlns:a="http://schemas.openxmlformats.org/drawingml/2006/main">
            <a:r>
              <a:t>packages/coding-agent/test/suite/agent-session-mcp-oauth.test.ts</a:t>
            </a:r>
          </a:p>
          <a:p xmlns:a="http://schemas.openxmlformats.org/drawingml/2006/main">
            <a:r>
              <a:t>packages/coding-agent/test/codemode-renderer.test.ts</a:t>
            </a:r>
          </a:p>
          <a:p xmlns:a="http://schemas.openxmlformats.org/drawingml/2006/main">
            <a:r>
              <a:t>packages/coding-agent/test/edit-tool-legacy-input.test.ts</a:t>
            </a:r>
          </a:p>
          <a:p xmlns:a="http://schemas.openxmlformats.org/drawingml/2006/main">
            <a:r>
              <a:t>packages/coding-agent/test/export-html-whitespace.test.ts</a:t>
            </a:r>
          </a:p>
          <a:p xmlns:a="http://schemas.openxmlformats.org/drawingml/2006/main">
            <a:r>
              <a:t>packages/coding-agent/test/export-jsonl-share.test.ts</a:t>
            </a:r>
          </a:p>
          <a:p xmlns:a="http://schemas.openxmlformats.org/drawingml/2006/main">
            <a:r>
              <a:t>packages/coding-agent/test/image-resize-callers.test.ts</a:t>
            </a:r>
          </a:p>
          <a:p xmlns:a="http://schemas.openxmlformats.org/drawingml/2006/main">
            <a:r>
              <a:t>packages/coding-agent/test/mermaid.test.ts</a:t>
            </a:r>
          </a:p>
          <a:p xmlns:a="http://schemas.openxmlformats.org/drawingml/2006/main">
            <a:r>
              <a:t>packages/coding-agent/test/output-pad.test.ts</a:t>
            </a:r>
          </a:p>
          <a:p xmlns:a="http://schemas.openxmlformats.org/drawingml/2006/main">
            <a:r>
              <a:t>packages/coding-agent/test/suite/agent-session-codemode.test.ts</a:t>
            </a:r>
          </a:p>
          <a:p xmlns:a="http://schemas.openxmlformats.org/drawingml/2006/main">
            <a:r>
              <a:t>packages/coding-agent/test/suite/agent-session-mcp.test.ts</a:t>
            </a:r>
          </a:p>
          <a:p xmlns:a="http://schemas.openxmlformats.org/drawingml/2006/main">
            <a:r>
              <a:t>packages/coding-agent/test/suite/agent-session-tool-orchestration.test.ts</a:t>
            </a:r>
          </a:p>
          <a:p xmlns:a="http://schemas.openxmlformats.org/drawingml/2006/main">
            <a:r>
              <a:t>packages/coding-agent/test/suite/regressions/10285-mcp-tool-renderers.test.ts</a:t>
            </a:r>
          </a:p>
          <a:p xmlns:a="http://schemas.openxmlformats.org/drawingml/2006/main">
            <a:r>
              <a:t>packages/coding-agent/test/suite/regressions/9068-user-bash-fail-closed.test.ts</a:t>
            </a:r>
          </a:p>
          <a:p xmlns:a="http://schemas.openxmlformats.org/drawingml/2006/main">
            <a:r>
              <a:t>packages/coding-agent/test/tool-execution-component.test.ts</a:t>
            </a:r>
          </a:p>
          <a:p xmlns:a="http://schemas.openxmlformats.org/drawingml/2006/main">
            <a:r>
              <a:t>packages/coding-agent/test/tool-search.test.ts</a:t>
            </a:r>
          </a:p>
          <a:p xmlns:a="http://schemas.openxmlformats.org/drawingml/2006/main">
            <a:r>
              <a:t>packages/coding-agent/test/tools.test.ts</a:t>
            </a:r>
          </a:p>
          <a:p xmlns:a="http://schemas.openxmlformats.org/drawingml/2006/main">
            <a:r>
              <a:t>packages/coding-agent/test/agent-session-auto-compaction-queue.test.ts</a:t>
            </a:r>
          </a:p>
          <a:p xmlns:a="http://schemas.openxmlformats.org/drawingml/2006/main">
            <a:r>
              <a:t>packages/coding-agent/test/agent-session-branching.test.ts</a:t>
            </a:r>
          </a:p>
          <a:p xmlns:a="http://schemas.openxmlformats.org/drawingml/2006/main">
            <a:r>
              <a:t>packages/coding-agent/test/agent-session-compaction.test.ts</a:t>
            </a:r>
          </a:p>
          <a:p xmlns:a="http://schemas.openxmlformats.org/drawingml/2006/main">
            <a:r>
              <a:t>packages/coding-agent/test/agent-session-retry.test.ts</a:t>
            </a:r>
          </a:p>
          <a:p xmlns:a="http://schemas.openxmlformats.org/drawingml/2006/main">
            <a:r>
              <a:t>packages/coding-agent/test/agent-session-stats.test.ts</a:t>
            </a:r>
          </a:p>
          <a:p xmlns:a="http://schemas.openxmlformats.org/drawingml/2006/main">
            <a:r>
              <a:t>packages/coding-agent/test/bug-report.test.ts</a:t>
            </a:r>
          </a:p>
          <a:p xmlns:a="http://schemas.openxmlformats.org/drawingml/2006/main">
            <a:r>
              <a:t>packages/coding-agent/test/footer-width.test.ts</a:t>
            </a:r>
          </a:p>
          <a:p xmlns:a="http://schemas.openxmlformats.org/drawingml/2006/main">
            <a:r>
              <a:t>packages/coding-agent/test/model-resolver.test.ts</a:t>
            </a:r>
          </a:p>
          <a:p xmlns:a="http://schemas.openxmlformats.org/drawingml/2006/main">
            <a:r>
              <a:t>packages/coding-agent/test/program-status-reporter.test.ts</a:t>
            </a:r>
          </a:p>
          <a:p xmlns:a="http://schemas.openxmlformats.org/drawingml/2006/main">
            <a:r>
              <a:t>packages/coding-agent/test/suite/regressions/2860-replaced-session-context.test.ts</a:t>
            </a:r>
          </a:p>
          <a:p xmlns:a="http://schemas.openxmlformats.org/drawingml/2006/main">
            <a:r>
              <a:t>packages/coding-agent/test/suite/regressions/4167-thinking-toggle-pending-tool-render.test.ts</a:t>
            </a:r>
          </a:p>
          <a:p xmlns:a="http://schemas.openxmlformats.org/drawingml/2006/main">
            <a:r>
              <a:t>packages/coding-agent/test/suite/regressions/5943-session-start-notify.test.ts</a:t>
            </a:r>
          </a:p>
          <a:p xmlns:a="http://schemas.openxmlformats.org/drawingml/2006/main">
            <a:r>
              <a:t>packages/coding-agent/test/suite/regressions/7150-rpc-prompt-during-compaction.test.ts</a:t>
            </a:r>
          </a:p>
          <a:p xmlns:a="http://schemas.openxmlformats.org/drawingml/2006/main">
            <a:r>
              <a:t>packages/coding-agent/test/test-harness.ts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源码基线：6cd9d957a9fd50bc504d45b72834ed9dd85a20b6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流程为教学阅读顺序，可选分支不表示每次运行必经。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你希望给项目加入固定约定和可复用提示，同时知道哪些内容真的进入模型。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发现资源并核对来源</a:t>
            </a:r>
          </a:p>
          <a:p xmlns:a="http://schemas.openxmlformats.org/drawingml/2006/main">
            <a:r>
              <a:t>查看 DefaultResourceLoader 的资源发现与来源记录。先分清用户、项目、包和显式 CLI 路径。</a:t>
            </a:r>
          </a:p>
          <a:p xmlns:a="http://schemas.openxmlformats.org/drawingml/2006/main">
            <a:r>
              <a:t>输入：资源目录与配置</a:t>
            </a:r>
          </a:p>
          <a:p xmlns:a="http://schemas.openxmlformats.org/drawingml/2006/main">
            <a:r>
              <a:t>输出：已发现的资源及冲突诊断</a:t>
            </a:r>
          </a:p>
          <a:p xmlns:a="http://schemas.openxmlformats.org/drawingml/2006/main">
            <a:r>
              <a:t>入口线索：DefaultResourceLoader.reload；资源路径设置</a:t>
            </a:r>
          </a:p>
          <a:p xmlns:a="http://schemas.openxmlformats.org/drawingml/2006/main">
            <a:r>
              <a:t>职责：记录来源并处理碰撞；项目资源需遵守信任加载顺序。</a:t>
            </a:r>
          </a:p>
          <a:p xmlns:a="http://schemas.openxmlformats.org/drawingml/2006/main">
            <a:r>
              <a:t>源码：packages/coding-agent/src/core/pi-manifest.ts</a:t>
            </a:r>
          </a:p>
          <a:p xmlns:a="http://schemas.openxmlformats.org/drawingml/2006/main">
            <a:r>
              <a:t>packages/coding-agent/src/core/resource-loader.ts</a:t>
            </a:r>
          </a:p>
          <a:p xmlns:a="http://schemas.openxmlformats.org/drawingml/2006/main">
            <a:r>
              <a:t>packages/coding-agent/src/core/source-info.ts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组装系统提示</a:t>
            </a:r>
          </a:p>
          <a:p xmlns:a="http://schemas.openxmlformats.org/drawingml/2006/main">
            <a:r>
              <a:t>查看 SYSTEM.md、APPEND_SYSTEM.md、上下文文件与工具说明如何影响系统提示。对照信任和同名覆盖规则。</a:t>
            </a:r>
          </a:p>
          <a:p xmlns:a="http://schemas.openxmlformats.org/drawingml/2006/main">
            <a:r>
              <a:t>输入：指令文件与工具环境</a:t>
            </a:r>
          </a:p>
          <a:p xmlns:a="http://schemas.openxmlformats.org/drawingml/2006/main">
            <a:r>
              <a:t>输出：本轮系统提示</a:t>
            </a:r>
          </a:p>
          <a:p xmlns:a="http://schemas.openxmlformats.org/drawingml/2006/main">
            <a:r>
              <a:t>入口线索：--system-prompt；--append-system-prompt</a:t>
            </a:r>
          </a:p>
          <a:p xmlns:a="http://schemas.openxmlformats.org/drawingml/2006/main">
            <a:r>
              <a:t>职责：扩展可变换上下文；模型投影与持久化消息并非完全相同。</a:t>
            </a:r>
          </a:p>
          <a:p xmlns:a="http://schemas.openxmlformats.org/drawingml/2006/main">
            <a:r>
              <a:t>源码：packages/coding-agent/src/core/messages.ts</a:t>
            </a:r>
          </a:p>
          <a:p xmlns:a="http://schemas.openxmlformats.org/drawingml/2006/main">
            <a:r>
              <a:t>packages/coding-agent/src/core/system-prompt.ts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使用技能与提示模板</a:t>
            </a:r>
          </a:p>
          <a:p xmlns:a="http://schemas.openxmlformats.org/drawingml/2006/main">
            <a:r>
              <a:t>比较技能发现、按需正文与提示模板展开。阅读名称冲突、参数替换和手动调用的入口。</a:t>
            </a:r>
          </a:p>
          <a:p xmlns:a="http://schemas.openxmlformats.org/drawingml/2006/main">
            <a:r>
              <a:t>输入：技能名或模板命令</a:t>
            </a:r>
          </a:p>
          <a:p xmlns:a="http://schemas.openxmlformats.org/drawingml/2006/main">
            <a:r>
              <a:t>输出：展开后的用户输入或指导内容</a:t>
            </a:r>
          </a:p>
          <a:p xmlns:a="http://schemas.openxmlformats.org/drawingml/2006/main">
            <a:r>
              <a:t>入口线索：--skill；/skill:name</a:t>
            </a:r>
          </a:p>
          <a:p xmlns:a="http://schemas.openxmlformats.org/drawingml/2006/main">
            <a:r>
              <a:t>职责：技能主要是说明和资源；可执行扩展是另一种机制。</a:t>
            </a:r>
          </a:p>
          <a:p xmlns:a="http://schemas.openxmlformats.org/drawingml/2006/main">
            <a:r>
              <a:t>源码：packages/coding-agent/src/core/skills.ts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4. 刷新并核对实际消息</a:t>
            </a:r>
          </a:p>
          <a:p xmlns:a="http://schemas.openxmlformats.org/drawingml/2006/main">
            <a:r>
              <a:t>修改后沿 /reload 与下一次 prompt 检查展开结果。以最终上下文为证据，避免只看文件保存就认为生效。</a:t>
            </a:r>
          </a:p>
          <a:p xmlns:a="http://schemas.openxmlformats.org/drawingml/2006/main">
            <a:r>
              <a:t>输入：更新后的资源</a:t>
            </a:r>
          </a:p>
          <a:p xmlns:a="http://schemas.openxmlformats.org/drawingml/2006/main">
            <a:r>
              <a:t>输出：实际进入本轮的消息内容</a:t>
            </a:r>
          </a:p>
          <a:p xmlns:a="http://schemas.openxmlformats.org/drawingml/2006/main">
            <a:r>
              <a:t>入口线索：--prompt-template；/模板名</a:t>
            </a:r>
          </a:p>
          <a:p xmlns:a="http://schemas.openxmlformats.org/drawingml/2006/main">
            <a:r>
              <a:t>职责：发生在模型请求组装之前；与系统提示配置分别管理。</a:t>
            </a:r>
          </a:p>
          <a:p xmlns:a="http://schemas.openxmlformats.org/drawingml/2006/main">
            <a:r>
              <a:t>源码：packages/coding-agent/src/core/prompt-templates.ts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失败与恢复：资源发现成功不等于所有正文每轮全部发送。名字冲突、路径、模板参数与项目信任会影响结果。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练习：制作一个不调用模型的模板展开例子，标出参数替换前后的文本，并说明技能与模板的区别。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参考判断：模板主要展开调用文本，技能有自己的发现和加载语义；是否进入当前请求应以资源加载和消息组装结果确认。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功能编号：CFG-05, CFG-06, CFG-07, CFG-08, CFG-09, CFG-10, CFG-11, CFG-12, CFG-13, CFG-14, CFG-15, CFG-16, CFG-17, EXT-04, OTH-45, OTH-48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文档来源：</a:t>
            </a:r>
          </a:p>
          <a:p xmlns:a="http://schemas.openxmlformats.org/drawingml/2006/main">
            <a:r>
              <a:t>packages/coding-agent/docs/cli.md</a:t>
            </a:r>
          </a:p>
          <a:p xmlns:a="http://schemas.openxmlformats.org/drawingml/2006/main">
            <a:r>
              <a:t>packages/coding-agent/examples/extensions/README.md</a:t>
            </a:r>
          </a:p>
          <a:p xmlns:a="http://schemas.openxmlformats.org/drawingml/2006/main">
            <a:r>
              <a:t>packages/coding-agent/docs/configuration.md</a:t>
            </a:r>
          </a:p>
          <a:p xmlns:a="http://schemas.openxmlformats.org/drawingml/2006/main">
            <a:r>
              <a:t>packages/coding-agent/docs/settings.md</a:t>
            </a:r>
          </a:p>
          <a:p xmlns:a="http://schemas.openxmlformats.org/drawingml/2006/main">
            <a:r>
              <a:t>packages/coding-agent/CHANGELOG.md</a:t>
            </a:r>
          </a:p>
          <a:p xmlns:a="http://schemas.openxmlformats.org/drawingml/2006/main">
            <a:r>
              <a:t>packages/coding-agent/docs/slash-commands.md</a:t>
            </a:r>
          </a:p>
          <a:p xmlns:a="http://schemas.openxmlformats.org/drawingml/2006/main">
            <a:r>
              <a:t>packages/coding-agent/docs/skills.md</a:t>
            </a:r>
          </a:p>
          <a:p xmlns:a="http://schemas.openxmlformats.org/drawingml/2006/main">
            <a:r>
              <a:t>packages/coding-agent/docs/prompt-templates.md</a:t>
            </a:r>
          </a:p>
          <a:p xmlns:a="http://schemas.openxmlformats.org/drawingml/2006/main">
            <a:r>
              <a:t>packages/coding-agent/docs/extensions.md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关联测试阅读线索（未在演示文稿中执行）：</a:t>
            </a:r>
          </a:p>
          <a:p xmlns:a="http://schemas.openxmlformats.org/drawingml/2006/main">
            <a:r>
              <a:t>packages/coding-agent/test/agent-session-dynamic-provider.test.ts</a:t>
            </a:r>
          </a:p>
          <a:p xmlns:a="http://schemas.openxmlformats.org/drawingml/2006/main">
            <a:r>
              <a:t>packages/coding-agent/test/agent-session-dynamic-tools.test.ts</a:t>
            </a:r>
          </a:p>
          <a:p xmlns:a="http://schemas.openxmlformats.org/drawingml/2006/main">
            <a:r>
              <a:t>packages/coding-agent/test/builtin-tool-strict-mode.test.ts</a:t>
            </a:r>
          </a:p>
          <a:p xmlns:a="http://schemas.openxmlformats.org/drawingml/2006/main">
            <a:r>
              <a:t>packages/coding-agent/test/default-tools-setting.test.ts</a:t>
            </a:r>
          </a:p>
          <a:p xmlns:a="http://schemas.openxmlformats.org/drawingml/2006/main">
            <a:r>
              <a:t>packages/coding-agent/test/resource-loader-theme.test.ts</a:t>
            </a:r>
          </a:p>
          <a:p xmlns:a="http://schemas.openxmlformats.org/drawingml/2006/main">
            <a:r>
              <a:t>packages/coding-agent/test/resource-loader.test.ts</a:t>
            </a:r>
          </a:p>
          <a:p xmlns:a="http://schemas.openxmlformats.org/drawingml/2006/main">
            <a:r>
              <a:t>packages/coding-agent/test/sdk-codex-cache-probe-tool-loop.ts</a:t>
            </a:r>
          </a:p>
          <a:p xmlns:a="http://schemas.openxmlformats.org/drawingml/2006/main">
            <a:r>
              <a:t>packages/coding-agent/test/sdk-skills.test.ts</a:t>
            </a:r>
          </a:p>
          <a:p xmlns:a="http://schemas.openxmlformats.org/drawingml/2006/main">
            <a:r>
              <a:t>packages/coding-agent/test/sdk-stream-options.test.ts</a:t>
            </a:r>
          </a:p>
          <a:p xmlns:a="http://schemas.openxmlformats.org/drawingml/2006/main">
            <a:r>
              <a:t>packages/coding-agent/test/suite/regressions/2781-skill-collision-precedence.test.ts</a:t>
            </a:r>
          </a:p>
          <a:p xmlns:a="http://schemas.openxmlformats.org/drawingml/2006/main">
            <a:r>
              <a:t>packages/coding-agent/test/suite/regressions/2835-tools-allowlist-filters-extension-tools.test.ts</a:t>
            </a:r>
          </a:p>
          <a:p xmlns:a="http://schemas.openxmlformats.org/drawingml/2006/main">
            <a:r>
              <a:t>packages/coding-agent/test/suite/regressions/3592-no-builtin-tools-keeps-extension-tools.test.ts</a:t>
            </a:r>
          </a:p>
          <a:p xmlns:a="http://schemas.openxmlformats.org/drawingml/2006/main">
            <a:r>
              <a:t>packages/coding-agent/test/suite/regressions/3616-settings-inmemory-reload.test.ts</a:t>
            </a:r>
          </a:p>
          <a:p xmlns:a="http://schemas.openxmlformats.org/drawingml/2006/main">
            <a:r>
              <a:t>packages/coding-agent/test/suite/regressions/6260-inline-extension-naming.test.ts</a:t>
            </a:r>
          </a:p>
          <a:p xmlns:a="http://schemas.openxmlformats.org/drawingml/2006/main">
            <a:r>
              <a:t>packages/coding-agent/test/suite/regressions/extension-factory-cache.test.ts</a:t>
            </a:r>
          </a:p>
          <a:p xmlns:a="http://schemas.openxmlformats.org/drawingml/2006/main">
            <a:r>
              <a:t>packages/coding-agent/test/tool-renderer-examples.test.ts</a:t>
            </a:r>
          </a:p>
          <a:p xmlns:a="http://schemas.openxmlformats.org/drawingml/2006/main">
            <a:r>
              <a:t>packages/coding-agent/test/utilities.ts</a:t>
            </a:r>
          </a:p>
          <a:p xmlns:a="http://schemas.openxmlformats.org/drawingml/2006/main">
            <a:r>
              <a:t>packages/coding-agent/test/compaction-extensions.test.ts</a:t>
            </a:r>
          </a:p>
          <a:p xmlns:a="http://schemas.openxmlformats.org/drawingml/2006/main">
            <a:r>
              <a:t>packages/coding-agent/test/interactive-mode-status.test.ts</a:t>
            </a:r>
          </a:p>
          <a:p xmlns:a="http://schemas.openxmlformats.org/drawingml/2006/main">
            <a:r>
              <a:t>packages/coding-agent/test/skills.test.ts</a:t>
            </a:r>
          </a:p>
          <a:p xmlns:a="http://schemas.openxmlformats.org/drawingml/2006/main">
            <a:r>
              <a:t>packages/coding-agent/test/suite/agent-session-prompt.test.ts</a:t>
            </a:r>
          </a:p>
          <a:p xmlns:a="http://schemas.openxmlformats.org/drawingml/2006/main">
            <a:r>
              <a:t>packages/coding-agent/test/system-prompt.test.ts</a:t>
            </a:r>
          </a:p>
          <a:p xmlns:a="http://schemas.openxmlformats.org/drawingml/2006/main">
            <a:r>
              <a:t>packages/coding-agent/test/custom-message.test.ts</a:t>
            </a:r>
          </a:p>
          <a:p xmlns:a="http://schemas.openxmlformats.org/drawingml/2006/main">
            <a:r>
              <a:t>packages/coding-agent/test/suite/harness.ts</a:t>
            </a:r>
          </a:p>
          <a:p xmlns:a="http://schemas.openxmlformats.org/drawingml/2006/main">
            <a:r>
              <a:t>packages/coding-agent/test/suite/regressions/5596-missing-theme-export.test.ts</a:t>
            </a:r>
          </a:p>
          <a:p xmlns:a="http://schemas.openxmlformats.org/drawingml/2006/main">
            <a:r>
              <a:t>packages/coding-agent/test/suite/regressions/8537-custom-message-tool-result-ordering.test.ts</a:t>
            </a:r>
          </a:p>
          <a:p xmlns:a="http://schemas.openxmlformats.org/drawingml/2006/main">
            <a:r>
              <a:t>packages/coding-agent/test/agent-session-concurrent.test.ts</a:t>
            </a:r>
          </a:p>
          <a:p xmlns:a="http://schemas.openxmlformats.org/drawingml/2006/main">
            <a:r>
              <a:t>packages/coding-agent/test/extensions-runner.test.ts</a:t>
            </a:r>
          </a:p>
          <a:p xmlns:a="http://schemas.openxmlformats.org/drawingml/2006/main">
            <a:r>
              <a:t>packages/coding-agent/test/system-prompt-updates.test.ts</a:t>
            </a:r>
          </a:p>
          <a:p xmlns:a="http://schemas.openxmlformats.org/drawingml/2006/main">
            <a:r>
              <a:t>packages/evals/test/harness.test.ts</a:t>
            </a:r>
          </a:p>
          <a:p xmlns:a="http://schemas.openxmlformats.org/drawingml/2006/main">
            <a:r>
              <a:t>packages/coding-agent/test/prompt-templates.test.ts</a:t>
            </a:r>
          </a:p>
          <a:p xmlns:a="http://schemas.openxmlformats.org/drawingml/2006/main">
            <a:r>
              <a:t>packages/coding-agent/test/cache-warmer.test.ts</a:t>
            </a:r>
          </a:p>
          <a:p xmlns:a="http://schemas.openxmlformats.org/drawingml/2006/main">
            <a:r>
              <a:t>packages/coding-agent/test/llama-extension.test.ts</a:t>
            </a:r>
          </a:p>
          <a:p xmlns:a="http://schemas.openxmlformats.org/drawingml/2006/main">
            <a:r>
              <a:t>packages/coding-agent/test/suite/regressions/7193-event-bus-lifecycle.test.ts</a:t>
            </a:r>
          </a:p>
          <a:p xmlns:a="http://schemas.openxmlformats.org/drawingml/2006/main">
            <a:r>
              <a:t>packages/coding-agent/test/suite/regressions/8423-extension-factory-failure.test.ts</a:t>
            </a:r>
          </a:p>
          <a:p xmlns:a="http://schemas.openxmlformats.org/drawingml/2006/main">
            <a:r>
              <a:t>packages/coding-agent/test/compaction-extensions-example.test.ts</a:t>
            </a:r>
          </a:p>
          <a:p xmlns:a="http://schemas.openxmlformats.org/drawingml/2006/main">
            <a:r>
              <a:t>packages/coding-agent/test/git-merge-and-resolve-extension.test.ts</a:t>
            </a:r>
          </a:p>
          <a:p xmlns:a="http://schemas.openxmlformats.org/drawingml/2006/main">
            <a:r>
              <a:t>packages/coding-agent/test/input-transform-streaming-example.test.ts</a:t>
            </a:r>
          </a:p>
          <a:p xmlns:a="http://schemas.openxmlformats.org/drawingml/2006/main">
            <a:r>
              <a:t>packages/coding-agent/test/plan-mode-extension.test.ts</a:t>
            </a:r>
          </a:p>
          <a:p xmlns:a="http://schemas.openxmlformats.org/drawingml/2006/main">
            <a:r>
              <a:t>packages/coding-agent/test/rpc-prompt-response-semantics.test.ts</a:t>
            </a:r>
          </a:p>
          <a:p xmlns:a="http://schemas.openxmlformats.org/drawingml/2006/main">
            <a:r>
              <a:t>packages/coding-agent/test/suite/agent-session-compaction-model-overrides.test.ts</a:t>
            </a:r>
          </a:p>
          <a:p xmlns:a="http://schemas.openxmlformats.org/drawingml/2006/main">
            <a:r>
              <a:t>packages/coding-agent/test/suite/regressions/8261-subagent-project-trust.test.ts</a:t>
            </a:r>
          </a:p>
          <a:p xmlns:a="http://schemas.openxmlformats.org/drawingml/2006/main">
            <a:r>
              <a:t>packages/coding-agent/test/suite/virtual-models.test.ts</a:t>
            </a:r>
          </a:p>
          <a:p xmlns:a="http://schemas.openxmlformats.org/drawingml/2006/main">
            <a:r>
              <a:t>packages/coding-agent/test/trigger-compact-extension.test.ts</a:t>
            </a:r>
          </a:p>
          <a:p xmlns:a="http://schemas.openxmlformats.org/drawingml/2006/main">
            <a:r>
              <a:t>packages/coding-agent/test/extensions-discovery.test.ts</a:t>
            </a:r>
          </a:p>
          <a:p xmlns:a="http://schemas.openxmlformats.org/drawingml/2006/main">
            <a:r>
              <a:t>packages/coding-agent/test/extensions-input-event.test.ts</a:t>
            </a:r>
          </a:p>
          <a:p xmlns:a="http://schemas.openxmlformats.org/drawingml/2006/main">
            <a:r>
              <a:t>packages/coding-agent/test/suite/regressions/8237-node-sea-extension-loading.test.ts</a:t>
            </a:r>
          </a:p>
          <a:p xmlns:a="http://schemas.openxmlformats.org/drawingml/2006/main">
            <a:r>
              <a:t>packages/coding-agent/test/suite/regressions/9540-extension-loader-lazy.test.ts</a:t>
            </a:r>
          </a:p>
          <a:p xmlns:a="http://schemas.openxmlformats.org/drawingml/2006/main">
            <a:r>
              <a:t>packages/coding-agent/test/suite/agent-session-mcp-oauth.test.ts</a:t>
            </a:r>
          </a:p>
          <a:p xmlns:a="http://schemas.openxmlformats.org/drawingml/2006/main">
            <a:r>
              <a:t>packages/coding-agent/test/codemode-renderer.test.ts</a:t>
            </a:r>
          </a:p>
          <a:p xmlns:a="http://schemas.openxmlformats.org/drawingml/2006/main">
            <a:r>
              <a:t>packages/coding-agent/test/edit-tool-legacy-input.test.ts</a:t>
            </a:r>
          </a:p>
          <a:p xmlns:a="http://schemas.openxmlformats.org/drawingml/2006/main">
            <a:r>
              <a:t>packages/coding-agent/test/export-html-whitespace.test.ts</a:t>
            </a:r>
          </a:p>
          <a:p xmlns:a="http://schemas.openxmlformats.org/drawingml/2006/main">
            <a:r>
              <a:t>packages/coding-agent/test/export-jsonl-share.test.ts</a:t>
            </a:r>
          </a:p>
          <a:p xmlns:a="http://schemas.openxmlformats.org/drawingml/2006/main">
            <a:r>
              <a:t>packages/coding-agent/test/image-resize-callers.test.ts</a:t>
            </a:r>
          </a:p>
          <a:p xmlns:a="http://schemas.openxmlformats.org/drawingml/2006/main">
            <a:r>
              <a:t>packages/coding-agent/test/mermaid.test.ts</a:t>
            </a:r>
          </a:p>
          <a:p xmlns:a="http://schemas.openxmlformats.org/drawingml/2006/main">
            <a:r>
              <a:t>packages/coding-agent/test/output-pad.test.ts</a:t>
            </a:r>
          </a:p>
          <a:p xmlns:a="http://schemas.openxmlformats.org/drawingml/2006/main">
            <a:r>
              <a:t>packages/coding-agent/test/suite/agent-session-codemode.test.ts</a:t>
            </a:r>
          </a:p>
          <a:p xmlns:a="http://schemas.openxmlformats.org/drawingml/2006/main">
            <a:r>
              <a:t>packages/coding-agent/test/suite/agent-session-mcp.test.ts</a:t>
            </a:r>
          </a:p>
          <a:p xmlns:a="http://schemas.openxmlformats.org/drawingml/2006/main">
            <a:r>
              <a:t>packages/coding-agent/test/suite/agent-session-tool-orchestration.test.ts</a:t>
            </a:r>
          </a:p>
          <a:p xmlns:a="http://schemas.openxmlformats.org/drawingml/2006/main">
            <a:r>
              <a:t>packages/coding-agent/test/suite/regressions/10285-mcp-tool-renderers.test.ts</a:t>
            </a:r>
          </a:p>
          <a:p xmlns:a="http://schemas.openxmlformats.org/drawingml/2006/main">
            <a:r>
              <a:t>packages/coding-agent/test/suite/regressions/9068-user-bash-fail-closed.test.ts</a:t>
            </a:r>
          </a:p>
          <a:p xmlns:a="http://schemas.openxmlformats.org/drawingml/2006/main">
            <a:r>
              <a:t>packages/coding-agent/test/tool-execution-component.test.ts</a:t>
            </a:r>
          </a:p>
          <a:p xmlns:a="http://schemas.openxmlformats.org/drawingml/2006/main">
            <a:r>
              <a:t>packages/coding-agent/test/tool-search.test.ts</a:t>
            </a:r>
          </a:p>
          <a:p xmlns:a="http://schemas.openxmlformats.org/drawingml/2006/main">
            <a:r>
              <a:t>packages/coding-agent/test/tools.test.ts</a:t>
            </a:r>
          </a:p>
          <a:p xmlns:a="http://schemas.openxmlformats.org/drawingml/2006/main">
            <a:r>
              <a:t>packages/coding-agent/test/agent-session-auto-compaction-queue.test.ts</a:t>
            </a:r>
          </a:p>
          <a:p xmlns:a="http://schemas.openxmlformats.org/drawingml/2006/main">
            <a:r>
              <a:t>packages/coding-agent/test/agent-session-branching.test.ts</a:t>
            </a:r>
          </a:p>
          <a:p xmlns:a="http://schemas.openxmlformats.org/drawingml/2006/main">
            <a:r>
              <a:t>packages/coding-agent/test/agent-session-compaction.test.ts</a:t>
            </a:r>
          </a:p>
          <a:p xmlns:a="http://schemas.openxmlformats.org/drawingml/2006/main">
            <a:r>
              <a:t>packages/coding-agent/test/agent-session-retry.test.ts</a:t>
            </a:r>
          </a:p>
          <a:p xmlns:a="http://schemas.openxmlformats.org/drawingml/2006/main">
            <a:r>
              <a:t>packages/coding-agent/test/agent-session-stats.test.ts</a:t>
            </a:r>
          </a:p>
          <a:p xmlns:a="http://schemas.openxmlformats.org/drawingml/2006/main">
            <a:r>
              <a:t>packages/coding-agent/test/bug-report.test.ts</a:t>
            </a:r>
          </a:p>
          <a:p xmlns:a="http://schemas.openxmlformats.org/drawingml/2006/main">
            <a:r>
              <a:t>packages/coding-agent/test/footer-width.test.ts</a:t>
            </a:r>
          </a:p>
          <a:p xmlns:a="http://schemas.openxmlformats.org/drawingml/2006/main">
            <a:r>
              <a:t>packages/coding-agent/test/model-resolver.test.ts</a:t>
            </a:r>
          </a:p>
          <a:p xmlns:a="http://schemas.openxmlformats.org/drawingml/2006/main">
            <a:r>
              <a:t>packages/coding-agent/test/program-status-reporter.test.ts</a:t>
            </a:r>
          </a:p>
          <a:p xmlns:a="http://schemas.openxmlformats.org/drawingml/2006/main">
            <a:r>
              <a:t>packages/coding-agent/test/suite/regressions/2860-replaced-session-context.test.ts</a:t>
            </a:r>
          </a:p>
          <a:p xmlns:a="http://schemas.openxmlformats.org/drawingml/2006/main">
            <a:r>
              <a:t>packages/coding-agent/test/suite/regressions/4167-thinking-toggle-pending-tool-render.test.ts</a:t>
            </a:r>
          </a:p>
          <a:p xmlns:a="http://schemas.openxmlformats.org/drawingml/2006/main">
            <a:r>
              <a:t>packages/coding-agent/test/suite/regressions/5943-session-start-notify.test.ts</a:t>
            </a:r>
          </a:p>
          <a:p xmlns:a="http://schemas.openxmlformats.org/drawingml/2006/main">
            <a:r>
              <a:t>packages/coding-agent/test/suite/regressions/7150-rpc-prompt-during-compaction.test.ts</a:t>
            </a:r>
          </a:p>
          <a:p xmlns:a="http://schemas.openxmlformats.org/drawingml/2006/main">
            <a:r>
              <a:t>packages/coding-agent/test/test-harness.ts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源码基线：6cd9d957a9fd50bc504d45b72834ed9dd85a20b6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流程为教学阅读顺序，可选分支不表示每次运行必经。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你希望给项目加入固定约定和可复用提示，同时知道哪些内容真的进入模型。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发现资源并核对来源</a:t>
            </a:r>
          </a:p>
          <a:p xmlns:a="http://schemas.openxmlformats.org/drawingml/2006/main">
            <a:r>
              <a:t>查看 DefaultResourceLoader 的资源发现与来源记录。先分清用户、项目、包和显式 CLI 路径。</a:t>
            </a:r>
          </a:p>
          <a:p xmlns:a="http://schemas.openxmlformats.org/drawingml/2006/main">
            <a:r>
              <a:t>输入：资源目录与配置</a:t>
            </a:r>
          </a:p>
          <a:p xmlns:a="http://schemas.openxmlformats.org/drawingml/2006/main">
            <a:r>
              <a:t>输出：已发现的资源及冲突诊断</a:t>
            </a:r>
          </a:p>
          <a:p xmlns:a="http://schemas.openxmlformats.org/drawingml/2006/main">
            <a:r>
              <a:t>入口线索：DefaultResourceLoader.reload；资源路径设置</a:t>
            </a:r>
          </a:p>
          <a:p xmlns:a="http://schemas.openxmlformats.org/drawingml/2006/main">
            <a:r>
              <a:t>职责：记录来源并处理碰撞；项目资源需遵守信任加载顺序。</a:t>
            </a:r>
          </a:p>
          <a:p xmlns:a="http://schemas.openxmlformats.org/drawingml/2006/main">
            <a:r>
              <a:t>源码：packages/coding-agent/src/core/pi-manifest.ts</a:t>
            </a:r>
          </a:p>
          <a:p xmlns:a="http://schemas.openxmlformats.org/drawingml/2006/main">
            <a:r>
              <a:t>packages/coding-agent/src/core/resource-loader.ts</a:t>
            </a:r>
          </a:p>
          <a:p xmlns:a="http://schemas.openxmlformats.org/drawingml/2006/main">
            <a:r>
              <a:t>packages/coding-agent/src/core/source-info.ts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组装系统提示</a:t>
            </a:r>
          </a:p>
          <a:p xmlns:a="http://schemas.openxmlformats.org/drawingml/2006/main">
            <a:r>
              <a:t>查看 SYSTEM.md、APPEND_SYSTEM.md、上下文文件与工具说明如何影响系统提示。对照信任和同名覆盖规则。</a:t>
            </a:r>
          </a:p>
          <a:p xmlns:a="http://schemas.openxmlformats.org/drawingml/2006/main">
            <a:r>
              <a:t>输入：指令文件与工具环境</a:t>
            </a:r>
          </a:p>
          <a:p xmlns:a="http://schemas.openxmlformats.org/drawingml/2006/main">
            <a:r>
              <a:t>输出：本轮系统提示</a:t>
            </a:r>
          </a:p>
          <a:p xmlns:a="http://schemas.openxmlformats.org/drawingml/2006/main">
            <a:r>
              <a:t>入口线索：--system-prompt；--append-system-prompt</a:t>
            </a:r>
          </a:p>
          <a:p xmlns:a="http://schemas.openxmlformats.org/drawingml/2006/main">
            <a:r>
              <a:t>职责：扩展可变换上下文；模型投影与持久化消息并非完全相同。</a:t>
            </a:r>
          </a:p>
          <a:p xmlns:a="http://schemas.openxmlformats.org/drawingml/2006/main">
            <a:r>
              <a:t>源码：packages/coding-agent/src/core/messages.ts</a:t>
            </a:r>
          </a:p>
          <a:p xmlns:a="http://schemas.openxmlformats.org/drawingml/2006/main">
            <a:r>
              <a:t>packages/coding-agent/src/core/system-prompt.ts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使用技能与提示模板</a:t>
            </a:r>
          </a:p>
          <a:p xmlns:a="http://schemas.openxmlformats.org/drawingml/2006/main">
            <a:r>
              <a:t>比较技能发现、按需正文与提示模板展开。阅读名称冲突、参数替换和手动调用的入口。</a:t>
            </a:r>
          </a:p>
          <a:p xmlns:a="http://schemas.openxmlformats.org/drawingml/2006/main">
            <a:r>
              <a:t>输入：技能名或模板命令</a:t>
            </a:r>
          </a:p>
          <a:p xmlns:a="http://schemas.openxmlformats.org/drawingml/2006/main">
            <a:r>
              <a:t>输出：展开后的用户输入或指导内容</a:t>
            </a:r>
          </a:p>
          <a:p xmlns:a="http://schemas.openxmlformats.org/drawingml/2006/main">
            <a:r>
              <a:t>入口线索：--skill；/skill:name</a:t>
            </a:r>
          </a:p>
          <a:p xmlns:a="http://schemas.openxmlformats.org/drawingml/2006/main">
            <a:r>
              <a:t>职责：技能主要是说明和资源；可执行扩展是另一种机制。</a:t>
            </a:r>
          </a:p>
          <a:p xmlns:a="http://schemas.openxmlformats.org/drawingml/2006/main">
            <a:r>
              <a:t>源码：packages/coding-agent/src/core/skills.ts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4. 刷新并核对实际消息</a:t>
            </a:r>
          </a:p>
          <a:p xmlns:a="http://schemas.openxmlformats.org/drawingml/2006/main">
            <a:r>
              <a:t>修改后沿 /reload 与下一次 prompt 检查展开结果。以最终上下文为证据，避免只看文件保存就认为生效。</a:t>
            </a:r>
          </a:p>
          <a:p xmlns:a="http://schemas.openxmlformats.org/drawingml/2006/main">
            <a:r>
              <a:t>输入：更新后的资源</a:t>
            </a:r>
          </a:p>
          <a:p xmlns:a="http://schemas.openxmlformats.org/drawingml/2006/main">
            <a:r>
              <a:t>输出：实际进入本轮的消息内容</a:t>
            </a:r>
          </a:p>
          <a:p xmlns:a="http://schemas.openxmlformats.org/drawingml/2006/main">
            <a:r>
              <a:t>入口线索：--prompt-template；/模板名</a:t>
            </a:r>
          </a:p>
          <a:p xmlns:a="http://schemas.openxmlformats.org/drawingml/2006/main">
            <a:r>
              <a:t>职责：发生在模型请求组装之前；与系统提示配置分别管理。</a:t>
            </a:r>
          </a:p>
          <a:p xmlns:a="http://schemas.openxmlformats.org/drawingml/2006/main">
            <a:r>
              <a:t>源码：packages/coding-agent/src/core/prompt-templates.ts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失败与恢复：资源发现成功不等于所有正文每轮全部发送。名字冲突、路径、模板参数与项目信任会影响结果。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练习：制作一个不调用模型的模板展开例子，标出参数替换前后的文本，并说明技能与模板的区别。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参考判断：模板主要展开调用文本，技能有自己的发现和加载语义；是否进入当前请求应以资源加载和消息组装结果确认。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功能编号：CFG-05, CFG-06, CFG-07, CFG-08, CFG-09, CFG-10, CFG-11, CFG-12, CFG-13, CFG-14, CFG-15, CFG-16, CFG-17, EXT-04, OTH-45, OTH-48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文档来源：</a:t>
            </a:r>
          </a:p>
          <a:p xmlns:a="http://schemas.openxmlformats.org/drawingml/2006/main">
            <a:r>
              <a:t>packages/coding-agent/docs/cli.md</a:t>
            </a:r>
          </a:p>
          <a:p xmlns:a="http://schemas.openxmlformats.org/drawingml/2006/main">
            <a:r>
              <a:t>packages/coding-agent/examples/extensions/README.md</a:t>
            </a:r>
          </a:p>
          <a:p xmlns:a="http://schemas.openxmlformats.org/drawingml/2006/main">
            <a:r>
              <a:t>packages/coding-agent/docs/configuration.md</a:t>
            </a:r>
          </a:p>
          <a:p xmlns:a="http://schemas.openxmlformats.org/drawingml/2006/main">
            <a:r>
              <a:t>packages/coding-agent/docs/settings.md</a:t>
            </a:r>
          </a:p>
          <a:p xmlns:a="http://schemas.openxmlformats.org/drawingml/2006/main">
            <a:r>
              <a:t>packages/coding-agent/CHANGELOG.md</a:t>
            </a:r>
          </a:p>
          <a:p xmlns:a="http://schemas.openxmlformats.org/drawingml/2006/main">
            <a:r>
              <a:t>packages/coding-agent/docs/slash-commands.md</a:t>
            </a:r>
          </a:p>
          <a:p xmlns:a="http://schemas.openxmlformats.org/drawingml/2006/main">
            <a:r>
              <a:t>packages/coding-agent/docs/skills.md</a:t>
            </a:r>
          </a:p>
          <a:p xmlns:a="http://schemas.openxmlformats.org/drawingml/2006/main">
            <a:r>
              <a:t>packages/coding-agent/docs/prompt-templates.md</a:t>
            </a:r>
          </a:p>
          <a:p xmlns:a="http://schemas.openxmlformats.org/drawingml/2006/main">
            <a:r>
              <a:t>packages/coding-agent/docs/extensions.md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关联测试阅读线索（未在演示文稿中执行）：</a:t>
            </a:r>
          </a:p>
          <a:p xmlns:a="http://schemas.openxmlformats.org/drawingml/2006/main">
            <a:r>
              <a:t>packages/coding-agent/test/agent-session-dynamic-provider.test.ts</a:t>
            </a:r>
          </a:p>
          <a:p xmlns:a="http://schemas.openxmlformats.org/drawingml/2006/main">
            <a:r>
              <a:t>packages/coding-agent/test/agent-session-dynamic-tools.test.ts</a:t>
            </a:r>
          </a:p>
          <a:p xmlns:a="http://schemas.openxmlformats.org/drawingml/2006/main">
            <a:r>
              <a:t>packages/coding-agent/test/builtin-tool-strict-mode.test.ts</a:t>
            </a:r>
          </a:p>
          <a:p xmlns:a="http://schemas.openxmlformats.org/drawingml/2006/main">
            <a:r>
              <a:t>packages/coding-agent/test/default-tools-setting.test.ts</a:t>
            </a:r>
          </a:p>
          <a:p xmlns:a="http://schemas.openxmlformats.org/drawingml/2006/main">
            <a:r>
              <a:t>packages/coding-agent/test/resource-loader-theme.test.ts</a:t>
            </a:r>
          </a:p>
          <a:p xmlns:a="http://schemas.openxmlformats.org/drawingml/2006/main">
            <a:r>
              <a:t>packages/coding-agent/test/resource-loader.test.ts</a:t>
            </a:r>
          </a:p>
          <a:p xmlns:a="http://schemas.openxmlformats.org/drawingml/2006/main">
            <a:r>
              <a:t>packages/coding-agent/test/sdk-codex-cache-probe-tool-loop.ts</a:t>
            </a:r>
          </a:p>
          <a:p xmlns:a="http://schemas.openxmlformats.org/drawingml/2006/main">
            <a:r>
              <a:t>packages/coding-agent/test/sdk-skills.test.ts</a:t>
            </a:r>
          </a:p>
          <a:p xmlns:a="http://schemas.openxmlformats.org/drawingml/2006/main">
            <a:r>
              <a:t>packages/coding-agent/test/sdk-stream-options.test.ts</a:t>
            </a:r>
          </a:p>
          <a:p xmlns:a="http://schemas.openxmlformats.org/drawingml/2006/main">
            <a:r>
              <a:t>packages/coding-agent/test/suite/regressions/2781-skill-collision-precedence.test.ts</a:t>
            </a:r>
          </a:p>
          <a:p xmlns:a="http://schemas.openxmlformats.org/drawingml/2006/main">
            <a:r>
              <a:t>packages/coding-agent/test/suite/regressions/2835-tools-allowlist-filters-extension-tools.test.ts</a:t>
            </a:r>
          </a:p>
          <a:p xmlns:a="http://schemas.openxmlformats.org/drawingml/2006/main">
            <a:r>
              <a:t>packages/coding-agent/test/suite/regressions/3592-no-builtin-tools-keeps-extension-tools.test.ts</a:t>
            </a:r>
          </a:p>
          <a:p xmlns:a="http://schemas.openxmlformats.org/drawingml/2006/main">
            <a:r>
              <a:t>packages/coding-agent/test/suite/regressions/3616-settings-inmemory-reload.test.ts</a:t>
            </a:r>
          </a:p>
          <a:p xmlns:a="http://schemas.openxmlformats.org/drawingml/2006/main">
            <a:r>
              <a:t>packages/coding-agent/test/suite/regressions/6260-inline-extension-naming.test.ts</a:t>
            </a:r>
          </a:p>
          <a:p xmlns:a="http://schemas.openxmlformats.org/drawingml/2006/main">
            <a:r>
              <a:t>packages/coding-agent/test/suite/regressions/extension-factory-cache.test.ts</a:t>
            </a:r>
          </a:p>
          <a:p xmlns:a="http://schemas.openxmlformats.org/drawingml/2006/main">
            <a:r>
              <a:t>packages/coding-agent/test/tool-renderer-examples.test.ts</a:t>
            </a:r>
          </a:p>
          <a:p xmlns:a="http://schemas.openxmlformats.org/drawingml/2006/main">
            <a:r>
              <a:t>packages/coding-agent/test/utilities.ts</a:t>
            </a:r>
          </a:p>
          <a:p xmlns:a="http://schemas.openxmlformats.org/drawingml/2006/main">
            <a:r>
              <a:t>packages/coding-agent/test/compaction-extensions.test.ts</a:t>
            </a:r>
          </a:p>
          <a:p xmlns:a="http://schemas.openxmlformats.org/drawingml/2006/main">
            <a:r>
              <a:t>packages/coding-agent/test/interactive-mode-status.test.ts</a:t>
            </a:r>
          </a:p>
          <a:p xmlns:a="http://schemas.openxmlformats.org/drawingml/2006/main">
            <a:r>
              <a:t>packages/coding-agent/test/skills.test.ts</a:t>
            </a:r>
          </a:p>
          <a:p xmlns:a="http://schemas.openxmlformats.org/drawingml/2006/main">
            <a:r>
              <a:t>packages/coding-agent/test/suite/agent-session-prompt.test.ts</a:t>
            </a:r>
          </a:p>
          <a:p xmlns:a="http://schemas.openxmlformats.org/drawingml/2006/main">
            <a:r>
              <a:t>packages/coding-agent/test/system-prompt.test.ts</a:t>
            </a:r>
          </a:p>
          <a:p xmlns:a="http://schemas.openxmlformats.org/drawingml/2006/main">
            <a:r>
              <a:t>packages/coding-agent/test/custom-message.test.ts</a:t>
            </a:r>
          </a:p>
          <a:p xmlns:a="http://schemas.openxmlformats.org/drawingml/2006/main">
            <a:r>
              <a:t>packages/coding-agent/test/suite/harness.ts</a:t>
            </a:r>
          </a:p>
          <a:p xmlns:a="http://schemas.openxmlformats.org/drawingml/2006/main">
            <a:r>
              <a:t>packages/coding-agent/test/suite/regressions/5596-missing-theme-export.test.ts</a:t>
            </a:r>
          </a:p>
          <a:p xmlns:a="http://schemas.openxmlformats.org/drawingml/2006/main">
            <a:r>
              <a:t>packages/coding-agent/test/suite/regressions/8537-custom-message-tool-result-ordering.test.ts</a:t>
            </a:r>
          </a:p>
          <a:p xmlns:a="http://schemas.openxmlformats.org/drawingml/2006/main">
            <a:r>
              <a:t>packages/coding-agent/test/agent-session-concurrent.test.ts</a:t>
            </a:r>
          </a:p>
          <a:p xmlns:a="http://schemas.openxmlformats.org/drawingml/2006/main">
            <a:r>
              <a:t>packages/coding-agent/test/extensions-runner.test.ts</a:t>
            </a:r>
          </a:p>
          <a:p xmlns:a="http://schemas.openxmlformats.org/drawingml/2006/main">
            <a:r>
              <a:t>packages/coding-agent/test/system-prompt-updates.test.ts</a:t>
            </a:r>
          </a:p>
          <a:p xmlns:a="http://schemas.openxmlformats.org/drawingml/2006/main">
            <a:r>
              <a:t>packages/evals/test/harness.test.ts</a:t>
            </a:r>
          </a:p>
          <a:p xmlns:a="http://schemas.openxmlformats.org/drawingml/2006/main">
            <a:r>
              <a:t>packages/coding-agent/test/prompt-templates.test.ts</a:t>
            </a:r>
          </a:p>
          <a:p xmlns:a="http://schemas.openxmlformats.org/drawingml/2006/main">
            <a:r>
              <a:t>packages/coding-agent/test/cache-warmer.test.ts</a:t>
            </a:r>
          </a:p>
          <a:p xmlns:a="http://schemas.openxmlformats.org/drawingml/2006/main">
            <a:r>
              <a:t>packages/coding-agent/test/llama-extension.test.ts</a:t>
            </a:r>
          </a:p>
          <a:p xmlns:a="http://schemas.openxmlformats.org/drawingml/2006/main">
            <a:r>
              <a:t>packages/coding-agent/test/suite/regressions/7193-event-bus-lifecycle.test.ts</a:t>
            </a:r>
          </a:p>
          <a:p xmlns:a="http://schemas.openxmlformats.org/drawingml/2006/main">
            <a:r>
              <a:t>packages/coding-agent/test/suite/regressions/8423-extension-factory-failure.test.ts</a:t>
            </a:r>
          </a:p>
          <a:p xmlns:a="http://schemas.openxmlformats.org/drawingml/2006/main">
            <a:r>
              <a:t>packages/coding-agent/test/compaction-extensions-example.test.ts</a:t>
            </a:r>
          </a:p>
          <a:p xmlns:a="http://schemas.openxmlformats.org/drawingml/2006/main">
            <a:r>
              <a:t>packages/coding-agent/test/git-merge-and-resolve-extension.test.ts</a:t>
            </a:r>
          </a:p>
          <a:p xmlns:a="http://schemas.openxmlformats.org/drawingml/2006/main">
            <a:r>
              <a:t>packages/coding-agent/test/input-transform-streaming-example.test.ts</a:t>
            </a:r>
          </a:p>
          <a:p xmlns:a="http://schemas.openxmlformats.org/drawingml/2006/main">
            <a:r>
              <a:t>packages/coding-agent/test/plan-mode-extension.test.ts</a:t>
            </a:r>
          </a:p>
          <a:p xmlns:a="http://schemas.openxmlformats.org/drawingml/2006/main">
            <a:r>
              <a:t>packages/coding-agent/test/rpc-prompt-response-semantics.test.ts</a:t>
            </a:r>
          </a:p>
          <a:p xmlns:a="http://schemas.openxmlformats.org/drawingml/2006/main">
            <a:r>
              <a:t>packages/coding-agent/test/suite/agent-session-compaction-model-overrides.test.ts</a:t>
            </a:r>
          </a:p>
          <a:p xmlns:a="http://schemas.openxmlformats.org/drawingml/2006/main">
            <a:r>
              <a:t>packages/coding-agent/test/suite/regressions/8261-subagent-project-trust.test.ts</a:t>
            </a:r>
          </a:p>
          <a:p xmlns:a="http://schemas.openxmlformats.org/drawingml/2006/main">
            <a:r>
              <a:t>packages/coding-agent/test/suite/virtual-models.test.ts</a:t>
            </a:r>
          </a:p>
          <a:p xmlns:a="http://schemas.openxmlformats.org/drawingml/2006/main">
            <a:r>
              <a:t>packages/coding-agent/test/trigger-compact-extension.test.ts</a:t>
            </a:r>
          </a:p>
          <a:p xmlns:a="http://schemas.openxmlformats.org/drawingml/2006/main">
            <a:r>
              <a:t>packages/coding-agent/test/extensions-discovery.test.ts</a:t>
            </a:r>
          </a:p>
          <a:p xmlns:a="http://schemas.openxmlformats.org/drawingml/2006/main">
            <a:r>
              <a:t>packages/coding-agent/test/extensions-input-event.test.ts</a:t>
            </a:r>
          </a:p>
          <a:p xmlns:a="http://schemas.openxmlformats.org/drawingml/2006/main">
            <a:r>
              <a:t>packages/coding-agent/test/suite/regressions/8237-node-sea-extension-loading.test.ts</a:t>
            </a:r>
          </a:p>
          <a:p xmlns:a="http://schemas.openxmlformats.org/drawingml/2006/main">
            <a:r>
              <a:t>packages/coding-agent/test/suite/regressions/9540-extension-loader-lazy.test.ts</a:t>
            </a:r>
          </a:p>
          <a:p xmlns:a="http://schemas.openxmlformats.org/drawingml/2006/main">
            <a:r>
              <a:t>packages/coding-agent/test/suite/agent-session-mcp-oauth.test.ts</a:t>
            </a:r>
          </a:p>
          <a:p xmlns:a="http://schemas.openxmlformats.org/drawingml/2006/main">
            <a:r>
              <a:t>packages/coding-agent/test/codemode-renderer.test.ts</a:t>
            </a:r>
          </a:p>
          <a:p xmlns:a="http://schemas.openxmlformats.org/drawingml/2006/main">
            <a:r>
              <a:t>packages/coding-agent/test/edit-tool-legacy-input.test.ts</a:t>
            </a:r>
          </a:p>
          <a:p xmlns:a="http://schemas.openxmlformats.org/drawingml/2006/main">
            <a:r>
              <a:t>packages/coding-agent/test/export-html-whitespace.test.ts</a:t>
            </a:r>
          </a:p>
          <a:p xmlns:a="http://schemas.openxmlformats.org/drawingml/2006/main">
            <a:r>
              <a:t>packages/coding-agent/test/export-jsonl-share.test.ts</a:t>
            </a:r>
          </a:p>
          <a:p xmlns:a="http://schemas.openxmlformats.org/drawingml/2006/main">
            <a:r>
              <a:t>packages/coding-agent/test/image-resize-callers.test.ts</a:t>
            </a:r>
          </a:p>
          <a:p xmlns:a="http://schemas.openxmlformats.org/drawingml/2006/main">
            <a:r>
              <a:t>packages/coding-agent/test/mermaid.test.ts</a:t>
            </a:r>
          </a:p>
          <a:p xmlns:a="http://schemas.openxmlformats.org/drawingml/2006/main">
            <a:r>
              <a:t>packages/coding-agent/test/output-pad.test.ts</a:t>
            </a:r>
          </a:p>
          <a:p xmlns:a="http://schemas.openxmlformats.org/drawingml/2006/main">
            <a:r>
              <a:t>packages/coding-agent/test/suite/agent-session-codemode.test.ts</a:t>
            </a:r>
          </a:p>
          <a:p xmlns:a="http://schemas.openxmlformats.org/drawingml/2006/main">
            <a:r>
              <a:t>packages/coding-agent/test/suite/agent-session-mcp.test.ts</a:t>
            </a:r>
          </a:p>
          <a:p xmlns:a="http://schemas.openxmlformats.org/drawingml/2006/main">
            <a:r>
              <a:t>packages/coding-agent/test/suite/agent-session-tool-orchestration.test.ts</a:t>
            </a:r>
          </a:p>
          <a:p xmlns:a="http://schemas.openxmlformats.org/drawingml/2006/main">
            <a:r>
              <a:t>packages/coding-agent/test/suite/regressions/10285-mcp-tool-renderers.test.ts</a:t>
            </a:r>
          </a:p>
          <a:p xmlns:a="http://schemas.openxmlformats.org/drawingml/2006/main">
            <a:r>
              <a:t>packages/coding-agent/test/suite/regressions/9068-user-bash-fail-closed.test.ts</a:t>
            </a:r>
          </a:p>
          <a:p xmlns:a="http://schemas.openxmlformats.org/drawingml/2006/main">
            <a:r>
              <a:t>packages/coding-agent/test/tool-execution-component.test.ts</a:t>
            </a:r>
          </a:p>
          <a:p xmlns:a="http://schemas.openxmlformats.org/drawingml/2006/main">
            <a:r>
              <a:t>packages/coding-agent/test/tool-search.test.ts</a:t>
            </a:r>
          </a:p>
          <a:p xmlns:a="http://schemas.openxmlformats.org/drawingml/2006/main">
            <a:r>
              <a:t>packages/coding-agent/test/tools.test.ts</a:t>
            </a:r>
          </a:p>
          <a:p xmlns:a="http://schemas.openxmlformats.org/drawingml/2006/main">
            <a:r>
              <a:t>packages/coding-agent/test/agent-session-auto-compaction-queue.test.ts</a:t>
            </a:r>
          </a:p>
          <a:p xmlns:a="http://schemas.openxmlformats.org/drawingml/2006/main">
            <a:r>
              <a:t>packages/coding-agent/test/agent-session-branching.test.ts</a:t>
            </a:r>
          </a:p>
          <a:p xmlns:a="http://schemas.openxmlformats.org/drawingml/2006/main">
            <a:r>
              <a:t>packages/coding-agent/test/agent-session-compaction.test.ts</a:t>
            </a:r>
          </a:p>
          <a:p xmlns:a="http://schemas.openxmlformats.org/drawingml/2006/main">
            <a:r>
              <a:t>packages/coding-agent/test/agent-session-retry.test.ts</a:t>
            </a:r>
          </a:p>
          <a:p xmlns:a="http://schemas.openxmlformats.org/drawingml/2006/main">
            <a:r>
              <a:t>packages/coding-agent/test/agent-session-stats.test.ts</a:t>
            </a:r>
          </a:p>
          <a:p xmlns:a="http://schemas.openxmlformats.org/drawingml/2006/main">
            <a:r>
              <a:t>packages/coding-agent/test/bug-report.test.ts</a:t>
            </a:r>
          </a:p>
          <a:p xmlns:a="http://schemas.openxmlformats.org/drawingml/2006/main">
            <a:r>
              <a:t>packages/coding-agent/test/footer-width.test.ts</a:t>
            </a:r>
          </a:p>
          <a:p xmlns:a="http://schemas.openxmlformats.org/drawingml/2006/main">
            <a:r>
              <a:t>packages/coding-agent/test/model-resolver.test.ts</a:t>
            </a:r>
          </a:p>
          <a:p xmlns:a="http://schemas.openxmlformats.org/drawingml/2006/main">
            <a:r>
              <a:t>packages/coding-agent/test/program-status-reporter.test.ts</a:t>
            </a:r>
          </a:p>
          <a:p xmlns:a="http://schemas.openxmlformats.org/drawingml/2006/main">
            <a:r>
              <a:t>packages/coding-agent/test/suite/regressions/2860-replaced-session-context.test.ts</a:t>
            </a:r>
          </a:p>
          <a:p xmlns:a="http://schemas.openxmlformats.org/drawingml/2006/main">
            <a:r>
              <a:t>packages/coding-agent/test/suite/regressions/4167-thinking-toggle-pending-tool-render.test.ts</a:t>
            </a:r>
          </a:p>
          <a:p xmlns:a="http://schemas.openxmlformats.org/drawingml/2006/main">
            <a:r>
              <a:t>packages/coding-agent/test/suite/regressions/5943-session-start-notify.test.ts</a:t>
            </a:r>
          </a:p>
          <a:p xmlns:a="http://schemas.openxmlformats.org/drawingml/2006/main">
            <a:r>
              <a:t>packages/coding-agent/test/suite/regressions/7150-rpc-prompt-during-compaction.test.ts</a:t>
            </a:r>
          </a:p>
          <a:p xmlns:a="http://schemas.openxmlformats.org/drawingml/2006/main">
            <a:r>
              <a:t>packages/coding-agent/test/test-harness.ts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源码基线：6cd9d957a9fd50bc504d45b72834ed9dd85a20b6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流程为教学阅读顺序，可选分支不表示每次运行必经。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你安装了一个 Pi 包，希望知道资源何时被发现、启用和替换。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解析包来源</a:t>
            </a:r>
          </a:p>
          <a:p xmlns:a="http://schemas.openxmlformats.org/drawingml/2006/main">
            <a:r>
              <a:t>从 install/update/list 的命令入口追踪包声明与来源，区分安装位置和配置中选择的资源。</a:t>
            </a:r>
          </a:p>
          <a:p xmlns:a="http://schemas.openxmlformats.org/drawingml/2006/main">
            <a:r>
              <a:t>输入：包声明</a:t>
            </a:r>
          </a:p>
          <a:p xmlns:a="http://schemas.openxmlformats.org/drawingml/2006/main">
            <a:r>
              <a:t>输出：可定位的包来源和安装结果</a:t>
            </a:r>
          </a:p>
          <a:p xmlns:a="http://schemas.openxmlformats.org/drawingml/2006/main">
            <a:r>
              <a:t>入口线索：pi install/remove/update/list/config</a:t>
            </a:r>
          </a:p>
          <a:p xmlns:a="http://schemas.openxmlformats.org/drawingml/2006/main">
            <a:r>
              <a:t>职责：区分 Pi 自身更新、扩展包更新与模型目录更新。</a:t>
            </a:r>
          </a:p>
          <a:p xmlns:a="http://schemas.openxmlformats.org/drawingml/2006/main">
            <a:r>
              <a:t>源码：packages/coding-agent/src/core/package-manager.ts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筛选包内资源</a:t>
            </a:r>
          </a:p>
          <a:p xmlns:a="http://schemas.openxmlformats.org/drawingml/2006/main">
            <a:r>
              <a:t>查看扩展、技能、模板和主题如何从包中发现，核对用户配置中的启用、屏蔽与路径。</a:t>
            </a:r>
          </a:p>
          <a:p xmlns:a="http://schemas.openxmlformats.org/drawingml/2006/main">
            <a:r>
              <a:t>输入：安装内容与资源配置</a:t>
            </a:r>
          </a:p>
          <a:p xmlns:a="http://schemas.openxmlformats.org/drawingml/2006/main">
            <a:r>
              <a:t>输出：本次加载资源集</a:t>
            </a:r>
          </a:p>
          <a:p xmlns:a="http://schemas.openxmlformats.org/drawingml/2006/main">
            <a:r>
              <a:t>入口线索：DefaultResourceLoader.reload；资源路径设置</a:t>
            </a:r>
          </a:p>
          <a:p xmlns:a="http://schemas.openxmlformats.org/drawingml/2006/main">
            <a:r>
              <a:t>职责：记录来源并处理碰撞；项目资源需遵守信任加载顺序。</a:t>
            </a:r>
          </a:p>
          <a:p xmlns:a="http://schemas.openxmlformats.org/drawingml/2006/main">
            <a:r>
              <a:t>源码：packages/coding-agent/src/core/pi-manifest.ts</a:t>
            </a:r>
          </a:p>
          <a:p xmlns:a="http://schemas.openxmlformats.org/drawingml/2006/main">
            <a:r>
              <a:t>packages/coding-agent/src/core/resource-loader.ts</a:t>
            </a:r>
          </a:p>
          <a:p xmlns:a="http://schemas.openxmlformats.org/drawingml/2006/main">
            <a:r>
              <a:t>packages/coding-agent/src/core/source-info.ts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合并内置与用户扩展</a:t>
            </a:r>
          </a:p>
          <a:p xmlns:a="http://schemas.openxmlformats.org/drawingml/2006/main">
            <a:r>
              <a:t>理解 builtin 资源标识与内置扩展装配，确定替换或禁用的规则。</a:t>
            </a:r>
          </a:p>
          <a:p xmlns:a="http://schemas.openxmlformats.org/drawingml/2006/main">
            <a:r>
              <a:t>输入：内置扩展和用户资源</a:t>
            </a:r>
          </a:p>
          <a:p xmlns:a="http://schemas.openxmlformats.org/drawingml/2006/main">
            <a:r>
              <a:t>输出：实际注册的扩展</a:t>
            </a:r>
          </a:p>
          <a:p xmlns:a="http://schemas.openxmlformats.org/drawingml/2006/main">
            <a:r>
              <a:t>入口线索：builtInExtensions；pi config；builtin: 资源设置</a:t>
            </a:r>
          </a:p>
          <a:p xmlns:a="http://schemas.openxmlformats.org/drawingml/2006/main">
            <a:r>
              <a:t>职责：SDK 默认不加载内置扩展；宿主需要显式加入对应工厂。</a:t>
            </a:r>
          </a:p>
          <a:p xmlns:a="http://schemas.openxmlformats.org/drawingml/2006/main">
            <a:r>
              <a:t>源码：packages/coding-agent/src/core/extensions/loader.ts</a:t>
            </a:r>
          </a:p>
          <a:p xmlns:a="http://schemas.openxmlformats.org/drawingml/2006/main">
            <a:r>
              <a:t>packages/coding-agent/src/core/resource-loader.ts</a:t>
            </a:r>
          </a:p>
          <a:p xmlns:a="http://schemas.openxmlformats.org/drawingml/2006/main">
            <a:r>
              <a:t>packages/coding-agent/src/extensions/index.ts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4. 触发重载并验证</a:t>
            </a:r>
          </a:p>
          <a:p xmlns:a="http://schemas.openxmlformats.org/drawingml/2006/main">
            <a:r>
              <a:t>沿 reload 检查旧资源清理、新资源注册和诊断。用可观察注册结果确认新版本确实生效。</a:t>
            </a:r>
          </a:p>
          <a:p xmlns:a="http://schemas.openxmlformats.org/drawingml/2006/main">
            <a:r>
              <a:t>输入：资源版本变化</a:t>
            </a:r>
          </a:p>
          <a:p xmlns:a="http://schemas.openxmlformats.org/drawingml/2006/main">
            <a:r>
              <a:t>输出：新的扩展运行时与诊断</a:t>
            </a:r>
          </a:p>
          <a:p xmlns:a="http://schemas.openxmlformats.org/drawingml/2006/main">
            <a:r>
              <a:t>入口线索：--extension；/reload；ExtensionAPI</a:t>
            </a:r>
          </a:p>
          <a:p xmlns:a="http://schemas.openxmlformats.org/drawingml/2006/main">
            <a:r>
              <a:t>职责：工厂负责注册，runner 提供上下文与分发；原始类型注释可在 API 清单中逐项阅读。</a:t>
            </a:r>
          </a:p>
          <a:p xmlns:a="http://schemas.openxmlformats.org/drawingml/2006/main">
            <a:r>
              <a:t>源码：packages/coding-agent/src/core/event-bus.ts</a:t>
            </a:r>
          </a:p>
          <a:p xmlns:a="http://schemas.openxmlformats.org/drawingml/2006/main">
            <a:r>
              <a:t>packages/coding-agent/src/core/extensions/index.ts</a:t>
            </a:r>
          </a:p>
          <a:p xmlns:a="http://schemas.openxmlformats.org/drawingml/2006/main">
            <a:r>
              <a:t>packages/coding-agent/src/core/extensions/jiti-loader.ts</a:t>
            </a:r>
          </a:p>
          <a:p xmlns:a="http://schemas.openxmlformats.org/drawingml/2006/main">
            <a:r>
              <a:t>packages/coding-agent/src/core/extensions/jiti-static-loader.ts</a:t>
            </a:r>
          </a:p>
          <a:p xmlns:a="http://schemas.openxmlformats.org/drawingml/2006/main">
            <a:r>
              <a:t>packages/coding-agent/src/core/extensions/loader.ts</a:t>
            </a:r>
          </a:p>
          <a:p xmlns:a="http://schemas.openxmlformats.org/drawingml/2006/main">
            <a:r>
              <a:t>packages/coding-agent/src/core/extensions/runner.ts</a:t>
            </a:r>
          </a:p>
          <a:p xmlns:a="http://schemas.openxmlformats.org/drawingml/2006/main">
            <a:r>
              <a:t>packages/coding-agent/src/core/extensions/types.ts</a:t>
            </a:r>
          </a:p>
          <a:p xmlns:a="http://schemas.openxmlformats.org/drawingml/2006/main">
            <a:r>
              <a:t>packages/coding-agent/src/core/extensions/virtual-modules.ts</a:t>
            </a:r>
          </a:p>
          <a:p xmlns:a="http://schemas.openxmlformats.org/drawingml/2006/main">
            <a:r>
              <a:t>packages/coding-agent/src/core/extensions/wrapper.ts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失败与恢复：安装命令成功不能证明资源已启用。更新包、修改选择和重新加载是需要分别验证的阶段。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练习：选一个现有扩展示例，记录发现路径、注册入口、启用条件及重载后的验证方式。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参考判断：答案应指出实际资源来源和注册结果，不能仅以 node_modules 中存在文件作为加载成功证据。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功能编号：CFG-05, CFG-06, CFG-08, CFG-09, CFG-10, CFG-22, CFG-23, CFG-24, CFG-25, CFG-26, CFG-27, EXT-01, EXT-02, EXT-05, EXT-06, EXT-07, EXT-08, EXT-16, EXT-17, EXT-18, EXT-19, EXT-20, EXT-21, EXT-22, EXT-25, EXT-27, EXT-28, EXT-30, MCP-26, INT-06, INT-08, OTH-81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文档来源：</a:t>
            </a:r>
          </a:p>
          <a:p xmlns:a="http://schemas.openxmlformats.org/drawingml/2006/main">
            <a:r>
              <a:t>packages/coding-agent/docs/cli.md</a:t>
            </a:r>
          </a:p>
          <a:p xmlns:a="http://schemas.openxmlformats.org/drawingml/2006/main">
            <a:r>
              <a:t>packages/coding-agent/docs/sdk.md</a:t>
            </a:r>
          </a:p>
          <a:p xmlns:a="http://schemas.openxmlformats.org/drawingml/2006/main">
            <a:r>
              <a:t>packages/coding-agent/docs/mcp.md</a:t>
            </a:r>
          </a:p>
          <a:p xmlns:a="http://schemas.openxmlformats.org/drawingml/2006/main">
            <a:r>
              <a:t>packages/agent/README.md</a:t>
            </a:r>
          </a:p>
          <a:p xmlns:a="http://schemas.openxmlformats.org/drawingml/2006/main">
            <a:r>
              <a:t>packages/tui/README.md</a:t>
            </a:r>
          </a:p>
          <a:p xmlns:a="http://schemas.openxmlformats.org/drawingml/2006/main">
            <a:r>
              <a:t>packages/coding-agent/docs/configuration.md</a:t>
            </a:r>
          </a:p>
          <a:p xmlns:a="http://schemas.openxmlformats.org/drawingml/2006/main">
            <a:r>
              <a:t>packages/coding-agent/docs/settings.md</a:t>
            </a:r>
          </a:p>
          <a:p xmlns:a="http://schemas.openxmlformats.org/drawingml/2006/main">
            <a:r>
              <a:t>packages/coding-agent/CHANGELOG.md</a:t>
            </a:r>
          </a:p>
          <a:p xmlns:a="http://schemas.openxmlformats.org/drawingml/2006/main">
            <a:r>
              <a:t>packages/coding-agent/docs/slash-commands.md</a:t>
            </a:r>
          </a:p>
          <a:p xmlns:a="http://schemas.openxmlformats.org/drawingml/2006/main">
            <a:r>
              <a:t>packages/coding-agent/docs/packages.md</a:t>
            </a:r>
          </a:p>
          <a:p xmlns:a="http://schemas.openxmlformats.org/drawingml/2006/main">
            <a:r>
              <a:t>packages/coding-agent/docs/extensions.md</a:t>
            </a:r>
          </a:p>
          <a:p xmlns:a="http://schemas.openxmlformats.org/drawingml/2006/main">
            <a:r>
              <a:t>packages/coding-agent/docs/rpc-extension-ui.md</a:t>
            </a:r>
          </a:p>
          <a:p xmlns:a="http://schemas.openxmlformats.org/drawingml/2006/main">
            <a:r>
              <a:t>packages/coding-agent/examples/extensions/README.md</a:t>
            </a:r>
          </a:p>
          <a:p xmlns:a="http://schemas.openxmlformats.org/drawingml/2006/main">
            <a:r>
              <a:t>packages/coding-agent/docs/virtual-models.md</a:t>
            </a:r>
          </a:p>
          <a:p xmlns:a="http://schemas.openxmlformats.org/drawingml/2006/main">
            <a:r>
              <a:t>README.md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关联测试阅读线索（未在演示文稿中执行）：</a:t>
            </a:r>
          </a:p>
          <a:p xmlns:a="http://schemas.openxmlformats.org/drawingml/2006/main">
            <a:r>
              <a:t>packages/coding-agent/test/git-update.test.ts</a:t>
            </a:r>
          </a:p>
          <a:p xmlns:a="http://schemas.openxmlformats.org/drawingml/2006/main">
            <a:r>
              <a:t>packages/coding-agent/test/package-command-paths.test.ts</a:t>
            </a:r>
          </a:p>
          <a:p xmlns:a="http://schemas.openxmlformats.org/drawingml/2006/main">
            <a:r>
              <a:t>packages/coding-agent/test/package-manager-ssh.test.ts</a:t>
            </a:r>
          </a:p>
          <a:p xmlns:a="http://schemas.openxmlformats.org/drawingml/2006/main">
            <a:r>
              <a:t>packages/coding-agent/test/package-manager.test.ts</a:t>
            </a:r>
          </a:p>
          <a:p xmlns:a="http://schemas.openxmlformats.org/drawingml/2006/main">
            <a:r>
              <a:t>packages/coding-agent/test/suite/regressions/7187-malformed-package-manifest.test.ts</a:t>
            </a:r>
          </a:p>
          <a:p xmlns:a="http://schemas.openxmlformats.org/drawingml/2006/main">
            <a:r>
              <a:t>packages/coding-agent/test/agent-session-dynamic-provider.test.ts</a:t>
            </a:r>
          </a:p>
          <a:p xmlns:a="http://schemas.openxmlformats.org/drawingml/2006/main">
            <a:r>
              <a:t>packages/coding-agent/test/agent-session-dynamic-tools.test.ts</a:t>
            </a:r>
          </a:p>
          <a:p xmlns:a="http://schemas.openxmlformats.org/drawingml/2006/main">
            <a:r>
              <a:t>packages/coding-agent/test/builtin-tool-strict-mode.test.ts</a:t>
            </a:r>
          </a:p>
          <a:p xmlns:a="http://schemas.openxmlformats.org/drawingml/2006/main">
            <a:r>
              <a:t>packages/coding-agent/test/default-tools-setting.test.ts</a:t>
            </a:r>
          </a:p>
          <a:p xmlns:a="http://schemas.openxmlformats.org/drawingml/2006/main">
            <a:r>
              <a:t>packages/coding-agent/test/resource-loader-theme.test.ts</a:t>
            </a:r>
          </a:p>
          <a:p xmlns:a="http://schemas.openxmlformats.org/drawingml/2006/main">
            <a:r>
              <a:t>packages/coding-agent/test/resource-loader.test.ts</a:t>
            </a:r>
          </a:p>
          <a:p xmlns:a="http://schemas.openxmlformats.org/drawingml/2006/main">
            <a:r>
              <a:t>packages/coding-agent/test/sdk-codex-cache-probe-tool-loop.ts</a:t>
            </a:r>
          </a:p>
          <a:p xmlns:a="http://schemas.openxmlformats.org/drawingml/2006/main">
            <a:r>
              <a:t>packages/coding-agent/test/sdk-skills.test.ts</a:t>
            </a:r>
          </a:p>
          <a:p xmlns:a="http://schemas.openxmlformats.org/drawingml/2006/main">
            <a:r>
              <a:t>packages/coding-agent/test/sdk-stream-options.test.ts</a:t>
            </a:r>
          </a:p>
          <a:p xmlns:a="http://schemas.openxmlformats.org/drawingml/2006/main">
            <a:r>
              <a:t>packages/coding-agent/test/suite/regressions/2781-skill-collision-precedence.test.ts</a:t>
            </a:r>
          </a:p>
          <a:p xmlns:a="http://schemas.openxmlformats.org/drawingml/2006/main">
            <a:r>
              <a:t>packages/coding-agent/test/suite/regressions/2835-tools-allowlist-filters-extension-tools.test.ts</a:t>
            </a:r>
          </a:p>
          <a:p xmlns:a="http://schemas.openxmlformats.org/drawingml/2006/main">
            <a:r>
              <a:t>packages/coding-agent/test/suite/regressions/3592-no-builtin-tools-keeps-extension-tools.test.ts</a:t>
            </a:r>
          </a:p>
          <a:p xmlns:a="http://schemas.openxmlformats.org/drawingml/2006/main">
            <a:r>
              <a:t>packages/coding-agent/test/suite/regressions/3616-settings-inmemory-reload.test.ts</a:t>
            </a:r>
          </a:p>
          <a:p xmlns:a="http://schemas.openxmlformats.org/drawingml/2006/main">
            <a:r>
              <a:t>packages/coding-agent/test/suite/regressions/6260-inline-extension-naming.test.ts</a:t>
            </a:r>
          </a:p>
          <a:p xmlns:a="http://schemas.openxmlformats.org/drawingml/2006/main">
            <a:r>
              <a:t>packages/coding-agent/test/suite/regressions/extension-factory-cache.test.ts</a:t>
            </a:r>
          </a:p>
          <a:p xmlns:a="http://schemas.openxmlformats.org/drawingml/2006/main">
            <a:r>
              <a:t>packages/coding-agent/test/tool-renderer-examples.test.ts</a:t>
            </a:r>
          </a:p>
          <a:p xmlns:a="http://schemas.openxmlformats.org/drawingml/2006/main">
            <a:r>
              <a:t>packages/coding-agent/test/utilities.ts</a:t>
            </a:r>
          </a:p>
          <a:p xmlns:a="http://schemas.openxmlformats.org/drawingml/2006/main">
            <a:r>
              <a:t>packages/coding-agent/test/compaction-extensions.test.ts</a:t>
            </a:r>
          </a:p>
          <a:p xmlns:a="http://schemas.openxmlformats.org/drawingml/2006/main">
            <a:r>
              <a:t>packages/coding-agent/test/interactive-mode-status.test.ts</a:t>
            </a:r>
          </a:p>
          <a:p xmlns:a="http://schemas.openxmlformats.org/drawingml/2006/main">
            <a:r>
              <a:t>packages/coding-agent/test/skills.test.ts</a:t>
            </a:r>
          </a:p>
          <a:p xmlns:a="http://schemas.openxmlformats.org/drawingml/2006/main">
            <a:r>
              <a:t>packages/coding-agent/test/suite/agent-session-prompt.test.ts</a:t>
            </a:r>
          </a:p>
          <a:p xmlns:a="http://schemas.openxmlformats.org/drawingml/2006/main">
            <a:r>
              <a:t>packages/coding-agent/test/system-prompt.test.ts</a:t>
            </a:r>
          </a:p>
          <a:p xmlns:a="http://schemas.openxmlformats.org/drawingml/2006/main">
            <a:r>
              <a:t>packages/coding-agent/test/cache-warmer.test.ts</a:t>
            </a:r>
          </a:p>
          <a:p xmlns:a="http://schemas.openxmlformats.org/drawingml/2006/main">
            <a:r>
              <a:t>packages/coding-agent/test/extensions-discovery.test.ts</a:t>
            </a:r>
          </a:p>
          <a:p xmlns:a="http://schemas.openxmlformats.org/drawingml/2006/main">
            <a:r>
              <a:t>packages/coding-agent/test/extensions-input-event.test.ts</a:t>
            </a:r>
          </a:p>
          <a:p xmlns:a="http://schemas.openxmlformats.org/drawingml/2006/main">
            <a:r>
              <a:t>packages/coding-agent/test/extensions-runner.test.ts</a:t>
            </a:r>
          </a:p>
          <a:p xmlns:a="http://schemas.openxmlformats.org/drawingml/2006/main">
            <a:r>
              <a:t>packages/coding-agent/test/llama-extension.test.ts</a:t>
            </a:r>
          </a:p>
          <a:p xmlns:a="http://schemas.openxmlformats.org/drawingml/2006/main">
            <a:r>
              <a:t>packages/coding-agent/test/suite/regressions/7193-event-bus-lifecycle.test.ts</a:t>
            </a:r>
          </a:p>
          <a:p xmlns:a="http://schemas.openxmlformats.org/drawingml/2006/main">
            <a:r>
              <a:t>packages/coding-agent/test/suite/regressions/8237-node-sea-extension-loading.test.ts</a:t>
            </a:r>
          </a:p>
          <a:p xmlns:a="http://schemas.openxmlformats.org/drawingml/2006/main">
            <a:r>
              <a:t>packages/coding-agent/test/suite/regressions/8423-extension-factory-failure.test.ts</a:t>
            </a:r>
          </a:p>
          <a:p xmlns:a="http://schemas.openxmlformats.org/drawingml/2006/main">
            <a:r>
              <a:t>packages/coding-agent/test/suite/regressions/9540-extension-loader-lazy.test.ts</a:t>
            </a:r>
          </a:p>
          <a:p xmlns:a="http://schemas.openxmlformats.org/drawingml/2006/main">
            <a:r>
              <a:t>packages/coding-agent/test/compaction-extensions-example.test.ts</a:t>
            </a:r>
          </a:p>
          <a:p xmlns:a="http://schemas.openxmlformats.org/drawingml/2006/main">
            <a:r>
              <a:t>packages/coding-agent/test/git-merge-and-resolve-extension.test.ts</a:t>
            </a:r>
          </a:p>
          <a:p xmlns:a="http://schemas.openxmlformats.org/drawingml/2006/main">
            <a:r>
              <a:t>packages/coding-agent/test/input-transform-streaming-example.test.ts</a:t>
            </a:r>
          </a:p>
          <a:p xmlns:a="http://schemas.openxmlformats.org/drawingml/2006/main">
            <a:r>
              <a:t>packages/coding-agent/test/plan-mode-extension.test.ts</a:t>
            </a:r>
          </a:p>
          <a:p xmlns:a="http://schemas.openxmlformats.org/drawingml/2006/main">
            <a:r>
              <a:t>packages/coding-agent/test/rpc-prompt-response-semantics.test.ts</a:t>
            </a:r>
          </a:p>
          <a:p xmlns:a="http://schemas.openxmlformats.org/drawingml/2006/main">
            <a:r>
              <a:t>packages/coding-agent/test/suite/agent-session-compaction-model-overrides.test.ts</a:t>
            </a:r>
          </a:p>
          <a:p xmlns:a="http://schemas.openxmlformats.org/drawingml/2006/main">
            <a:r>
              <a:t>packages/coding-agent/test/suite/harness.ts</a:t>
            </a:r>
          </a:p>
          <a:p xmlns:a="http://schemas.openxmlformats.org/drawingml/2006/main">
            <a:r>
              <a:t>packages/coding-agent/test/suite/regressions/8261-subagent-project-trust.test.ts</a:t>
            </a:r>
          </a:p>
          <a:p xmlns:a="http://schemas.openxmlformats.org/drawingml/2006/main">
            <a:r>
              <a:t>packages/coding-agent/test/suite/virtual-models.test.ts</a:t>
            </a:r>
          </a:p>
          <a:p xmlns:a="http://schemas.openxmlformats.org/drawingml/2006/main">
            <a:r>
              <a:t>packages/coding-agent/test/trigger-compact-extension.test.ts</a:t>
            </a:r>
          </a:p>
          <a:p xmlns:a="http://schemas.openxmlformats.org/drawingml/2006/main">
            <a:r>
              <a:t>packages/coding-agent/test/suite/agent-session-mcp-oauth.test.ts</a:t>
            </a:r>
          </a:p>
          <a:p xmlns:a="http://schemas.openxmlformats.org/drawingml/2006/main">
            <a:r>
              <a:t>packages/coding-agent/test/codemode-renderer.test.ts</a:t>
            </a:r>
          </a:p>
          <a:p xmlns:a="http://schemas.openxmlformats.org/drawingml/2006/main">
            <a:r>
              <a:t>packages/coding-agent/test/custom-message.test.ts</a:t>
            </a:r>
          </a:p>
          <a:p xmlns:a="http://schemas.openxmlformats.org/drawingml/2006/main">
            <a:r>
              <a:t>packages/coding-agent/test/edit-tool-legacy-input.test.ts</a:t>
            </a:r>
          </a:p>
          <a:p xmlns:a="http://schemas.openxmlformats.org/drawingml/2006/main">
            <a:r>
              <a:t>packages/coding-agent/test/export-html-whitespace.test.ts</a:t>
            </a:r>
          </a:p>
          <a:p xmlns:a="http://schemas.openxmlformats.org/drawingml/2006/main">
            <a:r>
              <a:t>packages/coding-agent/test/export-jsonl-share.test.ts</a:t>
            </a:r>
          </a:p>
          <a:p xmlns:a="http://schemas.openxmlformats.org/drawingml/2006/main">
            <a:r>
              <a:t>packages/coding-agent/test/image-resize-callers.test.ts</a:t>
            </a:r>
          </a:p>
          <a:p xmlns:a="http://schemas.openxmlformats.org/drawingml/2006/main">
            <a:r>
              <a:t>packages/coding-agent/test/mermaid.test.ts</a:t>
            </a:r>
          </a:p>
          <a:p xmlns:a="http://schemas.openxmlformats.org/drawingml/2006/main">
            <a:r>
              <a:t>packages/coding-agent/test/output-pad.test.ts</a:t>
            </a:r>
          </a:p>
          <a:p xmlns:a="http://schemas.openxmlformats.org/drawingml/2006/main">
            <a:r>
              <a:t>packages/coding-agent/test/suite/agent-session-codemode.test.ts</a:t>
            </a:r>
          </a:p>
          <a:p xmlns:a="http://schemas.openxmlformats.org/drawingml/2006/main">
            <a:r>
              <a:t>packages/coding-agent/test/suite/agent-session-mcp.test.ts</a:t>
            </a:r>
          </a:p>
          <a:p xmlns:a="http://schemas.openxmlformats.org/drawingml/2006/main">
            <a:r>
              <a:t>packages/coding-agent/test/suite/agent-session-tool-orchestration.test.ts</a:t>
            </a:r>
          </a:p>
          <a:p xmlns:a="http://schemas.openxmlformats.org/drawingml/2006/main">
            <a:r>
              <a:t>packages/coding-agent/test/suite/regressions/10285-mcp-tool-renderers.test.ts</a:t>
            </a:r>
          </a:p>
          <a:p xmlns:a="http://schemas.openxmlformats.org/drawingml/2006/main">
            <a:r>
              <a:t>packages/coding-agent/test/suite/regressions/9068-user-bash-fail-closed.test.ts</a:t>
            </a:r>
          </a:p>
          <a:p xmlns:a="http://schemas.openxmlformats.org/drawingml/2006/main">
            <a:r>
              <a:t>packages/coding-agent/test/tool-execution-component.test.ts</a:t>
            </a:r>
          </a:p>
          <a:p xmlns:a="http://schemas.openxmlformats.org/drawingml/2006/main">
            <a:r>
              <a:t>packages/coding-agent/test/tool-search.test.ts</a:t>
            </a:r>
          </a:p>
          <a:p xmlns:a="http://schemas.openxmlformats.org/drawingml/2006/main">
            <a:r>
              <a:t>packages/coding-agent/test/tools.test.ts</a:t>
            </a:r>
          </a:p>
          <a:p xmlns:a="http://schemas.openxmlformats.org/drawingml/2006/main">
            <a:r>
              <a:t>packages/agent/test/agent-loop.test.ts</a:t>
            </a:r>
          </a:p>
          <a:p xmlns:a="http://schemas.openxmlformats.org/drawingml/2006/main">
            <a:r>
              <a:t>packages/agent/test/utils/calculate.ts</a:t>
            </a:r>
          </a:p>
          <a:p xmlns:a="http://schemas.openxmlformats.org/drawingml/2006/main">
            <a:r>
              <a:t>packages/agent/test/utils/get-current-time.ts</a:t>
            </a:r>
          </a:p>
          <a:p xmlns:a="http://schemas.openxmlformats.org/drawingml/2006/main">
            <a:r>
              <a:t>packages/coding-agent/test/assistant-message.test.ts</a:t>
            </a:r>
          </a:p>
          <a:p xmlns:a="http://schemas.openxmlformats.org/drawingml/2006/main">
            <a:r>
              <a:t>packages/coding-agent/test/streaming-render-debug.ts</a:t>
            </a:r>
          </a:p>
          <a:p xmlns:a="http://schemas.openxmlformats.org/drawingml/2006/main">
            <a:r>
              <a:t>packages/coding-agent/test/bash-execution-width.test.ts</a:t>
            </a:r>
          </a:p>
          <a:p xmlns:a="http://schemas.openxmlformats.org/drawingml/2006/main">
            <a:r>
              <a:t>packages/coding-agent/test/collapsible-message-components.test.ts</a:t>
            </a:r>
          </a:p>
          <a:p xmlns:a="http://schemas.openxmlformats.org/drawingml/2006/main">
            <a:r>
              <a:t>packages/coding-agent/test/custom-editor-history-keybindings.test.ts</a:t>
            </a:r>
          </a:p>
          <a:p xmlns:a="http://schemas.openxmlformats.org/drawingml/2006/main">
            <a:r>
              <a:t>packages/coding-agent/test/status-indicator.test.ts</a:t>
            </a:r>
          </a:p>
          <a:p xmlns:a="http://schemas.openxmlformats.org/drawingml/2006/main">
            <a:r>
              <a:t>packages/coding-agent/test/bug-report.test.ts</a:t>
            </a:r>
          </a:p>
          <a:p xmlns:a="http://schemas.openxmlformats.org/drawingml/2006/main">
            <a:r>
              <a:t>packages/coding-agent/test/footer-width.test.ts</a:t>
            </a:r>
          </a:p>
          <a:p xmlns:a="http://schemas.openxmlformats.org/drawingml/2006/main">
            <a:r>
              <a:t>packages/coding-agent/test/auth-url-copy.test.ts</a:t>
            </a:r>
          </a:p>
          <a:p xmlns:a="http://schemas.openxmlformats.org/drawingml/2006/main">
            <a:r>
              <a:t>packages/coding-agent/test/suite/regressions/5433-extension-oauth-prompt-input.test.ts</a:t>
            </a:r>
          </a:p>
          <a:p xmlns:a="http://schemas.openxmlformats.org/drawingml/2006/main">
            <a:r>
              <a:t>packages/coding-agent/test/model-selector.test.ts</a:t>
            </a:r>
          </a:p>
          <a:p xmlns:a="http://schemas.openxmlformats.org/drawingml/2006/main">
            <a:r>
              <a:t>packages/coding-agent/test/suite/regressions/3217-scoped-model-order.test.ts</a:t>
            </a:r>
          </a:p>
          <a:p xmlns:a="http://schemas.openxmlformats.org/drawingml/2006/main">
            <a:r>
              <a:t>packages/coding-agent/test/suite/regressions/6999-models-json-hot-reload.test.ts</a:t>
            </a:r>
          </a:p>
          <a:p xmlns:a="http://schemas.openxmlformats.org/drawingml/2006/main">
            <a:r>
              <a:t>packages/coding-agent/test/suite/regressions/7209-model-selector-filter-resets-selection.test.ts</a:t>
            </a:r>
          </a:p>
          <a:p xmlns:a="http://schemas.openxmlformats.org/drawingml/2006/main">
            <a:r>
              <a:t>packages/coding-agent/test/oauth-selector.test.ts</a:t>
            </a:r>
          </a:p>
          <a:p xmlns:a="http://schemas.openxmlformats.org/drawingml/2006/main">
            <a:r>
              <a:t>packages/coding-agent/test/scoped-models-selector.test.ts</a:t>
            </a:r>
          </a:p>
          <a:p xmlns:a="http://schemas.openxmlformats.org/drawingml/2006/main">
            <a:r>
              <a:t>packages/coding-agent/test/suite/regressions/6949-unavailable-scoped-model.test.ts</a:t>
            </a:r>
          </a:p>
          <a:p xmlns:a="http://schemas.openxmlformats.org/drawingml/2006/main">
            <a:r>
              <a:t>packages/coding-agent/test/suite/regressions/7153-scoped-models-refresh.test.ts</a:t>
            </a:r>
          </a:p>
          <a:p xmlns:a="http://schemas.openxmlformats.org/drawingml/2006/main">
            <a:r>
              <a:t>packages/coding-agent/test/session-selector-search.test.ts</a:t>
            </a:r>
          </a:p>
          <a:p xmlns:a="http://schemas.openxmlformats.org/drawingml/2006/main">
            <a:r>
              <a:t>packages/coding-agent/test/session-selector-path-delete.test.ts</a:t>
            </a:r>
          </a:p>
          <a:p xmlns:a="http://schemas.openxmlformats.org/drawingml/2006/main">
            <a:r>
              <a:t>packages/coding-agent/test/session-selector-rename.test.ts</a:t>
            </a:r>
          </a:p>
          <a:p xmlns:a="http://schemas.openxmlformats.org/drawingml/2006/main">
            <a:r>
              <a:t>packages/coding-agent/test/settings-selector.test.ts</a:t>
            </a:r>
          </a:p>
          <a:p xmlns:a="http://schemas.openxmlformats.org/drawingml/2006/main">
            <a:r>
              <a:t>packages/coding-agent/test/interactive-mode-tree-navigation.test.ts</a:t>
            </a:r>
          </a:p>
          <a:p xmlns:a="http://schemas.openxmlformats.org/drawingml/2006/main">
            <a:r>
              <a:t>packages/coding-agent/test/interactive-tui.test.ts</a:t>
            </a:r>
          </a:p>
          <a:p xmlns:a="http://schemas.openxmlformats.org/drawingml/2006/main">
            <a:r>
              <a:t>packages/coding-agent/test/themed-text.test.ts</a:t>
            </a:r>
          </a:p>
          <a:p xmlns:a="http://schemas.openxmlformats.org/drawingml/2006/main">
            <a:r>
              <a:t>packages/coding-agent/test/thinking-selector.test.ts</a:t>
            </a:r>
          </a:p>
          <a:p xmlns:a="http://schemas.openxmlformats.org/drawingml/2006/main">
            <a:r>
              <a:t>packages/coding-agent/test/edit-tool-no-full-redraw.test.ts</a:t>
            </a:r>
          </a:p>
          <a:p xmlns:a="http://schemas.openxmlformats.org/drawingml/2006/main">
            <a:r>
              <a:t>packages/coding-agent/test/suite/regressions/4167-thinking-toggle-pending-tool-render.test.ts</a:t>
            </a:r>
          </a:p>
          <a:p xmlns:a="http://schemas.openxmlformats.org/drawingml/2006/main">
            <a:r>
              <a:t>packages/coding-agent/test/suite/regressions/8611-thinking-toggle-pending-bash-output.test.ts</a:t>
            </a:r>
          </a:p>
          <a:p xmlns:a="http://schemas.openxmlformats.org/drawingml/2006/main">
            <a:r>
              <a:t>packages/coding-agent/test/tree-selector.test.ts</a:t>
            </a:r>
          </a:p>
          <a:p xmlns:a="http://schemas.openxmlformats.org/drawingml/2006/main">
            <a:r>
              <a:t>packages/coding-agent/test/trust-selector.test.ts</a:t>
            </a:r>
          </a:p>
          <a:p xmlns:a="http://schemas.openxmlformats.org/drawingml/2006/main">
            <a:r>
              <a:t>packages/coding-agent/test/user-message.test.ts</a:t>
            </a:r>
          </a:p>
          <a:p xmlns:a="http://schemas.openxmlformats.org/drawingml/2006/main">
            <a:r>
              <a:t>packages/tui/test/chat-simple.ts</a:t>
            </a:r>
          </a:p>
          <a:p xmlns:a="http://schemas.openxmlformats.org/drawingml/2006/main">
            <a:r>
              <a:t>packages/tui/test/editor-history-keybindings.test.ts</a:t>
            </a:r>
          </a:p>
          <a:p xmlns:a="http://schemas.openxmlformats.org/drawingml/2006/main">
            <a:r>
              <a:t>packages/tui/test/editor.test.ts</a:t>
            </a:r>
          </a:p>
          <a:p xmlns:a="http://schemas.openxmlformats.org/drawingml/2006/main">
            <a:r>
              <a:t>packages/tui/test/mouse-components.test.ts</a:t>
            </a:r>
          </a:p>
          <a:p xmlns:a="http://schemas.openxmlformats.org/drawingml/2006/main">
            <a:r>
              <a:t>packages/tui/test/layout.test.ts</a:t>
            </a:r>
          </a:p>
          <a:p xmlns:a="http://schemas.openxmlformats.org/drawingml/2006/main">
            <a:r>
              <a:t>packages/tui/test/tui-alt-screen.test.ts</a:t>
            </a:r>
          </a:p>
          <a:p xmlns:a="http://schemas.openxmlformats.org/drawingml/2006/main">
            <a:r>
              <a:t>packages/tui/test/image-test.ts</a:t>
            </a:r>
          </a:p>
          <a:p xmlns:a="http://schemas.openxmlformats.org/drawingml/2006/main">
            <a:r>
              <a:t>packages/tui/test/terminal-image.test.ts</a:t>
            </a:r>
          </a:p>
          <a:p xmlns:a="http://schemas.openxmlformats.org/drawingml/2006/main">
            <a:r>
              <a:t>packages/tui/test/tui-render.test.ts</a:t>
            </a:r>
          </a:p>
          <a:p xmlns:a="http://schemas.openxmlformats.org/drawingml/2006/main">
            <a:r>
              <a:t>packages/tui/test/input.test.ts</a:t>
            </a:r>
          </a:p>
          <a:p xmlns:a="http://schemas.openxmlformats.org/drawingml/2006/main">
            <a:r>
              <a:t>packages/tui/test/alt-screen-large-transcript-bench.ts</a:t>
            </a:r>
          </a:p>
          <a:p xmlns:a="http://schemas.openxmlformats.org/drawingml/2006/main">
            <a:r>
              <a:t>packages/tui/test/markdown.test.ts</a:t>
            </a:r>
          </a:p>
          <a:p xmlns:a="http://schemas.openxmlformats.org/drawingml/2006/main">
            <a:r>
              <a:t>packages/tui/test/render-churn-bench.ts</a:t>
            </a:r>
          </a:p>
          <a:p xmlns:a="http://schemas.openxmlformats.org/drawingml/2006/main">
            <a:r>
              <a:t>packages/tui/test/select-list.test.ts</a:t>
            </a:r>
          </a:p>
          <a:p xmlns:a="http://schemas.openxmlformats.org/drawingml/2006/main">
            <a:r>
              <a:t>packages/tui/test/settings-list.test.ts</a:t>
            </a:r>
          </a:p>
          <a:p xmlns:a="http://schemas.openxmlformats.org/drawingml/2006/main">
            <a:r>
              <a:t>packages/tui/test/truncated-text.test.ts</a:t>
            </a:r>
          </a:p>
          <a:p xmlns:a="http://schemas.openxmlformats.org/drawingml/2006/main">
            <a:r>
              <a:t>packages/coding-agent/test/session-cwd.test.ts</a:t>
            </a:r>
          </a:p>
          <a:p xmlns:a="http://schemas.openxmlformats.org/drawingml/2006/main">
            <a:r>
              <a:t>packages/coding-agent/test/agent-session-auto-compaction-queue.test.ts</a:t>
            </a:r>
          </a:p>
          <a:p xmlns:a="http://schemas.openxmlformats.org/drawingml/2006/main">
            <a:r>
              <a:t>packages/coding-agent/test/agent-session-branching.test.ts</a:t>
            </a:r>
          </a:p>
          <a:p xmlns:a="http://schemas.openxmlformats.org/drawingml/2006/main">
            <a:r>
              <a:t>packages/coding-agent/test/agent-session-compaction.test.ts</a:t>
            </a:r>
          </a:p>
          <a:p xmlns:a="http://schemas.openxmlformats.org/drawingml/2006/main">
            <a:r>
              <a:t>packages/coding-agent/test/agent-session-concurrent.test.ts</a:t>
            </a:r>
          </a:p>
          <a:p xmlns:a="http://schemas.openxmlformats.org/drawingml/2006/main">
            <a:r>
              <a:t>packages/coding-agent/test/agent-session-retry.test.ts</a:t>
            </a:r>
          </a:p>
          <a:p xmlns:a="http://schemas.openxmlformats.org/drawingml/2006/main">
            <a:r>
              <a:t>packages/coding-agent/test/agent-session-runtime-events.test.ts</a:t>
            </a:r>
          </a:p>
          <a:p xmlns:a="http://schemas.openxmlformats.org/drawingml/2006/main">
            <a:r>
              <a:t>packages/coding-agent/test/agent-session-stats.test.ts</a:t>
            </a:r>
          </a:p>
          <a:p xmlns:a="http://schemas.openxmlformats.org/drawingml/2006/main">
            <a:r>
              <a:t>packages/coding-agent/test/branch-summarization.test.ts</a:t>
            </a:r>
          </a:p>
          <a:p xmlns:a="http://schemas.openxmlformats.org/drawingml/2006/main">
            <a:r>
              <a:t>packages/coding-agent/test/cache-stats.test.ts</a:t>
            </a:r>
          </a:p>
          <a:p xmlns:a="http://schemas.openxmlformats.org/drawingml/2006/main">
            <a:r>
              <a:t>packages/coding-agent/test/compaction.test.ts</a:t>
            </a:r>
          </a:p>
          <a:p xmlns:a="http://schemas.openxmlformats.org/drawingml/2006/main">
            <a:r>
              <a:t>packages/coding-agent/test/format-resume-command.test.ts</a:t>
            </a:r>
          </a:p>
          <a:p xmlns:a="http://schemas.openxmlformats.org/drawingml/2006/main">
            <a:r>
              <a:t>packages/coding-agent/test/interactive-mode-compaction.test.ts</a:t>
            </a:r>
          </a:p>
          <a:p xmlns:a="http://schemas.openxmlformats.org/drawingml/2006/main">
            <a:r>
              <a:t>packages/coding-agent/test/model-resolver.test.ts</a:t>
            </a:r>
          </a:p>
          <a:p xmlns:a="http://schemas.openxmlformats.org/drawingml/2006/main">
            <a:r>
              <a:t>packages/coding-agent/test/sdk-openrouter-attribution.test.ts</a:t>
            </a:r>
          </a:p>
          <a:p xmlns:a="http://schemas.openxmlformats.org/drawingml/2006/main">
            <a:r>
              <a:t>packages/coding-agent/test/sdk-session-manager.test.ts</a:t>
            </a:r>
          </a:p>
          <a:p xmlns:a="http://schemas.openxmlformats.org/drawingml/2006/main">
            <a:r>
              <a:t>packages/coding-agent/test/session-context-edit.test.ts</a:t>
            </a:r>
          </a:p>
          <a:p xmlns:a="http://schemas.openxmlformats.org/drawingml/2006/main">
            <a:r>
              <a:t>packages/coding-agent/test/session-id-readonly.test.ts</a:t>
            </a:r>
          </a:p>
          <a:p xmlns:a="http://schemas.openxmlformats.org/drawingml/2006/main">
            <a:r>
              <a:t>packages/coding-agent/test/session-info-modified-timestamp.test.ts</a:t>
            </a:r>
          </a:p>
          <a:p xmlns:a="http://schemas.openxmlformats.org/drawingml/2006/main">
            <a:r>
              <a:t>packages/coding-agent/test/session-manager/build-context.test.ts</a:t>
            </a:r>
          </a:p>
          <a:p xmlns:a="http://schemas.openxmlformats.org/drawingml/2006/main">
            <a:r>
              <a:t>packages/coding-agent/test/session-manager/custom-session-id.test.ts</a:t>
            </a:r>
          </a:p>
          <a:p xmlns:a="http://schemas.openxmlformats.org/drawingml/2006/main">
            <a:r>
              <a:t>packages/coding-agent/test/session-manager/file-operations.test.ts</a:t>
            </a:r>
          </a:p>
          <a:p xmlns:a="http://schemas.openxmlformats.org/drawingml/2006/main">
            <a:r>
              <a:t>packages/coding-agent/test/session-manager/labels.test.ts</a:t>
            </a:r>
          </a:p>
          <a:p xmlns:a="http://schemas.openxmlformats.org/drawingml/2006/main">
            <a:r>
              <a:t>packages/coding-agent/test/session-manager/load-entries.test.ts</a:t>
            </a:r>
          </a:p>
          <a:p xmlns:a="http://schemas.openxmlformats.org/drawingml/2006/main">
            <a:r>
              <a:t>packages/coding-agent/test/session-manager/migration.test.ts</a:t>
            </a:r>
          </a:p>
          <a:p xmlns:a="http://schemas.openxmlformats.org/drawingml/2006/main">
            <a:r>
              <a:t>packages/coding-agent/test/session-manager/save-entry.test.ts</a:t>
            </a:r>
          </a:p>
          <a:p xmlns:a="http://schemas.openxmlformats.org/drawingml/2006/main">
            <a:r>
              <a:t>packages/coding-agent/test/session-manager/tree-traversal.test.ts</a:t>
            </a:r>
          </a:p>
          <a:p xmlns:a="http://schemas.openxmlformats.org/drawingml/2006/main">
            <a:r>
              <a:t>packages/coding-agent/test/suite/agent-session-runtime.test.ts</a:t>
            </a:r>
          </a:p>
          <a:p xmlns:a="http://schemas.openxmlformats.org/drawingml/2006/main">
            <a:r>
              <a:t>packages/coding-agent/test/suite/lax-message-content.test.ts</a:t>
            </a:r>
          </a:p>
          <a:p xmlns:a="http://schemas.openxmlformats.org/drawingml/2006/main">
            <a:r>
              <a:t>packages/coding-agent/test/suite/regressions/2753-reload-stale-resource-settings.test.ts</a:t>
            </a:r>
          </a:p>
          <a:p xmlns:a="http://schemas.openxmlformats.org/drawingml/2006/main">
            <a:r>
              <a:t>packages/coding-agent/test/suite/regressions/2860-replaced-session-context.test.ts</a:t>
            </a:r>
          </a:p>
          <a:p xmlns:a="http://schemas.openxmlformats.org/drawingml/2006/main">
            <a:r>
              <a:t>packages/coding-agent/test/suite/regressions/5080-signal-shutdown-extension-cleanup.test.ts</a:t>
            </a:r>
          </a:p>
          <a:p xmlns:a="http://schemas.openxmlformats.org/drawingml/2006/main">
            <a:r>
              <a:t>packages/coding-agent/test/suite/regressions/5596-missing-theme-export.test.ts</a:t>
            </a:r>
          </a:p>
          <a:p xmlns:a="http://schemas.openxmlformats.org/drawingml/2006/main">
            <a:r>
              <a:t>packages/coding-agent/test/suite/regressions/7497-session-discovery-symlink.test.ts</a:t>
            </a:r>
          </a:p>
          <a:p xmlns:a="http://schemas.openxmlformats.org/drawingml/2006/main">
            <a:r>
              <a:t>packages/coding-agent/test/suite/regressions/8989-fork-compaction-label-boundary.test.ts</a:t>
            </a:r>
          </a:p>
          <a:p xmlns:a="http://schemas.openxmlformats.org/drawingml/2006/main">
            <a:r>
              <a:t>packages/coding-agent/test/system-prompt-updates.test.ts</a:t>
            </a:r>
          </a:p>
          <a:p xmlns:a="http://schemas.openxmlformats.org/drawingml/2006/main">
            <a:r>
              <a:t>packages/coding-agent/test/test-harness.ts</a:t>
            </a:r>
          </a:p>
          <a:p xmlns:a="http://schemas.openxmlformats.org/drawingml/2006/main">
            <a:r>
              <a:t>packages/coding-agent/test/virtual-models.test.ts</a:t>
            </a:r>
          </a:p>
          <a:p xmlns:a="http://schemas.openxmlformats.org/drawingml/2006/main">
            <a:r>
              <a:t>packages/coding-agent/test/interactive-mode-import-command.test.ts</a:t>
            </a:r>
          </a:p>
          <a:p xmlns:a="http://schemas.openxmlformats.org/drawingml/2006/main">
            <a:r>
              <a:t>packages/coding-agent/test/suite/regressions/5868-rpc-unknown-command-id.test.ts</a:t>
            </a:r>
          </a:p>
          <a:p xmlns:a="http://schemas.openxmlformats.org/drawingml/2006/main">
            <a:r>
              <a:t>packages/coding-agent/test/suite/regressions/8724-in-memory-fork-active-tool.test.ts</a:t>
            </a:r>
          </a:p>
          <a:p xmlns:a="http://schemas.openxmlformats.org/drawingml/2006/main">
            <a:r>
              <a:t>packages/coding-agent/test/suite/regressions/7829-invalid-settings-warning.test.ts</a:t>
            </a:r>
          </a:p>
          <a:p xmlns:a="http://schemas.openxmlformats.org/drawingml/2006/main">
            <a:r>
              <a:t>packages/coding-agent/test/jev-router-example.test.ts</a:t>
            </a:r>
          </a:p>
          <a:p xmlns:a="http://schemas.openxmlformats.org/drawingml/2006/main">
            <a:r>
              <a:t>packages/coding-agent/test/bash-close-hang-windows.test.ts</a:t>
            </a:r>
          </a:p>
          <a:p xmlns:a="http://schemas.openxmlformats.org/drawingml/2006/main">
            <a:r>
              <a:t>packages/coding-agent/test/suite/agent-session-bash-persistence.test.ts</a:t>
            </a:r>
          </a:p>
          <a:p xmlns:a="http://schemas.openxmlformats.org/drawingml/2006/main">
            <a:r>
              <a:t>packages/coding-agent/test/suite/regressions/5208-late-bash-output.test.ts</a:t>
            </a:r>
          </a:p>
          <a:p xmlns:a="http://schemas.openxmlformats.org/drawingml/2006/main">
            <a:r>
              <a:t>packages/coding-agent/test/tool-system-prompt-contributions.test.ts</a:t>
            </a:r>
          </a:p>
          <a:p xmlns:a="http://schemas.openxmlformats.org/drawingml/2006/main">
            <a:r>
              <a:t>packages/coding-agent/test/powershell-tool.test.ts</a:t>
            </a:r>
          </a:p>
          <a:p xmlns:a="http://schemas.openxmlformats.org/drawingml/2006/main">
            <a:r>
              <a:t>packages/coding-agent/test/resolve-config-value.test.ts</a:t>
            </a:r>
          </a:p>
          <a:p xmlns:a="http://schemas.openxmlformats.org/drawingml/2006/main">
            <a:r>
              <a:t>packages/coding-agent/test/suite/regressions/6596-taskkill-enoent.test.ts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源码基线：6cd9d957a9fd50bc504d45b72834ed9dd85a20b6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流程为教学阅读顺序，可选分支不表示每次运行必经。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你安装了一个 Pi 包，希望知道资源何时被发现、启用和替换。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解析包来源</a:t>
            </a:r>
          </a:p>
          <a:p xmlns:a="http://schemas.openxmlformats.org/drawingml/2006/main">
            <a:r>
              <a:t>从 install/update/list 的命令入口追踪包声明与来源，区分安装位置和配置中选择的资源。</a:t>
            </a:r>
          </a:p>
          <a:p xmlns:a="http://schemas.openxmlformats.org/drawingml/2006/main">
            <a:r>
              <a:t>输入：包声明</a:t>
            </a:r>
          </a:p>
          <a:p xmlns:a="http://schemas.openxmlformats.org/drawingml/2006/main">
            <a:r>
              <a:t>输出：可定位的包来源和安装结果</a:t>
            </a:r>
          </a:p>
          <a:p xmlns:a="http://schemas.openxmlformats.org/drawingml/2006/main">
            <a:r>
              <a:t>入口线索：pi install/remove/update/list/config</a:t>
            </a:r>
          </a:p>
          <a:p xmlns:a="http://schemas.openxmlformats.org/drawingml/2006/main">
            <a:r>
              <a:t>职责：区分 Pi 自身更新、扩展包更新与模型目录更新。</a:t>
            </a:r>
          </a:p>
          <a:p xmlns:a="http://schemas.openxmlformats.org/drawingml/2006/main">
            <a:r>
              <a:t>源码：packages/coding-agent/src/core/package-manager.ts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筛选包内资源</a:t>
            </a:r>
          </a:p>
          <a:p xmlns:a="http://schemas.openxmlformats.org/drawingml/2006/main">
            <a:r>
              <a:t>查看扩展、技能、模板和主题如何从包中发现，核对用户配置中的启用、屏蔽与路径。</a:t>
            </a:r>
          </a:p>
          <a:p xmlns:a="http://schemas.openxmlformats.org/drawingml/2006/main">
            <a:r>
              <a:t>输入：安装内容与资源配置</a:t>
            </a:r>
          </a:p>
          <a:p xmlns:a="http://schemas.openxmlformats.org/drawingml/2006/main">
            <a:r>
              <a:t>输出：本次加载资源集</a:t>
            </a:r>
          </a:p>
          <a:p xmlns:a="http://schemas.openxmlformats.org/drawingml/2006/main">
            <a:r>
              <a:t>入口线索：DefaultResourceLoader.reload；资源路径设置</a:t>
            </a:r>
          </a:p>
          <a:p xmlns:a="http://schemas.openxmlformats.org/drawingml/2006/main">
            <a:r>
              <a:t>职责：记录来源并处理碰撞；项目资源需遵守信任加载顺序。</a:t>
            </a:r>
          </a:p>
          <a:p xmlns:a="http://schemas.openxmlformats.org/drawingml/2006/main">
            <a:r>
              <a:t>源码：packages/coding-agent/src/core/pi-manifest.ts</a:t>
            </a:r>
          </a:p>
          <a:p xmlns:a="http://schemas.openxmlformats.org/drawingml/2006/main">
            <a:r>
              <a:t>packages/coding-agent/src/core/resource-loader.ts</a:t>
            </a:r>
          </a:p>
          <a:p xmlns:a="http://schemas.openxmlformats.org/drawingml/2006/main">
            <a:r>
              <a:t>packages/coding-agent/src/core/source-info.ts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合并内置与用户扩展</a:t>
            </a:r>
          </a:p>
          <a:p xmlns:a="http://schemas.openxmlformats.org/drawingml/2006/main">
            <a:r>
              <a:t>理解 builtin 资源标识与内置扩展装配，确定替换或禁用的规则。</a:t>
            </a:r>
          </a:p>
          <a:p xmlns:a="http://schemas.openxmlformats.org/drawingml/2006/main">
            <a:r>
              <a:t>输入：内置扩展和用户资源</a:t>
            </a:r>
          </a:p>
          <a:p xmlns:a="http://schemas.openxmlformats.org/drawingml/2006/main">
            <a:r>
              <a:t>输出：实际注册的扩展</a:t>
            </a:r>
          </a:p>
          <a:p xmlns:a="http://schemas.openxmlformats.org/drawingml/2006/main">
            <a:r>
              <a:t>入口线索：builtInExtensions；pi config；builtin: 资源设置</a:t>
            </a:r>
          </a:p>
          <a:p xmlns:a="http://schemas.openxmlformats.org/drawingml/2006/main">
            <a:r>
              <a:t>职责：SDK 默认不加载内置扩展；宿主需要显式加入对应工厂。</a:t>
            </a:r>
          </a:p>
          <a:p xmlns:a="http://schemas.openxmlformats.org/drawingml/2006/main">
            <a:r>
              <a:t>源码：packages/coding-agent/src/core/extensions/loader.ts</a:t>
            </a:r>
          </a:p>
          <a:p xmlns:a="http://schemas.openxmlformats.org/drawingml/2006/main">
            <a:r>
              <a:t>packages/coding-agent/src/core/resource-loader.ts</a:t>
            </a:r>
          </a:p>
          <a:p xmlns:a="http://schemas.openxmlformats.org/drawingml/2006/main">
            <a:r>
              <a:t>packages/coding-agent/src/extensions/index.ts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4. 触发重载并验证</a:t>
            </a:r>
          </a:p>
          <a:p xmlns:a="http://schemas.openxmlformats.org/drawingml/2006/main">
            <a:r>
              <a:t>沿 reload 检查旧资源清理、新资源注册和诊断。用可观察注册结果确认新版本确实生效。</a:t>
            </a:r>
          </a:p>
          <a:p xmlns:a="http://schemas.openxmlformats.org/drawingml/2006/main">
            <a:r>
              <a:t>输入：资源版本变化</a:t>
            </a:r>
          </a:p>
          <a:p xmlns:a="http://schemas.openxmlformats.org/drawingml/2006/main">
            <a:r>
              <a:t>输出：新的扩展运行时与诊断</a:t>
            </a:r>
          </a:p>
          <a:p xmlns:a="http://schemas.openxmlformats.org/drawingml/2006/main">
            <a:r>
              <a:t>入口线索：--extension；/reload；ExtensionAPI</a:t>
            </a:r>
          </a:p>
          <a:p xmlns:a="http://schemas.openxmlformats.org/drawingml/2006/main">
            <a:r>
              <a:t>职责：工厂负责注册，runner 提供上下文与分发；原始类型注释可在 API 清单中逐项阅读。</a:t>
            </a:r>
          </a:p>
          <a:p xmlns:a="http://schemas.openxmlformats.org/drawingml/2006/main">
            <a:r>
              <a:t>源码：packages/coding-agent/src/core/event-bus.ts</a:t>
            </a:r>
          </a:p>
          <a:p xmlns:a="http://schemas.openxmlformats.org/drawingml/2006/main">
            <a:r>
              <a:t>packages/coding-agent/src/core/extensions/index.ts</a:t>
            </a:r>
          </a:p>
          <a:p xmlns:a="http://schemas.openxmlformats.org/drawingml/2006/main">
            <a:r>
              <a:t>packages/coding-agent/src/core/extensions/jiti-loader.ts</a:t>
            </a:r>
          </a:p>
          <a:p xmlns:a="http://schemas.openxmlformats.org/drawingml/2006/main">
            <a:r>
              <a:t>packages/coding-agent/src/core/extensions/jiti-static-loader.ts</a:t>
            </a:r>
          </a:p>
          <a:p xmlns:a="http://schemas.openxmlformats.org/drawingml/2006/main">
            <a:r>
              <a:t>packages/coding-agent/src/core/extensions/loader.ts</a:t>
            </a:r>
          </a:p>
          <a:p xmlns:a="http://schemas.openxmlformats.org/drawingml/2006/main">
            <a:r>
              <a:t>packages/coding-agent/src/core/extensions/runner.ts</a:t>
            </a:r>
          </a:p>
          <a:p xmlns:a="http://schemas.openxmlformats.org/drawingml/2006/main">
            <a:r>
              <a:t>packages/coding-agent/src/core/extensions/types.ts</a:t>
            </a:r>
          </a:p>
          <a:p xmlns:a="http://schemas.openxmlformats.org/drawingml/2006/main">
            <a:r>
              <a:t>packages/coding-agent/src/core/extensions/virtual-modules.ts</a:t>
            </a:r>
          </a:p>
          <a:p xmlns:a="http://schemas.openxmlformats.org/drawingml/2006/main">
            <a:r>
              <a:t>packages/coding-agent/src/core/extensions/wrapper.ts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失败与恢复：安装命令成功不能证明资源已启用。更新包、修改选择和重新加载是需要分别验证的阶段。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练习：选一个现有扩展示例，记录发现路径、注册入口、启用条件及重载后的验证方式。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参考判断：答案应指出实际资源来源和注册结果，不能仅以 node_modules 中存在文件作为加载成功证据。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功能编号：CFG-05, CFG-06, CFG-08, CFG-09, CFG-10, CFG-22, CFG-23, CFG-24, CFG-25, CFG-26, CFG-27, EXT-01, EXT-02, EXT-05, EXT-06, EXT-07, EXT-08, EXT-16, EXT-17, EXT-18, EXT-19, EXT-20, EXT-21, EXT-22, EXT-25, EXT-27, EXT-28, EXT-30, MCP-26, INT-06, INT-08, OTH-81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文档来源：</a:t>
            </a:r>
          </a:p>
          <a:p xmlns:a="http://schemas.openxmlformats.org/drawingml/2006/main">
            <a:r>
              <a:t>packages/coding-agent/docs/cli.md</a:t>
            </a:r>
          </a:p>
          <a:p xmlns:a="http://schemas.openxmlformats.org/drawingml/2006/main">
            <a:r>
              <a:t>packages/coding-agent/docs/sdk.md</a:t>
            </a:r>
          </a:p>
          <a:p xmlns:a="http://schemas.openxmlformats.org/drawingml/2006/main">
            <a:r>
              <a:t>packages/coding-agent/docs/mcp.md</a:t>
            </a:r>
          </a:p>
          <a:p xmlns:a="http://schemas.openxmlformats.org/drawingml/2006/main">
            <a:r>
              <a:t>packages/agent/README.md</a:t>
            </a:r>
          </a:p>
          <a:p xmlns:a="http://schemas.openxmlformats.org/drawingml/2006/main">
            <a:r>
              <a:t>packages/tui/README.md</a:t>
            </a:r>
          </a:p>
          <a:p xmlns:a="http://schemas.openxmlformats.org/drawingml/2006/main">
            <a:r>
              <a:t>packages/coding-agent/docs/configuration.md</a:t>
            </a:r>
          </a:p>
          <a:p xmlns:a="http://schemas.openxmlformats.org/drawingml/2006/main">
            <a:r>
              <a:t>packages/coding-agent/docs/settings.md</a:t>
            </a:r>
          </a:p>
          <a:p xmlns:a="http://schemas.openxmlformats.org/drawingml/2006/main">
            <a:r>
              <a:t>packages/coding-agent/CHANGELOG.md</a:t>
            </a:r>
          </a:p>
          <a:p xmlns:a="http://schemas.openxmlformats.org/drawingml/2006/main">
            <a:r>
              <a:t>packages/coding-agent/docs/slash-commands.md</a:t>
            </a:r>
          </a:p>
          <a:p xmlns:a="http://schemas.openxmlformats.org/drawingml/2006/main">
            <a:r>
              <a:t>packages/coding-agent/docs/packages.md</a:t>
            </a:r>
          </a:p>
          <a:p xmlns:a="http://schemas.openxmlformats.org/drawingml/2006/main">
            <a:r>
              <a:t>packages/coding-agent/docs/extensions.md</a:t>
            </a:r>
          </a:p>
          <a:p xmlns:a="http://schemas.openxmlformats.org/drawingml/2006/main">
            <a:r>
              <a:t>packages/coding-agent/docs/rpc-extension-ui.md</a:t>
            </a:r>
          </a:p>
          <a:p xmlns:a="http://schemas.openxmlformats.org/drawingml/2006/main">
            <a:r>
              <a:t>packages/coding-agent/examples/extensions/README.md</a:t>
            </a:r>
          </a:p>
          <a:p xmlns:a="http://schemas.openxmlformats.org/drawingml/2006/main">
            <a:r>
              <a:t>packages/coding-agent/docs/virtual-models.md</a:t>
            </a:r>
          </a:p>
          <a:p xmlns:a="http://schemas.openxmlformats.org/drawingml/2006/main">
            <a:r>
              <a:t>README.md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关联测试阅读线索（未在演示文稿中执行）：</a:t>
            </a:r>
          </a:p>
          <a:p xmlns:a="http://schemas.openxmlformats.org/drawingml/2006/main">
            <a:r>
              <a:t>packages/coding-agent/test/git-update.test.ts</a:t>
            </a:r>
          </a:p>
          <a:p xmlns:a="http://schemas.openxmlformats.org/drawingml/2006/main">
            <a:r>
              <a:t>packages/coding-agent/test/package-command-paths.test.ts</a:t>
            </a:r>
          </a:p>
          <a:p xmlns:a="http://schemas.openxmlformats.org/drawingml/2006/main">
            <a:r>
              <a:t>packages/coding-agent/test/package-manager-ssh.test.ts</a:t>
            </a:r>
          </a:p>
          <a:p xmlns:a="http://schemas.openxmlformats.org/drawingml/2006/main">
            <a:r>
              <a:t>packages/coding-agent/test/package-manager.test.ts</a:t>
            </a:r>
          </a:p>
          <a:p xmlns:a="http://schemas.openxmlformats.org/drawingml/2006/main">
            <a:r>
              <a:t>packages/coding-agent/test/suite/regressions/7187-malformed-package-manifest.test.ts</a:t>
            </a:r>
          </a:p>
          <a:p xmlns:a="http://schemas.openxmlformats.org/drawingml/2006/main">
            <a:r>
              <a:t>packages/coding-agent/test/agent-session-dynamic-provider.test.ts</a:t>
            </a:r>
          </a:p>
          <a:p xmlns:a="http://schemas.openxmlformats.org/drawingml/2006/main">
            <a:r>
              <a:t>packages/coding-agent/test/agent-session-dynamic-tools.test.ts</a:t>
            </a:r>
          </a:p>
          <a:p xmlns:a="http://schemas.openxmlformats.org/drawingml/2006/main">
            <a:r>
              <a:t>packages/coding-agent/test/builtin-tool-strict-mode.test.ts</a:t>
            </a:r>
          </a:p>
          <a:p xmlns:a="http://schemas.openxmlformats.org/drawingml/2006/main">
            <a:r>
              <a:t>packages/coding-agent/test/default-tools-setting.test.ts</a:t>
            </a:r>
          </a:p>
          <a:p xmlns:a="http://schemas.openxmlformats.org/drawingml/2006/main">
            <a:r>
              <a:t>packages/coding-agent/test/resource-loader-theme.test.ts</a:t>
            </a:r>
          </a:p>
          <a:p xmlns:a="http://schemas.openxmlformats.org/drawingml/2006/main">
            <a:r>
              <a:t>packages/coding-agent/test/resource-loader.test.ts</a:t>
            </a:r>
          </a:p>
          <a:p xmlns:a="http://schemas.openxmlformats.org/drawingml/2006/main">
            <a:r>
              <a:t>packages/coding-agent/test/sdk-codex-cache-probe-tool-loop.ts</a:t>
            </a:r>
          </a:p>
          <a:p xmlns:a="http://schemas.openxmlformats.org/drawingml/2006/main">
            <a:r>
              <a:t>packages/coding-agent/test/sdk-skills.test.ts</a:t>
            </a:r>
          </a:p>
          <a:p xmlns:a="http://schemas.openxmlformats.org/drawingml/2006/main">
            <a:r>
              <a:t>packages/coding-agent/test/sdk-stream-options.test.ts</a:t>
            </a:r>
          </a:p>
          <a:p xmlns:a="http://schemas.openxmlformats.org/drawingml/2006/main">
            <a:r>
              <a:t>packages/coding-agent/test/suite/regressions/2781-skill-collision-precedence.test.ts</a:t>
            </a:r>
          </a:p>
          <a:p xmlns:a="http://schemas.openxmlformats.org/drawingml/2006/main">
            <a:r>
              <a:t>packages/coding-agent/test/suite/regressions/2835-tools-allowlist-filters-extension-tools.test.ts</a:t>
            </a:r>
          </a:p>
          <a:p xmlns:a="http://schemas.openxmlformats.org/drawingml/2006/main">
            <a:r>
              <a:t>packages/coding-agent/test/suite/regressions/3592-no-builtin-tools-keeps-extension-tools.test.ts</a:t>
            </a:r>
          </a:p>
          <a:p xmlns:a="http://schemas.openxmlformats.org/drawingml/2006/main">
            <a:r>
              <a:t>packages/coding-agent/test/suite/regressions/3616-settings-inmemory-reload.test.ts</a:t>
            </a:r>
          </a:p>
          <a:p xmlns:a="http://schemas.openxmlformats.org/drawingml/2006/main">
            <a:r>
              <a:t>packages/coding-agent/test/suite/regressions/6260-inline-extension-naming.test.ts</a:t>
            </a:r>
          </a:p>
          <a:p xmlns:a="http://schemas.openxmlformats.org/drawingml/2006/main">
            <a:r>
              <a:t>packages/coding-agent/test/suite/regressions/extension-factory-cache.test.ts</a:t>
            </a:r>
          </a:p>
          <a:p xmlns:a="http://schemas.openxmlformats.org/drawingml/2006/main">
            <a:r>
              <a:t>packages/coding-agent/test/tool-renderer-examples.test.ts</a:t>
            </a:r>
          </a:p>
          <a:p xmlns:a="http://schemas.openxmlformats.org/drawingml/2006/main">
            <a:r>
              <a:t>packages/coding-agent/test/utilities.ts</a:t>
            </a:r>
          </a:p>
          <a:p xmlns:a="http://schemas.openxmlformats.org/drawingml/2006/main">
            <a:r>
              <a:t>packages/coding-agent/test/compaction-extensions.test.ts</a:t>
            </a:r>
          </a:p>
          <a:p xmlns:a="http://schemas.openxmlformats.org/drawingml/2006/main">
            <a:r>
              <a:t>packages/coding-agent/test/interactive-mode-status.test.ts</a:t>
            </a:r>
          </a:p>
          <a:p xmlns:a="http://schemas.openxmlformats.org/drawingml/2006/main">
            <a:r>
              <a:t>packages/coding-agent/test/skills.test.ts</a:t>
            </a:r>
          </a:p>
          <a:p xmlns:a="http://schemas.openxmlformats.org/drawingml/2006/main">
            <a:r>
              <a:t>packages/coding-agent/test/suite/agent-session-prompt.test.ts</a:t>
            </a:r>
          </a:p>
          <a:p xmlns:a="http://schemas.openxmlformats.org/drawingml/2006/main">
            <a:r>
              <a:t>packages/coding-agent/test/system-prompt.test.ts</a:t>
            </a:r>
          </a:p>
          <a:p xmlns:a="http://schemas.openxmlformats.org/drawingml/2006/main">
            <a:r>
              <a:t>packages/coding-agent/test/cache-warmer.test.ts</a:t>
            </a:r>
          </a:p>
          <a:p xmlns:a="http://schemas.openxmlformats.org/drawingml/2006/main">
            <a:r>
              <a:t>packages/coding-agent/test/extensions-discovery.test.ts</a:t>
            </a:r>
          </a:p>
          <a:p xmlns:a="http://schemas.openxmlformats.org/drawingml/2006/main">
            <a:r>
              <a:t>packages/coding-agent/test/extensions-input-event.test.ts</a:t>
            </a:r>
          </a:p>
          <a:p xmlns:a="http://schemas.openxmlformats.org/drawingml/2006/main">
            <a:r>
              <a:t>packages/coding-agent/test/extensions-runner.test.ts</a:t>
            </a:r>
          </a:p>
          <a:p xmlns:a="http://schemas.openxmlformats.org/drawingml/2006/main">
            <a:r>
              <a:t>packages/coding-agent/test/llama-extension.test.ts</a:t>
            </a:r>
          </a:p>
          <a:p xmlns:a="http://schemas.openxmlformats.org/drawingml/2006/main">
            <a:r>
              <a:t>packages/coding-agent/test/suite/regressions/7193-event-bus-lifecycle.test.ts</a:t>
            </a:r>
          </a:p>
          <a:p xmlns:a="http://schemas.openxmlformats.org/drawingml/2006/main">
            <a:r>
              <a:t>packages/coding-agent/test/suite/regressions/8237-node-sea-extension-loading.test.ts</a:t>
            </a:r>
          </a:p>
          <a:p xmlns:a="http://schemas.openxmlformats.org/drawingml/2006/main">
            <a:r>
              <a:t>packages/coding-agent/test/suite/regressions/8423-extension-factory-failure.test.ts</a:t>
            </a:r>
          </a:p>
          <a:p xmlns:a="http://schemas.openxmlformats.org/drawingml/2006/main">
            <a:r>
              <a:t>packages/coding-agent/test/suite/regressions/9540-extension-loader-lazy.test.ts</a:t>
            </a:r>
          </a:p>
          <a:p xmlns:a="http://schemas.openxmlformats.org/drawingml/2006/main">
            <a:r>
              <a:t>packages/coding-agent/test/compaction-extensions-example.test.ts</a:t>
            </a:r>
          </a:p>
          <a:p xmlns:a="http://schemas.openxmlformats.org/drawingml/2006/main">
            <a:r>
              <a:t>packages/coding-agent/test/git-merge-and-resolve-extension.test.ts</a:t>
            </a:r>
          </a:p>
          <a:p xmlns:a="http://schemas.openxmlformats.org/drawingml/2006/main">
            <a:r>
              <a:t>packages/coding-agent/test/input-transform-streaming-example.test.ts</a:t>
            </a:r>
          </a:p>
          <a:p xmlns:a="http://schemas.openxmlformats.org/drawingml/2006/main">
            <a:r>
              <a:t>packages/coding-agent/test/plan-mode-extension.test.ts</a:t>
            </a:r>
          </a:p>
          <a:p xmlns:a="http://schemas.openxmlformats.org/drawingml/2006/main">
            <a:r>
              <a:t>packages/coding-agent/test/rpc-prompt-response-semantics.test.ts</a:t>
            </a:r>
          </a:p>
          <a:p xmlns:a="http://schemas.openxmlformats.org/drawingml/2006/main">
            <a:r>
              <a:t>packages/coding-agent/test/suite/agent-session-compaction-model-overrides.test.ts</a:t>
            </a:r>
          </a:p>
          <a:p xmlns:a="http://schemas.openxmlformats.org/drawingml/2006/main">
            <a:r>
              <a:t>packages/coding-agent/test/suite/harness.ts</a:t>
            </a:r>
          </a:p>
          <a:p xmlns:a="http://schemas.openxmlformats.org/drawingml/2006/main">
            <a:r>
              <a:t>packages/coding-agent/test/suite/regressions/8261-subagent-project-trust.test.ts</a:t>
            </a:r>
          </a:p>
          <a:p xmlns:a="http://schemas.openxmlformats.org/drawingml/2006/main">
            <a:r>
              <a:t>packages/coding-agent/test/suite/virtual-models.test.ts</a:t>
            </a:r>
          </a:p>
          <a:p xmlns:a="http://schemas.openxmlformats.org/drawingml/2006/main">
            <a:r>
              <a:t>packages/coding-agent/test/trigger-compact-extension.test.ts</a:t>
            </a:r>
          </a:p>
          <a:p xmlns:a="http://schemas.openxmlformats.org/drawingml/2006/main">
            <a:r>
              <a:t>packages/coding-agent/test/suite/agent-session-mcp-oauth.test.ts</a:t>
            </a:r>
          </a:p>
          <a:p xmlns:a="http://schemas.openxmlformats.org/drawingml/2006/main">
            <a:r>
              <a:t>packages/coding-agent/test/codemode-renderer.test.ts</a:t>
            </a:r>
          </a:p>
          <a:p xmlns:a="http://schemas.openxmlformats.org/drawingml/2006/main">
            <a:r>
              <a:t>packages/coding-agent/test/custom-message.test.ts</a:t>
            </a:r>
          </a:p>
          <a:p xmlns:a="http://schemas.openxmlformats.org/drawingml/2006/main">
            <a:r>
              <a:t>packages/coding-agent/test/edit-tool-legacy-input.test.ts</a:t>
            </a:r>
          </a:p>
          <a:p xmlns:a="http://schemas.openxmlformats.org/drawingml/2006/main">
            <a:r>
              <a:t>packages/coding-agent/test/export-html-whitespace.test.ts</a:t>
            </a:r>
          </a:p>
          <a:p xmlns:a="http://schemas.openxmlformats.org/drawingml/2006/main">
            <a:r>
              <a:t>packages/coding-agent/test/export-jsonl-share.test.ts</a:t>
            </a:r>
          </a:p>
          <a:p xmlns:a="http://schemas.openxmlformats.org/drawingml/2006/main">
            <a:r>
              <a:t>packages/coding-agent/test/image-resize-callers.test.ts</a:t>
            </a:r>
          </a:p>
          <a:p xmlns:a="http://schemas.openxmlformats.org/drawingml/2006/main">
            <a:r>
              <a:t>packages/coding-agent/test/mermaid.test.ts</a:t>
            </a:r>
          </a:p>
          <a:p xmlns:a="http://schemas.openxmlformats.org/drawingml/2006/main">
            <a:r>
              <a:t>packages/coding-agent/test/output-pad.test.ts</a:t>
            </a:r>
          </a:p>
          <a:p xmlns:a="http://schemas.openxmlformats.org/drawingml/2006/main">
            <a:r>
              <a:t>packages/coding-agent/test/suite/agent-session-codemode.test.ts</a:t>
            </a:r>
          </a:p>
          <a:p xmlns:a="http://schemas.openxmlformats.org/drawingml/2006/main">
            <a:r>
              <a:t>packages/coding-agent/test/suite/agent-session-mcp.test.ts</a:t>
            </a:r>
          </a:p>
          <a:p xmlns:a="http://schemas.openxmlformats.org/drawingml/2006/main">
            <a:r>
              <a:t>packages/coding-agent/test/suite/agent-session-tool-orchestration.test.ts</a:t>
            </a:r>
          </a:p>
          <a:p xmlns:a="http://schemas.openxmlformats.org/drawingml/2006/main">
            <a:r>
              <a:t>packages/coding-agent/test/suite/regressions/10285-mcp-tool-renderers.test.ts</a:t>
            </a:r>
          </a:p>
          <a:p xmlns:a="http://schemas.openxmlformats.org/drawingml/2006/main">
            <a:r>
              <a:t>packages/coding-agent/test/suite/regressions/9068-user-bash-fail-closed.test.ts</a:t>
            </a:r>
          </a:p>
          <a:p xmlns:a="http://schemas.openxmlformats.org/drawingml/2006/main">
            <a:r>
              <a:t>packages/coding-agent/test/tool-execution-component.test.ts</a:t>
            </a:r>
          </a:p>
          <a:p xmlns:a="http://schemas.openxmlformats.org/drawingml/2006/main">
            <a:r>
              <a:t>packages/coding-agent/test/tool-search.test.ts</a:t>
            </a:r>
          </a:p>
          <a:p xmlns:a="http://schemas.openxmlformats.org/drawingml/2006/main">
            <a:r>
              <a:t>packages/coding-agent/test/tools.test.ts</a:t>
            </a:r>
          </a:p>
          <a:p xmlns:a="http://schemas.openxmlformats.org/drawingml/2006/main">
            <a:r>
              <a:t>packages/agent/test/agent-loop.test.ts</a:t>
            </a:r>
          </a:p>
          <a:p xmlns:a="http://schemas.openxmlformats.org/drawingml/2006/main">
            <a:r>
              <a:t>packages/agent/test/utils/calculate.ts</a:t>
            </a:r>
          </a:p>
          <a:p xmlns:a="http://schemas.openxmlformats.org/drawingml/2006/main">
            <a:r>
              <a:t>packages/agent/test/utils/get-current-time.ts</a:t>
            </a:r>
          </a:p>
          <a:p xmlns:a="http://schemas.openxmlformats.org/drawingml/2006/main">
            <a:r>
              <a:t>packages/coding-agent/test/assistant-message.test.ts</a:t>
            </a:r>
          </a:p>
          <a:p xmlns:a="http://schemas.openxmlformats.org/drawingml/2006/main">
            <a:r>
              <a:t>packages/coding-agent/test/streaming-render-debug.ts</a:t>
            </a:r>
          </a:p>
          <a:p xmlns:a="http://schemas.openxmlformats.org/drawingml/2006/main">
            <a:r>
              <a:t>packages/coding-agent/test/bash-execution-width.test.ts</a:t>
            </a:r>
          </a:p>
          <a:p xmlns:a="http://schemas.openxmlformats.org/drawingml/2006/main">
            <a:r>
              <a:t>packages/coding-agent/test/collapsible-message-components.test.ts</a:t>
            </a:r>
          </a:p>
          <a:p xmlns:a="http://schemas.openxmlformats.org/drawingml/2006/main">
            <a:r>
              <a:t>packages/coding-agent/test/custom-editor-history-keybindings.test.ts</a:t>
            </a:r>
          </a:p>
          <a:p xmlns:a="http://schemas.openxmlformats.org/drawingml/2006/main">
            <a:r>
              <a:t>packages/coding-agent/test/status-indicator.test.ts</a:t>
            </a:r>
          </a:p>
          <a:p xmlns:a="http://schemas.openxmlformats.org/drawingml/2006/main">
            <a:r>
              <a:t>packages/coding-agent/test/bug-report.test.ts</a:t>
            </a:r>
          </a:p>
          <a:p xmlns:a="http://schemas.openxmlformats.org/drawingml/2006/main">
            <a:r>
              <a:t>packages/coding-agent/test/footer-width.test.ts</a:t>
            </a:r>
          </a:p>
          <a:p xmlns:a="http://schemas.openxmlformats.org/drawingml/2006/main">
            <a:r>
              <a:t>packages/coding-agent/test/auth-url-copy.test.ts</a:t>
            </a:r>
          </a:p>
          <a:p xmlns:a="http://schemas.openxmlformats.org/drawingml/2006/main">
            <a:r>
              <a:t>packages/coding-agent/test/suite/regressions/5433-extension-oauth-prompt-input.test.ts</a:t>
            </a:r>
          </a:p>
          <a:p xmlns:a="http://schemas.openxmlformats.org/drawingml/2006/main">
            <a:r>
              <a:t>packages/coding-agent/test/model-selector.test.ts</a:t>
            </a:r>
          </a:p>
          <a:p xmlns:a="http://schemas.openxmlformats.org/drawingml/2006/main">
            <a:r>
              <a:t>packages/coding-agent/test/suite/regressions/3217-scoped-model-order.test.ts</a:t>
            </a:r>
          </a:p>
          <a:p xmlns:a="http://schemas.openxmlformats.org/drawingml/2006/main">
            <a:r>
              <a:t>packages/coding-agent/test/suite/regressions/6999-models-json-hot-reload.test.ts</a:t>
            </a:r>
          </a:p>
          <a:p xmlns:a="http://schemas.openxmlformats.org/drawingml/2006/main">
            <a:r>
              <a:t>packages/coding-agent/test/suite/regressions/7209-model-selector-filter-resets-selection.test.ts</a:t>
            </a:r>
          </a:p>
          <a:p xmlns:a="http://schemas.openxmlformats.org/drawingml/2006/main">
            <a:r>
              <a:t>packages/coding-agent/test/oauth-selector.test.ts</a:t>
            </a:r>
          </a:p>
          <a:p xmlns:a="http://schemas.openxmlformats.org/drawingml/2006/main">
            <a:r>
              <a:t>packages/coding-agent/test/scoped-models-selector.test.ts</a:t>
            </a:r>
          </a:p>
          <a:p xmlns:a="http://schemas.openxmlformats.org/drawingml/2006/main">
            <a:r>
              <a:t>packages/coding-agent/test/suite/regressions/6949-unavailable-scoped-model.test.ts</a:t>
            </a:r>
          </a:p>
          <a:p xmlns:a="http://schemas.openxmlformats.org/drawingml/2006/main">
            <a:r>
              <a:t>packages/coding-agent/test/suite/regressions/7153-scoped-models-refresh.test.ts</a:t>
            </a:r>
          </a:p>
          <a:p xmlns:a="http://schemas.openxmlformats.org/drawingml/2006/main">
            <a:r>
              <a:t>packages/coding-agent/test/session-selector-search.test.ts</a:t>
            </a:r>
          </a:p>
          <a:p xmlns:a="http://schemas.openxmlformats.org/drawingml/2006/main">
            <a:r>
              <a:t>packages/coding-agent/test/session-selector-path-delete.test.ts</a:t>
            </a:r>
          </a:p>
          <a:p xmlns:a="http://schemas.openxmlformats.org/drawingml/2006/main">
            <a:r>
              <a:t>packages/coding-agent/test/session-selector-rename.test.ts</a:t>
            </a:r>
          </a:p>
          <a:p xmlns:a="http://schemas.openxmlformats.org/drawingml/2006/main">
            <a:r>
              <a:t>packages/coding-agent/test/settings-selector.test.ts</a:t>
            </a:r>
          </a:p>
          <a:p xmlns:a="http://schemas.openxmlformats.org/drawingml/2006/main">
            <a:r>
              <a:t>packages/coding-agent/test/interactive-mode-tree-navigation.test.ts</a:t>
            </a:r>
          </a:p>
          <a:p xmlns:a="http://schemas.openxmlformats.org/drawingml/2006/main">
            <a:r>
              <a:t>packages/coding-agent/test/interactive-tui.test.ts</a:t>
            </a:r>
          </a:p>
          <a:p xmlns:a="http://schemas.openxmlformats.org/drawingml/2006/main">
            <a:r>
              <a:t>packages/coding-agent/test/themed-text.test.ts</a:t>
            </a:r>
          </a:p>
          <a:p xmlns:a="http://schemas.openxmlformats.org/drawingml/2006/main">
            <a:r>
              <a:t>packages/coding-agent/test/thinking-selector.test.ts</a:t>
            </a:r>
          </a:p>
          <a:p xmlns:a="http://schemas.openxmlformats.org/drawingml/2006/main">
            <a:r>
              <a:t>packages/coding-agent/test/edit-tool-no-full-redraw.test.ts</a:t>
            </a:r>
          </a:p>
          <a:p xmlns:a="http://schemas.openxmlformats.org/drawingml/2006/main">
            <a:r>
              <a:t>packages/coding-agent/test/suite/regressions/4167-thinking-toggle-pending-tool-render.test.ts</a:t>
            </a:r>
          </a:p>
          <a:p xmlns:a="http://schemas.openxmlformats.org/drawingml/2006/main">
            <a:r>
              <a:t>packages/coding-agent/test/suite/regressions/8611-thinking-toggle-pending-bash-output.test.ts</a:t>
            </a:r>
          </a:p>
          <a:p xmlns:a="http://schemas.openxmlformats.org/drawingml/2006/main">
            <a:r>
              <a:t>packages/coding-agent/test/tree-selector.test.ts</a:t>
            </a:r>
          </a:p>
          <a:p xmlns:a="http://schemas.openxmlformats.org/drawingml/2006/main">
            <a:r>
              <a:t>packages/coding-agent/test/trust-selector.test.ts</a:t>
            </a:r>
          </a:p>
          <a:p xmlns:a="http://schemas.openxmlformats.org/drawingml/2006/main">
            <a:r>
              <a:t>packages/coding-agent/test/user-message.test.ts</a:t>
            </a:r>
          </a:p>
          <a:p xmlns:a="http://schemas.openxmlformats.org/drawingml/2006/main">
            <a:r>
              <a:t>packages/tui/test/chat-simple.ts</a:t>
            </a:r>
          </a:p>
          <a:p xmlns:a="http://schemas.openxmlformats.org/drawingml/2006/main">
            <a:r>
              <a:t>packages/tui/test/editor-history-keybindings.test.ts</a:t>
            </a:r>
          </a:p>
          <a:p xmlns:a="http://schemas.openxmlformats.org/drawingml/2006/main">
            <a:r>
              <a:t>packages/tui/test/editor.test.ts</a:t>
            </a:r>
          </a:p>
          <a:p xmlns:a="http://schemas.openxmlformats.org/drawingml/2006/main">
            <a:r>
              <a:t>packages/tui/test/mouse-components.test.ts</a:t>
            </a:r>
          </a:p>
          <a:p xmlns:a="http://schemas.openxmlformats.org/drawingml/2006/main">
            <a:r>
              <a:t>packages/tui/test/layout.test.ts</a:t>
            </a:r>
          </a:p>
          <a:p xmlns:a="http://schemas.openxmlformats.org/drawingml/2006/main">
            <a:r>
              <a:t>packages/tui/test/tui-alt-screen.test.ts</a:t>
            </a:r>
          </a:p>
          <a:p xmlns:a="http://schemas.openxmlformats.org/drawingml/2006/main">
            <a:r>
              <a:t>packages/tui/test/image-test.ts</a:t>
            </a:r>
          </a:p>
          <a:p xmlns:a="http://schemas.openxmlformats.org/drawingml/2006/main">
            <a:r>
              <a:t>packages/tui/test/terminal-image.test.ts</a:t>
            </a:r>
          </a:p>
          <a:p xmlns:a="http://schemas.openxmlformats.org/drawingml/2006/main">
            <a:r>
              <a:t>packages/tui/test/tui-render.test.ts</a:t>
            </a:r>
          </a:p>
          <a:p xmlns:a="http://schemas.openxmlformats.org/drawingml/2006/main">
            <a:r>
              <a:t>packages/tui/test/input.test.ts</a:t>
            </a:r>
          </a:p>
          <a:p xmlns:a="http://schemas.openxmlformats.org/drawingml/2006/main">
            <a:r>
              <a:t>packages/tui/test/alt-screen-large-transcript-bench.ts</a:t>
            </a:r>
          </a:p>
          <a:p xmlns:a="http://schemas.openxmlformats.org/drawingml/2006/main">
            <a:r>
              <a:t>packages/tui/test/markdown.test.ts</a:t>
            </a:r>
          </a:p>
          <a:p xmlns:a="http://schemas.openxmlformats.org/drawingml/2006/main">
            <a:r>
              <a:t>packages/tui/test/render-churn-bench.ts</a:t>
            </a:r>
          </a:p>
          <a:p xmlns:a="http://schemas.openxmlformats.org/drawingml/2006/main">
            <a:r>
              <a:t>packages/tui/test/select-list.test.ts</a:t>
            </a:r>
          </a:p>
          <a:p xmlns:a="http://schemas.openxmlformats.org/drawingml/2006/main">
            <a:r>
              <a:t>packages/tui/test/settings-list.test.ts</a:t>
            </a:r>
          </a:p>
          <a:p xmlns:a="http://schemas.openxmlformats.org/drawingml/2006/main">
            <a:r>
              <a:t>packages/tui/test/truncated-text.test.ts</a:t>
            </a:r>
          </a:p>
          <a:p xmlns:a="http://schemas.openxmlformats.org/drawingml/2006/main">
            <a:r>
              <a:t>packages/coding-agent/test/session-cwd.test.ts</a:t>
            </a:r>
          </a:p>
          <a:p xmlns:a="http://schemas.openxmlformats.org/drawingml/2006/main">
            <a:r>
              <a:t>packages/coding-agent/test/agent-session-auto-compaction-queue.test.ts</a:t>
            </a:r>
          </a:p>
          <a:p xmlns:a="http://schemas.openxmlformats.org/drawingml/2006/main">
            <a:r>
              <a:t>packages/coding-agent/test/agent-session-branching.test.ts</a:t>
            </a:r>
          </a:p>
          <a:p xmlns:a="http://schemas.openxmlformats.org/drawingml/2006/main">
            <a:r>
              <a:t>packages/coding-agent/test/agent-session-compaction.test.ts</a:t>
            </a:r>
          </a:p>
          <a:p xmlns:a="http://schemas.openxmlformats.org/drawingml/2006/main">
            <a:r>
              <a:t>packages/coding-agent/test/agent-session-concurrent.test.ts</a:t>
            </a:r>
          </a:p>
          <a:p xmlns:a="http://schemas.openxmlformats.org/drawingml/2006/main">
            <a:r>
              <a:t>packages/coding-agent/test/agent-session-retry.test.ts</a:t>
            </a:r>
          </a:p>
          <a:p xmlns:a="http://schemas.openxmlformats.org/drawingml/2006/main">
            <a:r>
              <a:t>packages/coding-agent/test/agent-session-runtime-events.test.ts</a:t>
            </a:r>
          </a:p>
          <a:p xmlns:a="http://schemas.openxmlformats.org/drawingml/2006/main">
            <a:r>
              <a:t>packages/coding-agent/test/agent-session-stats.test.ts</a:t>
            </a:r>
          </a:p>
          <a:p xmlns:a="http://schemas.openxmlformats.org/drawingml/2006/main">
            <a:r>
              <a:t>packages/coding-agent/test/branch-summarization.test.ts</a:t>
            </a:r>
          </a:p>
          <a:p xmlns:a="http://schemas.openxmlformats.org/drawingml/2006/main">
            <a:r>
              <a:t>packages/coding-agent/test/cache-stats.test.ts</a:t>
            </a:r>
          </a:p>
          <a:p xmlns:a="http://schemas.openxmlformats.org/drawingml/2006/main">
            <a:r>
              <a:t>packages/coding-agent/test/compaction.test.ts</a:t>
            </a:r>
          </a:p>
          <a:p xmlns:a="http://schemas.openxmlformats.org/drawingml/2006/main">
            <a:r>
              <a:t>packages/coding-agent/test/format-resume-command.test.ts</a:t>
            </a:r>
          </a:p>
          <a:p xmlns:a="http://schemas.openxmlformats.org/drawingml/2006/main">
            <a:r>
              <a:t>packages/coding-agent/test/interactive-mode-compaction.test.ts</a:t>
            </a:r>
          </a:p>
          <a:p xmlns:a="http://schemas.openxmlformats.org/drawingml/2006/main">
            <a:r>
              <a:t>packages/coding-agent/test/model-resolver.test.ts</a:t>
            </a:r>
          </a:p>
          <a:p xmlns:a="http://schemas.openxmlformats.org/drawingml/2006/main">
            <a:r>
              <a:t>packages/coding-agent/test/sdk-openrouter-attribution.test.ts</a:t>
            </a:r>
          </a:p>
          <a:p xmlns:a="http://schemas.openxmlformats.org/drawingml/2006/main">
            <a:r>
              <a:t>packages/coding-agent/test/sdk-session-manager.test.ts</a:t>
            </a:r>
          </a:p>
          <a:p xmlns:a="http://schemas.openxmlformats.org/drawingml/2006/main">
            <a:r>
              <a:t>packages/coding-agent/test/session-context-edit.test.ts</a:t>
            </a:r>
          </a:p>
          <a:p xmlns:a="http://schemas.openxmlformats.org/drawingml/2006/main">
            <a:r>
              <a:t>packages/coding-agent/test/session-id-readonly.test.ts</a:t>
            </a:r>
          </a:p>
          <a:p xmlns:a="http://schemas.openxmlformats.org/drawingml/2006/main">
            <a:r>
              <a:t>packages/coding-agent/test/session-info-modified-timestamp.test.ts</a:t>
            </a:r>
          </a:p>
          <a:p xmlns:a="http://schemas.openxmlformats.org/drawingml/2006/main">
            <a:r>
              <a:t>packages/coding-agent/test/session-manager/build-context.test.ts</a:t>
            </a:r>
          </a:p>
          <a:p xmlns:a="http://schemas.openxmlformats.org/drawingml/2006/main">
            <a:r>
              <a:t>packages/coding-agent/test/session-manager/custom-session-id.test.ts</a:t>
            </a:r>
          </a:p>
          <a:p xmlns:a="http://schemas.openxmlformats.org/drawingml/2006/main">
            <a:r>
              <a:t>packages/coding-agent/test/session-manager/file-operations.test.ts</a:t>
            </a:r>
          </a:p>
          <a:p xmlns:a="http://schemas.openxmlformats.org/drawingml/2006/main">
            <a:r>
              <a:t>packages/coding-agent/test/session-manager/labels.test.ts</a:t>
            </a:r>
          </a:p>
          <a:p xmlns:a="http://schemas.openxmlformats.org/drawingml/2006/main">
            <a:r>
              <a:t>packages/coding-agent/test/session-manager/load-entries.test.ts</a:t>
            </a:r>
          </a:p>
          <a:p xmlns:a="http://schemas.openxmlformats.org/drawingml/2006/main">
            <a:r>
              <a:t>packages/coding-agent/test/session-manager/migration.test.ts</a:t>
            </a:r>
          </a:p>
          <a:p xmlns:a="http://schemas.openxmlformats.org/drawingml/2006/main">
            <a:r>
              <a:t>packages/coding-agent/test/session-manager/save-entry.test.ts</a:t>
            </a:r>
          </a:p>
          <a:p xmlns:a="http://schemas.openxmlformats.org/drawingml/2006/main">
            <a:r>
              <a:t>packages/coding-agent/test/session-manager/tree-traversal.test.ts</a:t>
            </a:r>
          </a:p>
          <a:p xmlns:a="http://schemas.openxmlformats.org/drawingml/2006/main">
            <a:r>
              <a:t>packages/coding-agent/test/suite/agent-session-runtime.test.ts</a:t>
            </a:r>
          </a:p>
          <a:p xmlns:a="http://schemas.openxmlformats.org/drawingml/2006/main">
            <a:r>
              <a:t>packages/coding-agent/test/suite/lax-message-content.test.ts</a:t>
            </a:r>
          </a:p>
          <a:p xmlns:a="http://schemas.openxmlformats.org/drawingml/2006/main">
            <a:r>
              <a:t>packages/coding-agent/test/suite/regressions/2753-reload-stale-resource-settings.test.ts</a:t>
            </a:r>
          </a:p>
          <a:p xmlns:a="http://schemas.openxmlformats.org/drawingml/2006/main">
            <a:r>
              <a:t>packages/coding-agent/test/suite/regressions/2860-replaced-session-context.test.ts</a:t>
            </a:r>
          </a:p>
          <a:p xmlns:a="http://schemas.openxmlformats.org/drawingml/2006/main">
            <a:r>
              <a:t>packages/coding-agent/test/suite/regressions/5080-signal-shutdown-extension-cleanup.test.ts</a:t>
            </a:r>
          </a:p>
          <a:p xmlns:a="http://schemas.openxmlformats.org/drawingml/2006/main">
            <a:r>
              <a:t>packages/coding-agent/test/suite/regressions/5596-missing-theme-export.test.ts</a:t>
            </a:r>
          </a:p>
          <a:p xmlns:a="http://schemas.openxmlformats.org/drawingml/2006/main">
            <a:r>
              <a:t>packages/coding-agent/test/suite/regressions/7497-session-discovery-symlink.test.ts</a:t>
            </a:r>
          </a:p>
          <a:p xmlns:a="http://schemas.openxmlformats.org/drawingml/2006/main">
            <a:r>
              <a:t>packages/coding-agent/test/suite/regressions/8989-fork-compaction-label-boundary.test.ts</a:t>
            </a:r>
          </a:p>
          <a:p xmlns:a="http://schemas.openxmlformats.org/drawingml/2006/main">
            <a:r>
              <a:t>packages/coding-agent/test/system-prompt-updates.test.ts</a:t>
            </a:r>
          </a:p>
          <a:p xmlns:a="http://schemas.openxmlformats.org/drawingml/2006/main">
            <a:r>
              <a:t>packages/coding-agent/test/test-harness.ts</a:t>
            </a:r>
          </a:p>
          <a:p xmlns:a="http://schemas.openxmlformats.org/drawingml/2006/main">
            <a:r>
              <a:t>packages/coding-agent/test/virtual-models.test.ts</a:t>
            </a:r>
          </a:p>
          <a:p xmlns:a="http://schemas.openxmlformats.org/drawingml/2006/main">
            <a:r>
              <a:t>packages/coding-agent/test/interactive-mode-import-command.test.ts</a:t>
            </a:r>
          </a:p>
          <a:p xmlns:a="http://schemas.openxmlformats.org/drawingml/2006/main">
            <a:r>
              <a:t>packages/coding-agent/test/suite/regressions/5868-rpc-unknown-command-id.test.ts</a:t>
            </a:r>
          </a:p>
          <a:p xmlns:a="http://schemas.openxmlformats.org/drawingml/2006/main">
            <a:r>
              <a:t>packages/coding-agent/test/suite/regressions/8724-in-memory-fork-active-tool.test.ts</a:t>
            </a:r>
          </a:p>
          <a:p xmlns:a="http://schemas.openxmlformats.org/drawingml/2006/main">
            <a:r>
              <a:t>packages/coding-agent/test/suite/regressions/7829-invalid-settings-warning.test.ts</a:t>
            </a:r>
          </a:p>
          <a:p xmlns:a="http://schemas.openxmlformats.org/drawingml/2006/main">
            <a:r>
              <a:t>packages/coding-agent/test/jev-router-example.test.ts</a:t>
            </a:r>
          </a:p>
          <a:p xmlns:a="http://schemas.openxmlformats.org/drawingml/2006/main">
            <a:r>
              <a:t>packages/coding-agent/test/bash-close-hang-windows.test.ts</a:t>
            </a:r>
          </a:p>
          <a:p xmlns:a="http://schemas.openxmlformats.org/drawingml/2006/main">
            <a:r>
              <a:t>packages/coding-agent/test/suite/agent-session-bash-persistence.test.ts</a:t>
            </a:r>
          </a:p>
          <a:p xmlns:a="http://schemas.openxmlformats.org/drawingml/2006/main">
            <a:r>
              <a:t>packages/coding-agent/test/suite/regressions/5208-late-bash-output.test.ts</a:t>
            </a:r>
          </a:p>
          <a:p xmlns:a="http://schemas.openxmlformats.org/drawingml/2006/main">
            <a:r>
              <a:t>packages/coding-agent/test/tool-system-prompt-contributions.test.ts</a:t>
            </a:r>
          </a:p>
          <a:p xmlns:a="http://schemas.openxmlformats.org/drawingml/2006/main">
            <a:r>
              <a:t>packages/coding-agent/test/powershell-tool.test.ts</a:t>
            </a:r>
          </a:p>
          <a:p xmlns:a="http://schemas.openxmlformats.org/drawingml/2006/main">
            <a:r>
              <a:t>packages/coding-agent/test/resolve-config-value.test.ts</a:t>
            </a:r>
          </a:p>
          <a:p xmlns:a="http://schemas.openxmlformats.org/drawingml/2006/main">
            <a:r>
              <a:t>packages/coding-agent/test/suite/regressions/6596-taskkill-enoent.test.ts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源码基线：6cd9d957a9fd50bc504d45b72834ed9dd85a20b6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流程为教学阅读顺序，可选分支不表示每次运行必经。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你安装了一个 Pi 包，希望知道资源何时被发现、启用和替换。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解析包来源</a:t>
            </a:r>
          </a:p>
          <a:p xmlns:a="http://schemas.openxmlformats.org/drawingml/2006/main">
            <a:r>
              <a:t>从 install/update/list 的命令入口追踪包声明与来源，区分安装位置和配置中选择的资源。</a:t>
            </a:r>
          </a:p>
          <a:p xmlns:a="http://schemas.openxmlformats.org/drawingml/2006/main">
            <a:r>
              <a:t>输入：包声明</a:t>
            </a:r>
          </a:p>
          <a:p xmlns:a="http://schemas.openxmlformats.org/drawingml/2006/main">
            <a:r>
              <a:t>输出：可定位的包来源和安装结果</a:t>
            </a:r>
          </a:p>
          <a:p xmlns:a="http://schemas.openxmlformats.org/drawingml/2006/main">
            <a:r>
              <a:t>入口线索：pi install/remove/update/list/config</a:t>
            </a:r>
          </a:p>
          <a:p xmlns:a="http://schemas.openxmlformats.org/drawingml/2006/main">
            <a:r>
              <a:t>职责：区分 Pi 自身更新、扩展包更新与模型目录更新。</a:t>
            </a:r>
          </a:p>
          <a:p xmlns:a="http://schemas.openxmlformats.org/drawingml/2006/main">
            <a:r>
              <a:t>源码：packages/coding-agent/src/core/package-manager.ts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2. 筛选包内资源</a:t>
            </a:r>
          </a:p>
          <a:p xmlns:a="http://schemas.openxmlformats.org/drawingml/2006/main">
            <a:r>
              <a:t>查看扩展、技能、模板和主题如何从包中发现，核对用户配置中的启用、屏蔽与路径。</a:t>
            </a:r>
          </a:p>
          <a:p xmlns:a="http://schemas.openxmlformats.org/drawingml/2006/main">
            <a:r>
              <a:t>输入：安装内容与资源配置</a:t>
            </a:r>
          </a:p>
          <a:p xmlns:a="http://schemas.openxmlformats.org/drawingml/2006/main">
            <a:r>
              <a:t>输出：本次加载资源集</a:t>
            </a:r>
          </a:p>
          <a:p xmlns:a="http://schemas.openxmlformats.org/drawingml/2006/main">
            <a:r>
              <a:t>入口线索：DefaultResourceLoader.reload；资源路径设置</a:t>
            </a:r>
          </a:p>
          <a:p xmlns:a="http://schemas.openxmlformats.org/drawingml/2006/main">
            <a:r>
              <a:t>职责：记录来源并处理碰撞；项目资源需遵守信任加载顺序。</a:t>
            </a:r>
          </a:p>
          <a:p xmlns:a="http://schemas.openxmlformats.org/drawingml/2006/main">
            <a:r>
              <a:t>源码：packages/coding-agent/src/core/pi-manifest.ts</a:t>
            </a:r>
          </a:p>
          <a:p xmlns:a="http://schemas.openxmlformats.org/drawingml/2006/main">
            <a:r>
              <a:t>packages/coding-agent/src/core/resource-loader.ts</a:t>
            </a:r>
          </a:p>
          <a:p xmlns:a="http://schemas.openxmlformats.org/drawingml/2006/main">
            <a:r>
              <a:t>packages/coding-agent/src/core/source-info.ts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3. 合并内置与用户扩展</a:t>
            </a:r>
          </a:p>
          <a:p xmlns:a="http://schemas.openxmlformats.org/drawingml/2006/main">
            <a:r>
              <a:t>理解 builtin 资源标识与内置扩展装配，确定替换或禁用的规则。</a:t>
            </a:r>
          </a:p>
          <a:p xmlns:a="http://schemas.openxmlformats.org/drawingml/2006/main">
            <a:r>
              <a:t>输入：内置扩展和用户资源</a:t>
            </a:r>
          </a:p>
          <a:p xmlns:a="http://schemas.openxmlformats.org/drawingml/2006/main">
            <a:r>
              <a:t>输出：实际注册的扩展</a:t>
            </a:r>
          </a:p>
          <a:p xmlns:a="http://schemas.openxmlformats.org/drawingml/2006/main">
            <a:r>
              <a:t>入口线索：builtInExtensions；pi config；builtin: 资源设置</a:t>
            </a:r>
          </a:p>
          <a:p xmlns:a="http://schemas.openxmlformats.org/drawingml/2006/main">
            <a:r>
              <a:t>职责：SDK 默认不加载内置扩展；宿主需要显式加入对应工厂。</a:t>
            </a:r>
          </a:p>
          <a:p xmlns:a="http://schemas.openxmlformats.org/drawingml/2006/main">
            <a:r>
              <a:t>源码：packages/coding-agent/src/core/extensions/loader.ts</a:t>
            </a:r>
          </a:p>
          <a:p xmlns:a="http://schemas.openxmlformats.org/drawingml/2006/main">
            <a:r>
              <a:t>packages/coding-agent/src/core/resource-loader.ts</a:t>
            </a:r>
          </a:p>
          <a:p xmlns:a="http://schemas.openxmlformats.org/drawingml/2006/main">
            <a:r>
              <a:t>packages/coding-agent/src/extensions/index.ts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4. 触发重载并验证</a:t>
            </a:r>
          </a:p>
          <a:p xmlns:a="http://schemas.openxmlformats.org/drawingml/2006/main">
            <a:r>
              <a:t>沿 reload 检查旧资源清理、新资源注册和诊断。用可观察注册结果确认新版本确实生效。</a:t>
            </a:r>
          </a:p>
          <a:p xmlns:a="http://schemas.openxmlformats.org/drawingml/2006/main">
            <a:r>
              <a:t>输入：资源版本变化</a:t>
            </a:r>
          </a:p>
          <a:p xmlns:a="http://schemas.openxmlformats.org/drawingml/2006/main">
            <a:r>
              <a:t>输出：新的扩展运行时与诊断</a:t>
            </a:r>
          </a:p>
          <a:p xmlns:a="http://schemas.openxmlformats.org/drawingml/2006/main">
            <a:r>
              <a:t>入口线索：--extension；/reload；ExtensionAPI</a:t>
            </a:r>
          </a:p>
          <a:p xmlns:a="http://schemas.openxmlformats.org/drawingml/2006/main">
            <a:r>
              <a:t>职责：工厂负责注册，runner 提供上下文与分发；原始类型注释可在 API 清单中逐项阅读。</a:t>
            </a:r>
          </a:p>
          <a:p xmlns:a="http://schemas.openxmlformats.org/drawingml/2006/main">
            <a:r>
              <a:t>源码：packages/coding-agent/src/core/event-bus.ts</a:t>
            </a:r>
          </a:p>
          <a:p xmlns:a="http://schemas.openxmlformats.org/drawingml/2006/main">
            <a:r>
              <a:t>packages/coding-agent/src/core/extensions/index.ts</a:t>
            </a:r>
          </a:p>
          <a:p xmlns:a="http://schemas.openxmlformats.org/drawingml/2006/main">
            <a:r>
              <a:t>packages/coding-agent/src/core/extensions/jiti-loader.ts</a:t>
            </a:r>
          </a:p>
          <a:p xmlns:a="http://schemas.openxmlformats.org/drawingml/2006/main">
            <a:r>
              <a:t>packages/coding-agent/src/core/extensions/jiti-static-loader.ts</a:t>
            </a:r>
          </a:p>
          <a:p xmlns:a="http://schemas.openxmlformats.org/drawingml/2006/main">
            <a:r>
              <a:t>packages/coding-agent/src/core/extensions/loader.ts</a:t>
            </a:r>
          </a:p>
          <a:p xmlns:a="http://schemas.openxmlformats.org/drawingml/2006/main">
            <a:r>
              <a:t>packages/coding-agent/src/core/extensions/runner.ts</a:t>
            </a:r>
          </a:p>
          <a:p xmlns:a="http://schemas.openxmlformats.org/drawingml/2006/main">
            <a:r>
              <a:t>packages/coding-agent/src/core/extensions/types.ts</a:t>
            </a:r>
          </a:p>
          <a:p xmlns:a="http://schemas.openxmlformats.org/drawingml/2006/main">
            <a:r>
              <a:t>packages/coding-agent/src/core/extensions/virtual-modules.ts</a:t>
            </a:r>
          </a:p>
          <a:p xmlns:a="http://schemas.openxmlformats.org/drawingml/2006/main">
            <a:r>
              <a:t>packages/coding-agent/src/core/extensions/wrapper.ts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失败与恢复：安装命令成功不能证明资源已启用。更新包、修改选择和重新加载是需要分别验证的阶段。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练习：选一个现有扩展示例，记录发现路径、注册入口、启用条件及重载后的验证方式。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参考判断：答案应指出实际资源来源和注册结果，不能仅以 node_modules 中存在文件作为加载成功证据。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功能编号：CFG-05, CFG-06, CFG-08, CFG-09, CFG-10, CFG-22, CFG-23, CFG-24, CFG-25, CFG-26, CFG-27, EXT-01, EXT-02, EXT-05, EXT-06, EXT-07, EXT-08, EXT-16, EXT-17, EXT-18, EXT-19, EXT-20, EXT-21, EXT-22, EXT-25, EXT-27, EXT-28, EXT-30, MCP-26, INT-06, INT-08, OTH-81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文档来源：</a:t>
            </a:r>
          </a:p>
          <a:p xmlns:a="http://schemas.openxmlformats.org/drawingml/2006/main">
            <a:r>
              <a:t>packages/coding-agent/docs/cli.md</a:t>
            </a:r>
          </a:p>
          <a:p xmlns:a="http://schemas.openxmlformats.org/drawingml/2006/main">
            <a:r>
              <a:t>packages/coding-agent/docs/sdk.md</a:t>
            </a:r>
          </a:p>
          <a:p xmlns:a="http://schemas.openxmlformats.org/drawingml/2006/main">
            <a:r>
              <a:t>packages/coding-agent/docs/mcp.md</a:t>
            </a:r>
          </a:p>
          <a:p xmlns:a="http://schemas.openxmlformats.org/drawingml/2006/main">
            <a:r>
              <a:t>packages/agent/README.md</a:t>
            </a:r>
          </a:p>
          <a:p xmlns:a="http://schemas.openxmlformats.org/drawingml/2006/main">
            <a:r>
              <a:t>packages/tui/README.md</a:t>
            </a:r>
          </a:p>
          <a:p xmlns:a="http://schemas.openxmlformats.org/drawingml/2006/main">
            <a:r>
              <a:t>packages/coding-agent/docs/configuration.md</a:t>
            </a:r>
          </a:p>
          <a:p xmlns:a="http://schemas.openxmlformats.org/drawingml/2006/main">
            <a:r>
              <a:t>packages/coding-agent/docs/settings.md</a:t>
            </a:r>
          </a:p>
          <a:p xmlns:a="http://schemas.openxmlformats.org/drawingml/2006/main">
            <a:r>
              <a:t>packages/coding-agent/CHANGELOG.md</a:t>
            </a:r>
          </a:p>
          <a:p xmlns:a="http://schemas.openxmlformats.org/drawingml/2006/main">
            <a:r>
              <a:t>packages/coding-agent/docs/slash-commands.md</a:t>
            </a:r>
          </a:p>
          <a:p xmlns:a="http://schemas.openxmlformats.org/drawingml/2006/main">
            <a:r>
              <a:t>packages/coding-agent/docs/packages.md</a:t>
            </a:r>
          </a:p>
          <a:p xmlns:a="http://schemas.openxmlformats.org/drawingml/2006/main">
            <a:r>
              <a:t>packages/coding-agent/docs/extensions.md</a:t>
            </a:r>
          </a:p>
          <a:p xmlns:a="http://schemas.openxmlformats.org/drawingml/2006/main">
            <a:r>
              <a:t>packages/coding-agent/docs/rpc-extension-ui.md</a:t>
            </a:r>
          </a:p>
          <a:p xmlns:a="http://schemas.openxmlformats.org/drawingml/2006/main">
            <a:r>
              <a:t>packages/coding-agent/examples/extensions/README.md</a:t>
            </a:r>
          </a:p>
          <a:p xmlns:a="http://schemas.openxmlformats.org/drawingml/2006/main">
            <a:r>
              <a:t>packages/coding-agent/docs/virtual-models.md</a:t>
            </a:r>
          </a:p>
          <a:p xmlns:a="http://schemas.openxmlformats.org/drawingml/2006/main">
            <a:r>
              <a:t>README.md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关联测试阅读线索（未在演示文稿中执行）：</a:t>
            </a:r>
          </a:p>
          <a:p xmlns:a="http://schemas.openxmlformats.org/drawingml/2006/main">
            <a:r>
              <a:t>packages/coding-agent/test/git-update.test.ts</a:t>
            </a:r>
          </a:p>
          <a:p xmlns:a="http://schemas.openxmlformats.org/drawingml/2006/main">
            <a:r>
              <a:t>packages/coding-agent/test/package-command-paths.test.ts</a:t>
            </a:r>
          </a:p>
          <a:p xmlns:a="http://schemas.openxmlformats.org/drawingml/2006/main">
            <a:r>
              <a:t>packages/coding-agent/test/package-manager-ssh.test.ts</a:t>
            </a:r>
          </a:p>
          <a:p xmlns:a="http://schemas.openxmlformats.org/drawingml/2006/main">
            <a:r>
              <a:t>packages/coding-agent/test/package-manager.test.ts</a:t>
            </a:r>
          </a:p>
          <a:p xmlns:a="http://schemas.openxmlformats.org/drawingml/2006/main">
            <a:r>
              <a:t>packages/coding-agent/test/suite/regressions/7187-malformed-package-manifest.test.ts</a:t>
            </a:r>
          </a:p>
          <a:p xmlns:a="http://schemas.openxmlformats.org/drawingml/2006/main">
            <a:r>
              <a:t>packages/coding-agent/test/agent-session-dynamic-provider.test.ts</a:t>
            </a:r>
          </a:p>
          <a:p xmlns:a="http://schemas.openxmlformats.org/drawingml/2006/main">
            <a:r>
              <a:t>packages/coding-agent/test/agent-session-dynamic-tools.test.ts</a:t>
            </a:r>
          </a:p>
          <a:p xmlns:a="http://schemas.openxmlformats.org/drawingml/2006/main">
            <a:r>
              <a:t>packages/coding-agent/test/builtin-tool-strict-mode.test.ts</a:t>
            </a:r>
          </a:p>
          <a:p xmlns:a="http://schemas.openxmlformats.org/drawingml/2006/main">
            <a:r>
              <a:t>packages/coding-agent/test/default-tools-setting.test.ts</a:t>
            </a:r>
          </a:p>
          <a:p xmlns:a="http://schemas.openxmlformats.org/drawingml/2006/main">
            <a:r>
              <a:t>packages/coding-agent/test/resource-loader-theme.test.ts</a:t>
            </a:r>
          </a:p>
          <a:p xmlns:a="http://schemas.openxmlformats.org/drawingml/2006/main">
            <a:r>
              <a:t>packages/coding-agent/test/resource-loader.test.ts</a:t>
            </a:r>
          </a:p>
          <a:p xmlns:a="http://schemas.openxmlformats.org/drawingml/2006/main">
            <a:r>
              <a:t>packages/coding-agent/test/sdk-codex-cache-probe-tool-loop.ts</a:t>
            </a:r>
          </a:p>
          <a:p xmlns:a="http://schemas.openxmlformats.org/drawingml/2006/main">
            <a:r>
              <a:t>packages/coding-agent/test/sdk-skills.test.ts</a:t>
            </a:r>
          </a:p>
          <a:p xmlns:a="http://schemas.openxmlformats.org/drawingml/2006/main">
            <a:r>
              <a:t>packages/coding-agent/test/sdk-stream-options.test.ts</a:t>
            </a:r>
          </a:p>
          <a:p xmlns:a="http://schemas.openxmlformats.org/drawingml/2006/main">
            <a:r>
              <a:t>packages/coding-agent/test/suite/regressions/2781-skill-collision-precedence.test.ts</a:t>
            </a:r>
          </a:p>
          <a:p xmlns:a="http://schemas.openxmlformats.org/drawingml/2006/main">
            <a:r>
              <a:t>packages/coding-agent/test/suite/regressions/2835-tools-allowlist-filters-extension-tools.test.ts</a:t>
            </a:r>
          </a:p>
          <a:p xmlns:a="http://schemas.openxmlformats.org/drawingml/2006/main">
            <a:r>
              <a:t>packages/coding-agent/test/suite/regressions/3592-no-builtin-tools-keeps-extension-tools.test.ts</a:t>
            </a:r>
          </a:p>
          <a:p xmlns:a="http://schemas.openxmlformats.org/drawingml/2006/main">
            <a:r>
              <a:t>packages/coding-agent/test/suite/regressions/3616-settings-inmemory-reload.test.ts</a:t>
            </a:r>
          </a:p>
          <a:p xmlns:a="http://schemas.openxmlformats.org/drawingml/2006/main">
            <a:r>
              <a:t>packages/coding-agent/test/suite/regressions/6260-inline-extension-naming.test.ts</a:t>
            </a:r>
          </a:p>
          <a:p xmlns:a="http://schemas.openxmlformats.org/drawingml/2006/main">
            <a:r>
              <a:t>packages/coding-agent/test/suite/regressions/extension-factory-cache.test.ts</a:t>
            </a:r>
          </a:p>
          <a:p xmlns:a="http://schemas.openxmlformats.org/drawingml/2006/main">
            <a:r>
              <a:t>packages/coding-agent/test/tool-renderer-examples.test.ts</a:t>
            </a:r>
          </a:p>
          <a:p xmlns:a="http://schemas.openxmlformats.org/drawingml/2006/main">
            <a:r>
              <a:t>packages/coding-agent/test/utilities.ts</a:t>
            </a:r>
          </a:p>
          <a:p xmlns:a="http://schemas.openxmlformats.org/drawingml/2006/main">
            <a:r>
              <a:t>packages/coding-agent/test/compaction-extensions.test.ts</a:t>
            </a:r>
          </a:p>
          <a:p xmlns:a="http://schemas.openxmlformats.org/drawingml/2006/main">
            <a:r>
              <a:t>packages/coding-agent/test/interactive-mode-status.test.ts</a:t>
            </a:r>
          </a:p>
          <a:p xmlns:a="http://schemas.openxmlformats.org/drawingml/2006/main">
            <a:r>
              <a:t>packages/coding-agent/test/skills.test.ts</a:t>
            </a:r>
          </a:p>
          <a:p xmlns:a="http://schemas.openxmlformats.org/drawingml/2006/main">
            <a:r>
              <a:t>packages/coding-agent/test/suite/agent-session-prompt.test.ts</a:t>
            </a:r>
          </a:p>
          <a:p xmlns:a="http://schemas.openxmlformats.org/drawingml/2006/main">
            <a:r>
              <a:t>packages/coding-agent/test/system-prompt.test.ts</a:t>
            </a:r>
          </a:p>
          <a:p xmlns:a="http://schemas.openxmlformats.org/drawingml/2006/main">
            <a:r>
              <a:t>packages/coding-agent/test/cache-warmer.test.ts</a:t>
            </a:r>
          </a:p>
          <a:p xmlns:a="http://schemas.openxmlformats.org/drawingml/2006/main">
            <a:r>
              <a:t>packages/coding-agent/test/extensions-discovery.test.ts</a:t>
            </a:r>
          </a:p>
          <a:p xmlns:a="http://schemas.openxmlformats.org/drawingml/2006/main">
            <a:r>
              <a:t>packages/coding-agent/test/extensions-input-event.test.ts</a:t>
            </a:r>
          </a:p>
          <a:p xmlns:a="http://schemas.openxmlformats.org/drawingml/2006/main">
            <a:r>
              <a:t>packages/coding-agent/test/extensions-runner.test.ts</a:t>
            </a:r>
          </a:p>
          <a:p xmlns:a="http://schemas.openxmlformats.org/drawingml/2006/main">
            <a:r>
              <a:t>packages/coding-agent/test/llama-extension.test.ts</a:t>
            </a:r>
          </a:p>
          <a:p xmlns:a="http://schemas.openxmlformats.org/drawingml/2006/main">
            <a:r>
              <a:t>packages/coding-agent/test/suite/regressions/7193-event-bus-lifecycle.test.ts</a:t>
            </a:r>
          </a:p>
          <a:p xmlns:a="http://schemas.openxmlformats.org/drawingml/2006/main">
            <a:r>
              <a:t>packages/coding-agent/test/suite/regressions/8237-node-sea-extension-loading.test.ts</a:t>
            </a:r>
          </a:p>
          <a:p xmlns:a="http://schemas.openxmlformats.org/drawingml/2006/main">
            <a:r>
              <a:t>packages/coding-agent/test/suite/regressions/8423-extension-factory-failure.test.ts</a:t>
            </a:r>
          </a:p>
          <a:p xmlns:a="http://schemas.openxmlformats.org/drawingml/2006/main">
            <a:r>
              <a:t>packages/coding-agent/test/suite/regressions/9540-extension-loader-lazy.test.ts</a:t>
            </a:r>
          </a:p>
          <a:p xmlns:a="http://schemas.openxmlformats.org/drawingml/2006/main">
            <a:r>
              <a:t>packages/coding-agent/test/compaction-extensions-example.test.ts</a:t>
            </a:r>
          </a:p>
          <a:p xmlns:a="http://schemas.openxmlformats.org/drawingml/2006/main">
            <a:r>
              <a:t>packages/coding-agent/test/git-merge-and-resolve-extension.test.ts</a:t>
            </a:r>
          </a:p>
          <a:p xmlns:a="http://schemas.openxmlformats.org/drawingml/2006/main">
            <a:r>
              <a:t>packages/coding-agent/test/input-transform-streaming-example.test.ts</a:t>
            </a:r>
          </a:p>
          <a:p xmlns:a="http://schemas.openxmlformats.org/drawingml/2006/main">
            <a:r>
              <a:t>packages/coding-agent/test/plan-mode-extension.test.ts</a:t>
            </a:r>
          </a:p>
          <a:p xmlns:a="http://schemas.openxmlformats.org/drawingml/2006/main">
            <a:r>
              <a:t>packages/coding-agent/test/rpc-prompt-response-semantics.test.ts</a:t>
            </a:r>
          </a:p>
          <a:p xmlns:a="http://schemas.openxmlformats.org/drawingml/2006/main">
            <a:r>
              <a:t>packages/coding-agent/test/suite/agent-session-compaction-model-overrides.test.ts</a:t>
            </a:r>
          </a:p>
          <a:p xmlns:a="http://schemas.openxmlformats.org/drawingml/2006/main">
            <a:r>
              <a:t>packages/coding-agent/test/suite/harness.ts</a:t>
            </a:r>
          </a:p>
          <a:p xmlns:a="http://schemas.openxmlformats.org/drawingml/2006/main">
            <a:r>
              <a:t>packages/coding-agent/test/suite/regressions/8261-subagent-project-trust.test.ts</a:t>
            </a:r>
          </a:p>
          <a:p xmlns:a="http://schemas.openxmlformats.org/drawingml/2006/main">
            <a:r>
              <a:t>packages/coding-agent/test/suite/virtual-models.test.ts</a:t>
            </a:r>
          </a:p>
          <a:p xmlns:a="http://schemas.openxmlformats.org/drawingml/2006/main">
            <a:r>
              <a:t>packages/coding-agent/test/trigger-compact-extension.test.ts</a:t>
            </a:r>
          </a:p>
          <a:p xmlns:a="http://schemas.openxmlformats.org/drawingml/2006/main">
            <a:r>
              <a:t>packages/coding-agent/test/suite/agent-session-mcp-oauth.test.ts</a:t>
            </a:r>
          </a:p>
          <a:p xmlns:a="http://schemas.openxmlformats.org/drawingml/2006/main">
            <a:r>
              <a:t>packages/coding-agent/test/codemode-renderer.test.ts</a:t>
            </a:r>
          </a:p>
          <a:p xmlns:a="http://schemas.openxmlformats.org/drawingml/2006/main">
            <a:r>
              <a:t>packages/coding-agent/test/custom-message.test.ts</a:t>
            </a:r>
          </a:p>
          <a:p xmlns:a="http://schemas.openxmlformats.org/drawingml/2006/main">
            <a:r>
              <a:t>packages/coding-agent/test/edit-tool-legacy-input.test.ts</a:t>
            </a:r>
          </a:p>
          <a:p xmlns:a="http://schemas.openxmlformats.org/drawingml/2006/main">
            <a:r>
              <a:t>packages/coding-agent/test/export-html-whitespace.test.ts</a:t>
            </a:r>
          </a:p>
          <a:p xmlns:a="http://schemas.openxmlformats.org/drawingml/2006/main">
            <a:r>
              <a:t>packages/coding-agent/test/export-jsonl-share.test.ts</a:t>
            </a:r>
          </a:p>
          <a:p xmlns:a="http://schemas.openxmlformats.org/drawingml/2006/main">
            <a:r>
              <a:t>packages/coding-agent/test/image-resize-callers.test.ts</a:t>
            </a:r>
          </a:p>
          <a:p xmlns:a="http://schemas.openxmlformats.org/drawingml/2006/main">
            <a:r>
              <a:t>packages/coding-agent/test/mermaid.test.ts</a:t>
            </a:r>
          </a:p>
          <a:p xmlns:a="http://schemas.openxmlformats.org/drawingml/2006/main">
            <a:r>
              <a:t>packages/coding-agent/test/output-pad.test.ts</a:t>
            </a:r>
          </a:p>
          <a:p xmlns:a="http://schemas.openxmlformats.org/drawingml/2006/main">
            <a:r>
              <a:t>packages/coding-agent/test/suite/agent-session-codemode.test.ts</a:t>
            </a:r>
          </a:p>
          <a:p xmlns:a="http://schemas.openxmlformats.org/drawingml/2006/main">
            <a:r>
              <a:t>packages/coding-agent/test/suite/agent-session-mcp.test.ts</a:t>
            </a:r>
          </a:p>
          <a:p xmlns:a="http://schemas.openxmlformats.org/drawingml/2006/main">
            <a:r>
              <a:t>packages/coding-agent/test/suite/agent-session-tool-orchestration.test.ts</a:t>
            </a:r>
          </a:p>
          <a:p xmlns:a="http://schemas.openxmlformats.org/drawingml/2006/main">
            <a:r>
              <a:t>packages/coding-agent/test/suite/regressions/10285-mcp-tool-renderers.test.ts</a:t>
            </a:r>
          </a:p>
          <a:p xmlns:a="http://schemas.openxmlformats.org/drawingml/2006/main">
            <a:r>
              <a:t>packages/coding-agent/test/suite/regressions/9068-user-bash-fail-closed.test.ts</a:t>
            </a:r>
          </a:p>
          <a:p xmlns:a="http://schemas.openxmlformats.org/drawingml/2006/main">
            <a:r>
              <a:t>packages/coding-agent/test/tool-execution-component.test.ts</a:t>
            </a:r>
          </a:p>
          <a:p xmlns:a="http://schemas.openxmlformats.org/drawingml/2006/main">
            <a:r>
              <a:t>packages/coding-agent/test/tool-search.test.ts</a:t>
            </a:r>
          </a:p>
          <a:p xmlns:a="http://schemas.openxmlformats.org/drawingml/2006/main">
            <a:r>
              <a:t>packages/coding-agent/test/tools.test.ts</a:t>
            </a:r>
          </a:p>
          <a:p xmlns:a="http://schemas.openxmlformats.org/drawingml/2006/main">
            <a:r>
              <a:t>packages/agent/test/agent-loop.test.ts</a:t>
            </a:r>
          </a:p>
          <a:p xmlns:a="http://schemas.openxmlformats.org/drawingml/2006/main">
            <a:r>
              <a:t>packages/agent/test/utils/calculate.ts</a:t>
            </a:r>
          </a:p>
          <a:p xmlns:a="http://schemas.openxmlformats.org/drawingml/2006/main">
            <a:r>
              <a:t>packages/agent/test/utils/get-current-time.ts</a:t>
            </a:r>
          </a:p>
          <a:p xmlns:a="http://schemas.openxmlformats.org/drawingml/2006/main">
            <a:r>
              <a:t>packages/coding-agent/test/assistant-message.test.ts</a:t>
            </a:r>
          </a:p>
          <a:p xmlns:a="http://schemas.openxmlformats.org/drawingml/2006/main">
            <a:r>
              <a:t>packages/coding-agent/test/streaming-render-debug.ts</a:t>
            </a:r>
          </a:p>
          <a:p xmlns:a="http://schemas.openxmlformats.org/drawingml/2006/main">
            <a:r>
              <a:t>packages/coding-agent/test/bash-execution-width.test.ts</a:t>
            </a:r>
          </a:p>
          <a:p xmlns:a="http://schemas.openxmlformats.org/drawingml/2006/main">
            <a:r>
              <a:t>packages/coding-agent/test/collapsible-message-components.test.ts</a:t>
            </a:r>
          </a:p>
          <a:p xmlns:a="http://schemas.openxmlformats.org/drawingml/2006/main">
            <a:r>
              <a:t>packages/coding-agent/test/custom-editor-history-keybindings.test.ts</a:t>
            </a:r>
          </a:p>
          <a:p xmlns:a="http://schemas.openxmlformats.org/drawingml/2006/main">
            <a:r>
              <a:t>packages/coding-agent/test/status-indicator.test.ts</a:t>
            </a:r>
          </a:p>
          <a:p xmlns:a="http://schemas.openxmlformats.org/drawingml/2006/main">
            <a:r>
              <a:t>packages/coding-agent/test/bug-report.test.ts</a:t>
            </a:r>
          </a:p>
          <a:p xmlns:a="http://schemas.openxmlformats.org/drawingml/2006/main">
            <a:r>
              <a:t>packages/coding-agent/test/footer-width.test.ts</a:t>
            </a:r>
          </a:p>
          <a:p xmlns:a="http://schemas.openxmlformats.org/drawingml/2006/main">
            <a:r>
              <a:t>packages/coding-agent/test/auth-url-copy.test.ts</a:t>
            </a:r>
          </a:p>
          <a:p xmlns:a="http://schemas.openxmlformats.org/drawingml/2006/main">
            <a:r>
              <a:t>packages/coding-agent/test/suite/regressions/5433-extension-oauth-prompt-input.test.ts</a:t>
            </a:r>
          </a:p>
          <a:p xmlns:a="http://schemas.openxmlformats.org/drawingml/2006/main">
            <a:r>
              <a:t>packages/coding-agent/test/model-selector.test.ts</a:t>
            </a:r>
          </a:p>
          <a:p xmlns:a="http://schemas.openxmlformats.org/drawingml/2006/main">
            <a:r>
              <a:t>packages/coding-agent/test/suite/regressions/3217-scoped-model-order.test.ts</a:t>
            </a:r>
          </a:p>
          <a:p xmlns:a="http://schemas.openxmlformats.org/drawingml/2006/main">
            <a:r>
              <a:t>packages/coding-agent/test/suite/regressions/6999-models-json-hot-reload.test.ts</a:t>
            </a:r>
          </a:p>
          <a:p xmlns:a="http://schemas.openxmlformats.org/drawingml/2006/main">
            <a:r>
              <a:t>packages/coding-agent/test/suite/regressions/7209-model-selector-filter-resets-selection.test.ts</a:t>
            </a:r>
          </a:p>
          <a:p xmlns:a="http://schemas.openxmlformats.org/drawingml/2006/main">
            <a:r>
              <a:t>packages/coding-agent/test/oauth-selector.test.ts</a:t>
            </a:r>
          </a:p>
          <a:p xmlns:a="http://schemas.openxmlformats.org/drawingml/2006/main">
            <a:r>
              <a:t>packages/coding-agent/test/scoped-models-selector.test.ts</a:t>
            </a:r>
          </a:p>
          <a:p xmlns:a="http://schemas.openxmlformats.org/drawingml/2006/main">
            <a:r>
              <a:t>packages/coding-agent/test/suite/regressions/6949-unavailable-scoped-model.test.ts</a:t>
            </a:r>
          </a:p>
          <a:p xmlns:a="http://schemas.openxmlformats.org/drawingml/2006/main">
            <a:r>
              <a:t>packages/coding-agent/test/suite/regressions/7153-scoped-models-refresh.test.ts</a:t>
            </a:r>
          </a:p>
          <a:p xmlns:a="http://schemas.openxmlformats.org/drawingml/2006/main">
            <a:r>
              <a:t>packages/coding-agent/test/session-selector-search.test.ts</a:t>
            </a:r>
          </a:p>
          <a:p xmlns:a="http://schemas.openxmlformats.org/drawingml/2006/main">
            <a:r>
              <a:t>packages/coding-agent/test/session-selector-path-delete.test.ts</a:t>
            </a:r>
          </a:p>
          <a:p xmlns:a="http://schemas.openxmlformats.org/drawingml/2006/main">
            <a:r>
              <a:t>packages/coding-agent/test/session-selector-rename.test.ts</a:t>
            </a:r>
          </a:p>
          <a:p xmlns:a="http://schemas.openxmlformats.org/drawingml/2006/main">
            <a:r>
              <a:t>packages/coding-agent/test/settings-selector.test.ts</a:t>
            </a:r>
          </a:p>
          <a:p xmlns:a="http://schemas.openxmlformats.org/drawingml/2006/main">
            <a:r>
              <a:t>packages/coding-agent/test/interactive-mode-tree-navigation.test.ts</a:t>
            </a:r>
          </a:p>
          <a:p xmlns:a="http://schemas.openxmlformats.org/drawingml/2006/main">
            <a:r>
              <a:t>packages/coding-agent/test/interactive-tui.test.ts</a:t>
            </a:r>
          </a:p>
          <a:p xmlns:a="http://schemas.openxmlformats.org/drawingml/2006/main">
            <a:r>
              <a:t>packages/coding-agent/test/themed-text.test.ts</a:t>
            </a:r>
          </a:p>
          <a:p xmlns:a="http://schemas.openxmlformats.org/drawingml/2006/main">
            <a:r>
              <a:t>packages/coding-agent/test/thinking-selector.test.ts</a:t>
            </a:r>
          </a:p>
          <a:p xmlns:a="http://schemas.openxmlformats.org/drawingml/2006/main">
            <a:r>
              <a:t>packages/coding-agent/test/edit-tool-no-full-redraw.test.ts</a:t>
            </a:r>
          </a:p>
          <a:p xmlns:a="http://schemas.openxmlformats.org/drawingml/2006/main">
            <a:r>
              <a:t>packages/coding-agent/test/suite/regressions/4167-thinking-toggle-pending-tool-render.test.ts</a:t>
            </a:r>
          </a:p>
          <a:p xmlns:a="http://schemas.openxmlformats.org/drawingml/2006/main">
            <a:r>
              <a:t>packages/coding-agent/test/suite/regressions/8611-thinking-toggle-pending-bash-output.test.ts</a:t>
            </a:r>
          </a:p>
          <a:p xmlns:a="http://schemas.openxmlformats.org/drawingml/2006/main">
            <a:r>
              <a:t>packages/coding-agent/test/tree-selector.test.ts</a:t>
            </a:r>
          </a:p>
          <a:p xmlns:a="http://schemas.openxmlformats.org/drawingml/2006/main">
            <a:r>
              <a:t>packages/coding-agent/test/trust-selector.test.ts</a:t>
            </a:r>
          </a:p>
          <a:p xmlns:a="http://schemas.openxmlformats.org/drawingml/2006/main">
            <a:r>
              <a:t>packages/coding-agent/test/user-message.test.ts</a:t>
            </a:r>
          </a:p>
          <a:p xmlns:a="http://schemas.openxmlformats.org/drawingml/2006/main">
            <a:r>
              <a:t>packages/tui/test/chat-simple.ts</a:t>
            </a:r>
          </a:p>
          <a:p xmlns:a="http://schemas.openxmlformats.org/drawingml/2006/main">
            <a:r>
              <a:t>packages/tui/test/editor-history-keybindings.test.ts</a:t>
            </a:r>
          </a:p>
          <a:p xmlns:a="http://schemas.openxmlformats.org/drawingml/2006/main">
            <a:r>
              <a:t>packages/tui/test/editor.test.ts</a:t>
            </a:r>
          </a:p>
          <a:p xmlns:a="http://schemas.openxmlformats.org/drawingml/2006/main">
            <a:r>
              <a:t>packages/tui/test/mouse-components.test.ts</a:t>
            </a:r>
          </a:p>
          <a:p xmlns:a="http://schemas.openxmlformats.org/drawingml/2006/main">
            <a:r>
              <a:t>packages/tui/test/layout.test.ts</a:t>
            </a:r>
          </a:p>
          <a:p xmlns:a="http://schemas.openxmlformats.org/drawingml/2006/main">
            <a:r>
              <a:t>packages/tui/test/tui-alt-screen.test.ts</a:t>
            </a:r>
          </a:p>
          <a:p xmlns:a="http://schemas.openxmlformats.org/drawingml/2006/main">
            <a:r>
              <a:t>packages/tui/test/image-test.ts</a:t>
            </a:r>
          </a:p>
          <a:p xmlns:a="http://schemas.openxmlformats.org/drawingml/2006/main">
            <a:r>
              <a:t>packages/tui/test/terminal-image.test.ts</a:t>
            </a:r>
          </a:p>
          <a:p xmlns:a="http://schemas.openxmlformats.org/drawingml/2006/main">
            <a:r>
              <a:t>packages/tui/test/tui-render.test.ts</a:t>
            </a:r>
          </a:p>
          <a:p xmlns:a="http://schemas.openxmlformats.org/drawingml/2006/main">
            <a:r>
              <a:t>packages/tui/test/input.test.ts</a:t>
            </a:r>
          </a:p>
          <a:p xmlns:a="http://schemas.openxmlformats.org/drawingml/2006/main">
            <a:r>
              <a:t>packages/tui/test/alt-screen-large-transcript-bench.ts</a:t>
            </a:r>
          </a:p>
          <a:p xmlns:a="http://schemas.openxmlformats.org/drawingml/2006/main">
            <a:r>
              <a:t>packages/tui/test/markdown.test.ts</a:t>
            </a:r>
          </a:p>
          <a:p xmlns:a="http://schemas.openxmlformats.org/drawingml/2006/main">
            <a:r>
              <a:t>packages/tui/test/render-churn-bench.ts</a:t>
            </a:r>
          </a:p>
          <a:p xmlns:a="http://schemas.openxmlformats.org/drawingml/2006/main">
            <a:r>
              <a:t>packages/tui/test/select-list.test.ts</a:t>
            </a:r>
          </a:p>
          <a:p xmlns:a="http://schemas.openxmlformats.org/drawingml/2006/main">
            <a:r>
              <a:t>packages/tui/test/settings-list.test.ts</a:t>
            </a:r>
          </a:p>
          <a:p xmlns:a="http://schemas.openxmlformats.org/drawingml/2006/main">
            <a:r>
              <a:t>packages/tui/test/truncated-text.test.ts</a:t>
            </a:r>
          </a:p>
          <a:p xmlns:a="http://schemas.openxmlformats.org/drawingml/2006/main">
            <a:r>
              <a:t>packages/coding-agent/test/session-cwd.test.ts</a:t>
            </a:r>
          </a:p>
          <a:p xmlns:a="http://schemas.openxmlformats.org/drawingml/2006/main">
            <a:r>
              <a:t>packages/coding-agent/test/agent-session-auto-compaction-queue.test.ts</a:t>
            </a:r>
          </a:p>
          <a:p xmlns:a="http://schemas.openxmlformats.org/drawingml/2006/main">
            <a:r>
              <a:t>packages/coding-agent/test/agent-session-branching.test.ts</a:t>
            </a:r>
          </a:p>
          <a:p xmlns:a="http://schemas.openxmlformats.org/drawingml/2006/main">
            <a:r>
              <a:t>packages/coding-agent/test/agent-session-compaction.test.ts</a:t>
            </a:r>
          </a:p>
          <a:p xmlns:a="http://schemas.openxmlformats.org/drawingml/2006/main">
            <a:r>
              <a:t>packages/coding-agent/test/agent-session-concurrent.test.ts</a:t>
            </a:r>
          </a:p>
          <a:p xmlns:a="http://schemas.openxmlformats.org/drawingml/2006/main">
            <a:r>
              <a:t>packages/coding-agent/test/agent-session-retry.test.ts</a:t>
            </a:r>
          </a:p>
          <a:p xmlns:a="http://schemas.openxmlformats.org/drawingml/2006/main">
            <a:r>
              <a:t>packages/coding-agent/test/agent-session-runtime-events.test.ts</a:t>
            </a:r>
          </a:p>
          <a:p xmlns:a="http://schemas.openxmlformats.org/drawingml/2006/main">
            <a:r>
              <a:t>packages/coding-agent/test/agent-session-stats.test.ts</a:t>
            </a:r>
          </a:p>
          <a:p xmlns:a="http://schemas.openxmlformats.org/drawingml/2006/main">
            <a:r>
              <a:t>packages/coding-agent/test/branch-summarization.test.ts</a:t>
            </a:r>
          </a:p>
          <a:p xmlns:a="http://schemas.openxmlformats.org/drawingml/2006/main">
            <a:r>
              <a:t>packages/coding-agent/test/cache-stats.test.ts</a:t>
            </a:r>
          </a:p>
          <a:p xmlns:a="http://schemas.openxmlformats.org/drawingml/2006/main">
            <a:r>
              <a:t>packages/coding-agent/test/compaction.test.ts</a:t>
            </a:r>
          </a:p>
          <a:p xmlns:a="http://schemas.openxmlformats.org/drawingml/2006/main">
            <a:r>
              <a:t>packages/coding-agent/test/format-resume-command.test.ts</a:t>
            </a:r>
          </a:p>
          <a:p xmlns:a="http://schemas.openxmlformats.org/drawingml/2006/main">
            <a:r>
              <a:t>packages/coding-agent/test/interactive-mode-compaction.test.ts</a:t>
            </a:r>
          </a:p>
          <a:p xmlns:a="http://schemas.openxmlformats.org/drawingml/2006/main">
            <a:r>
              <a:t>packages/coding-agent/test/model-resolver.test.ts</a:t>
            </a:r>
          </a:p>
          <a:p xmlns:a="http://schemas.openxmlformats.org/drawingml/2006/main">
            <a:r>
              <a:t>packages/coding-agent/test/sdk-openrouter-attribution.test.ts</a:t>
            </a:r>
          </a:p>
          <a:p xmlns:a="http://schemas.openxmlformats.org/drawingml/2006/main">
            <a:r>
              <a:t>packages/coding-agent/test/sdk-session-manager.test.ts</a:t>
            </a:r>
          </a:p>
          <a:p xmlns:a="http://schemas.openxmlformats.org/drawingml/2006/main">
            <a:r>
              <a:t>packages/coding-agent/test/session-context-edit.test.ts</a:t>
            </a:r>
          </a:p>
          <a:p xmlns:a="http://schemas.openxmlformats.org/drawingml/2006/main">
            <a:r>
              <a:t>packages/coding-agent/test/session-id-readonly.test.ts</a:t>
            </a:r>
          </a:p>
          <a:p xmlns:a="http://schemas.openxmlformats.org/drawingml/2006/main">
            <a:r>
              <a:t>packages/coding-agent/test/session-info-modified-timestamp.test.ts</a:t>
            </a:r>
          </a:p>
          <a:p xmlns:a="http://schemas.openxmlformats.org/drawingml/2006/main">
            <a:r>
              <a:t>packages/coding-agent/test/session-manager/build-context.test.ts</a:t>
            </a:r>
          </a:p>
          <a:p xmlns:a="http://schemas.openxmlformats.org/drawingml/2006/main">
            <a:r>
              <a:t>packages/coding-agent/test/session-manager/custom-session-id.test.ts</a:t>
            </a:r>
          </a:p>
          <a:p xmlns:a="http://schemas.openxmlformats.org/drawingml/2006/main">
            <a:r>
              <a:t>packages/coding-agent/test/session-manager/file-operations.test.ts</a:t>
            </a:r>
          </a:p>
          <a:p xmlns:a="http://schemas.openxmlformats.org/drawingml/2006/main">
            <a:r>
              <a:t>packages/coding-agent/test/session-manager/labels.test.ts</a:t>
            </a:r>
          </a:p>
          <a:p xmlns:a="http://schemas.openxmlformats.org/drawingml/2006/main">
            <a:r>
              <a:t>packages/coding-agent/test/session-manager/load-entries.test.ts</a:t>
            </a:r>
          </a:p>
          <a:p xmlns:a="http://schemas.openxmlformats.org/drawingml/2006/main">
            <a:r>
              <a:t>packages/coding-agent/test/session-manager/migration.test.ts</a:t>
            </a:r>
          </a:p>
          <a:p xmlns:a="http://schemas.openxmlformats.org/drawingml/2006/main">
            <a:r>
              <a:t>packages/coding-agent/test/session-manager/save-entry.test.ts</a:t>
            </a:r>
          </a:p>
          <a:p xmlns:a="http://schemas.openxmlformats.org/drawingml/2006/main">
            <a:r>
              <a:t>packages/coding-agent/test/session-manager/tree-traversal.test.ts</a:t>
            </a:r>
          </a:p>
          <a:p xmlns:a="http://schemas.openxmlformats.org/drawingml/2006/main">
            <a:r>
              <a:t>packages/coding-agent/test/suite/agent-session-runtime.test.ts</a:t>
            </a:r>
          </a:p>
          <a:p xmlns:a="http://schemas.openxmlformats.org/drawingml/2006/main">
            <a:r>
              <a:t>packages/coding-agent/test/suite/lax-message-content.test.ts</a:t>
            </a:r>
          </a:p>
          <a:p xmlns:a="http://schemas.openxmlformats.org/drawingml/2006/main">
            <a:r>
              <a:t>packages/coding-agent/test/suite/regressions/2753-reload-stale-resource-settings.test.ts</a:t>
            </a:r>
          </a:p>
          <a:p xmlns:a="http://schemas.openxmlformats.org/drawingml/2006/main">
            <a:r>
              <a:t>packages/coding-agent/test/suite/regressions/2860-replaced-session-context.test.ts</a:t>
            </a:r>
          </a:p>
          <a:p xmlns:a="http://schemas.openxmlformats.org/drawingml/2006/main">
            <a:r>
              <a:t>packages/coding-agent/test/suite/regressions/5080-signal-shutdown-extension-cleanup.test.ts</a:t>
            </a:r>
          </a:p>
          <a:p xmlns:a="http://schemas.openxmlformats.org/drawingml/2006/main">
            <a:r>
              <a:t>packages/coding-agent/test/suite/regressions/5596-missing-theme-export.test.ts</a:t>
            </a:r>
          </a:p>
          <a:p xmlns:a="http://schemas.openxmlformats.org/drawingml/2006/main">
            <a:r>
              <a:t>packages/coding-agent/test/suite/regressions/7497-session-discovery-symlink.test.ts</a:t>
            </a:r>
          </a:p>
          <a:p xmlns:a="http://schemas.openxmlformats.org/drawingml/2006/main">
            <a:r>
              <a:t>packages/coding-agent/test/suite/regressions/8989-fork-compaction-label-boundary.test.ts</a:t>
            </a:r>
          </a:p>
          <a:p xmlns:a="http://schemas.openxmlformats.org/drawingml/2006/main">
            <a:r>
              <a:t>packages/coding-agent/test/system-prompt-updates.test.ts</a:t>
            </a:r>
          </a:p>
          <a:p xmlns:a="http://schemas.openxmlformats.org/drawingml/2006/main">
            <a:r>
              <a:t>packages/coding-agent/test/test-harness.ts</a:t>
            </a:r>
          </a:p>
          <a:p xmlns:a="http://schemas.openxmlformats.org/drawingml/2006/main">
            <a:r>
              <a:t>packages/coding-agent/test/virtual-models.test.ts</a:t>
            </a:r>
          </a:p>
          <a:p xmlns:a="http://schemas.openxmlformats.org/drawingml/2006/main">
            <a:r>
              <a:t>packages/coding-agent/test/interactive-mode-import-command.test.ts</a:t>
            </a:r>
          </a:p>
          <a:p xmlns:a="http://schemas.openxmlformats.org/drawingml/2006/main">
            <a:r>
              <a:t>packages/coding-agent/test/suite/regressions/5868-rpc-unknown-command-id.test.ts</a:t>
            </a:r>
          </a:p>
          <a:p xmlns:a="http://schemas.openxmlformats.org/drawingml/2006/main">
            <a:r>
              <a:t>packages/coding-agent/test/suite/regressions/8724-in-memory-fork-active-tool.test.ts</a:t>
            </a:r>
          </a:p>
          <a:p xmlns:a="http://schemas.openxmlformats.org/drawingml/2006/main">
            <a:r>
              <a:t>packages/coding-agent/test/suite/regressions/7829-invalid-settings-warning.test.ts</a:t>
            </a:r>
          </a:p>
          <a:p xmlns:a="http://schemas.openxmlformats.org/drawingml/2006/main">
            <a:r>
              <a:t>packages/coding-agent/test/jev-router-example.test.ts</a:t>
            </a:r>
          </a:p>
          <a:p xmlns:a="http://schemas.openxmlformats.org/drawingml/2006/main">
            <a:r>
              <a:t>packages/coding-agent/test/bash-close-hang-windows.test.ts</a:t>
            </a:r>
          </a:p>
          <a:p xmlns:a="http://schemas.openxmlformats.org/drawingml/2006/main">
            <a:r>
              <a:t>packages/coding-agent/test/suite/agent-session-bash-persistence.test.ts</a:t>
            </a:r>
          </a:p>
          <a:p xmlns:a="http://schemas.openxmlformats.org/drawingml/2006/main">
            <a:r>
              <a:t>packages/coding-agent/test/suite/regressions/5208-late-bash-output.test.ts</a:t>
            </a:r>
          </a:p>
          <a:p xmlns:a="http://schemas.openxmlformats.org/drawingml/2006/main">
            <a:r>
              <a:t>packages/coding-agent/test/tool-system-prompt-contributions.test.ts</a:t>
            </a:r>
          </a:p>
          <a:p xmlns:a="http://schemas.openxmlformats.org/drawingml/2006/main">
            <a:r>
              <a:t>packages/coding-agent/test/powershell-tool.test.ts</a:t>
            </a:r>
          </a:p>
          <a:p xmlns:a="http://schemas.openxmlformats.org/drawingml/2006/main">
            <a:r>
              <a:t>packages/coding-agent/test/resolve-config-value.test.ts</a:t>
            </a:r>
          </a:p>
          <a:p xmlns:a="http://schemas.openxmlformats.org/drawingml/2006/main">
            <a:r>
              <a:t>packages/coding-agent/test/suite/regressions/6596-taskkill-enoent.test.ts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源码基线：6cd9d957a9fd50bc504d45b72834ed9dd85a20b6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流程为教学阅读顺序，可选分支不表示每次运行必经。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7b3277370724b5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e547595321f4ec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153592ec362434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52ba353481a4ad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d825c09d07e45b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93a4d5a4bfb4c4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DBC6A65-7B85-41A8-A23E-3F02EF750D7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EA8B238-605D-4A52-B8CE-2D7E50FC63E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6173A2CA-1449-46FF-B45C-172A2AACDF5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E3FB129-1A5C-4D75-ADAF-2FD474F319F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2FD9318A-7F97-49B9-86A0-F5748783BF4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13D2273-6DB7-4758-9324-83A8E94D2AB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A11BCF3-D170-457F-9F12-584EB895276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FDD8AF74-2B18-485D-9ADB-A177FC75AE1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5B695B1-B57A-4326-B36C-4219107C0C9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81C558F-0C1B-4154-9217-20FD30A85F5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b5603f485434484" /><Relationship Type="http://schemas.openxmlformats.org/officeDocument/2006/relationships/slideLayout" Target="/ppt/slideLayouts/slideLayout1.xml" Id="R125fb845813d4d6f" /><Relationship Type="http://schemas.openxmlformats.org/officeDocument/2006/relationships/slideLayout" Target="/ppt/slideLayouts/slideLayout2.xml" Id="R4ed5ef04b4fc4ab1" /><Relationship Type="http://schemas.openxmlformats.org/officeDocument/2006/relationships/slideLayout" Target="/ppt/slideLayouts/slideLayout3.xml" Id="R4abcdb0fa454475b" /><Relationship Type="http://schemas.openxmlformats.org/officeDocument/2006/relationships/slideLayout" Target="/ppt/slideLayouts/slideLayout4.xml" Id="R6d5dd08f7ab54903" /><Relationship Type="http://schemas.openxmlformats.org/officeDocument/2006/relationships/slideLayout" Target="/ppt/slideLayouts/slideLayout5.xml" Id="R5498c5e9d214457b" /><Relationship Type="http://schemas.openxmlformats.org/officeDocument/2006/relationships/slideLayout" Target="/ppt/slideLayouts/slideLayout6.xml" Id="R0db86778664b487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25fb845813d4d6f"/>
    <p:sldLayoutId xmlns:r="http://schemas.openxmlformats.org/officeDocument/2006/relationships" id="2147483650" r:id="R4ed5ef04b4fc4ab1"/>
    <p:sldLayoutId xmlns:r="http://schemas.openxmlformats.org/officeDocument/2006/relationships" id="2147483651" r:id="R4abcdb0fa454475b"/>
    <p:sldLayoutId xmlns:r="http://schemas.openxmlformats.org/officeDocument/2006/relationships" id="2147483652" r:id="R6d5dd08f7ab54903"/>
    <p:sldLayoutId xmlns:r="http://schemas.openxmlformats.org/officeDocument/2006/relationships" id="2147483653" r:id="R5498c5e9d214457b"/>
    <p:sldLayoutId xmlns:r="http://schemas.openxmlformats.org/officeDocument/2006/relationships" id="2147483654" r:id="R0db86778664b487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f3c62846ee94047" /><Relationship Type="http://schemas.openxmlformats.org/officeDocument/2006/relationships/notesSlide" Target="/ppt/notesSlides/notesSlide1.xml" Id="Rf5e0828bce1f4f0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3c65f4f7517457d" /><Relationship Type="http://schemas.openxmlformats.org/officeDocument/2006/relationships/notesSlide" Target="/ppt/notesSlides/notesSlide2.xml" Id="Re5536e894ad4424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757436cfc9f4857" /><Relationship Type="http://schemas.openxmlformats.org/officeDocument/2006/relationships/notesSlide" Target="/ppt/notesSlides/notesSlide3.xml" Id="Reb803470f4ba4c4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3135f99e4964e4b" /><Relationship Type="http://schemas.openxmlformats.org/officeDocument/2006/relationships/notesSlide" Target="/ppt/notesSlides/notesSlide4.xml" Id="R4f23214897cd499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11aca1597fd470a" /><Relationship Type="http://schemas.openxmlformats.org/officeDocument/2006/relationships/notesSlide" Target="/ppt/notesSlides/notesSlide5.xml" Id="Rca8a0c92fe8c4a2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16961a1c63f412d" /><Relationship Type="http://schemas.openxmlformats.org/officeDocument/2006/relationships/notesSlide" Target="/ppt/notesSlides/notesSlide6.xml" Id="R42bd3d098f7e472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d30665ac94a430e" /><Relationship Type="http://schemas.openxmlformats.org/officeDocument/2006/relationships/notesSlide" Target="/ppt/notesSlides/notesSlide7.xml" Id="R0dadc05766614db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9438ef245e244d1" /><Relationship Type="http://schemas.openxmlformats.org/officeDocument/2006/relationships/notesSlide" Target="/ppt/notesSlides/notesSlide8.xml" Id="Rc0957f24a11e499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ec8d87d50de4bdf" /><Relationship Type="http://schemas.openxmlformats.org/officeDocument/2006/relationships/notesSlide" Target="/ppt/notesSlides/notesSlide9.xml" Id="R983162f2829a48f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fa371a29a8142cc" /><Relationship Type="http://schemas.openxmlformats.org/officeDocument/2006/relationships/notesSlide" Target="/ppt/notesSlides/notesSlide10.xml" Id="Rb3a47d3e448b4b3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3ec3f9ccfd740ba" /><Relationship Type="http://schemas.openxmlformats.org/officeDocument/2006/relationships/notesSlide" Target="/ppt/notesSlides/notesSlide11.xml" Id="R785bb12cfc704fc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02f3049bf234f94" /><Relationship Type="http://schemas.openxmlformats.org/officeDocument/2006/relationships/notesSlide" Target="/ppt/notesSlides/notesSlide12.xml" Id="R2783b99d72f747c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a207f25841f486d" /><Relationship Type="http://schemas.openxmlformats.org/officeDocument/2006/relationships/notesSlide" Target="/ppt/notesSlides/notesSlide13.xml" Id="R9c4b6bbb16454a4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179ebb426224284" /><Relationship Type="http://schemas.openxmlformats.org/officeDocument/2006/relationships/notesSlide" Target="/ppt/notesSlides/notesSlide14.xml" Id="R1870a601feea494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6119c8eee7e4635" /><Relationship Type="http://schemas.openxmlformats.org/officeDocument/2006/relationships/notesSlide" Target="/ppt/notesSlides/notesSlide15.xml" Id="R7c6484075bc2449a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0f1a7c5aa624321" /><Relationship Type="http://schemas.openxmlformats.org/officeDocument/2006/relationships/notesSlide" Target="/ppt/notesSlides/notesSlide16.xml" Id="Rdc571dde5c264e02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027d5978d764b68" /><Relationship Type="http://schemas.openxmlformats.org/officeDocument/2006/relationships/notesSlide" Target="/ppt/notesSlides/notesSlide17.xml" Id="R823e7d968c21453b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efee537193743c1" /><Relationship Type="http://schemas.openxmlformats.org/officeDocument/2006/relationships/notesSlide" Target="/ppt/notesSlides/notesSlide18.xml" Id="R79a85b18dd7e44e9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1cd533c91f24b5f" /><Relationship Type="http://schemas.openxmlformats.org/officeDocument/2006/relationships/notesSlide" Target="/ppt/notesSlides/notesSlide19.xml" Id="Rb4b52491c4b349ef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160fbf04b80446f" /><Relationship Type="http://schemas.openxmlformats.org/officeDocument/2006/relationships/notesSlide" Target="/ppt/notesSlides/notesSlide20.xml" Id="R018ee34da0e54ab4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d2ddf7e5014469a" /><Relationship Type="http://schemas.openxmlformats.org/officeDocument/2006/relationships/notesSlide" Target="/ppt/notesSlides/notesSlide21.xml" Id="Rd808c9a7dc1446d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eyebrow">
            <a:extLst xmlns:a="http://schemas.openxmlformats.org/drawingml/2006/main">
              <a:ext uri="{FF2B5EF4-FFF2-40B4-BE49-F238E27FC236}">
                <a16:creationId xmlns:a16="http://schemas.microsoft.com/office/drawing/2014/main" id="{1A469174-23D9-43CB-81AE-A646B0FA6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02 模型与配置   /   场景与职责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0B0C32AA-95B2-43A6-8BF4-CB53F3E0A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设置从哪里来，如何生效</a:t>
            </a:r>
          </a:p>
        </p:txBody>
      </p:sp>
      <p:sp>
        <p:nvSpPr>
          <p:cNvPr id="3" name="scenario">
            <a:extLst xmlns:a="http://schemas.openxmlformats.org/drawingml/2006/main">
              <a:ext uri="{FF2B5EF4-FFF2-40B4-BE49-F238E27FC236}">
                <a16:creationId xmlns:a16="http://schemas.microsoft.com/office/drawing/2014/main" id="{DFF1FAB5-3298-4ED2-A6D3-E7ADF8ACD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109347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你修改了项目设置，但新会话没有按预期采用这些值。</a:t>
            </a:r>
          </a:p>
        </p:txBody>
      </p:sp>
      <p:sp>
        <p:nvSpPr>
          <p:cNvPr id="4" name="section">
            <a:extLst xmlns:a="http://schemas.openxmlformats.org/drawingml/2006/main">
              <a:ext uri="{FF2B5EF4-FFF2-40B4-BE49-F238E27FC236}">
                <a16:creationId xmlns:a16="http://schemas.microsoft.com/office/drawing/2014/main" id="{C178E5F2-F21E-488A-81E2-786957DC5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0934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各层负责什么</a:t>
            </a:r>
          </a:p>
        </p:txBody>
      </p:sp>
      <p:sp>
        <p:nvSpPr>
          <p:cNvPr id="5" name="responsibility-0">
            <a:extLst xmlns:a="http://schemas.openxmlformats.org/drawingml/2006/main">
              <a:ext uri="{FF2B5EF4-FFF2-40B4-BE49-F238E27FC236}">
                <a16:creationId xmlns:a16="http://schemas.microsoft.com/office/drawing/2014/main" id="{308B4FE9-6D4E-4958-8A45-ADEFA06CA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38525"/>
            <a:ext cx="10934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1. 分层设置与配置值解析</a:t>
            </a:r>
          </a:p>
        </p:txBody>
      </p:sp>
      <p:sp>
        <p:nvSpPr>
          <p:cNvPr id="6" name="responsibility-1">
            <a:extLst xmlns:a="http://schemas.openxmlformats.org/drawingml/2006/main">
              <a:ext uri="{FF2B5EF4-FFF2-40B4-BE49-F238E27FC236}">
                <a16:creationId xmlns:a16="http://schemas.microsoft.com/office/drawing/2014/main" id="{8CBF0794-C55F-43BB-9212-E81F9BE3D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95725"/>
            <a:ext cx="10934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2. 项目资源信任决策</a:t>
            </a:r>
          </a:p>
        </p:txBody>
      </p:sp>
      <p:sp>
        <p:nvSpPr>
          <p:cNvPr id="7" name="responsibility-2">
            <a:extLst xmlns:a="http://schemas.openxmlformats.org/drawingml/2006/main">
              <a:ext uri="{FF2B5EF4-FFF2-40B4-BE49-F238E27FC236}">
                <a16:creationId xmlns:a16="http://schemas.microsoft.com/office/drawing/2014/main" id="{B8AB8420-A08F-4C40-ABF8-E785C2634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52925"/>
            <a:ext cx="10934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3. 配置与主题 Schema 校验</a:t>
            </a:r>
          </a:p>
        </p:txBody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8A6283A0-C60F-4305-88EE-99FE29138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10934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rPr>
              <a:t>Pi 源码精通路线   /   config-scope   /   1      完整步骤、参考答案与源码路径见讲者备注及离线导览</a:t>
            </a:r>
          </a:p>
        </p:txBody>
      </p:sp>
    </p:spTree>
    <p:extLst>
      <p:ext uri="{BB962C8B-B14F-4D97-AF65-F5344CB8AC3E}">
        <p14:creationId xmlns:p14="http://schemas.microsoft.com/office/powerpoint/2010/main" val="197642402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eyebrow">
            <a:extLst xmlns:a="http://schemas.openxmlformats.org/drawingml/2006/main">
              <a:ext uri="{FF2B5EF4-FFF2-40B4-BE49-F238E27FC236}">
                <a16:creationId xmlns:a16="http://schemas.microsoft.com/office/drawing/2014/main" id="{28652512-8565-4C87-8EC2-166F594B1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02 模型与配置   /   执行顺序与数据变化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6D134EB6-E2B9-411C-9F4F-02F508749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设置从哪里来，如何生效</a:t>
            </a:r>
          </a:p>
        </p:txBody>
      </p:sp>
      <p:sp>
        <p:nvSpPr>
          <p:cNvPr id="3" name="step-0">
            <a:extLst xmlns:a="http://schemas.openxmlformats.org/drawingml/2006/main">
              <a:ext uri="{FF2B5EF4-FFF2-40B4-BE49-F238E27FC236}">
                <a16:creationId xmlns:a16="http://schemas.microsoft.com/office/drawing/2014/main" id="{3F6C8515-956D-495E-9020-F98DD4605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1. 确定目录与作用域</a:t>
            </a:r>
          </a:p>
        </p:txBody>
      </p:sp>
      <p:sp>
        <p:nvSpPr>
          <p:cNvPr id="4" name="data-0">
            <a:extLst xmlns:a="http://schemas.openxmlformats.org/drawingml/2006/main">
              <a:ext uri="{FF2B5EF4-FFF2-40B4-BE49-F238E27FC236}">
                <a16:creationId xmlns:a16="http://schemas.microsoft.com/office/drawing/2014/main" id="{9B1E3A1D-9F1D-48A7-ACB1-32014E99C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9825"/>
            <a:ext cx="1070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输入：cwd、agentDir    输出：两层配置来源</a:t>
            </a:r>
          </a:p>
        </p:txBody>
      </p:sp>
      <p:sp>
        <p:nvSpPr>
          <p:cNvPr id="5" name="step-1">
            <a:extLst xmlns:a="http://schemas.openxmlformats.org/drawingml/2006/main">
              <a:ext uri="{FF2B5EF4-FFF2-40B4-BE49-F238E27FC236}">
                <a16:creationId xmlns:a16="http://schemas.microsoft.com/office/drawing/2014/main" id="{6ABC497B-6D7B-4A19-9D1F-0C2FE3D4A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194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2. 检查项目加载条件</a:t>
            </a:r>
          </a:p>
        </p:txBody>
      </p:sp>
      <p:sp>
        <p:nvSpPr>
          <p:cNvPr id="6" name="data-1">
            <a:extLst xmlns:a="http://schemas.openxmlformats.org/drawingml/2006/main">
              <a:ext uri="{FF2B5EF4-FFF2-40B4-BE49-F238E27FC236}">
                <a16:creationId xmlns:a16="http://schemas.microsoft.com/office/drawing/2014/main" id="{510B236D-E4AB-4A14-B5F7-F3266543C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81350"/>
            <a:ext cx="1070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输入：项目路径与信任状态    输出：允许加载的项目资源</a:t>
            </a:r>
          </a:p>
        </p:txBody>
      </p:sp>
      <p:sp>
        <p:nvSpPr>
          <p:cNvPr id="7" name="step-2">
            <a:extLst xmlns:a="http://schemas.openxmlformats.org/drawingml/2006/main">
              <a:ext uri="{FF2B5EF4-FFF2-40B4-BE49-F238E27FC236}">
                <a16:creationId xmlns:a16="http://schemas.microsoft.com/office/drawing/2014/main" id="{AB1B2553-B50E-442C-B957-ED07876B9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90925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3. 解析设置与配置值</a:t>
            </a:r>
          </a:p>
        </p:txBody>
      </p:sp>
      <p:sp>
        <p:nvSpPr>
          <p:cNvPr id="8" name="data-2">
            <a:extLst xmlns:a="http://schemas.openxmlformats.org/drawingml/2006/main">
              <a:ext uri="{FF2B5EF4-FFF2-40B4-BE49-F238E27FC236}">
                <a16:creationId xmlns:a16="http://schemas.microsoft.com/office/drawing/2014/main" id="{CC37165D-E2E2-4FBB-95D8-529566872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52875"/>
            <a:ext cx="1070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输入：配置文件与覆盖选项    输出：运行时设置</a:t>
            </a:r>
          </a:p>
        </p:txBody>
      </p:sp>
      <p:sp>
        <p:nvSpPr>
          <p:cNvPr id="9" name="step-3">
            <a:extLst xmlns:a="http://schemas.openxmlformats.org/drawingml/2006/main">
              <a:ext uri="{FF2B5EF4-FFF2-40B4-BE49-F238E27FC236}">
                <a16:creationId xmlns:a16="http://schemas.microsoft.com/office/drawing/2014/main" id="{4A08722C-B1EE-41E9-9E30-3A6C09F48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245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4. 核对 Schema 和消费位置</a:t>
            </a:r>
          </a:p>
        </p:txBody>
      </p:sp>
      <p:sp>
        <p:nvSpPr>
          <p:cNvPr id="10" name="data-3">
            <a:extLst xmlns:a="http://schemas.openxmlformats.org/drawingml/2006/main">
              <a:ext uri="{FF2B5EF4-FFF2-40B4-BE49-F238E27FC236}">
                <a16:creationId xmlns:a16="http://schemas.microsoft.com/office/drawing/2014/main" id="{8F524F7A-317F-4268-ADB6-D86D7425A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24400"/>
            <a:ext cx="1070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输入：一个具体配置字段    输出：字段校验、生效阶段和验证方法</a:t>
            </a:r>
          </a:p>
        </p:txBody>
      </p:sp>
      <p:sp>
        <p:nvSpPr>
          <p:cNvPr id="11" name="footer">
            <a:extLst xmlns:a="http://schemas.openxmlformats.org/drawingml/2006/main">
              <a:ext uri="{FF2B5EF4-FFF2-40B4-BE49-F238E27FC236}">
                <a16:creationId xmlns:a16="http://schemas.microsoft.com/office/drawing/2014/main" id="{AEC638DE-944E-4BDF-B993-9DBA120E9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10934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rPr>
              <a:t>Pi 源码精通路线   /   config-scope   /   2      完整步骤、参考答案与源码路径见讲者备注及离线导览</a:t>
            </a:r>
          </a:p>
        </p:txBody>
      </p:sp>
    </p:spTree>
    <p:extLst>
      <p:ext uri="{BB962C8B-B14F-4D97-AF65-F5344CB8AC3E}">
        <p14:creationId xmlns:p14="http://schemas.microsoft.com/office/powerpoint/2010/main" val="170990592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eyebrow">
            <a:extLst xmlns:a="http://schemas.openxmlformats.org/drawingml/2006/main">
              <a:ext uri="{FF2B5EF4-FFF2-40B4-BE49-F238E27FC236}">
                <a16:creationId xmlns:a16="http://schemas.microsoft.com/office/drawing/2014/main" id="{450AAA70-8188-444F-9C27-6DBADDE44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02 模型与配置   /   失败分支与练习验证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FB62C016-6CD7-4739-B904-143A88FF9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设置从哪里来，如何生效</a:t>
            </a:r>
          </a:p>
        </p:txBody>
      </p:sp>
      <p:sp>
        <p:nvSpPr>
          <p:cNvPr id="3" name="failure-label">
            <a:extLst xmlns:a="http://schemas.openxmlformats.org/drawingml/2006/main">
              <a:ext uri="{FF2B5EF4-FFF2-40B4-BE49-F238E27FC236}">
                <a16:creationId xmlns:a16="http://schemas.microsoft.com/office/drawing/2014/main" id="{ED529AF0-83DC-4F27-89B5-E851B433D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9775"/>
            <a:ext cx="10934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失败与恢复边界</a:t>
            </a:r>
          </a:p>
        </p:txBody>
      </p:sp>
      <p:sp>
        <p:nvSpPr>
          <p:cNvPr id="4" name="failure">
            <a:extLst xmlns:a="http://schemas.openxmlformats.org/drawingml/2006/main">
              <a:ext uri="{FF2B5EF4-FFF2-40B4-BE49-F238E27FC236}">
                <a16:creationId xmlns:a16="http://schemas.microsoft.com/office/drawing/2014/main" id="{8A2AA2FA-3CD5-444D-A4AF-4A14B29B0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43175"/>
            <a:ext cx="109347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项目没有受信任、目录选错、字段拼写错误或仅修改默认值而未改变当前会话，都可能造成“设置没生效”。</a:t>
            </a:r>
          </a:p>
        </p:txBody>
      </p:sp>
      <p:sp>
        <p:nvSpPr>
          <p:cNvPr id="5" name="exercise-label">
            <a:extLst xmlns:a="http://schemas.openxmlformats.org/drawingml/2006/main">
              <a:ext uri="{FF2B5EF4-FFF2-40B4-BE49-F238E27FC236}">
                <a16:creationId xmlns:a16="http://schemas.microsoft.com/office/drawing/2014/main" id="{F4A1D435-00C8-423A-B2EA-2421DDF57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86225"/>
            <a:ext cx="10934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动手练习</a:t>
            </a:r>
          </a:p>
        </p:txBody>
      </p:sp>
      <p:sp>
        <p:nvSpPr>
          <p:cNvPr id="6" name="exercise">
            <a:extLst xmlns:a="http://schemas.openxmlformats.org/drawingml/2006/main">
              <a:ext uri="{FF2B5EF4-FFF2-40B4-BE49-F238E27FC236}">
                <a16:creationId xmlns:a16="http://schemas.microsoft.com/office/drawing/2014/main" id="{27E6DD2C-C781-42EE-A215-C80C1E9C0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19625"/>
            <a:ext cx="109347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选择 defaultTools 或 tuiMode，记录它的用户配置、项目配置、CLI 覆盖及最后的消费位置。</a:t>
            </a:r>
          </a:p>
        </p:txBody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BF587239-6CED-4C33-A90F-CBC1A70DE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10934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rPr>
              <a:t>Pi 源码精通路线   /   config-scope   /   3      完整步骤、参考答案与源码路径见讲者备注及离线导览</a:t>
            </a:r>
          </a:p>
        </p:txBody>
      </p:sp>
    </p:spTree>
    <p:extLst>
      <p:ext uri="{BB962C8B-B14F-4D97-AF65-F5344CB8AC3E}">
        <p14:creationId xmlns:p14="http://schemas.microsoft.com/office/powerpoint/2010/main" val="139922112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9E2A55E1-DC92-41FA-B91C-7CA66E8BF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02 模型与配置   /   场景与职责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1B2B1299-10C8-4AA6-BFA3-4AE2AAD84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配置一个 AI 模型并完成选择</a:t>
            </a:r>
          </a:p>
        </p:txBody>
      </p:sp>
      <p:sp>
        <p:nvSpPr>
          <p:cNvPr id="3" name="scenario">
            <a:extLst xmlns:a="http://schemas.openxmlformats.org/drawingml/2006/main">
              <a:ext uri="{FF2B5EF4-FFF2-40B4-BE49-F238E27FC236}">
                <a16:creationId xmlns:a16="http://schemas.microsoft.com/office/drawing/2014/main" id="{6BF81426-524B-4AB1-A579-1248B0C8B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109347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你有订阅、API key 或本地兼容端点，希望 Pi 能选中并调用它。</a:t>
            </a:r>
          </a:p>
        </p:txBody>
      </p:sp>
      <p:sp>
        <p:nvSpPr>
          <p:cNvPr id="4" name="section">
            <a:extLst xmlns:a="http://schemas.openxmlformats.org/drawingml/2006/main">
              <a:ext uri="{FF2B5EF4-FFF2-40B4-BE49-F238E27FC236}">
                <a16:creationId xmlns:a16="http://schemas.microsoft.com/office/drawing/2014/main" id="{998DD309-0A32-4CFA-9BF4-E4E56B097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0934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各层负责什么</a:t>
            </a:r>
          </a:p>
        </p:txBody>
      </p:sp>
      <p:sp>
        <p:nvSpPr>
          <p:cNvPr id="5" name="responsibility-0">
            <a:extLst xmlns:a="http://schemas.openxmlformats.org/drawingml/2006/main">
              <a:ext uri="{FF2B5EF4-FFF2-40B4-BE49-F238E27FC236}">
                <a16:creationId xmlns:a16="http://schemas.microsoft.com/office/drawing/2014/main" id="{21F7AE8E-C248-43B6-9AAD-135815B2C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38525"/>
            <a:ext cx="10934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1. 模型选择、目录与提供商组合</a:t>
            </a:r>
          </a:p>
        </p:txBody>
      </p:sp>
      <p:sp>
        <p:nvSpPr>
          <p:cNvPr id="6" name="responsibility-1">
            <a:extLst xmlns:a="http://schemas.openxmlformats.org/drawingml/2006/main">
              <a:ext uri="{FF2B5EF4-FFF2-40B4-BE49-F238E27FC236}">
                <a16:creationId xmlns:a16="http://schemas.microsoft.com/office/drawing/2014/main" id="{692A0142-9890-4B3E-BEF9-4B6D6F763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95725"/>
            <a:ext cx="10934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2. 认证存储、检查与凭据解析</a:t>
            </a:r>
          </a:p>
        </p:txBody>
      </p:sp>
      <p:sp>
        <p:nvSpPr>
          <p:cNvPr id="7" name="responsibility-2">
            <a:extLst xmlns:a="http://schemas.openxmlformats.org/drawingml/2006/main">
              <a:ext uri="{FF2B5EF4-FFF2-40B4-BE49-F238E27FC236}">
                <a16:creationId xmlns:a16="http://schemas.microsoft.com/office/drawing/2014/main" id="{0F3C3D15-CB20-416D-9354-8311F38C1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52925"/>
            <a:ext cx="10934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3. 模型目录刷新与搜索界面</a:t>
            </a:r>
          </a:p>
        </p:txBody>
      </p:sp>
      <p:sp>
        <p:nvSpPr>
          <p:cNvPr id="8" name="responsibility-3">
            <a:extLst xmlns:a="http://schemas.openxmlformats.org/drawingml/2006/main">
              <a:ext uri="{FF2B5EF4-FFF2-40B4-BE49-F238E27FC236}">
                <a16:creationId xmlns:a16="http://schemas.microsoft.com/office/drawing/2014/main" id="{2C8B6135-2AA7-41BE-A0BA-A14DACB60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34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4. SDK 创建与替换运行时</a:t>
            </a:r>
          </a:p>
        </p:txBody>
      </p:sp>
      <p:sp>
        <p:nvSpPr>
          <p:cNvPr id="9" name="footer">
            <a:extLst xmlns:a="http://schemas.openxmlformats.org/drawingml/2006/main">
              <a:ext uri="{FF2B5EF4-FFF2-40B4-BE49-F238E27FC236}">
                <a16:creationId xmlns:a16="http://schemas.microsoft.com/office/drawing/2014/main" id="{6753B0D7-62A3-4306-A7D7-9FD0B183A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10934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rPr>
              <a:t>Pi 源码精通路线   /   model-connect   /   4      完整步骤、参考答案与源码路径见讲者备注及离线导览</a:t>
            </a:r>
          </a:p>
        </p:txBody>
      </p:sp>
    </p:spTree>
    <p:extLst>
      <p:ext uri="{BB962C8B-B14F-4D97-AF65-F5344CB8AC3E}">
        <p14:creationId xmlns:p14="http://schemas.microsoft.com/office/powerpoint/2010/main" val="15268979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eyebrow">
            <a:extLst xmlns:a="http://schemas.openxmlformats.org/drawingml/2006/main">
              <a:ext uri="{FF2B5EF4-FFF2-40B4-BE49-F238E27FC236}">
                <a16:creationId xmlns:a16="http://schemas.microsoft.com/office/drawing/2014/main" id="{63848663-EF0E-46DA-8F7E-1A65DB70E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02 模型与配置   /   执行顺序与数据变化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6372A917-97B7-440A-A5AC-C965D483B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配置一个 AI 模型并完成选择</a:t>
            </a:r>
          </a:p>
        </p:txBody>
      </p:sp>
      <p:sp>
        <p:nvSpPr>
          <p:cNvPr id="3" name="step-0">
            <a:extLst xmlns:a="http://schemas.openxmlformats.org/drawingml/2006/main">
              <a:ext uri="{FF2B5EF4-FFF2-40B4-BE49-F238E27FC236}">
                <a16:creationId xmlns:a16="http://schemas.microsoft.com/office/drawing/2014/main" id="{5BE7E4A5-1ADD-4CBD-AB91-DC09D4130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1. 选择连接方式</a:t>
            </a:r>
          </a:p>
        </p:txBody>
      </p:sp>
      <p:sp>
        <p:nvSpPr>
          <p:cNvPr id="4" name="data-0">
            <a:extLst xmlns:a="http://schemas.openxmlformats.org/drawingml/2006/main">
              <a:ext uri="{FF2B5EF4-FFF2-40B4-BE49-F238E27FC236}">
                <a16:creationId xmlns:a16="http://schemas.microsoft.com/office/drawing/2014/main" id="{B037AE28-72F8-40AF-9A3A-53D992296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9825"/>
            <a:ext cx="1070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输入：已有服务与认证方式    输出：内置、兼容或自定义提供商方案</a:t>
            </a:r>
          </a:p>
        </p:txBody>
      </p:sp>
      <p:sp>
        <p:nvSpPr>
          <p:cNvPr id="5" name="step-1">
            <a:extLst xmlns:a="http://schemas.openxmlformats.org/drawingml/2006/main">
              <a:ext uri="{FF2B5EF4-FFF2-40B4-BE49-F238E27FC236}">
                <a16:creationId xmlns:a16="http://schemas.microsoft.com/office/drawing/2014/main" id="{85C0556C-EE9C-42CF-8139-6A3625D95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194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2. 准备认证入口</a:t>
            </a:r>
          </a:p>
        </p:txBody>
      </p:sp>
      <p:sp>
        <p:nvSpPr>
          <p:cNvPr id="6" name="data-1">
            <a:extLst xmlns:a="http://schemas.openxmlformats.org/drawingml/2006/main">
              <a:ext uri="{FF2B5EF4-FFF2-40B4-BE49-F238E27FC236}">
                <a16:creationId xmlns:a16="http://schemas.microsoft.com/office/drawing/2014/main" id="{30017EFF-6E41-43E3-9065-5E221100F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81350"/>
            <a:ext cx="1070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输入：提供商标识和凭据来源    输出：可用的认证上下文</a:t>
            </a:r>
          </a:p>
        </p:txBody>
      </p:sp>
      <p:sp>
        <p:nvSpPr>
          <p:cNvPr id="7" name="step-2">
            <a:extLst xmlns:a="http://schemas.openxmlformats.org/drawingml/2006/main">
              <a:ext uri="{FF2B5EF4-FFF2-40B4-BE49-F238E27FC236}">
                <a16:creationId xmlns:a16="http://schemas.microsoft.com/office/drawing/2014/main" id="{1573E026-90CD-46B0-998E-7A6C93726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90925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3. 注册模型元数据</a:t>
            </a:r>
          </a:p>
        </p:txBody>
      </p:sp>
      <p:sp>
        <p:nvSpPr>
          <p:cNvPr id="8" name="data-2">
            <a:extLst xmlns:a="http://schemas.openxmlformats.org/drawingml/2006/main">
              <a:ext uri="{FF2B5EF4-FFF2-40B4-BE49-F238E27FC236}">
                <a16:creationId xmlns:a16="http://schemas.microsoft.com/office/drawing/2014/main" id="{7AB983E7-92CC-4AFD-A660-D169146C4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52875"/>
            <a:ext cx="1070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输入：models.json 或内置目录    输出：provider 下的模型记录</a:t>
            </a:r>
          </a:p>
        </p:txBody>
      </p:sp>
      <p:sp>
        <p:nvSpPr>
          <p:cNvPr id="9" name="step-3">
            <a:extLst xmlns:a="http://schemas.openxmlformats.org/drawingml/2006/main">
              <a:ext uri="{FF2B5EF4-FFF2-40B4-BE49-F238E27FC236}">
                <a16:creationId xmlns:a16="http://schemas.microsoft.com/office/drawing/2014/main" id="{7B60BF63-B1A8-40DA-9284-F8DBD0412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245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4. 选择模型和推理级别</a:t>
            </a:r>
          </a:p>
        </p:txBody>
      </p:sp>
      <p:sp>
        <p:nvSpPr>
          <p:cNvPr id="10" name="data-3">
            <a:extLst xmlns:a="http://schemas.openxmlformats.org/drawingml/2006/main">
              <a:ext uri="{FF2B5EF4-FFF2-40B4-BE49-F238E27FC236}">
                <a16:creationId xmlns:a16="http://schemas.microsoft.com/office/drawing/2014/main" id="{239BCB66-B60D-4721-9A82-CA63F3D67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24400"/>
            <a:ext cx="1070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输入：模型目录和认证状态    输出：本轮使用的模型与推理选项</a:t>
            </a:r>
          </a:p>
        </p:txBody>
      </p:sp>
      <p:sp>
        <p:nvSpPr>
          <p:cNvPr id="11" name="step-4">
            <a:extLst xmlns:a="http://schemas.openxmlformats.org/drawingml/2006/main">
              <a:ext uri="{FF2B5EF4-FFF2-40B4-BE49-F238E27FC236}">
                <a16:creationId xmlns:a16="http://schemas.microsoft.com/office/drawing/2014/main" id="{7CE5EEF3-258F-48E5-84B0-138D12A1F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33975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5. 确认会话采用的值</a:t>
            </a:r>
          </a:p>
        </p:txBody>
      </p:sp>
      <p:sp>
        <p:nvSpPr>
          <p:cNvPr id="12" name="data-4">
            <a:extLst xmlns:a="http://schemas.openxmlformats.org/drawingml/2006/main">
              <a:ext uri="{FF2B5EF4-FFF2-40B4-BE49-F238E27FC236}">
                <a16:creationId xmlns:a16="http://schemas.microsoft.com/office/drawing/2014/main" id="{AC2004AC-FFA1-4F76-B028-D436283BE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495925"/>
            <a:ext cx="1070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输入：显式参数、默认设置或恢复记录    输出：AgentSession 实际模型</a:t>
            </a:r>
          </a:p>
        </p:txBody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DB036597-EA2F-488E-BC5E-7DADDBDC2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10934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rPr>
              <a:t>Pi 源码精通路线   /   model-connect   /   5      完整步骤、参考答案与源码路径见讲者备注及离线导览</a:t>
            </a:r>
          </a:p>
        </p:txBody>
      </p:sp>
    </p:spTree>
    <p:extLst>
      <p:ext uri="{BB962C8B-B14F-4D97-AF65-F5344CB8AC3E}">
        <p14:creationId xmlns:p14="http://schemas.microsoft.com/office/powerpoint/2010/main" val="111754680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eyebrow">
            <a:extLst xmlns:a="http://schemas.openxmlformats.org/drawingml/2006/main">
              <a:ext uri="{FF2B5EF4-FFF2-40B4-BE49-F238E27FC236}">
                <a16:creationId xmlns:a16="http://schemas.microsoft.com/office/drawing/2014/main" id="{E78ADF1E-0D2E-4CFD-B909-97C135390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02 模型与配置   /   失败分支与练习验证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A47B3364-A937-426A-955B-87F1B9BED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配置一个 AI 模型并完成选择</a:t>
            </a:r>
          </a:p>
        </p:txBody>
      </p:sp>
      <p:sp>
        <p:nvSpPr>
          <p:cNvPr id="3" name="failure-label">
            <a:extLst xmlns:a="http://schemas.openxmlformats.org/drawingml/2006/main">
              <a:ext uri="{FF2B5EF4-FFF2-40B4-BE49-F238E27FC236}">
                <a16:creationId xmlns:a16="http://schemas.microsoft.com/office/drawing/2014/main" id="{04BA066A-590F-49D9-AB71-E56912EA2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9775"/>
            <a:ext cx="10934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失败与恢复边界</a:t>
            </a:r>
          </a:p>
        </p:txBody>
      </p:sp>
      <p:sp>
        <p:nvSpPr>
          <p:cNvPr id="4" name="failure">
            <a:extLst xmlns:a="http://schemas.openxmlformats.org/drawingml/2006/main">
              <a:ext uri="{FF2B5EF4-FFF2-40B4-BE49-F238E27FC236}">
                <a16:creationId xmlns:a16="http://schemas.microsoft.com/office/drawing/2014/main" id="{DF086F86-40E2-4156-95ED-9596A218E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43175"/>
            <a:ext cx="109347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能在目录中找到模型不代表凭据有效。模型 ID、端点 API、能力和认证不匹配应分别定位，不能一律归结为网络失败。</a:t>
            </a:r>
          </a:p>
        </p:txBody>
      </p:sp>
      <p:sp>
        <p:nvSpPr>
          <p:cNvPr id="5" name="exercise-label">
            <a:extLst xmlns:a="http://schemas.openxmlformats.org/drawingml/2006/main">
              <a:ext uri="{FF2B5EF4-FFF2-40B4-BE49-F238E27FC236}">
                <a16:creationId xmlns:a16="http://schemas.microsoft.com/office/drawing/2014/main" id="{4D4C511E-CC42-4DE5-87C5-5A6100A93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86225"/>
            <a:ext cx="10934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动手练习</a:t>
            </a:r>
          </a:p>
        </p:txBody>
      </p:sp>
      <p:sp>
        <p:nvSpPr>
          <p:cNvPr id="6" name="exercise">
            <a:extLst xmlns:a="http://schemas.openxmlformats.org/drawingml/2006/main">
              <a:ext uri="{FF2B5EF4-FFF2-40B4-BE49-F238E27FC236}">
                <a16:creationId xmlns:a16="http://schemas.microsoft.com/office/drawing/2014/main" id="{2AEDF72B-4F3A-44A2-A02A-AF0A9289E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19625"/>
            <a:ext cx="109347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用文档中的本地兼容端点示例解释每个字段，并追到 ModelConfig 和最终会话模型。没有服务时只完成配置追踪，不宣称调用成功。</a:t>
            </a:r>
          </a:p>
        </p:txBody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425F87A1-AB17-4C7D-87E9-AD6899E03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10934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rPr>
              <a:t>Pi 源码精通路线   /   model-connect   /   6      完整步骤、参考答案与源码路径见讲者备注及离线导览</a:t>
            </a:r>
          </a:p>
        </p:txBody>
      </p:sp>
    </p:spTree>
    <p:extLst>
      <p:ext uri="{BB962C8B-B14F-4D97-AF65-F5344CB8AC3E}">
        <p14:creationId xmlns:p14="http://schemas.microsoft.com/office/powerpoint/2010/main" val="76433761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4E542C4B-0AD1-4D97-9E75-19A6B4CCF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02 模型与配置   /   场景与职责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854FBBA8-AB6B-405D-BE2E-1E60C5C4B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认证、OAuth 与凭据刷新</a:t>
            </a:r>
          </a:p>
        </p:txBody>
      </p:sp>
      <p:sp>
        <p:nvSpPr>
          <p:cNvPr id="3" name="scenario">
            <a:extLst xmlns:a="http://schemas.openxmlformats.org/drawingml/2006/main">
              <a:ext uri="{FF2B5EF4-FFF2-40B4-BE49-F238E27FC236}">
                <a16:creationId xmlns:a16="http://schemas.microsoft.com/office/drawing/2014/main" id="{3F67659B-BD84-4DD6-8DE1-1A88CB99A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109347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第一次登录成功，但后续请求或远程环境中的登录失败。</a:t>
            </a:r>
          </a:p>
        </p:txBody>
      </p:sp>
      <p:sp>
        <p:nvSpPr>
          <p:cNvPr id="4" name="section">
            <a:extLst xmlns:a="http://schemas.openxmlformats.org/drawingml/2006/main">
              <a:ext uri="{FF2B5EF4-FFF2-40B4-BE49-F238E27FC236}">
                <a16:creationId xmlns:a16="http://schemas.microsoft.com/office/drawing/2014/main" id="{1927F2BD-BCCE-4209-8218-ECAD25D96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0934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各层负责什么</a:t>
            </a:r>
          </a:p>
        </p:txBody>
      </p:sp>
      <p:sp>
        <p:nvSpPr>
          <p:cNvPr id="5" name="responsibility-0">
            <a:extLst xmlns:a="http://schemas.openxmlformats.org/drawingml/2006/main">
              <a:ext uri="{FF2B5EF4-FFF2-40B4-BE49-F238E27FC236}">
                <a16:creationId xmlns:a16="http://schemas.microsoft.com/office/drawing/2014/main" id="{2206F952-6741-47BA-B777-0E7D9B912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38525"/>
            <a:ext cx="10934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1. 凭据存储、解析与 OAuth</a:t>
            </a:r>
          </a:p>
        </p:txBody>
      </p:sp>
      <p:sp>
        <p:nvSpPr>
          <p:cNvPr id="6" name="responsibility-1">
            <a:extLst xmlns:a="http://schemas.openxmlformats.org/drawingml/2006/main">
              <a:ext uri="{FF2B5EF4-FFF2-40B4-BE49-F238E27FC236}">
                <a16:creationId xmlns:a16="http://schemas.microsoft.com/office/drawing/2014/main" id="{8ED2B846-F15D-426E-AA47-A383B5F8C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95725"/>
            <a:ext cx="10934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2. OpenAI ChatGPT 登录与 OAuth 回调</a:t>
            </a:r>
          </a:p>
        </p:txBody>
      </p:sp>
      <p:sp>
        <p:nvSpPr>
          <p:cNvPr id="7" name="responsibility-2">
            <a:extLst xmlns:a="http://schemas.openxmlformats.org/drawingml/2006/main">
              <a:ext uri="{FF2B5EF4-FFF2-40B4-BE49-F238E27FC236}">
                <a16:creationId xmlns:a16="http://schemas.microsoft.com/office/drawing/2014/main" id="{4672BBA6-6D46-4C4E-B0E6-78ED06C11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52925"/>
            <a:ext cx="10934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3. 远端浏览器与复制代码登录</a:t>
            </a:r>
          </a:p>
        </p:txBody>
      </p:sp>
      <p:sp>
        <p:nvSpPr>
          <p:cNvPr id="8" name="responsibility-3">
            <a:extLst xmlns:a="http://schemas.openxmlformats.org/drawingml/2006/main">
              <a:ext uri="{FF2B5EF4-FFF2-40B4-BE49-F238E27FC236}">
                <a16:creationId xmlns:a16="http://schemas.microsoft.com/office/drawing/2014/main" id="{87AA9E49-0DED-46B6-9EF9-937B2BFEC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34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4. 认证存储、检查与凭据解析</a:t>
            </a:r>
          </a:p>
        </p:txBody>
      </p:sp>
      <p:sp>
        <p:nvSpPr>
          <p:cNvPr id="9" name="footer">
            <a:extLst xmlns:a="http://schemas.openxmlformats.org/drawingml/2006/main">
              <a:ext uri="{FF2B5EF4-FFF2-40B4-BE49-F238E27FC236}">
                <a16:creationId xmlns:a16="http://schemas.microsoft.com/office/drawing/2014/main" id="{5A32232B-9B79-4268-B97D-093DAC531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10934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rPr>
              <a:t>Pi 源码精通路线   /   auth-lifecycle   /   7      完整步骤、参考答案与源码路径见讲者备注及离线导览</a:t>
            </a:r>
          </a:p>
        </p:txBody>
      </p:sp>
    </p:spTree>
    <p:extLst>
      <p:ext uri="{BB962C8B-B14F-4D97-AF65-F5344CB8AC3E}">
        <p14:creationId xmlns:p14="http://schemas.microsoft.com/office/powerpoint/2010/main" val="55346627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eyebrow">
            <a:extLst xmlns:a="http://schemas.openxmlformats.org/drawingml/2006/main">
              <a:ext uri="{FF2B5EF4-FFF2-40B4-BE49-F238E27FC236}">
                <a16:creationId xmlns:a16="http://schemas.microsoft.com/office/drawing/2014/main" id="{44D8AF41-51F8-4743-AA90-7928F4EF2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02 模型与配置   /   执行顺序与数据变化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49FAB758-C439-4AC3-871A-42964688A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认证、OAuth 与凭据刷新</a:t>
            </a:r>
          </a:p>
        </p:txBody>
      </p:sp>
      <p:sp>
        <p:nvSpPr>
          <p:cNvPr id="3" name="step-0">
            <a:extLst xmlns:a="http://schemas.openxmlformats.org/drawingml/2006/main">
              <a:ext uri="{FF2B5EF4-FFF2-40B4-BE49-F238E27FC236}">
                <a16:creationId xmlns:a16="http://schemas.microsoft.com/office/drawing/2014/main" id="{FF9EFEC8-84D3-4DF2-900F-234819E2E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1. 区分凭据类型</a:t>
            </a:r>
          </a:p>
        </p:txBody>
      </p:sp>
      <p:sp>
        <p:nvSpPr>
          <p:cNvPr id="4" name="data-0">
            <a:extLst xmlns:a="http://schemas.openxmlformats.org/drawingml/2006/main">
              <a:ext uri="{FF2B5EF4-FFF2-40B4-BE49-F238E27FC236}">
                <a16:creationId xmlns:a16="http://schemas.microsoft.com/office/drawing/2014/main" id="{CD590100-D014-4D55-90B5-D0C611AE3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9825"/>
            <a:ext cx="1070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输入：登录方式    输出：凭据类型和存储归属</a:t>
            </a:r>
          </a:p>
        </p:txBody>
      </p:sp>
      <p:sp>
        <p:nvSpPr>
          <p:cNvPr id="5" name="step-1">
            <a:extLst xmlns:a="http://schemas.openxmlformats.org/drawingml/2006/main">
              <a:ext uri="{FF2B5EF4-FFF2-40B4-BE49-F238E27FC236}">
                <a16:creationId xmlns:a16="http://schemas.microsoft.com/office/drawing/2014/main" id="{5F27440E-4D88-412A-B5E8-B96773E44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194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2. 追踪授权交互</a:t>
            </a:r>
          </a:p>
        </p:txBody>
      </p:sp>
      <p:sp>
        <p:nvSpPr>
          <p:cNvPr id="6" name="data-1">
            <a:extLst xmlns:a="http://schemas.openxmlformats.org/drawingml/2006/main">
              <a:ext uri="{FF2B5EF4-FFF2-40B4-BE49-F238E27FC236}">
                <a16:creationId xmlns:a16="http://schemas.microsoft.com/office/drawing/2014/main" id="{A04B0231-EFD0-42F5-8021-D5799E5F1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81350"/>
            <a:ext cx="1070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输入：授权请求    输出：可保存的授权结果</a:t>
            </a:r>
          </a:p>
        </p:txBody>
      </p:sp>
      <p:sp>
        <p:nvSpPr>
          <p:cNvPr id="7" name="step-2">
            <a:extLst xmlns:a="http://schemas.openxmlformats.org/drawingml/2006/main">
              <a:ext uri="{FF2B5EF4-FFF2-40B4-BE49-F238E27FC236}">
                <a16:creationId xmlns:a16="http://schemas.microsoft.com/office/drawing/2014/main" id="{581B2711-E0B5-497C-A9EF-9A8F9839A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90925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3. 处理远程与复制代码场景</a:t>
            </a:r>
          </a:p>
        </p:txBody>
      </p:sp>
      <p:sp>
        <p:nvSpPr>
          <p:cNvPr id="8" name="data-2">
            <a:extLst xmlns:a="http://schemas.openxmlformats.org/drawingml/2006/main">
              <a:ext uri="{FF2B5EF4-FFF2-40B4-BE49-F238E27FC236}">
                <a16:creationId xmlns:a16="http://schemas.microsoft.com/office/drawing/2014/main" id="{C95C3D70-3F88-4DA4-90BB-930F2B388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52875"/>
            <a:ext cx="1070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输入：浏览器与 CLI 所在环境    输出：经过验证的授权完成信号</a:t>
            </a:r>
          </a:p>
        </p:txBody>
      </p:sp>
      <p:sp>
        <p:nvSpPr>
          <p:cNvPr id="9" name="step-3">
            <a:extLst xmlns:a="http://schemas.openxmlformats.org/drawingml/2006/main">
              <a:ext uri="{FF2B5EF4-FFF2-40B4-BE49-F238E27FC236}">
                <a16:creationId xmlns:a16="http://schemas.microsoft.com/office/drawing/2014/main" id="{B95AE69C-4EDC-4500-A3BA-24C340969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245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4. 在请求时解析凭据</a:t>
            </a:r>
          </a:p>
        </p:txBody>
      </p:sp>
      <p:sp>
        <p:nvSpPr>
          <p:cNvPr id="10" name="data-3">
            <a:extLst xmlns:a="http://schemas.openxmlformats.org/drawingml/2006/main">
              <a:ext uri="{FF2B5EF4-FFF2-40B4-BE49-F238E27FC236}">
                <a16:creationId xmlns:a16="http://schemas.microsoft.com/office/drawing/2014/main" id="{E50D7ED8-2360-4D43-B0D5-67E84FAEE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24400"/>
            <a:ext cx="1070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输入：保存的凭据与当前时间    输出：本次请求可用凭据或明确错误</a:t>
            </a:r>
          </a:p>
        </p:txBody>
      </p:sp>
      <p:sp>
        <p:nvSpPr>
          <p:cNvPr id="11" name="footer">
            <a:extLst xmlns:a="http://schemas.openxmlformats.org/drawingml/2006/main">
              <a:ext uri="{FF2B5EF4-FFF2-40B4-BE49-F238E27FC236}">
                <a16:creationId xmlns:a16="http://schemas.microsoft.com/office/drawing/2014/main" id="{0A260F22-6881-453F-88C2-280743D0F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10934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rPr>
              <a:t>Pi 源码精通路线   /   auth-lifecycle   /   8      完整步骤、参考答案与源码路径见讲者备注及离线导览</a:t>
            </a:r>
          </a:p>
        </p:txBody>
      </p:sp>
    </p:spTree>
    <p:extLst>
      <p:ext uri="{BB962C8B-B14F-4D97-AF65-F5344CB8AC3E}">
        <p14:creationId xmlns:p14="http://schemas.microsoft.com/office/powerpoint/2010/main" val="209992367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eyebrow">
            <a:extLst xmlns:a="http://schemas.openxmlformats.org/drawingml/2006/main">
              <a:ext uri="{FF2B5EF4-FFF2-40B4-BE49-F238E27FC236}">
                <a16:creationId xmlns:a16="http://schemas.microsoft.com/office/drawing/2014/main" id="{CD492437-70E8-4543-B559-4EEA2ED95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02 模型与配置   /   失败分支与练习验证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4A06B3D2-FBD8-46AF-809A-A44CCC052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认证、OAuth 与凭据刷新</a:t>
            </a:r>
          </a:p>
        </p:txBody>
      </p:sp>
      <p:sp>
        <p:nvSpPr>
          <p:cNvPr id="3" name="failure-label">
            <a:extLst xmlns:a="http://schemas.openxmlformats.org/drawingml/2006/main">
              <a:ext uri="{FF2B5EF4-FFF2-40B4-BE49-F238E27FC236}">
                <a16:creationId xmlns:a16="http://schemas.microsoft.com/office/drawing/2014/main" id="{B05585DF-046E-41DF-8467-498F841E4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9775"/>
            <a:ext cx="10934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失败与恢复边界</a:t>
            </a:r>
          </a:p>
        </p:txBody>
      </p:sp>
      <p:sp>
        <p:nvSpPr>
          <p:cNvPr id="4" name="failure">
            <a:extLst xmlns:a="http://schemas.openxmlformats.org/drawingml/2006/main">
              <a:ext uri="{FF2B5EF4-FFF2-40B4-BE49-F238E27FC236}">
                <a16:creationId xmlns:a16="http://schemas.microsoft.com/office/drawing/2014/main" id="{8CBBB066-8BB9-4A6F-9897-0A0DCA0C1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43175"/>
            <a:ext cx="109347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回调到达、token 获取、凭据保存与后续刷新都有独立失败点；不要在日志或练习笔记中输出真实密钥。</a:t>
            </a:r>
          </a:p>
        </p:txBody>
      </p:sp>
      <p:sp>
        <p:nvSpPr>
          <p:cNvPr id="5" name="exercise-label">
            <a:extLst xmlns:a="http://schemas.openxmlformats.org/drawingml/2006/main">
              <a:ext uri="{FF2B5EF4-FFF2-40B4-BE49-F238E27FC236}">
                <a16:creationId xmlns:a16="http://schemas.microsoft.com/office/drawing/2014/main" id="{F09FF4FB-CBB9-4B71-BCE7-123AE14BB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86225"/>
            <a:ext cx="10934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动手练习</a:t>
            </a:r>
          </a:p>
        </p:txBody>
      </p:sp>
      <p:sp>
        <p:nvSpPr>
          <p:cNvPr id="6" name="exercise">
            <a:extLst xmlns:a="http://schemas.openxmlformats.org/drawingml/2006/main">
              <a:ext uri="{FF2B5EF4-FFF2-40B4-BE49-F238E27FC236}">
                <a16:creationId xmlns:a16="http://schemas.microsoft.com/office/drawing/2014/main" id="{DD33A161-8ABB-40C3-80C7-B1B06253D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19625"/>
            <a:ext cx="109347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在现有认证测试中找一个成功刷新和一个失败分支，画出旧凭据到新凭据的变化。</a:t>
            </a:r>
          </a:p>
        </p:txBody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1284D94F-49A7-4D3E-85BC-8F827A98D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10934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rPr>
              <a:t>Pi 源码精通路线   /   auth-lifecycle   /   9      完整步骤、参考答案与源码路径见讲者备注及离线导览</a:t>
            </a:r>
          </a:p>
        </p:txBody>
      </p:sp>
    </p:spTree>
    <p:extLst>
      <p:ext uri="{BB962C8B-B14F-4D97-AF65-F5344CB8AC3E}">
        <p14:creationId xmlns:p14="http://schemas.microsoft.com/office/powerpoint/2010/main" val="91188552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474D815A-E052-4D82-874D-81116EABE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02 模型与配置   /   场景与职责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AC06FBB3-C251-4804-B69F-C2DF835CE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模型目录到供应商请求与流事件</a:t>
            </a:r>
          </a:p>
        </p:txBody>
      </p:sp>
      <p:sp>
        <p:nvSpPr>
          <p:cNvPr id="3" name="scenario">
            <a:extLst xmlns:a="http://schemas.openxmlformats.org/drawingml/2006/main">
              <a:ext uri="{FF2B5EF4-FFF2-40B4-BE49-F238E27FC236}">
                <a16:creationId xmlns:a16="http://schemas.microsoft.com/office/drawing/2014/main" id="{095D536B-97A8-4ACF-8A7A-2EEA81730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109347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同一个应用消息需要经过不同供应商 API，并保持统一的上层事件。</a:t>
            </a:r>
          </a:p>
        </p:txBody>
      </p:sp>
      <p:sp>
        <p:nvSpPr>
          <p:cNvPr id="4" name="section">
            <a:extLst xmlns:a="http://schemas.openxmlformats.org/drawingml/2006/main">
              <a:ext uri="{FF2B5EF4-FFF2-40B4-BE49-F238E27FC236}">
                <a16:creationId xmlns:a16="http://schemas.microsoft.com/office/drawing/2014/main" id="{BDD38FA9-1125-416A-B76E-A21190AD3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0934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各层负责什么</a:t>
            </a:r>
          </a:p>
        </p:txBody>
      </p:sp>
      <p:sp>
        <p:nvSpPr>
          <p:cNvPr id="5" name="responsibility-0">
            <a:extLst xmlns:a="http://schemas.openxmlformats.org/drawingml/2006/main">
              <a:ext uri="{FF2B5EF4-FFF2-40B4-BE49-F238E27FC236}">
                <a16:creationId xmlns:a16="http://schemas.microsoft.com/office/drawing/2014/main" id="{CA483760-4385-4829-B3FF-DCE6743BE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38525"/>
            <a:ext cx="10934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1. 模型目录、缓存与生成数据</a:t>
            </a:r>
          </a:p>
        </p:txBody>
      </p:sp>
      <p:sp>
        <p:nvSpPr>
          <p:cNvPr id="6" name="responsibility-1">
            <a:extLst xmlns:a="http://schemas.openxmlformats.org/drawingml/2006/main">
              <a:ext uri="{FF2B5EF4-FFF2-40B4-BE49-F238E27FC236}">
                <a16:creationId xmlns:a16="http://schemas.microsoft.com/office/drawing/2014/main" id="{E0319B7A-13E8-4887-A26F-9058FEC36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95725"/>
            <a:ext cx="10934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2. 统一消息、模型与工具契约</a:t>
            </a:r>
          </a:p>
        </p:txBody>
      </p:sp>
      <p:sp>
        <p:nvSpPr>
          <p:cNvPr id="7" name="responsibility-2">
            <a:extLst xmlns:a="http://schemas.openxmlformats.org/drawingml/2006/main">
              <a:ext uri="{FF2B5EF4-FFF2-40B4-BE49-F238E27FC236}">
                <a16:creationId xmlns:a16="http://schemas.microsoft.com/office/drawing/2014/main" id="{088660FC-35AA-447A-911E-96649B35F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52925"/>
            <a:ext cx="10934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3. 模型协议适配与惰性加载</a:t>
            </a:r>
          </a:p>
        </p:txBody>
      </p:sp>
      <p:sp>
        <p:nvSpPr>
          <p:cNvPr id="8" name="responsibility-3">
            <a:extLst xmlns:a="http://schemas.openxmlformats.org/drawingml/2006/main">
              <a:ext uri="{FF2B5EF4-FFF2-40B4-BE49-F238E27FC236}">
                <a16:creationId xmlns:a16="http://schemas.microsoft.com/office/drawing/2014/main" id="{7057D251-B6F7-4F08-8370-3A6D27B29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34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4. 流事件、校验、重试与转录工具</a:t>
            </a:r>
          </a:p>
        </p:txBody>
      </p:sp>
      <p:sp>
        <p:nvSpPr>
          <p:cNvPr id="9" name="footer">
            <a:extLst xmlns:a="http://schemas.openxmlformats.org/drawingml/2006/main">
              <a:ext uri="{FF2B5EF4-FFF2-40B4-BE49-F238E27FC236}">
                <a16:creationId xmlns:a16="http://schemas.microsoft.com/office/drawing/2014/main" id="{1F0709DC-0CFD-4B82-8263-9DA72B9CC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10934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rPr>
              <a:t>Pi 源码精通路线   /   provider-request   /   10      完整步骤、参考答案与源码路径见讲者备注及离线导览</a:t>
            </a:r>
          </a:p>
        </p:txBody>
      </p:sp>
    </p:spTree>
    <p:extLst>
      <p:ext uri="{BB962C8B-B14F-4D97-AF65-F5344CB8AC3E}">
        <p14:creationId xmlns:p14="http://schemas.microsoft.com/office/powerpoint/2010/main" val="75928033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eyebrow">
            <a:extLst xmlns:a="http://schemas.openxmlformats.org/drawingml/2006/main">
              <a:ext uri="{FF2B5EF4-FFF2-40B4-BE49-F238E27FC236}">
                <a16:creationId xmlns:a16="http://schemas.microsoft.com/office/drawing/2014/main" id="{D2C33FAA-8030-4381-A0CD-AD90349E6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02 模型与配置   /   执行顺序与数据变化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4BC217B4-4AB8-4ABB-ACF0-FDD61686A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模型目录到供应商请求与流事件</a:t>
            </a:r>
          </a:p>
        </p:txBody>
      </p:sp>
      <p:sp>
        <p:nvSpPr>
          <p:cNvPr id="3" name="step-0">
            <a:extLst xmlns:a="http://schemas.openxmlformats.org/drawingml/2006/main">
              <a:ext uri="{FF2B5EF4-FFF2-40B4-BE49-F238E27FC236}">
                <a16:creationId xmlns:a16="http://schemas.microsoft.com/office/drawing/2014/main" id="{3A233523-91BD-4C61-B0CD-472CAAB5D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1. 建立 provider 集合</a:t>
            </a:r>
          </a:p>
        </p:txBody>
      </p:sp>
      <p:sp>
        <p:nvSpPr>
          <p:cNvPr id="4" name="data-0">
            <a:extLst xmlns:a="http://schemas.openxmlformats.org/drawingml/2006/main">
              <a:ext uri="{FF2B5EF4-FFF2-40B4-BE49-F238E27FC236}">
                <a16:creationId xmlns:a16="http://schemas.microsoft.com/office/drawing/2014/main" id="{7178C71F-7648-497B-84FA-EB5BF0434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9825"/>
            <a:ext cx="1070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输入：provider 与模型定义    输出：可查询的 Models 集合</a:t>
            </a:r>
          </a:p>
        </p:txBody>
      </p:sp>
      <p:sp>
        <p:nvSpPr>
          <p:cNvPr id="5" name="step-1">
            <a:extLst xmlns:a="http://schemas.openxmlformats.org/drawingml/2006/main">
              <a:ext uri="{FF2B5EF4-FFF2-40B4-BE49-F238E27FC236}">
                <a16:creationId xmlns:a16="http://schemas.microsoft.com/office/drawing/2014/main" id="{84F89416-BC29-4B8A-B377-FCCBA1924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194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2. 整理统一消息</a:t>
            </a:r>
          </a:p>
        </p:txBody>
      </p:sp>
      <p:sp>
        <p:nvSpPr>
          <p:cNvPr id="6" name="data-1">
            <a:extLst xmlns:a="http://schemas.openxmlformats.org/drawingml/2006/main">
              <a:ext uri="{FF2B5EF4-FFF2-40B4-BE49-F238E27FC236}">
                <a16:creationId xmlns:a16="http://schemas.microsoft.com/office/drawing/2014/main" id="{49B8E173-45CF-49D1-BD45-DC5FD733E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81350"/>
            <a:ext cx="1070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输入：应用消息和工具    输出：统一请求上下文</a:t>
            </a:r>
          </a:p>
        </p:txBody>
      </p:sp>
      <p:sp>
        <p:nvSpPr>
          <p:cNvPr id="7" name="step-2">
            <a:extLst xmlns:a="http://schemas.openxmlformats.org/drawingml/2006/main">
              <a:ext uri="{FF2B5EF4-FFF2-40B4-BE49-F238E27FC236}">
                <a16:creationId xmlns:a16="http://schemas.microsoft.com/office/drawing/2014/main" id="{F6CECFDA-0B77-4C00-9295-F07D33101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90925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3. 转换具体协议</a:t>
            </a:r>
          </a:p>
        </p:txBody>
      </p:sp>
      <p:sp>
        <p:nvSpPr>
          <p:cNvPr id="8" name="data-2">
            <a:extLst xmlns:a="http://schemas.openxmlformats.org/drawingml/2006/main">
              <a:ext uri="{FF2B5EF4-FFF2-40B4-BE49-F238E27FC236}">
                <a16:creationId xmlns:a16="http://schemas.microsoft.com/office/drawing/2014/main" id="{8571426A-5F7A-44EF-BFB5-A64AD8AE7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52875"/>
            <a:ext cx="1070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输入：模型和标准上下文    输出：供应商请求体</a:t>
            </a:r>
          </a:p>
        </p:txBody>
      </p:sp>
      <p:sp>
        <p:nvSpPr>
          <p:cNvPr id="9" name="step-3">
            <a:extLst xmlns:a="http://schemas.openxmlformats.org/drawingml/2006/main">
              <a:ext uri="{FF2B5EF4-FFF2-40B4-BE49-F238E27FC236}">
                <a16:creationId xmlns:a16="http://schemas.microsoft.com/office/drawing/2014/main" id="{102651FA-9D00-4123-A763-F1B268C8B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245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4. 消费增量并结束</a:t>
            </a:r>
          </a:p>
        </p:txBody>
      </p:sp>
      <p:sp>
        <p:nvSpPr>
          <p:cNvPr id="10" name="data-3">
            <a:extLst xmlns:a="http://schemas.openxmlformats.org/drawingml/2006/main">
              <a:ext uri="{FF2B5EF4-FFF2-40B4-BE49-F238E27FC236}">
                <a16:creationId xmlns:a16="http://schemas.microsoft.com/office/drawing/2014/main" id="{DCEFFDC5-601B-4E06-900F-EE509F01B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24400"/>
            <a:ext cx="1070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输入：供应商流响应    输出：统一 AssistantMessage 与结束原因</a:t>
            </a:r>
          </a:p>
        </p:txBody>
      </p:sp>
      <p:sp>
        <p:nvSpPr>
          <p:cNvPr id="11" name="footer">
            <a:extLst xmlns:a="http://schemas.openxmlformats.org/drawingml/2006/main">
              <a:ext uri="{FF2B5EF4-FFF2-40B4-BE49-F238E27FC236}">
                <a16:creationId xmlns:a16="http://schemas.microsoft.com/office/drawing/2014/main" id="{9BB9D097-E626-46F2-8B85-21FEB9FC2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10934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rPr>
              <a:t>Pi 源码精通路线   /   provider-request   /   11      完整步骤、参考答案与源码路径见讲者备注及离线导览</a:t>
            </a:r>
          </a:p>
        </p:txBody>
      </p:sp>
    </p:spTree>
    <p:extLst>
      <p:ext uri="{BB962C8B-B14F-4D97-AF65-F5344CB8AC3E}">
        <p14:creationId xmlns:p14="http://schemas.microsoft.com/office/powerpoint/2010/main" val="125504169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eyebrow">
            <a:extLst xmlns:a="http://schemas.openxmlformats.org/drawingml/2006/main">
              <a:ext uri="{FF2B5EF4-FFF2-40B4-BE49-F238E27FC236}">
                <a16:creationId xmlns:a16="http://schemas.microsoft.com/office/drawing/2014/main" id="{DA9356B3-81BA-4317-B658-A3E5EB0D6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02 模型与配置   /   失败分支与练习验证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05E8DC43-3BB8-4317-A90D-29266DA22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模型目录到供应商请求与流事件</a:t>
            </a:r>
          </a:p>
        </p:txBody>
      </p:sp>
      <p:sp>
        <p:nvSpPr>
          <p:cNvPr id="3" name="failure-label">
            <a:extLst xmlns:a="http://schemas.openxmlformats.org/drawingml/2006/main">
              <a:ext uri="{FF2B5EF4-FFF2-40B4-BE49-F238E27FC236}">
                <a16:creationId xmlns:a16="http://schemas.microsoft.com/office/drawing/2014/main" id="{5B9812B3-077B-4227-9A1C-D0DDC859E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9775"/>
            <a:ext cx="10934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失败与恢复边界</a:t>
            </a:r>
          </a:p>
        </p:txBody>
      </p:sp>
      <p:sp>
        <p:nvSpPr>
          <p:cNvPr id="4" name="failure">
            <a:extLst xmlns:a="http://schemas.openxmlformats.org/drawingml/2006/main">
              <a:ext uri="{FF2B5EF4-FFF2-40B4-BE49-F238E27FC236}">
                <a16:creationId xmlns:a16="http://schemas.microsoft.com/office/drawing/2014/main" id="{A3919F7C-1428-422A-86CE-8039E50FB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43175"/>
            <a:ext cx="109347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半截工具 JSON 不具备可执行保证。中止、网络失败、协议错误和正常停止的结果应区别处理。</a:t>
            </a:r>
          </a:p>
        </p:txBody>
      </p:sp>
      <p:sp>
        <p:nvSpPr>
          <p:cNvPr id="5" name="exercise-label">
            <a:extLst xmlns:a="http://schemas.openxmlformats.org/drawingml/2006/main">
              <a:ext uri="{FF2B5EF4-FFF2-40B4-BE49-F238E27FC236}">
                <a16:creationId xmlns:a16="http://schemas.microsoft.com/office/drawing/2014/main" id="{F9797E6D-BAA3-483F-8F4C-33D1CC7E2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86225"/>
            <a:ext cx="10934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动手练习</a:t>
            </a:r>
          </a:p>
        </p:txBody>
      </p:sp>
      <p:sp>
        <p:nvSpPr>
          <p:cNvPr id="6" name="exercise">
            <a:extLst xmlns:a="http://schemas.openxmlformats.org/drawingml/2006/main">
              <a:ext uri="{FF2B5EF4-FFF2-40B4-BE49-F238E27FC236}">
                <a16:creationId xmlns:a16="http://schemas.microsoft.com/office/drawing/2014/main" id="{40FA7588-D287-4354-8609-AC4E7BFB2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19625"/>
            <a:ext cx="109347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跟踪一次包含 toolCall 的响应，写出调用 ID、参数何时完整、何时可以验证执行。</a:t>
            </a:r>
          </a:p>
        </p:txBody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8A7D3C3A-F643-4281-B14C-BCEAEE2C8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10934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rPr>
              <a:t>Pi 源码精通路线   /   provider-request   /   12      完整步骤、参考答案与源码路径见讲者备注及离线导览</a:t>
            </a:r>
          </a:p>
        </p:txBody>
      </p:sp>
    </p:spTree>
    <p:extLst>
      <p:ext uri="{BB962C8B-B14F-4D97-AF65-F5344CB8AC3E}">
        <p14:creationId xmlns:p14="http://schemas.microsoft.com/office/powerpoint/2010/main" val="203238610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AEEDE52C-2825-432B-8BF1-970E8F751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02 模型与配置   /   场景与职责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FDEC1C6C-5F35-471D-93A3-5BAE3BAD4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虚拟路由、分类模型与图像模型</a:t>
            </a:r>
          </a:p>
        </p:txBody>
      </p:sp>
      <p:sp>
        <p:nvSpPr>
          <p:cNvPr id="3" name="scenario">
            <a:extLst xmlns:a="http://schemas.openxmlformats.org/drawingml/2006/main">
              <a:ext uri="{FF2B5EF4-FFF2-40B4-BE49-F238E27FC236}">
                <a16:creationId xmlns:a16="http://schemas.microsoft.com/office/drawing/2014/main" id="{3B7E335B-F203-45B4-A6BD-2445575E9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109347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一次对话需要按内容选择模型，或在脚本中调用分类和图像生成。</a:t>
            </a:r>
          </a:p>
        </p:txBody>
      </p:sp>
      <p:sp>
        <p:nvSpPr>
          <p:cNvPr id="4" name="section">
            <a:extLst xmlns:a="http://schemas.openxmlformats.org/drawingml/2006/main">
              <a:ext uri="{FF2B5EF4-FFF2-40B4-BE49-F238E27FC236}">
                <a16:creationId xmlns:a16="http://schemas.microsoft.com/office/drawing/2014/main" id="{E052C460-19A5-4818-A126-35BA9FC3B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0934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各层负责什么</a:t>
            </a:r>
          </a:p>
        </p:txBody>
      </p:sp>
      <p:sp>
        <p:nvSpPr>
          <p:cNvPr id="5" name="responsibility-0">
            <a:extLst xmlns:a="http://schemas.openxmlformats.org/drawingml/2006/main">
              <a:ext uri="{FF2B5EF4-FFF2-40B4-BE49-F238E27FC236}">
                <a16:creationId xmlns:a16="http://schemas.microsoft.com/office/drawing/2014/main" id="{A074EEAF-28DC-43E2-B520-2B06A840A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38525"/>
            <a:ext cx="10934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1. 类型化分类问题、评分与选择</a:t>
            </a:r>
          </a:p>
        </p:txBody>
      </p:sp>
      <p:sp>
        <p:nvSpPr>
          <p:cNvPr id="6" name="responsibility-1">
            <a:extLst xmlns:a="http://schemas.openxmlformats.org/drawingml/2006/main">
              <a:ext uri="{FF2B5EF4-FFF2-40B4-BE49-F238E27FC236}">
                <a16:creationId xmlns:a16="http://schemas.microsoft.com/office/drawing/2014/main" id="{28722710-DA71-46F3-9194-9DC9CFFF8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95725"/>
            <a:ext cx="10934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2. 虚拟模型与请求路由</a:t>
            </a:r>
          </a:p>
        </p:txBody>
      </p:sp>
      <p:sp>
        <p:nvSpPr>
          <p:cNvPr id="7" name="responsibility-2">
            <a:extLst xmlns:a="http://schemas.openxmlformats.org/drawingml/2006/main">
              <a:ext uri="{FF2B5EF4-FFF2-40B4-BE49-F238E27FC236}">
                <a16:creationId xmlns:a16="http://schemas.microsoft.com/office/drawing/2014/main" id="{10A09455-91A9-4CC1-B64A-81C3E9E7D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52925"/>
            <a:ext cx="10934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3. 脚本分类模型、图像模型与用量</a:t>
            </a:r>
          </a:p>
        </p:txBody>
      </p:sp>
      <p:sp>
        <p:nvSpPr>
          <p:cNvPr id="8" name="responsibility-3">
            <a:extLst xmlns:a="http://schemas.openxmlformats.org/drawingml/2006/main">
              <a:ext uri="{FF2B5EF4-FFF2-40B4-BE49-F238E27FC236}">
                <a16:creationId xmlns:a16="http://schemas.microsoft.com/office/drawing/2014/main" id="{C6708FE3-F953-4C24-83D6-3AFBA47E5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34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4. 脚本图像落盘与完整输出文件</a:t>
            </a:r>
          </a:p>
        </p:txBody>
      </p:sp>
      <p:sp>
        <p:nvSpPr>
          <p:cNvPr id="9" name="footer">
            <a:extLst xmlns:a="http://schemas.openxmlformats.org/drawingml/2006/main">
              <a:ext uri="{FF2B5EF4-FFF2-40B4-BE49-F238E27FC236}">
                <a16:creationId xmlns:a16="http://schemas.microsoft.com/office/drawing/2014/main" id="{F296F5CB-55B0-4B5D-A4F1-BEE6A6EF9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10934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rPr>
              <a:t>Pi 源码精通路线   /   special-models   /   13      完整步骤、参考答案与源码路径见讲者备注及离线导览</a:t>
            </a:r>
          </a:p>
        </p:txBody>
      </p:sp>
    </p:spTree>
    <p:extLst>
      <p:ext uri="{BB962C8B-B14F-4D97-AF65-F5344CB8AC3E}">
        <p14:creationId xmlns:p14="http://schemas.microsoft.com/office/powerpoint/2010/main" val="46308872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eyebrow">
            <a:extLst xmlns:a="http://schemas.openxmlformats.org/drawingml/2006/main">
              <a:ext uri="{FF2B5EF4-FFF2-40B4-BE49-F238E27FC236}">
                <a16:creationId xmlns:a16="http://schemas.microsoft.com/office/drawing/2014/main" id="{12D32309-AFA8-48C4-9A9C-9DF6E293D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02 模型与配置   /   执行顺序与数据变化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E2EEBBC9-398A-4E3F-A390-5BE455B3C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虚拟路由、分类模型与图像模型</a:t>
            </a:r>
          </a:p>
        </p:txBody>
      </p:sp>
      <p:sp>
        <p:nvSpPr>
          <p:cNvPr id="3" name="step-0">
            <a:extLst xmlns:a="http://schemas.openxmlformats.org/drawingml/2006/main">
              <a:ext uri="{FF2B5EF4-FFF2-40B4-BE49-F238E27FC236}">
                <a16:creationId xmlns:a16="http://schemas.microsoft.com/office/drawing/2014/main" id="{FD538377-A480-464E-9C8A-DBDCD698D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1. 选择操作类型</a:t>
            </a:r>
          </a:p>
        </p:txBody>
      </p:sp>
      <p:sp>
        <p:nvSpPr>
          <p:cNvPr id="4" name="data-0">
            <a:extLst xmlns:a="http://schemas.openxmlformats.org/drawingml/2006/main">
              <a:ext uri="{FF2B5EF4-FFF2-40B4-BE49-F238E27FC236}">
                <a16:creationId xmlns:a16="http://schemas.microsoft.com/office/drawing/2014/main" id="{EC9FECBE-BC7F-4A56-8279-9633E9DB6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9825"/>
            <a:ext cx="1070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输入：任务目标    输出：聊天、分类或图像操作</a:t>
            </a:r>
          </a:p>
        </p:txBody>
      </p:sp>
      <p:sp>
        <p:nvSpPr>
          <p:cNvPr id="5" name="step-1">
            <a:extLst xmlns:a="http://schemas.openxmlformats.org/drawingml/2006/main">
              <a:ext uri="{FF2B5EF4-FFF2-40B4-BE49-F238E27FC236}">
                <a16:creationId xmlns:a16="http://schemas.microsoft.com/office/drawing/2014/main" id="{00CF813F-3EDD-48CD-B59D-33F2072BB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194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2. 跟踪虚拟模型决策</a:t>
            </a:r>
          </a:p>
        </p:txBody>
      </p:sp>
      <p:sp>
        <p:nvSpPr>
          <p:cNvPr id="6" name="data-1">
            <a:extLst xmlns:a="http://schemas.openxmlformats.org/drawingml/2006/main">
              <a:ext uri="{FF2B5EF4-FFF2-40B4-BE49-F238E27FC236}">
                <a16:creationId xmlns:a16="http://schemas.microsoft.com/office/drawing/2014/main" id="{A401F6BB-301E-44BB-8197-A73838A63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81350"/>
            <a:ext cx="1070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输入：请求上下文与路由规则    输出：实际请求目标</a:t>
            </a:r>
          </a:p>
        </p:txBody>
      </p:sp>
      <p:sp>
        <p:nvSpPr>
          <p:cNvPr id="7" name="step-2">
            <a:extLst xmlns:a="http://schemas.openxmlformats.org/drawingml/2006/main">
              <a:ext uri="{FF2B5EF4-FFF2-40B4-BE49-F238E27FC236}">
                <a16:creationId xmlns:a16="http://schemas.microsoft.com/office/drawing/2014/main" id="{80696C86-9814-40B7-92EC-59196B3FC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90925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3. 执行分类与图像调用</a:t>
            </a:r>
          </a:p>
        </p:txBody>
      </p:sp>
      <p:sp>
        <p:nvSpPr>
          <p:cNvPr id="8" name="data-2">
            <a:extLst xmlns:a="http://schemas.openxmlformats.org/drawingml/2006/main">
              <a:ext uri="{FF2B5EF4-FFF2-40B4-BE49-F238E27FC236}">
                <a16:creationId xmlns:a16="http://schemas.microsoft.com/office/drawing/2014/main" id="{ACF0C1D3-4704-4F30-BFF1-956DB5071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52875"/>
            <a:ext cx="1070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输入：结构化问题或图像输入    输出：分类答案或图像块</a:t>
            </a:r>
          </a:p>
        </p:txBody>
      </p:sp>
      <p:sp>
        <p:nvSpPr>
          <p:cNvPr id="9" name="step-3">
            <a:extLst xmlns:a="http://schemas.openxmlformats.org/drawingml/2006/main">
              <a:ext uri="{FF2B5EF4-FFF2-40B4-BE49-F238E27FC236}">
                <a16:creationId xmlns:a16="http://schemas.microsoft.com/office/drawing/2014/main" id="{E03A4AC5-FC4D-4995-ADF3-FCF6842F6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245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4. 处理返回与展示</a:t>
            </a:r>
          </a:p>
        </p:txBody>
      </p:sp>
      <p:sp>
        <p:nvSpPr>
          <p:cNvPr id="10" name="data-3">
            <a:extLst xmlns:a="http://schemas.openxmlformats.org/drawingml/2006/main">
              <a:ext uri="{FF2B5EF4-FFF2-40B4-BE49-F238E27FC236}">
                <a16:creationId xmlns:a16="http://schemas.microsoft.com/office/drawing/2014/main" id="{48C8017F-4479-4BA8-870E-0ED0DACF5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24400"/>
            <a:ext cx="1070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输入：脚本结果与图像块    输出：模型可见输出和可追踪用量</a:t>
            </a:r>
          </a:p>
        </p:txBody>
      </p:sp>
      <p:sp>
        <p:nvSpPr>
          <p:cNvPr id="11" name="footer">
            <a:extLst xmlns:a="http://schemas.openxmlformats.org/drawingml/2006/main">
              <a:ext uri="{FF2B5EF4-FFF2-40B4-BE49-F238E27FC236}">
                <a16:creationId xmlns:a16="http://schemas.microsoft.com/office/drawing/2014/main" id="{4CEBC907-EC7E-4790-B1D4-B719E12DA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10934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rPr>
              <a:t>Pi 源码精通路线   /   special-models   /   14      完整步骤、参考答案与源码路径见讲者备注及离线导览</a:t>
            </a:r>
          </a:p>
        </p:txBody>
      </p:sp>
    </p:spTree>
    <p:extLst>
      <p:ext uri="{BB962C8B-B14F-4D97-AF65-F5344CB8AC3E}">
        <p14:creationId xmlns:p14="http://schemas.microsoft.com/office/powerpoint/2010/main" val="45574603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eyebrow">
            <a:extLst xmlns:a="http://schemas.openxmlformats.org/drawingml/2006/main">
              <a:ext uri="{FF2B5EF4-FFF2-40B4-BE49-F238E27FC236}">
                <a16:creationId xmlns:a16="http://schemas.microsoft.com/office/drawing/2014/main" id="{3C1E39AF-8F2B-4724-BAB2-BDA76529E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02 模型与配置   /   失败分支与练习验证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4153D3B3-B723-49E5-9712-EF1B100BF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虚拟路由、分类模型与图像模型</a:t>
            </a:r>
          </a:p>
        </p:txBody>
      </p:sp>
      <p:sp>
        <p:nvSpPr>
          <p:cNvPr id="3" name="failure-label">
            <a:extLst xmlns:a="http://schemas.openxmlformats.org/drawingml/2006/main">
              <a:ext uri="{FF2B5EF4-FFF2-40B4-BE49-F238E27FC236}">
                <a16:creationId xmlns:a16="http://schemas.microsoft.com/office/drawing/2014/main" id="{6D0020E7-625E-4300-9B33-8EB398A6D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9775"/>
            <a:ext cx="10934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失败与恢复边界</a:t>
            </a:r>
          </a:p>
        </p:txBody>
      </p:sp>
      <p:sp>
        <p:nvSpPr>
          <p:cNvPr id="4" name="failure">
            <a:extLst xmlns:a="http://schemas.openxmlformats.org/drawingml/2006/main">
              <a:ext uri="{FF2B5EF4-FFF2-40B4-BE49-F238E27FC236}">
                <a16:creationId xmlns:a16="http://schemas.microsoft.com/office/drawing/2014/main" id="{3CDC3E29-5E93-4AA1-AEC7-86391FA46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43175"/>
            <a:ext cx="109347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分类和图像模型的认证、输入能力与聊天模型不同。正确的模型 ID 也可能不支持当前操作或图片输入。</a:t>
            </a:r>
          </a:p>
        </p:txBody>
      </p:sp>
      <p:sp>
        <p:nvSpPr>
          <p:cNvPr id="5" name="exercise-label">
            <a:extLst xmlns:a="http://schemas.openxmlformats.org/drawingml/2006/main">
              <a:ext uri="{FF2B5EF4-FFF2-40B4-BE49-F238E27FC236}">
                <a16:creationId xmlns:a16="http://schemas.microsoft.com/office/drawing/2014/main" id="{79937F19-1FC1-49EB-A810-EB3990573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86225"/>
            <a:ext cx="10934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动手练习</a:t>
            </a:r>
          </a:p>
        </p:txBody>
      </p:sp>
      <p:sp>
        <p:nvSpPr>
          <p:cNvPr id="6" name="exercise">
            <a:extLst xmlns:a="http://schemas.openxmlformats.org/drawingml/2006/main">
              <a:ext uri="{FF2B5EF4-FFF2-40B4-BE49-F238E27FC236}">
                <a16:creationId xmlns:a16="http://schemas.microsoft.com/office/drawing/2014/main" id="{4FDB13A4-DDC7-43BE-A062-1144335A7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19625"/>
            <a:ext cx="109347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对照一个虚拟模型示例与一个 codemode 分类示例，记录两个地方的模型选择对象和结果形状。</a:t>
            </a:r>
          </a:p>
        </p:txBody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6C487D3B-7A29-4A75-8072-57A82B4FB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10934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rPr>
              <a:t>Pi 源码精通路线   /   special-models   /   15      完整步骤、参考答案与源码路径见讲者备注及离线导览</a:t>
            </a:r>
          </a:p>
        </p:txBody>
      </p:sp>
    </p:spTree>
    <p:extLst>
      <p:ext uri="{BB962C8B-B14F-4D97-AF65-F5344CB8AC3E}">
        <p14:creationId xmlns:p14="http://schemas.microsoft.com/office/powerpoint/2010/main" val="81558460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20BBE072-7970-4EC0-8769-5B5D233DF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02 模型与配置   /   场景与职责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A3BBA86D-E668-43A6-87D0-AACD91DCF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系统提示、上下文文件、技能与模板</a:t>
            </a:r>
          </a:p>
        </p:txBody>
      </p:sp>
      <p:sp>
        <p:nvSpPr>
          <p:cNvPr id="3" name="scenario">
            <a:extLst xmlns:a="http://schemas.openxmlformats.org/drawingml/2006/main">
              <a:ext uri="{FF2B5EF4-FFF2-40B4-BE49-F238E27FC236}">
                <a16:creationId xmlns:a16="http://schemas.microsoft.com/office/drawing/2014/main" id="{929A89A7-BC8F-409A-865E-B871290FD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109347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你希望给项目加入固定约定和可复用提示，同时知道哪些内容真的进入模型。</a:t>
            </a:r>
          </a:p>
        </p:txBody>
      </p:sp>
      <p:sp>
        <p:nvSpPr>
          <p:cNvPr id="4" name="section">
            <a:extLst xmlns:a="http://schemas.openxmlformats.org/drawingml/2006/main">
              <a:ext uri="{FF2B5EF4-FFF2-40B4-BE49-F238E27FC236}">
                <a16:creationId xmlns:a16="http://schemas.microsoft.com/office/drawing/2014/main" id="{2A7F5140-6043-41C0-B632-127AD79D5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0934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各层负责什么</a:t>
            </a:r>
          </a:p>
        </p:txBody>
      </p:sp>
      <p:sp>
        <p:nvSpPr>
          <p:cNvPr id="5" name="responsibility-0">
            <a:extLst xmlns:a="http://schemas.openxmlformats.org/drawingml/2006/main">
              <a:ext uri="{FF2B5EF4-FFF2-40B4-BE49-F238E27FC236}">
                <a16:creationId xmlns:a16="http://schemas.microsoft.com/office/drawing/2014/main" id="{0B2AAA4C-FC90-4A23-8B6E-831DD7DA0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38525"/>
            <a:ext cx="10934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1. 资源发现、来源与冲突诊断</a:t>
            </a:r>
          </a:p>
        </p:txBody>
      </p:sp>
      <p:sp>
        <p:nvSpPr>
          <p:cNvPr id="6" name="responsibility-1">
            <a:extLst xmlns:a="http://schemas.openxmlformats.org/drawingml/2006/main">
              <a:ext uri="{FF2B5EF4-FFF2-40B4-BE49-F238E27FC236}">
                <a16:creationId xmlns:a16="http://schemas.microsoft.com/office/drawing/2014/main" id="{50E54260-DE47-4BD8-A264-9FB70EF2B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95725"/>
            <a:ext cx="10934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2. 系统提示与上下文组装</a:t>
            </a:r>
          </a:p>
        </p:txBody>
      </p:sp>
      <p:sp>
        <p:nvSpPr>
          <p:cNvPr id="7" name="responsibility-2">
            <a:extLst xmlns:a="http://schemas.openxmlformats.org/drawingml/2006/main">
              <a:ext uri="{FF2B5EF4-FFF2-40B4-BE49-F238E27FC236}">
                <a16:creationId xmlns:a16="http://schemas.microsoft.com/office/drawing/2014/main" id="{2713552A-8D86-44AF-9416-84663F68E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52925"/>
            <a:ext cx="10934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3. 技能发现与按需说明</a:t>
            </a:r>
          </a:p>
        </p:txBody>
      </p:sp>
      <p:sp>
        <p:nvSpPr>
          <p:cNvPr id="8" name="responsibility-3">
            <a:extLst xmlns:a="http://schemas.openxmlformats.org/drawingml/2006/main">
              <a:ext uri="{FF2B5EF4-FFF2-40B4-BE49-F238E27FC236}">
                <a16:creationId xmlns:a16="http://schemas.microsoft.com/office/drawing/2014/main" id="{23F64125-9996-4F05-B5D4-8916454EE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34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4. 提示模板与参数展开</a:t>
            </a:r>
          </a:p>
        </p:txBody>
      </p:sp>
      <p:sp>
        <p:nvSpPr>
          <p:cNvPr id="9" name="footer">
            <a:extLst xmlns:a="http://schemas.openxmlformats.org/drawingml/2006/main">
              <a:ext uri="{FF2B5EF4-FFF2-40B4-BE49-F238E27FC236}">
                <a16:creationId xmlns:a16="http://schemas.microsoft.com/office/drawing/2014/main" id="{D840EB18-A004-4A85-B323-D61D65D44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10934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rPr>
              <a:t>Pi 源码精通路线   /   prompt-resources   /   16      完整步骤、参考答案与源码路径见讲者备注及离线导览</a:t>
            </a:r>
          </a:p>
        </p:txBody>
      </p:sp>
    </p:spTree>
    <p:extLst>
      <p:ext uri="{BB962C8B-B14F-4D97-AF65-F5344CB8AC3E}">
        <p14:creationId xmlns:p14="http://schemas.microsoft.com/office/powerpoint/2010/main" val="85521289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eyebrow">
            <a:extLst xmlns:a="http://schemas.openxmlformats.org/drawingml/2006/main">
              <a:ext uri="{FF2B5EF4-FFF2-40B4-BE49-F238E27FC236}">
                <a16:creationId xmlns:a16="http://schemas.microsoft.com/office/drawing/2014/main" id="{368C4167-67EE-4953-BBAB-87C86DA67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02 模型与配置   /   执行顺序与数据变化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D11E1087-CC76-4C24-BCF2-E94987276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系统提示、上下文文件、技能与模板</a:t>
            </a:r>
          </a:p>
        </p:txBody>
      </p:sp>
      <p:sp>
        <p:nvSpPr>
          <p:cNvPr id="3" name="step-0">
            <a:extLst xmlns:a="http://schemas.openxmlformats.org/drawingml/2006/main">
              <a:ext uri="{FF2B5EF4-FFF2-40B4-BE49-F238E27FC236}">
                <a16:creationId xmlns:a16="http://schemas.microsoft.com/office/drawing/2014/main" id="{1D17BA89-96BB-4EBF-8A31-5598FD895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1. 发现资源并核对来源</a:t>
            </a:r>
          </a:p>
        </p:txBody>
      </p:sp>
      <p:sp>
        <p:nvSpPr>
          <p:cNvPr id="4" name="data-0">
            <a:extLst xmlns:a="http://schemas.openxmlformats.org/drawingml/2006/main">
              <a:ext uri="{FF2B5EF4-FFF2-40B4-BE49-F238E27FC236}">
                <a16:creationId xmlns:a16="http://schemas.microsoft.com/office/drawing/2014/main" id="{1109E05A-9510-4E69-9676-1816C4710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9825"/>
            <a:ext cx="1070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输入：资源目录与配置    输出：已发现的资源及冲突诊断</a:t>
            </a:r>
          </a:p>
        </p:txBody>
      </p:sp>
      <p:sp>
        <p:nvSpPr>
          <p:cNvPr id="5" name="step-1">
            <a:extLst xmlns:a="http://schemas.openxmlformats.org/drawingml/2006/main">
              <a:ext uri="{FF2B5EF4-FFF2-40B4-BE49-F238E27FC236}">
                <a16:creationId xmlns:a16="http://schemas.microsoft.com/office/drawing/2014/main" id="{72D74A88-7D81-4628-9D87-E9B822E90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194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2. 组装系统提示</a:t>
            </a:r>
          </a:p>
        </p:txBody>
      </p:sp>
      <p:sp>
        <p:nvSpPr>
          <p:cNvPr id="6" name="data-1">
            <a:extLst xmlns:a="http://schemas.openxmlformats.org/drawingml/2006/main">
              <a:ext uri="{FF2B5EF4-FFF2-40B4-BE49-F238E27FC236}">
                <a16:creationId xmlns:a16="http://schemas.microsoft.com/office/drawing/2014/main" id="{46B22E01-0CB4-4D60-8C97-2CFBF15F0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81350"/>
            <a:ext cx="1070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输入：指令文件与工具环境    输出：本轮系统提示</a:t>
            </a:r>
          </a:p>
        </p:txBody>
      </p:sp>
      <p:sp>
        <p:nvSpPr>
          <p:cNvPr id="7" name="step-2">
            <a:extLst xmlns:a="http://schemas.openxmlformats.org/drawingml/2006/main">
              <a:ext uri="{FF2B5EF4-FFF2-40B4-BE49-F238E27FC236}">
                <a16:creationId xmlns:a16="http://schemas.microsoft.com/office/drawing/2014/main" id="{3B180660-C2E0-4731-8716-F717338F4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90925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3. 使用技能与提示模板</a:t>
            </a:r>
          </a:p>
        </p:txBody>
      </p:sp>
      <p:sp>
        <p:nvSpPr>
          <p:cNvPr id="8" name="data-2">
            <a:extLst xmlns:a="http://schemas.openxmlformats.org/drawingml/2006/main">
              <a:ext uri="{FF2B5EF4-FFF2-40B4-BE49-F238E27FC236}">
                <a16:creationId xmlns:a16="http://schemas.microsoft.com/office/drawing/2014/main" id="{521E8EAE-330D-4D79-94A1-0E38C98E2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52875"/>
            <a:ext cx="1070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输入：技能名或模板命令    输出：展开后的用户输入或指导内容</a:t>
            </a:r>
          </a:p>
        </p:txBody>
      </p:sp>
      <p:sp>
        <p:nvSpPr>
          <p:cNvPr id="9" name="step-3">
            <a:extLst xmlns:a="http://schemas.openxmlformats.org/drawingml/2006/main">
              <a:ext uri="{FF2B5EF4-FFF2-40B4-BE49-F238E27FC236}">
                <a16:creationId xmlns:a16="http://schemas.microsoft.com/office/drawing/2014/main" id="{2004E123-26BC-40EE-8B84-550F9BE60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245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4. 刷新并核对实际消息</a:t>
            </a:r>
          </a:p>
        </p:txBody>
      </p:sp>
      <p:sp>
        <p:nvSpPr>
          <p:cNvPr id="10" name="data-3">
            <a:extLst xmlns:a="http://schemas.openxmlformats.org/drawingml/2006/main">
              <a:ext uri="{FF2B5EF4-FFF2-40B4-BE49-F238E27FC236}">
                <a16:creationId xmlns:a16="http://schemas.microsoft.com/office/drawing/2014/main" id="{4DB9425D-7ACC-49D8-925C-9F2EB2028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24400"/>
            <a:ext cx="1070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输入：更新后的资源    输出：实际进入本轮的消息内容</a:t>
            </a:r>
          </a:p>
        </p:txBody>
      </p:sp>
      <p:sp>
        <p:nvSpPr>
          <p:cNvPr id="11" name="footer">
            <a:extLst xmlns:a="http://schemas.openxmlformats.org/drawingml/2006/main">
              <a:ext uri="{FF2B5EF4-FFF2-40B4-BE49-F238E27FC236}">
                <a16:creationId xmlns:a16="http://schemas.microsoft.com/office/drawing/2014/main" id="{35E9791F-04A8-4540-958E-C8F560739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10934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rPr>
              <a:t>Pi 源码精通路线   /   prompt-resources   /   17      完整步骤、参考答案与源码路径见讲者备注及离线导览</a:t>
            </a:r>
          </a:p>
        </p:txBody>
      </p:sp>
    </p:spTree>
    <p:extLst>
      <p:ext uri="{BB962C8B-B14F-4D97-AF65-F5344CB8AC3E}">
        <p14:creationId xmlns:p14="http://schemas.microsoft.com/office/powerpoint/2010/main" val="1983627983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eyebrow">
            <a:extLst xmlns:a="http://schemas.openxmlformats.org/drawingml/2006/main">
              <a:ext uri="{FF2B5EF4-FFF2-40B4-BE49-F238E27FC236}">
                <a16:creationId xmlns:a16="http://schemas.microsoft.com/office/drawing/2014/main" id="{134E7BB7-81B2-491B-ACB0-866C7144E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02 模型与配置   /   失败分支与练习验证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B2AFE917-DF60-4B5E-88F5-9A611E07C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系统提示、上下文文件、技能与模板</a:t>
            </a:r>
          </a:p>
        </p:txBody>
      </p:sp>
      <p:sp>
        <p:nvSpPr>
          <p:cNvPr id="3" name="failure-label">
            <a:extLst xmlns:a="http://schemas.openxmlformats.org/drawingml/2006/main">
              <a:ext uri="{FF2B5EF4-FFF2-40B4-BE49-F238E27FC236}">
                <a16:creationId xmlns:a16="http://schemas.microsoft.com/office/drawing/2014/main" id="{B53D5AEF-E6DB-4F1E-959B-99907A90A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9775"/>
            <a:ext cx="10934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失败与恢复边界</a:t>
            </a:r>
          </a:p>
        </p:txBody>
      </p:sp>
      <p:sp>
        <p:nvSpPr>
          <p:cNvPr id="4" name="failure">
            <a:extLst xmlns:a="http://schemas.openxmlformats.org/drawingml/2006/main">
              <a:ext uri="{FF2B5EF4-FFF2-40B4-BE49-F238E27FC236}">
                <a16:creationId xmlns:a16="http://schemas.microsoft.com/office/drawing/2014/main" id="{611088CA-EDB0-48A0-877D-F7A7C1198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43175"/>
            <a:ext cx="109347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资源发现成功不等于所有正文每轮全部发送。名字冲突、路径、模板参数与项目信任会影响结果。</a:t>
            </a:r>
          </a:p>
        </p:txBody>
      </p:sp>
      <p:sp>
        <p:nvSpPr>
          <p:cNvPr id="5" name="exercise-label">
            <a:extLst xmlns:a="http://schemas.openxmlformats.org/drawingml/2006/main">
              <a:ext uri="{FF2B5EF4-FFF2-40B4-BE49-F238E27FC236}">
                <a16:creationId xmlns:a16="http://schemas.microsoft.com/office/drawing/2014/main" id="{16E9BCF6-248A-4F55-9834-203073C55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86225"/>
            <a:ext cx="10934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动手练习</a:t>
            </a:r>
          </a:p>
        </p:txBody>
      </p:sp>
      <p:sp>
        <p:nvSpPr>
          <p:cNvPr id="6" name="exercise">
            <a:extLst xmlns:a="http://schemas.openxmlformats.org/drawingml/2006/main">
              <a:ext uri="{FF2B5EF4-FFF2-40B4-BE49-F238E27FC236}">
                <a16:creationId xmlns:a16="http://schemas.microsoft.com/office/drawing/2014/main" id="{B1B6C818-479D-48C1-82A2-AB471B5E8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19625"/>
            <a:ext cx="109347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制作一个不调用模型的模板展开例子，标出参数替换前后的文本，并说明技能与模板的区别。</a:t>
            </a:r>
          </a:p>
        </p:txBody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A0F08F9C-F573-4079-A4EA-8C74E8119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10934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rPr>
              <a:t>Pi 源码精通路线   /   prompt-resources   /   18      完整步骤、参考答案与源码路径见讲者备注及离线导览</a:t>
            </a:r>
          </a:p>
        </p:txBody>
      </p:sp>
    </p:spTree>
    <p:extLst>
      <p:ext uri="{BB962C8B-B14F-4D97-AF65-F5344CB8AC3E}">
        <p14:creationId xmlns:p14="http://schemas.microsoft.com/office/powerpoint/2010/main" val="193707095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3D092D38-7528-4474-A771-3D7D66E26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02 模型与配置   /   场景与职责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59DF4934-44D2-43F8-A173-9FDB996DC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安装资源包到加载与重载</a:t>
            </a:r>
          </a:p>
        </p:txBody>
      </p:sp>
      <p:sp>
        <p:nvSpPr>
          <p:cNvPr id="3" name="scenario">
            <a:extLst xmlns:a="http://schemas.openxmlformats.org/drawingml/2006/main">
              <a:ext uri="{FF2B5EF4-FFF2-40B4-BE49-F238E27FC236}">
                <a16:creationId xmlns:a16="http://schemas.microsoft.com/office/drawing/2014/main" id="{3134AE2C-4803-4E0F-9D82-00AEAD4F8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109347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你安装了一个 Pi 包，希望知道资源何时被发现、启用和替换。</a:t>
            </a:r>
          </a:p>
        </p:txBody>
      </p:sp>
      <p:sp>
        <p:nvSpPr>
          <p:cNvPr id="4" name="section">
            <a:extLst xmlns:a="http://schemas.openxmlformats.org/drawingml/2006/main">
              <a:ext uri="{FF2B5EF4-FFF2-40B4-BE49-F238E27FC236}">
                <a16:creationId xmlns:a16="http://schemas.microsoft.com/office/drawing/2014/main" id="{7B9E26FE-C7FB-449E-916A-32B07D1D9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0934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各层负责什么</a:t>
            </a:r>
          </a:p>
        </p:txBody>
      </p:sp>
      <p:sp>
        <p:nvSpPr>
          <p:cNvPr id="5" name="responsibility-0">
            <a:extLst xmlns:a="http://schemas.openxmlformats.org/drawingml/2006/main">
              <a:ext uri="{FF2B5EF4-FFF2-40B4-BE49-F238E27FC236}">
                <a16:creationId xmlns:a16="http://schemas.microsoft.com/office/drawing/2014/main" id="{3CCA24F2-0674-49BC-BC01-D69B729B6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38525"/>
            <a:ext cx="10934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1. Pi 包安装、移除与资源配置</a:t>
            </a:r>
          </a:p>
        </p:txBody>
      </p:sp>
      <p:sp>
        <p:nvSpPr>
          <p:cNvPr id="6" name="responsibility-1">
            <a:extLst xmlns:a="http://schemas.openxmlformats.org/drawingml/2006/main">
              <a:ext uri="{FF2B5EF4-FFF2-40B4-BE49-F238E27FC236}">
                <a16:creationId xmlns:a16="http://schemas.microsoft.com/office/drawing/2014/main" id="{353579FC-ECD2-48A3-A20F-8651579A3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95725"/>
            <a:ext cx="10934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2. 资源发现、来源与冲突诊断</a:t>
            </a:r>
          </a:p>
        </p:txBody>
      </p:sp>
      <p:sp>
        <p:nvSpPr>
          <p:cNvPr id="7" name="responsibility-2">
            <a:extLst xmlns:a="http://schemas.openxmlformats.org/drawingml/2006/main">
              <a:ext uri="{FF2B5EF4-FFF2-40B4-BE49-F238E27FC236}">
                <a16:creationId xmlns:a16="http://schemas.microsoft.com/office/drawing/2014/main" id="{3E269C65-F028-4D86-B989-C4D7F7CB7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52925"/>
            <a:ext cx="10934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3. 内置扩展装配与替换</a:t>
            </a:r>
          </a:p>
        </p:txBody>
      </p:sp>
      <p:sp>
        <p:nvSpPr>
          <p:cNvPr id="8" name="responsibility-3">
            <a:extLst xmlns:a="http://schemas.openxmlformats.org/drawingml/2006/main">
              <a:ext uri="{FF2B5EF4-FFF2-40B4-BE49-F238E27FC236}">
                <a16:creationId xmlns:a16="http://schemas.microsoft.com/office/drawing/2014/main" id="{6BAB828B-11AE-4145-A43D-EF056EE3E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34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4. 扩展发现、注册与事件分发</a:t>
            </a:r>
          </a:p>
        </p:txBody>
      </p:sp>
      <p:sp>
        <p:nvSpPr>
          <p:cNvPr id="9" name="footer">
            <a:extLst xmlns:a="http://schemas.openxmlformats.org/drawingml/2006/main">
              <a:ext uri="{FF2B5EF4-FFF2-40B4-BE49-F238E27FC236}">
                <a16:creationId xmlns:a16="http://schemas.microsoft.com/office/drawing/2014/main" id="{E1D13EBF-A703-41A7-A797-E9F9BEC03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10934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rPr>
              <a:t>Pi 源码精通路线   /   package-resources   /   19      完整步骤、参考答案与源码路径见讲者备注及离线导览</a:t>
            </a:r>
          </a:p>
        </p:txBody>
      </p:sp>
    </p:spTree>
    <p:extLst>
      <p:ext uri="{BB962C8B-B14F-4D97-AF65-F5344CB8AC3E}">
        <p14:creationId xmlns:p14="http://schemas.microsoft.com/office/powerpoint/2010/main" val="1175928966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eyebrow">
            <a:extLst xmlns:a="http://schemas.openxmlformats.org/drawingml/2006/main">
              <a:ext uri="{FF2B5EF4-FFF2-40B4-BE49-F238E27FC236}">
                <a16:creationId xmlns:a16="http://schemas.microsoft.com/office/drawing/2014/main" id="{DFA54B81-CD9C-43F8-8F3E-630C59EE9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02 模型与配置   /   执行顺序与数据变化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14190315-AEA2-4AF8-B333-EB9594442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安装资源包到加载与重载</a:t>
            </a:r>
          </a:p>
        </p:txBody>
      </p:sp>
      <p:sp>
        <p:nvSpPr>
          <p:cNvPr id="3" name="step-0">
            <a:extLst xmlns:a="http://schemas.openxmlformats.org/drawingml/2006/main">
              <a:ext uri="{FF2B5EF4-FFF2-40B4-BE49-F238E27FC236}">
                <a16:creationId xmlns:a16="http://schemas.microsoft.com/office/drawing/2014/main" id="{99B2E51F-C870-43E5-BEC6-B3649954B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1. 解析包来源</a:t>
            </a:r>
          </a:p>
        </p:txBody>
      </p:sp>
      <p:sp>
        <p:nvSpPr>
          <p:cNvPr id="4" name="data-0">
            <a:extLst xmlns:a="http://schemas.openxmlformats.org/drawingml/2006/main">
              <a:ext uri="{FF2B5EF4-FFF2-40B4-BE49-F238E27FC236}">
                <a16:creationId xmlns:a16="http://schemas.microsoft.com/office/drawing/2014/main" id="{3A5758A2-2507-48A0-8318-BB3AF42F4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9825"/>
            <a:ext cx="1070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输入：包声明    输出：可定位的包来源和安装结果</a:t>
            </a:r>
          </a:p>
        </p:txBody>
      </p:sp>
      <p:sp>
        <p:nvSpPr>
          <p:cNvPr id="5" name="step-1">
            <a:extLst xmlns:a="http://schemas.openxmlformats.org/drawingml/2006/main">
              <a:ext uri="{FF2B5EF4-FFF2-40B4-BE49-F238E27FC236}">
                <a16:creationId xmlns:a16="http://schemas.microsoft.com/office/drawing/2014/main" id="{84B10CC3-3C4A-48FF-AE96-86BEF5498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194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2. 筛选包内资源</a:t>
            </a:r>
          </a:p>
        </p:txBody>
      </p:sp>
      <p:sp>
        <p:nvSpPr>
          <p:cNvPr id="6" name="data-1">
            <a:extLst xmlns:a="http://schemas.openxmlformats.org/drawingml/2006/main">
              <a:ext uri="{FF2B5EF4-FFF2-40B4-BE49-F238E27FC236}">
                <a16:creationId xmlns:a16="http://schemas.microsoft.com/office/drawing/2014/main" id="{B05C77EA-0591-4600-B0AF-A314841B9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81350"/>
            <a:ext cx="1070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输入：安装内容与资源配置    输出：本次加载资源集</a:t>
            </a:r>
          </a:p>
        </p:txBody>
      </p:sp>
      <p:sp>
        <p:nvSpPr>
          <p:cNvPr id="7" name="step-2">
            <a:extLst xmlns:a="http://schemas.openxmlformats.org/drawingml/2006/main">
              <a:ext uri="{FF2B5EF4-FFF2-40B4-BE49-F238E27FC236}">
                <a16:creationId xmlns:a16="http://schemas.microsoft.com/office/drawing/2014/main" id="{4C09254B-CA9B-42AE-8AA3-1E937B0DE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90925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3. 合并内置与用户扩展</a:t>
            </a:r>
          </a:p>
        </p:txBody>
      </p:sp>
      <p:sp>
        <p:nvSpPr>
          <p:cNvPr id="8" name="data-2">
            <a:extLst xmlns:a="http://schemas.openxmlformats.org/drawingml/2006/main">
              <a:ext uri="{FF2B5EF4-FFF2-40B4-BE49-F238E27FC236}">
                <a16:creationId xmlns:a16="http://schemas.microsoft.com/office/drawing/2014/main" id="{2AD16341-4A8B-41EA-914D-10259A07C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52875"/>
            <a:ext cx="1070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输入：内置扩展和用户资源    输出：实际注册的扩展</a:t>
            </a:r>
          </a:p>
        </p:txBody>
      </p:sp>
      <p:sp>
        <p:nvSpPr>
          <p:cNvPr id="9" name="step-3">
            <a:extLst xmlns:a="http://schemas.openxmlformats.org/drawingml/2006/main">
              <a:ext uri="{FF2B5EF4-FFF2-40B4-BE49-F238E27FC236}">
                <a16:creationId xmlns:a16="http://schemas.microsoft.com/office/drawing/2014/main" id="{4CD843C1-9092-49D2-BF3F-A6F88DDEA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245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4. 触发重载并验证</a:t>
            </a:r>
          </a:p>
        </p:txBody>
      </p:sp>
      <p:sp>
        <p:nvSpPr>
          <p:cNvPr id="10" name="data-3">
            <a:extLst xmlns:a="http://schemas.openxmlformats.org/drawingml/2006/main">
              <a:ext uri="{FF2B5EF4-FFF2-40B4-BE49-F238E27FC236}">
                <a16:creationId xmlns:a16="http://schemas.microsoft.com/office/drawing/2014/main" id="{21225BB0-DE9D-47DE-B092-643E54423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24400"/>
            <a:ext cx="1070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344B60"/>
                </a:solidFill>
                <a:latin typeface="Microsoft YaHei"/>
                <a:ea typeface="Microsoft YaHei"/>
                <a:cs typeface="Microsoft YaHei"/>
              </a:rPr>
              <a:t>输入：资源版本变化    输出：新的扩展运行时与诊断</a:t>
            </a:r>
          </a:p>
        </p:txBody>
      </p:sp>
      <p:sp>
        <p:nvSpPr>
          <p:cNvPr id="11" name="footer">
            <a:extLst xmlns:a="http://schemas.openxmlformats.org/drawingml/2006/main">
              <a:ext uri="{FF2B5EF4-FFF2-40B4-BE49-F238E27FC236}">
                <a16:creationId xmlns:a16="http://schemas.microsoft.com/office/drawing/2014/main" id="{18190ACD-02ED-49CA-8713-2FBF82D08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10934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rPr>
              <a:t>Pi 源码精通路线   /   package-resources   /   20      完整步骤、参考答案与源码路径见讲者备注及离线导览</a:t>
            </a:r>
          </a:p>
        </p:txBody>
      </p:sp>
    </p:spTree>
    <p:extLst>
      <p:ext uri="{BB962C8B-B14F-4D97-AF65-F5344CB8AC3E}">
        <p14:creationId xmlns:p14="http://schemas.microsoft.com/office/powerpoint/2010/main" val="1011759121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eyebrow">
            <a:extLst xmlns:a="http://schemas.openxmlformats.org/drawingml/2006/main">
              <a:ext uri="{FF2B5EF4-FFF2-40B4-BE49-F238E27FC236}">
                <a16:creationId xmlns:a16="http://schemas.microsoft.com/office/drawing/2014/main" id="{08DCABB7-B3F1-494B-9C33-D470F2933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02 模型与配置   /   失败分支与练习验证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3B83461E-B288-4D6F-9126-36D5AB09C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安装资源包到加载与重载</a:t>
            </a:r>
          </a:p>
        </p:txBody>
      </p:sp>
      <p:sp>
        <p:nvSpPr>
          <p:cNvPr id="3" name="failure-label">
            <a:extLst xmlns:a="http://schemas.openxmlformats.org/drawingml/2006/main">
              <a:ext uri="{FF2B5EF4-FFF2-40B4-BE49-F238E27FC236}">
                <a16:creationId xmlns:a16="http://schemas.microsoft.com/office/drawing/2014/main" id="{5BA417BC-E44B-4D06-95A7-762BE3097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9775"/>
            <a:ext cx="10934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失败与恢复边界</a:t>
            </a:r>
          </a:p>
        </p:txBody>
      </p:sp>
      <p:sp>
        <p:nvSpPr>
          <p:cNvPr id="4" name="failure">
            <a:extLst xmlns:a="http://schemas.openxmlformats.org/drawingml/2006/main">
              <a:ext uri="{FF2B5EF4-FFF2-40B4-BE49-F238E27FC236}">
                <a16:creationId xmlns:a16="http://schemas.microsoft.com/office/drawing/2014/main" id="{E4AE71F4-2047-4ED5-B875-A0093063C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43175"/>
            <a:ext cx="109347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安装命令成功不能证明资源已启用。更新包、修改选择和重新加载是需要分别验证的阶段。</a:t>
            </a:r>
          </a:p>
        </p:txBody>
      </p:sp>
      <p:sp>
        <p:nvSpPr>
          <p:cNvPr id="5" name="exercise-label">
            <a:extLst xmlns:a="http://schemas.openxmlformats.org/drawingml/2006/main">
              <a:ext uri="{FF2B5EF4-FFF2-40B4-BE49-F238E27FC236}">
                <a16:creationId xmlns:a16="http://schemas.microsoft.com/office/drawing/2014/main" id="{52472E63-1019-4DEB-85C8-7C3BAD57B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86225"/>
            <a:ext cx="10934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B6A64"/>
                </a:solidFill>
                <a:latin typeface="Microsoft YaHei"/>
                <a:ea typeface="Microsoft YaHei"/>
                <a:cs typeface="Microsoft YaHei"/>
              </a:rPr>
              <a:t>动手练习</a:t>
            </a:r>
          </a:p>
        </p:txBody>
      </p:sp>
      <p:sp>
        <p:nvSpPr>
          <p:cNvPr id="6" name="exercise">
            <a:extLst xmlns:a="http://schemas.openxmlformats.org/drawingml/2006/main">
              <a:ext uri="{FF2B5EF4-FFF2-40B4-BE49-F238E27FC236}">
                <a16:creationId xmlns:a16="http://schemas.microsoft.com/office/drawing/2014/main" id="{AC8CC563-FA31-4CC7-ADE5-1B9505878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19625"/>
            <a:ext cx="109347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2333"/>
                </a:solidFill>
                <a:latin typeface="Microsoft YaHei"/>
                <a:ea typeface="Microsoft YaHei"/>
                <a:cs typeface="Microsoft YaHei"/>
              </a:rPr>
              <a:t>选一个现有扩展示例，记录发现路径、注册入口、启用条件及重载后的验证方式。</a:t>
            </a:r>
          </a:p>
        </p:txBody>
      </p:sp>
      <p:sp>
        <p:nvSpPr>
          <p:cNvPr id="7" name="footer">
            <a:extLst xmlns:a="http://schemas.openxmlformats.org/drawingml/2006/main">
              <a:ext uri="{FF2B5EF4-FFF2-40B4-BE49-F238E27FC236}">
                <a16:creationId xmlns:a16="http://schemas.microsoft.com/office/drawing/2014/main" id="{E2051606-885E-480D-9FAC-54666F2DD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10934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6677B"/>
                </a:solidFill>
                <a:latin typeface="Microsoft YaHei"/>
                <a:ea typeface="Microsoft YaHei"/>
                <a:cs typeface="Microsoft YaHei"/>
              </a:rPr>
              <a:t>Pi 源码精通路线   /   package-resources   /   21      完整步骤、参考答案与源码路径见讲者备注及离线导览</a:t>
            </a:r>
          </a:p>
        </p:txBody>
      </p:sp>
    </p:spTree>
    <p:extLst>
      <p:ext uri="{BB962C8B-B14F-4D97-AF65-F5344CB8AC3E}">
        <p14:creationId xmlns:p14="http://schemas.microsoft.com/office/powerpoint/2010/main" val="65786207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2026-10-12T14:55:25.8700000Z</dcterms:created>
  <dcterms:modified xsi:type="dcterms:W3CDTF">2026-10-12T14:55:25.8700000Z</dcterms:modified>
</coreProperties>
</file>