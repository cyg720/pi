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a055ec7d2a4a1f" /><Relationship Type="http://schemas.openxmlformats.org/officeDocument/2006/relationships/extended-properties" Target="/docProps/app.xml" Id="Rdb7d16184dae45c7" /><Relationship Type="http://schemas.openxmlformats.org/officeDocument/2006/relationships/officeDocument" Target="/ppt/presentation.xml" Id="Rba06da3e9a2d4c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ca28d62bb045c0"/>
  </p:sldMasterIdLst>
  <p:notesMasterIdLst>
    <p:notesMasterId xmlns:r="http://schemas.openxmlformats.org/officeDocument/2006/relationships" r:id="Rdec1add4a80547d1"/>
  </p:notesMasterIdLst>
  <p:sldIdLst>
    <p:sldId xmlns:r="http://schemas.openxmlformats.org/officeDocument/2006/relationships" id="256" r:id="Rc50967fdaca9422f"/>
    <p:sldId xmlns:r="http://schemas.openxmlformats.org/officeDocument/2006/relationships" id="257" r:id="R928d80273bc54895"/>
    <p:sldId xmlns:r="http://schemas.openxmlformats.org/officeDocument/2006/relationships" id="258" r:id="Rd66ac14249d24f9a"/>
    <p:sldId xmlns:r="http://schemas.openxmlformats.org/officeDocument/2006/relationships" id="259" r:id="R38ec6b7a30424cfb"/>
    <p:sldId xmlns:r="http://schemas.openxmlformats.org/officeDocument/2006/relationships" id="260" r:id="Rc69f8e0627704214"/>
    <p:sldId xmlns:r="http://schemas.openxmlformats.org/officeDocument/2006/relationships" id="261" r:id="Re4cc2db754ce4263"/>
    <p:sldId xmlns:r="http://schemas.openxmlformats.org/officeDocument/2006/relationships" id="262" r:id="Rb0bde5ade37744ae"/>
    <p:sldId xmlns:r="http://schemas.openxmlformats.org/officeDocument/2006/relationships" id="263" r:id="R5c895c484b2d40ad"/>
    <p:sldId xmlns:r="http://schemas.openxmlformats.org/officeDocument/2006/relationships" id="264" r:id="R8efdf00d4cc848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a45f5fc3794e3d" /><Relationship Type="http://schemas.openxmlformats.org/officeDocument/2006/relationships/slideMaster" Target="/ppt/slideMasters/slideMaster1.xml" Id="Rdfca28d62bb045c0" /><Relationship Type="http://schemas.openxmlformats.org/officeDocument/2006/relationships/notesMaster" Target="/ppt/notesMasters/notesMaster1.xml" Id="Rdec1add4a80547d1" /><Relationship Type="http://schemas.openxmlformats.org/officeDocument/2006/relationships/presProps" Target="/ppt/presProps.xml" Id="Rd723ec2bbbd44630" /><Relationship Type="http://schemas.openxmlformats.org/officeDocument/2006/relationships/tableStyles" Target="/ppt/tableStyles.xml" Id="R875296d21a2b4d20" /><Relationship Type="http://schemas.openxmlformats.org/officeDocument/2006/relationships/slide" Target="/ppt/slides/slide1.xml" Id="Rc50967fdaca9422f" /><Relationship Type="http://schemas.openxmlformats.org/officeDocument/2006/relationships/slide" Target="/ppt/slides/slide2.xml" Id="R928d80273bc54895" /><Relationship Type="http://schemas.openxmlformats.org/officeDocument/2006/relationships/slide" Target="/ppt/slides/slide3.xml" Id="Rd66ac14249d24f9a" /><Relationship Type="http://schemas.openxmlformats.org/officeDocument/2006/relationships/slide" Target="/ppt/slides/slide4.xml" Id="R38ec6b7a30424cfb" /><Relationship Type="http://schemas.openxmlformats.org/officeDocument/2006/relationships/slide" Target="/ppt/slides/slide5.xml" Id="Rc69f8e0627704214" /><Relationship Type="http://schemas.openxmlformats.org/officeDocument/2006/relationships/slide" Target="/ppt/slides/slide6.xml" Id="Re4cc2db754ce4263" /><Relationship Type="http://schemas.openxmlformats.org/officeDocument/2006/relationships/slide" Target="/ppt/slides/slide7.xml" Id="Rb0bde5ade37744ae" /><Relationship Type="http://schemas.openxmlformats.org/officeDocument/2006/relationships/slide" Target="/ppt/slides/slide8.xml" Id="R5c895c484b2d40ad" /><Relationship Type="http://schemas.openxmlformats.org/officeDocument/2006/relationships/slide" Target="/ppt/slides/slide9.xml" Id="R8efdf00d4cc848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5f57a53bcd42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77c49049c944c7" /><Relationship Type="http://schemas.openxmlformats.org/officeDocument/2006/relationships/notesMaster" Target="/ppt/notesMasters/notesMaster1.xml" Id="Rc6346e21655046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8b3f2085624614" /><Relationship Type="http://schemas.openxmlformats.org/officeDocument/2006/relationships/notesMaster" Target="/ppt/notesMasters/notesMaster1.xml" Id="R86e3e2c341f949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9aba51f9ff48e0" /><Relationship Type="http://schemas.openxmlformats.org/officeDocument/2006/relationships/notesMaster" Target="/ppt/notesMasters/notesMaster1.xml" Id="R366f4393ea7749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1bb2b1592f49c3" /><Relationship Type="http://schemas.openxmlformats.org/officeDocument/2006/relationships/notesMaster" Target="/ppt/notesMasters/notesMaster1.xml" Id="Ra96d8bd95d5445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fbd7eb88af465f" /><Relationship Type="http://schemas.openxmlformats.org/officeDocument/2006/relationships/notesMaster" Target="/ppt/notesMasters/notesMaster1.xml" Id="R403c827b63b346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023b7465b546dc" /><Relationship Type="http://schemas.openxmlformats.org/officeDocument/2006/relationships/notesMaster" Target="/ppt/notesMasters/notesMaster1.xml" Id="R815d9c52ab7642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fc904d170b4b1c" /><Relationship Type="http://schemas.openxmlformats.org/officeDocument/2006/relationships/notesMaster" Target="/ppt/notesMasters/notesMaster1.xml" Id="R5bf8d6bd187b4c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eb1cfe399e4843" /><Relationship Type="http://schemas.openxmlformats.org/officeDocument/2006/relationships/notesMaster" Target="/ppt/notesMasters/notesMaster1.xml" Id="R1ad7fb31751e4f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6c3987c0c943f0" /><Relationship Type="http://schemas.openxmlformats.org/officeDocument/2006/relationships/notesMaster" Target="/ppt/notesMasters/notesMaster1.xml" Id="R17909f6bfd7e4a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某个对话边界偶发出错，需要可重复的测试，不依赖模型随机输出。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收缩复现条件</a:t>
            </a:r>
          </a:p>
          <a:p xmlns:a="http://schemas.openxmlformats.org/drawingml/2006/main">
            <a:r>
              <a:t>记录入口、参数、预期与实际，只保留触发问题的消息和工具，不记录真实凭据。</a:t>
            </a:r>
          </a:p>
          <a:p xmlns:a="http://schemas.openxmlformats.org/drawingml/2006/main">
            <a:r>
              <a:t>输入：问题现象</a:t>
            </a:r>
          </a:p>
          <a:p xmlns:a="http://schemas.openxmlformats.org/drawingml/2006/main">
            <a:r>
              <a:t>输出：最小复现描述</a:t>
            </a:r>
          </a:p>
          <a:p xmlns:a="http://schemas.openxmlformats.org/drawingml/2006/main">
            <a:r>
              <a:t>入口线索：/bug；诊断事件</a:t>
            </a:r>
          </a:p>
          <a:p xmlns:a="http://schemas.openxmlformats.org/drawingml/2006/main">
            <a:r>
              <a:t>职责：诊断数据可能含运行上下文；报告上传与本地记录分别处理。</a:t>
            </a:r>
          </a:p>
          <a:p xmlns:a="http://schemas.openxmlformats.org/drawingml/2006/main">
            <a:r>
              <a:t>源码：packages/coding-agent/src/core/bug-report-upload.ts</a:t>
            </a:r>
          </a:p>
          <a:p xmlns:a="http://schemas.openxmlformats.org/drawingml/2006/main">
            <a:r>
              <a:t>packages/coding-agent/src/core/bug-report.ts</a:t>
            </a:r>
          </a:p>
          <a:p xmlns:a="http://schemas.openxmlformats.org/drawingml/2006/main">
            <a:r>
              <a:t>packages/coding-agent/src/core/crash-log.ts</a:t>
            </a:r>
          </a:p>
          <a:p xmlns:a="http://schemas.openxmlformats.org/drawingml/2006/main">
            <a:r>
              <a:t>packages/coding-agent/src/core/diagnostics.ts</a:t>
            </a:r>
          </a:p>
          <a:p xmlns:a="http://schemas.openxmlformats.org/drawingml/2006/main">
            <a:r>
              <a:t>packages/coding-agent/src/core/telemetry.ts</a:t>
            </a:r>
          </a:p>
          <a:p xmlns:a="http://schemas.openxmlformats.org/drawingml/2006/main">
            <a:r>
              <a:t>packages/coding-agent/src/core/timings.ts</a:t>
            </a:r>
          </a:p>
          <a:p xmlns:a="http://schemas.openxmlformats.org/drawingml/2006/main">
            <a:r>
              <a:t>packages/coding-agent/src/modes/interactive/bug-report.ts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构造确定响应</a:t>
            </a:r>
          </a:p>
          <a:p xmlns:a="http://schemas.openxmlformats.org/drawingml/2006/main">
            <a:r>
              <a:t>阅读 faux provider 和现有 loop 测试，控制流事件、工具调用与取消时机。</a:t>
            </a:r>
          </a:p>
          <a:p xmlns:a="http://schemas.openxmlformats.org/drawingml/2006/main">
            <a:r>
              <a:t>输入：确定的模型脚本</a:t>
            </a:r>
          </a:p>
          <a:p xmlns:a="http://schemas.openxmlformats.org/drawingml/2006/main">
            <a:r>
              <a:t>输出：可重复事件序列</a:t>
            </a:r>
          </a:p>
          <a:p xmlns:a="http://schemas.openxmlformats.org/drawingml/2006/main">
            <a:r>
              <a:t>入口线索：Agent.prompt / continue / abort</a:t>
            </a:r>
          </a:p>
          <a:p xmlns:a="http://schemas.openxmlformats.org/drawingml/2006/main">
            <a:r>
              <a:t>职责：当前 Agent 是内存运行循环；持久 Harness 在 pi-durable，CLI 会话由 coding-agent 管理。</a:t>
            </a:r>
          </a:p>
          <a:p xmlns:a="http://schemas.openxmlformats.org/drawingml/2006/main">
            <a:r>
              <a:t>源码：packages/agent/src/agent-loop.ts</a:t>
            </a:r>
          </a:p>
          <a:p xmlns:a="http://schemas.openxmlformats.org/drawingml/2006/main">
            <a:r>
              <a:t>packages/agent/src/agent.ts</a:t>
            </a:r>
          </a:p>
          <a:p xmlns:a="http://schemas.openxmlformats.org/drawingml/2006/main">
            <a:r>
              <a:t>packages/agent/src/stream-fn.ts</a:t>
            </a:r>
          </a:p>
          <a:p xmlns:a="http://schemas.openxmlformats.org/drawingml/2006/main">
            <a:r>
              <a:t>packages/agent/src/types.ts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在产品 harness 验证</a:t>
            </a:r>
          </a:p>
          <a:p xmlns:a="http://schemas.openxmlformats.org/drawingml/2006/main">
            <a:r>
              <a:t>coding-agent suite 使用 suite/harness 与 faux，把资源、会话和模型装配纳入测试。</a:t>
            </a:r>
          </a:p>
          <a:p xmlns:a="http://schemas.openxmlformats.org/drawingml/2006/main">
            <a:r>
              <a:t>输入：最小会话与工具</a:t>
            </a:r>
          </a:p>
          <a:p xmlns:a="http://schemas.openxmlformats.org/drawingml/2006/main">
            <a:r>
              <a:t>输出：稳定的断言目标</a:t>
            </a:r>
          </a:p>
          <a:p xmlns:a="http://schemas.openxmlformats.org/drawingml/2006/main">
            <a:r>
              <a:t>入口线索：createAgentSession / createAgentSessionRuntime</a:t>
            </a:r>
          </a:p>
          <a:p xmlns:a="http://schemas.openxmlformats.org/drawingml/2006/main">
            <a:r>
              <a:t>职责：SDK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packages/coding-agent/src/core/agent-session-services.ts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定向运行与复审</a:t>
            </a:r>
          </a:p>
          <a:p xmlns:a="http://schemas.openxmlformats.org/drawingml/2006/main">
            <a:r>
              <a:t>只运行相关测试文件，再执行仓库检查；不为文档任务调用真实模型或整套端到端测试。</a:t>
            </a:r>
          </a:p>
          <a:p xmlns:a="http://schemas.openxmlformats.org/drawingml/2006/main">
            <a:r>
              <a:t>输入：修改与测试文件</a:t>
            </a:r>
          </a:p>
          <a:p xmlns:a="http://schemas.openxmlformats.org/drawingml/2006/main">
            <a:r>
              <a:t>输出：可复核验证结果</a:t>
            </a:r>
          </a:p>
          <a:p xmlns:a="http://schemas.openxmlformats.org/drawingml/2006/main">
            <a:r>
              <a:t>入口线索：npm run check</a:t>
            </a:r>
          </a:p>
          <a:p xmlns:a="http://schemas.openxmlformats.org/drawingml/2006/main">
            <a:r>
              <a:t>职责：检查失败不是修改业务代码或降级依赖的理由。</a:t>
            </a:r>
          </a:p>
          <a:p xmlns:a="http://schemas.openxmlformats.org/drawingml/2006/main">
            <a:r>
              <a:t>源码：packages/ai/scripts/check-model-data.ts</a:t>
            </a:r>
          </a:p>
          <a:p xmlns:a="http://schemas.openxmlformats.org/drawingml/2006/main">
            <a:r>
              <a:t>scripts/check-browser-smoke.mjs</a:t>
            </a:r>
          </a:p>
          <a:p xmlns:a="http://schemas.openxmlformats.org/drawingml/2006/main">
            <a:r>
              <a:t>scripts/check-entry-graphs.mjs</a:t>
            </a:r>
          </a:p>
          <a:p xmlns:a="http://schemas.openxmlformats.org/drawingml/2006/main">
            <a:r>
              <a:t>scripts/check-lockfile-commit.mjs</a:t>
            </a:r>
          </a:p>
          <a:p xmlns:a="http://schemas.openxmlformats.org/drawingml/2006/main">
            <a:r>
              <a:t>scripts/check-package-install.mjs</a:t>
            </a:r>
          </a:p>
          <a:p xmlns:a="http://schemas.openxmlformats.org/drawingml/2006/main">
            <a:r>
              <a:t>scripts/check-pinned-deps.mjs</a:t>
            </a:r>
          </a:p>
          <a:p xmlns:a="http://schemas.openxmlformats.org/drawingml/2006/main">
            <a:r>
              <a:t>scripts/check-runtime-deps.mjs</a:t>
            </a:r>
          </a:p>
          <a:p xmlns:a="http://schemas.openxmlformats.org/drawingml/2006/main">
            <a:r>
              <a:t>scripts/check-ts-relative-imports.mjs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失败与恢复：只断言内部函数被调用会漏掉实际行为错误；依赖真实模型的测试也难以证明时序边界。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练习：设计“工具被 hook 阻止时不产生副作用”的回归用例，写出输入、预期事件和最终状态。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参考判断：既断言工具未执行，又断言调用者得到正确失败/阻止结果；以行为验证约束。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功能编号：UI-24, SES-24, SES-25, EXT-22, INT-01, INT-03, INT-04, INT-05, INT-07, AG-01, AG-02, AG-03, AG-04, AG-05, AG-06, AG-07, AG-10, AG-11, AG-12, AG-13, AG-14, AG-15, AG-16, AG-17, AG-18, TEL-11, OTH-56, OTH-84, OTH-85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packages/telemetry/README.md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packages/coding-agent/test/crash-log.test.ts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某个对话边界偶发出错，需要可重复的测试，不依赖模型随机输出。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收缩复现条件</a:t>
            </a:r>
          </a:p>
          <a:p xmlns:a="http://schemas.openxmlformats.org/drawingml/2006/main">
            <a:r>
              <a:t>记录入口、参数、预期与实际，只保留触发问题的消息和工具，不记录真实凭据。</a:t>
            </a:r>
          </a:p>
          <a:p xmlns:a="http://schemas.openxmlformats.org/drawingml/2006/main">
            <a:r>
              <a:t>输入：问题现象</a:t>
            </a:r>
          </a:p>
          <a:p xmlns:a="http://schemas.openxmlformats.org/drawingml/2006/main">
            <a:r>
              <a:t>输出：最小复现描述</a:t>
            </a:r>
          </a:p>
          <a:p xmlns:a="http://schemas.openxmlformats.org/drawingml/2006/main">
            <a:r>
              <a:t>入口线索：/bug；诊断事件</a:t>
            </a:r>
          </a:p>
          <a:p xmlns:a="http://schemas.openxmlformats.org/drawingml/2006/main">
            <a:r>
              <a:t>职责：诊断数据可能含运行上下文；报告上传与本地记录分别处理。</a:t>
            </a:r>
          </a:p>
          <a:p xmlns:a="http://schemas.openxmlformats.org/drawingml/2006/main">
            <a:r>
              <a:t>源码：packages/coding-agent/src/core/bug-report-upload.ts</a:t>
            </a:r>
          </a:p>
          <a:p xmlns:a="http://schemas.openxmlformats.org/drawingml/2006/main">
            <a:r>
              <a:t>packages/coding-agent/src/core/bug-report.ts</a:t>
            </a:r>
          </a:p>
          <a:p xmlns:a="http://schemas.openxmlformats.org/drawingml/2006/main">
            <a:r>
              <a:t>packages/coding-agent/src/core/crash-log.ts</a:t>
            </a:r>
          </a:p>
          <a:p xmlns:a="http://schemas.openxmlformats.org/drawingml/2006/main">
            <a:r>
              <a:t>packages/coding-agent/src/core/diagnostics.ts</a:t>
            </a:r>
          </a:p>
          <a:p xmlns:a="http://schemas.openxmlformats.org/drawingml/2006/main">
            <a:r>
              <a:t>packages/coding-agent/src/core/telemetry.ts</a:t>
            </a:r>
          </a:p>
          <a:p xmlns:a="http://schemas.openxmlformats.org/drawingml/2006/main">
            <a:r>
              <a:t>packages/coding-agent/src/core/timings.ts</a:t>
            </a:r>
          </a:p>
          <a:p xmlns:a="http://schemas.openxmlformats.org/drawingml/2006/main">
            <a:r>
              <a:t>packages/coding-agent/src/modes/interactive/bug-report.ts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构造确定响应</a:t>
            </a:r>
          </a:p>
          <a:p xmlns:a="http://schemas.openxmlformats.org/drawingml/2006/main">
            <a:r>
              <a:t>阅读 faux provider 和现有 loop 测试，控制流事件、工具调用与取消时机。</a:t>
            </a:r>
          </a:p>
          <a:p xmlns:a="http://schemas.openxmlformats.org/drawingml/2006/main">
            <a:r>
              <a:t>输入：确定的模型脚本</a:t>
            </a:r>
          </a:p>
          <a:p xmlns:a="http://schemas.openxmlformats.org/drawingml/2006/main">
            <a:r>
              <a:t>输出：可重复事件序列</a:t>
            </a:r>
          </a:p>
          <a:p xmlns:a="http://schemas.openxmlformats.org/drawingml/2006/main">
            <a:r>
              <a:t>入口线索：Agent.prompt / continue / abort</a:t>
            </a:r>
          </a:p>
          <a:p xmlns:a="http://schemas.openxmlformats.org/drawingml/2006/main">
            <a:r>
              <a:t>职责：当前 Agent 是内存运行循环；持久 Harness 在 pi-durable，CLI 会话由 coding-agent 管理。</a:t>
            </a:r>
          </a:p>
          <a:p xmlns:a="http://schemas.openxmlformats.org/drawingml/2006/main">
            <a:r>
              <a:t>源码：packages/agent/src/agent-loop.ts</a:t>
            </a:r>
          </a:p>
          <a:p xmlns:a="http://schemas.openxmlformats.org/drawingml/2006/main">
            <a:r>
              <a:t>packages/agent/src/agent.ts</a:t>
            </a:r>
          </a:p>
          <a:p xmlns:a="http://schemas.openxmlformats.org/drawingml/2006/main">
            <a:r>
              <a:t>packages/agent/src/stream-fn.ts</a:t>
            </a:r>
          </a:p>
          <a:p xmlns:a="http://schemas.openxmlformats.org/drawingml/2006/main">
            <a:r>
              <a:t>packages/agent/src/types.ts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在产品 harness 验证</a:t>
            </a:r>
          </a:p>
          <a:p xmlns:a="http://schemas.openxmlformats.org/drawingml/2006/main">
            <a:r>
              <a:t>coding-agent suite 使用 suite/harness 与 faux，把资源、会话和模型装配纳入测试。</a:t>
            </a:r>
          </a:p>
          <a:p xmlns:a="http://schemas.openxmlformats.org/drawingml/2006/main">
            <a:r>
              <a:t>输入：最小会话与工具</a:t>
            </a:r>
          </a:p>
          <a:p xmlns:a="http://schemas.openxmlformats.org/drawingml/2006/main">
            <a:r>
              <a:t>输出：稳定的断言目标</a:t>
            </a:r>
          </a:p>
          <a:p xmlns:a="http://schemas.openxmlformats.org/drawingml/2006/main">
            <a:r>
              <a:t>入口线索：createAgentSession / createAgentSessionRuntime</a:t>
            </a:r>
          </a:p>
          <a:p xmlns:a="http://schemas.openxmlformats.org/drawingml/2006/main">
            <a:r>
              <a:t>职责：SDK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packages/coding-agent/src/core/agent-session-services.ts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定向运行与复审</a:t>
            </a:r>
          </a:p>
          <a:p xmlns:a="http://schemas.openxmlformats.org/drawingml/2006/main">
            <a:r>
              <a:t>只运行相关测试文件，再执行仓库检查；不为文档任务调用真实模型或整套端到端测试。</a:t>
            </a:r>
          </a:p>
          <a:p xmlns:a="http://schemas.openxmlformats.org/drawingml/2006/main">
            <a:r>
              <a:t>输入：修改与测试文件</a:t>
            </a:r>
          </a:p>
          <a:p xmlns:a="http://schemas.openxmlformats.org/drawingml/2006/main">
            <a:r>
              <a:t>输出：可复核验证结果</a:t>
            </a:r>
          </a:p>
          <a:p xmlns:a="http://schemas.openxmlformats.org/drawingml/2006/main">
            <a:r>
              <a:t>入口线索：npm run check</a:t>
            </a:r>
          </a:p>
          <a:p xmlns:a="http://schemas.openxmlformats.org/drawingml/2006/main">
            <a:r>
              <a:t>职责：检查失败不是修改业务代码或降级依赖的理由。</a:t>
            </a:r>
          </a:p>
          <a:p xmlns:a="http://schemas.openxmlformats.org/drawingml/2006/main">
            <a:r>
              <a:t>源码：packages/ai/scripts/check-model-data.ts</a:t>
            </a:r>
          </a:p>
          <a:p xmlns:a="http://schemas.openxmlformats.org/drawingml/2006/main">
            <a:r>
              <a:t>scripts/check-browser-smoke.mjs</a:t>
            </a:r>
          </a:p>
          <a:p xmlns:a="http://schemas.openxmlformats.org/drawingml/2006/main">
            <a:r>
              <a:t>scripts/check-entry-graphs.mjs</a:t>
            </a:r>
          </a:p>
          <a:p xmlns:a="http://schemas.openxmlformats.org/drawingml/2006/main">
            <a:r>
              <a:t>scripts/check-lockfile-commit.mjs</a:t>
            </a:r>
          </a:p>
          <a:p xmlns:a="http://schemas.openxmlformats.org/drawingml/2006/main">
            <a:r>
              <a:t>scripts/check-package-install.mjs</a:t>
            </a:r>
          </a:p>
          <a:p xmlns:a="http://schemas.openxmlformats.org/drawingml/2006/main">
            <a:r>
              <a:t>scripts/check-pinned-deps.mjs</a:t>
            </a:r>
          </a:p>
          <a:p xmlns:a="http://schemas.openxmlformats.org/drawingml/2006/main">
            <a:r>
              <a:t>scripts/check-runtime-deps.mjs</a:t>
            </a:r>
          </a:p>
          <a:p xmlns:a="http://schemas.openxmlformats.org/drawingml/2006/main">
            <a:r>
              <a:t>scripts/check-ts-relative-imports.mjs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失败与恢复：只断言内部函数被调用会漏掉实际行为错误；依赖真实模型的测试也难以证明时序边界。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练习：设计“工具被 hook 阻止时不产生副作用”的回归用例，写出输入、预期事件和最终状态。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参考判断：既断言工具未执行，又断言调用者得到正确失败/阻止结果；以行为验证约束。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功能编号：UI-24, SES-24, SES-25, EXT-22, INT-01, INT-03, INT-04, INT-05, INT-07, AG-01, AG-02, AG-03, AG-04, AG-05, AG-06, AG-07, AG-10, AG-11, AG-12, AG-13, AG-14, AG-15, AG-16, AG-17, AG-18, TEL-11, OTH-56, OTH-84, OTH-85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packages/telemetry/README.md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packages/coding-agent/test/crash-log.test.ts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某个对话边界偶发出错，需要可重复的测试，不依赖模型随机输出。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收缩复现条件</a:t>
            </a:r>
          </a:p>
          <a:p xmlns:a="http://schemas.openxmlformats.org/drawingml/2006/main">
            <a:r>
              <a:t>记录入口、参数、预期与实际，只保留触发问题的消息和工具，不记录真实凭据。</a:t>
            </a:r>
          </a:p>
          <a:p xmlns:a="http://schemas.openxmlformats.org/drawingml/2006/main">
            <a:r>
              <a:t>输入：问题现象</a:t>
            </a:r>
          </a:p>
          <a:p xmlns:a="http://schemas.openxmlformats.org/drawingml/2006/main">
            <a:r>
              <a:t>输出：最小复现描述</a:t>
            </a:r>
          </a:p>
          <a:p xmlns:a="http://schemas.openxmlformats.org/drawingml/2006/main">
            <a:r>
              <a:t>入口线索：/bug；诊断事件</a:t>
            </a:r>
          </a:p>
          <a:p xmlns:a="http://schemas.openxmlformats.org/drawingml/2006/main">
            <a:r>
              <a:t>职责：诊断数据可能含运行上下文；报告上传与本地记录分别处理。</a:t>
            </a:r>
          </a:p>
          <a:p xmlns:a="http://schemas.openxmlformats.org/drawingml/2006/main">
            <a:r>
              <a:t>源码：packages/coding-agent/src/core/bug-report-upload.ts</a:t>
            </a:r>
          </a:p>
          <a:p xmlns:a="http://schemas.openxmlformats.org/drawingml/2006/main">
            <a:r>
              <a:t>packages/coding-agent/src/core/bug-report.ts</a:t>
            </a:r>
          </a:p>
          <a:p xmlns:a="http://schemas.openxmlformats.org/drawingml/2006/main">
            <a:r>
              <a:t>packages/coding-agent/src/core/crash-log.ts</a:t>
            </a:r>
          </a:p>
          <a:p xmlns:a="http://schemas.openxmlformats.org/drawingml/2006/main">
            <a:r>
              <a:t>packages/coding-agent/src/core/diagnostics.ts</a:t>
            </a:r>
          </a:p>
          <a:p xmlns:a="http://schemas.openxmlformats.org/drawingml/2006/main">
            <a:r>
              <a:t>packages/coding-agent/src/core/telemetry.ts</a:t>
            </a:r>
          </a:p>
          <a:p xmlns:a="http://schemas.openxmlformats.org/drawingml/2006/main">
            <a:r>
              <a:t>packages/coding-agent/src/core/timings.ts</a:t>
            </a:r>
          </a:p>
          <a:p xmlns:a="http://schemas.openxmlformats.org/drawingml/2006/main">
            <a:r>
              <a:t>packages/coding-agent/src/modes/interactive/bug-report.ts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构造确定响应</a:t>
            </a:r>
          </a:p>
          <a:p xmlns:a="http://schemas.openxmlformats.org/drawingml/2006/main">
            <a:r>
              <a:t>阅读 faux provider 和现有 loop 测试，控制流事件、工具调用与取消时机。</a:t>
            </a:r>
          </a:p>
          <a:p xmlns:a="http://schemas.openxmlformats.org/drawingml/2006/main">
            <a:r>
              <a:t>输入：确定的模型脚本</a:t>
            </a:r>
          </a:p>
          <a:p xmlns:a="http://schemas.openxmlformats.org/drawingml/2006/main">
            <a:r>
              <a:t>输出：可重复事件序列</a:t>
            </a:r>
          </a:p>
          <a:p xmlns:a="http://schemas.openxmlformats.org/drawingml/2006/main">
            <a:r>
              <a:t>入口线索：Agent.prompt / continue / abort</a:t>
            </a:r>
          </a:p>
          <a:p xmlns:a="http://schemas.openxmlformats.org/drawingml/2006/main">
            <a:r>
              <a:t>职责：当前 Agent 是内存运行循环；持久 Harness 在 pi-durable，CLI 会话由 coding-agent 管理。</a:t>
            </a:r>
          </a:p>
          <a:p xmlns:a="http://schemas.openxmlformats.org/drawingml/2006/main">
            <a:r>
              <a:t>源码：packages/agent/src/agent-loop.ts</a:t>
            </a:r>
          </a:p>
          <a:p xmlns:a="http://schemas.openxmlformats.org/drawingml/2006/main">
            <a:r>
              <a:t>packages/agent/src/agent.ts</a:t>
            </a:r>
          </a:p>
          <a:p xmlns:a="http://schemas.openxmlformats.org/drawingml/2006/main">
            <a:r>
              <a:t>packages/agent/src/stream-fn.ts</a:t>
            </a:r>
          </a:p>
          <a:p xmlns:a="http://schemas.openxmlformats.org/drawingml/2006/main">
            <a:r>
              <a:t>packages/agent/src/types.ts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在产品 harness 验证</a:t>
            </a:r>
          </a:p>
          <a:p xmlns:a="http://schemas.openxmlformats.org/drawingml/2006/main">
            <a:r>
              <a:t>coding-agent suite 使用 suite/harness 与 faux，把资源、会话和模型装配纳入测试。</a:t>
            </a:r>
          </a:p>
          <a:p xmlns:a="http://schemas.openxmlformats.org/drawingml/2006/main">
            <a:r>
              <a:t>输入：最小会话与工具</a:t>
            </a:r>
          </a:p>
          <a:p xmlns:a="http://schemas.openxmlformats.org/drawingml/2006/main">
            <a:r>
              <a:t>输出：稳定的断言目标</a:t>
            </a:r>
          </a:p>
          <a:p xmlns:a="http://schemas.openxmlformats.org/drawingml/2006/main">
            <a:r>
              <a:t>入口线索：createAgentSession / createAgentSessionRuntime</a:t>
            </a:r>
          </a:p>
          <a:p xmlns:a="http://schemas.openxmlformats.org/drawingml/2006/main">
            <a:r>
              <a:t>职责：SDK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packages/coding-agent/src/core/agent-session-services.ts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定向运行与复审</a:t>
            </a:r>
          </a:p>
          <a:p xmlns:a="http://schemas.openxmlformats.org/drawingml/2006/main">
            <a:r>
              <a:t>只运行相关测试文件，再执行仓库检查；不为文档任务调用真实模型或整套端到端测试。</a:t>
            </a:r>
          </a:p>
          <a:p xmlns:a="http://schemas.openxmlformats.org/drawingml/2006/main">
            <a:r>
              <a:t>输入：修改与测试文件</a:t>
            </a:r>
          </a:p>
          <a:p xmlns:a="http://schemas.openxmlformats.org/drawingml/2006/main">
            <a:r>
              <a:t>输出：可复核验证结果</a:t>
            </a:r>
          </a:p>
          <a:p xmlns:a="http://schemas.openxmlformats.org/drawingml/2006/main">
            <a:r>
              <a:t>入口线索：npm run check</a:t>
            </a:r>
          </a:p>
          <a:p xmlns:a="http://schemas.openxmlformats.org/drawingml/2006/main">
            <a:r>
              <a:t>职责：检查失败不是修改业务代码或降级依赖的理由。</a:t>
            </a:r>
          </a:p>
          <a:p xmlns:a="http://schemas.openxmlformats.org/drawingml/2006/main">
            <a:r>
              <a:t>源码：packages/ai/scripts/check-model-data.ts</a:t>
            </a:r>
          </a:p>
          <a:p xmlns:a="http://schemas.openxmlformats.org/drawingml/2006/main">
            <a:r>
              <a:t>scripts/check-browser-smoke.mjs</a:t>
            </a:r>
          </a:p>
          <a:p xmlns:a="http://schemas.openxmlformats.org/drawingml/2006/main">
            <a:r>
              <a:t>scripts/check-entry-graphs.mjs</a:t>
            </a:r>
          </a:p>
          <a:p xmlns:a="http://schemas.openxmlformats.org/drawingml/2006/main">
            <a:r>
              <a:t>scripts/check-lockfile-commit.mjs</a:t>
            </a:r>
          </a:p>
          <a:p xmlns:a="http://schemas.openxmlformats.org/drawingml/2006/main">
            <a:r>
              <a:t>scripts/check-package-install.mjs</a:t>
            </a:r>
          </a:p>
          <a:p xmlns:a="http://schemas.openxmlformats.org/drawingml/2006/main">
            <a:r>
              <a:t>scripts/check-pinned-deps.mjs</a:t>
            </a:r>
          </a:p>
          <a:p xmlns:a="http://schemas.openxmlformats.org/drawingml/2006/main">
            <a:r>
              <a:t>scripts/check-runtime-deps.mjs</a:t>
            </a:r>
          </a:p>
          <a:p xmlns:a="http://schemas.openxmlformats.org/drawingml/2006/main">
            <a:r>
              <a:t>scripts/check-ts-relative-imports.mjs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失败与恢复：只断言内部函数被调用会漏掉实际行为错误；依赖真实模型的测试也难以证明时序边界。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练习：设计“工具被 hook 阻止时不产生副作用”的回归用例，写出输入、预期事件和最终状态。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参考判断：既断言工具未执行，又断言调用者得到正确失败/阻止结果；以行为验证约束。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功能编号：UI-24, SES-24, SES-25, EXT-22, INT-01, INT-03, INT-04, INT-05, INT-07, AG-01, AG-02, AG-03, AG-04, AG-05, AG-06, AG-07, AG-10, AG-11, AG-12, AG-13, AG-14, AG-15, AG-16, AG-17, AG-18, TEL-11, OTH-56, OTH-84, OTH-85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packages/telemetry/README.md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packages/coding-agent/test/crash-log.test.ts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请求变慢或失败，但需要知道耗时发生在哪一层。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明确观测数据</a:t>
            </a:r>
          </a:p>
          <a:p xmlns:a="http://schemas.openxmlformats.org/drawingml/2006/main">
            <a:r>
              <a:t>区分 crash log、timings、请求诊断和 bug report，检查本地收集与上传分开的入口。</a:t>
            </a:r>
          </a:p>
          <a:p xmlns:a="http://schemas.openxmlformats.org/drawingml/2006/main">
            <a:r>
              <a:t>输入：错误或耗时现象</a:t>
            </a:r>
          </a:p>
          <a:p xmlns:a="http://schemas.openxmlformats.org/drawingml/2006/main">
            <a:r>
              <a:t>输出：可定位的诊断记录</a:t>
            </a:r>
          </a:p>
          <a:p xmlns:a="http://schemas.openxmlformats.org/drawingml/2006/main">
            <a:r>
              <a:t>入口线索：/bug；诊断事件</a:t>
            </a:r>
          </a:p>
          <a:p xmlns:a="http://schemas.openxmlformats.org/drawingml/2006/main">
            <a:r>
              <a:t>职责：诊断数据可能含运行上下文；报告上传与本地记录分别处理。</a:t>
            </a:r>
          </a:p>
          <a:p xmlns:a="http://schemas.openxmlformats.org/drawingml/2006/main">
            <a:r>
              <a:t>源码：packages/coding-agent/src/core/bug-report-upload.ts</a:t>
            </a:r>
          </a:p>
          <a:p xmlns:a="http://schemas.openxmlformats.org/drawingml/2006/main">
            <a:r>
              <a:t>packages/coding-agent/src/core/bug-report.ts</a:t>
            </a:r>
          </a:p>
          <a:p xmlns:a="http://schemas.openxmlformats.org/drawingml/2006/main">
            <a:r>
              <a:t>packages/coding-agent/src/core/crash-log.ts</a:t>
            </a:r>
          </a:p>
          <a:p xmlns:a="http://schemas.openxmlformats.org/drawingml/2006/main">
            <a:r>
              <a:t>packages/coding-agent/src/core/diagnostics.ts</a:t>
            </a:r>
          </a:p>
          <a:p xmlns:a="http://schemas.openxmlformats.org/drawingml/2006/main">
            <a:r>
              <a:t>packages/coding-agent/src/core/telemetry.ts</a:t>
            </a:r>
          </a:p>
          <a:p xmlns:a="http://schemas.openxmlformats.org/drawingml/2006/main">
            <a:r>
              <a:t>packages/coding-agent/src/core/timings.ts</a:t>
            </a:r>
          </a:p>
          <a:p xmlns:a="http://schemas.openxmlformats.org/drawingml/2006/main">
            <a:r>
              <a:t>packages/coding-agent/src/modes/interactive/bug-report.ts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定义类型化 Span</a:t>
            </a:r>
          </a:p>
          <a:p xmlns:a="http://schemas.openxmlformats.org/drawingml/2006/main">
            <a:r>
              <a:t>阅读 schema、属性、事件和 createTypedSpanStarter，把上下文显式传入操作。</a:t>
            </a:r>
          </a:p>
          <a:p xmlns:a="http://schemas.openxmlformats.org/drawingml/2006/main">
            <a:r>
              <a:t>输入：操作边界与字段</a:t>
            </a:r>
          </a:p>
          <a:p xmlns:a="http://schemas.openxmlformats.org/drawingml/2006/main">
            <a:r>
              <a:t>输出：类型约束的观测事件</a:t>
            </a:r>
          </a:p>
          <a:p xmlns:a="http://schemas.openxmlformats.org/drawingml/2006/main">
            <a:r>
              <a:t>入口线索：defineTelemetrySchema / createTypedSpanStarter</a:t>
            </a:r>
          </a:p>
          <a:p xmlns:a="http://schemas.openxmlformats.org/drawingml/2006/main">
            <a:r>
              <a:t>职责：上下文显式传入，没有全局当前 span 或内置 exporter。</a:t>
            </a:r>
          </a:p>
          <a:p xmlns:a="http://schemas.openxmlformats.org/drawingml/2006/main">
            <a:r>
              <a:t>源码：packages/telemetry/src/index.ts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选择记录适配器</a:t>
            </a:r>
          </a:p>
          <a:p xmlns:a="http://schemas.openxmlformats.org/drawingml/2006/main">
            <a:r>
              <a:t>比较 NOOP 与内存 recorder，检查包没有内置全局 current span 或生产 exporter。</a:t>
            </a:r>
          </a:p>
          <a:p xmlns:a="http://schemas.openxmlformats.org/drawingml/2006/main">
            <a:r>
              <a:t>输入：TelemetryContext</a:t>
            </a:r>
          </a:p>
          <a:p xmlns:a="http://schemas.openxmlformats.org/drawingml/2006/main">
            <a:r>
              <a:t>输出：记录或无操作行为</a:t>
            </a:r>
          </a:p>
          <a:p xmlns:a="http://schemas.openxmlformats.org/drawingml/2006/main">
            <a:r>
              <a:t>入口线索：NOOP_TELEMETRY_CONTEXT / InMemoryTelemetryContext</a:t>
            </a:r>
          </a:p>
          <a:p xmlns:a="http://schemas.openxmlformats.org/drawingml/2006/main">
            <a:r>
              <a:t>职责：生产导出后端由应用提供适配。</a:t>
            </a:r>
          </a:p>
          <a:p xmlns:a="http://schemas.openxmlformats.org/drawingml/2006/main">
            <a:r>
              <a:t>源码：packages/telemetry/src/memory.ts</a:t>
            </a:r>
          </a:p>
          <a:p xmlns:a="http://schemas.openxmlformats.org/drawingml/2006/main">
            <a:r>
              <a:t>packages/telemetry/src/noop.ts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验证并分析</a:t>
            </a:r>
          </a:p>
          <a:p xmlns:a="http://schemas.openxmlformats.org/drawingml/2006/main">
            <a:r>
              <a:t>运行适配器一致性用例，再结合工程分析脚本定位热路径，避免从一次测量推出稳定性能结论。</a:t>
            </a:r>
          </a:p>
          <a:p xmlns:a="http://schemas.openxmlformats.org/drawingml/2006/main">
            <a:r>
              <a:t>输入：观测记录与测试</a:t>
            </a:r>
          </a:p>
          <a:p xmlns:a="http://schemas.openxmlformats.org/drawingml/2006/main">
            <a:r>
              <a:t>输出：可解释的耗时和错误位置</a:t>
            </a:r>
          </a:p>
          <a:p xmlns:a="http://schemas.openxmlformats.org/drawingml/2006/main">
            <a:r>
              <a:t>入口线索：testing 子路径</a:t>
            </a:r>
          </a:p>
          <a:p xmlns:a="http://schemas.openxmlformats.org/drawingml/2006/main">
            <a:r>
              <a:t>职责：测试入口不是自动启用的生产监控。</a:t>
            </a:r>
          </a:p>
          <a:p xmlns:a="http://schemas.openxmlformats.org/drawingml/2006/main">
            <a:r>
              <a:t>源码：packages/telemetry/src/testing/conformance.ts</a:t>
            </a:r>
          </a:p>
          <a:p xmlns:a="http://schemas.openxmlformats.org/drawingml/2006/main">
            <a:r>
              <a:t>packages/telemetry/src/testing/index.ts</a:t>
            </a:r>
          </a:p>
          <a:p xmlns:a="http://schemas.openxmlformats.org/drawingml/2006/main">
            <a:r>
              <a:t>packages/telemetry/src/testing/types.ts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失败与恢复：诊断记录不是业务状态；异步操作跨越时遗漏上下文会断开关联，日志存在不代表 span 正确结束。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练习：构造父子操作和一次异常，用内存 recorder 断言事件、结束状态和上下文关联。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参考判断：适配器应满足一致性契约；生产导出需要应用自行接入。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功能编号：UI-24, SES-24, SES-25, TEL-01, TEL-02, TEL-03, TEL-04, TEL-05, TEL-06, TEL-07, TEL-08, TEL-09, TEL-10, TEL-11, OTH-50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packages/telemetry/README.md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packages/coding-agent/test/crash-log.test.ts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>packages/telemetry/test/conformance.test.ts</a:t>
            </a:r>
          </a:p>
          <a:p xmlns:a="http://schemas.openxmlformats.org/drawingml/2006/main">
            <a:r>
              <a:t>packages/telemetry/test/telemetry.test.ts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请求变慢或失败，但需要知道耗时发生在哪一层。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明确观测数据</a:t>
            </a:r>
          </a:p>
          <a:p xmlns:a="http://schemas.openxmlformats.org/drawingml/2006/main">
            <a:r>
              <a:t>区分 crash log、timings、请求诊断和 bug report，检查本地收集与上传分开的入口。</a:t>
            </a:r>
          </a:p>
          <a:p xmlns:a="http://schemas.openxmlformats.org/drawingml/2006/main">
            <a:r>
              <a:t>输入：错误或耗时现象</a:t>
            </a:r>
          </a:p>
          <a:p xmlns:a="http://schemas.openxmlformats.org/drawingml/2006/main">
            <a:r>
              <a:t>输出：可定位的诊断记录</a:t>
            </a:r>
          </a:p>
          <a:p xmlns:a="http://schemas.openxmlformats.org/drawingml/2006/main">
            <a:r>
              <a:t>入口线索：/bug；诊断事件</a:t>
            </a:r>
          </a:p>
          <a:p xmlns:a="http://schemas.openxmlformats.org/drawingml/2006/main">
            <a:r>
              <a:t>职责：诊断数据可能含运行上下文；报告上传与本地记录分别处理。</a:t>
            </a:r>
          </a:p>
          <a:p xmlns:a="http://schemas.openxmlformats.org/drawingml/2006/main">
            <a:r>
              <a:t>源码：packages/coding-agent/src/core/bug-report-upload.ts</a:t>
            </a:r>
          </a:p>
          <a:p xmlns:a="http://schemas.openxmlformats.org/drawingml/2006/main">
            <a:r>
              <a:t>packages/coding-agent/src/core/bug-report.ts</a:t>
            </a:r>
          </a:p>
          <a:p xmlns:a="http://schemas.openxmlformats.org/drawingml/2006/main">
            <a:r>
              <a:t>packages/coding-agent/src/core/crash-log.ts</a:t>
            </a:r>
          </a:p>
          <a:p xmlns:a="http://schemas.openxmlformats.org/drawingml/2006/main">
            <a:r>
              <a:t>packages/coding-agent/src/core/diagnostics.ts</a:t>
            </a:r>
          </a:p>
          <a:p xmlns:a="http://schemas.openxmlformats.org/drawingml/2006/main">
            <a:r>
              <a:t>packages/coding-agent/src/core/telemetry.ts</a:t>
            </a:r>
          </a:p>
          <a:p xmlns:a="http://schemas.openxmlformats.org/drawingml/2006/main">
            <a:r>
              <a:t>packages/coding-agent/src/core/timings.ts</a:t>
            </a:r>
          </a:p>
          <a:p xmlns:a="http://schemas.openxmlformats.org/drawingml/2006/main">
            <a:r>
              <a:t>packages/coding-agent/src/modes/interactive/bug-report.ts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定义类型化 Span</a:t>
            </a:r>
          </a:p>
          <a:p xmlns:a="http://schemas.openxmlformats.org/drawingml/2006/main">
            <a:r>
              <a:t>阅读 schema、属性、事件和 createTypedSpanStarter，把上下文显式传入操作。</a:t>
            </a:r>
          </a:p>
          <a:p xmlns:a="http://schemas.openxmlformats.org/drawingml/2006/main">
            <a:r>
              <a:t>输入：操作边界与字段</a:t>
            </a:r>
          </a:p>
          <a:p xmlns:a="http://schemas.openxmlformats.org/drawingml/2006/main">
            <a:r>
              <a:t>输出：类型约束的观测事件</a:t>
            </a:r>
          </a:p>
          <a:p xmlns:a="http://schemas.openxmlformats.org/drawingml/2006/main">
            <a:r>
              <a:t>入口线索：defineTelemetrySchema / createTypedSpanStarter</a:t>
            </a:r>
          </a:p>
          <a:p xmlns:a="http://schemas.openxmlformats.org/drawingml/2006/main">
            <a:r>
              <a:t>职责：上下文显式传入，没有全局当前 span 或内置 exporter。</a:t>
            </a:r>
          </a:p>
          <a:p xmlns:a="http://schemas.openxmlformats.org/drawingml/2006/main">
            <a:r>
              <a:t>源码：packages/telemetry/src/index.ts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选择记录适配器</a:t>
            </a:r>
          </a:p>
          <a:p xmlns:a="http://schemas.openxmlformats.org/drawingml/2006/main">
            <a:r>
              <a:t>比较 NOOP 与内存 recorder，检查包没有内置全局 current span 或生产 exporter。</a:t>
            </a:r>
          </a:p>
          <a:p xmlns:a="http://schemas.openxmlformats.org/drawingml/2006/main">
            <a:r>
              <a:t>输入：TelemetryContext</a:t>
            </a:r>
          </a:p>
          <a:p xmlns:a="http://schemas.openxmlformats.org/drawingml/2006/main">
            <a:r>
              <a:t>输出：记录或无操作行为</a:t>
            </a:r>
          </a:p>
          <a:p xmlns:a="http://schemas.openxmlformats.org/drawingml/2006/main">
            <a:r>
              <a:t>入口线索：NOOP_TELEMETRY_CONTEXT / InMemoryTelemetryContext</a:t>
            </a:r>
          </a:p>
          <a:p xmlns:a="http://schemas.openxmlformats.org/drawingml/2006/main">
            <a:r>
              <a:t>职责：生产导出后端由应用提供适配。</a:t>
            </a:r>
          </a:p>
          <a:p xmlns:a="http://schemas.openxmlformats.org/drawingml/2006/main">
            <a:r>
              <a:t>源码：packages/telemetry/src/memory.ts</a:t>
            </a:r>
          </a:p>
          <a:p xmlns:a="http://schemas.openxmlformats.org/drawingml/2006/main">
            <a:r>
              <a:t>packages/telemetry/src/noop.ts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验证并分析</a:t>
            </a:r>
          </a:p>
          <a:p xmlns:a="http://schemas.openxmlformats.org/drawingml/2006/main">
            <a:r>
              <a:t>运行适配器一致性用例，再结合工程分析脚本定位热路径，避免从一次测量推出稳定性能结论。</a:t>
            </a:r>
          </a:p>
          <a:p xmlns:a="http://schemas.openxmlformats.org/drawingml/2006/main">
            <a:r>
              <a:t>输入：观测记录与测试</a:t>
            </a:r>
          </a:p>
          <a:p xmlns:a="http://schemas.openxmlformats.org/drawingml/2006/main">
            <a:r>
              <a:t>输出：可解释的耗时和错误位置</a:t>
            </a:r>
          </a:p>
          <a:p xmlns:a="http://schemas.openxmlformats.org/drawingml/2006/main">
            <a:r>
              <a:t>入口线索：testing 子路径</a:t>
            </a:r>
          </a:p>
          <a:p xmlns:a="http://schemas.openxmlformats.org/drawingml/2006/main">
            <a:r>
              <a:t>职责：测试入口不是自动启用的生产监控。</a:t>
            </a:r>
          </a:p>
          <a:p xmlns:a="http://schemas.openxmlformats.org/drawingml/2006/main">
            <a:r>
              <a:t>源码：packages/telemetry/src/testing/conformance.ts</a:t>
            </a:r>
          </a:p>
          <a:p xmlns:a="http://schemas.openxmlformats.org/drawingml/2006/main">
            <a:r>
              <a:t>packages/telemetry/src/testing/index.ts</a:t>
            </a:r>
          </a:p>
          <a:p xmlns:a="http://schemas.openxmlformats.org/drawingml/2006/main">
            <a:r>
              <a:t>packages/telemetry/src/testing/types.ts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失败与恢复：诊断记录不是业务状态；异步操作跨越时遗漏上下文会断开关联，日志存在不代表 span 正确结束。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练习：构造父子操作和一次异常，用内存 recorder 断言事件、结束状态和上下文关联。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参考判断：适配器应满足一致性契约；生产导出需要应用自行接入。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功能编号：UI-24, SES-24, SES-25, TEL-01, TEL-02, TEL-03, TEL-04, TEL-05, TEL-06, TEL-07, TEL-08, TEL-09, TEL-10, TEL-11, OTH-50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packages/telemetry/README.md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packages/coding-agent/test/crash-log.test.ts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>packages/telemetry/test/conformance.test.ts</a:t>
            </a:r>
          </a:p>
          <a:p xmlns:a="http://schemas.openxmlformats.org/drawingml/2006/main">
            <a:r>
              <a:t>packages/telemetry/test/telemetry.test.ts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请求变慢或失败，但需要知道耗时发生在哪一层。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明确观测数据</a:t>
            </a:r>
          </a:p>
          <a:p xmlns:a="http://schemas.openxmlformats.org/drawingml/2006/main">
            <a:r>
              <a:t>区分 crash log、timings、请求诊断和 bug report，检查本地收集与上传分开的入口。</a:t>
            </a:r>
          </a:p>
          <a:p xmlns:a="http://schemas.openxmlformats.org/drawingml/2006/main">
            <a:r>
              <a:t>输入：错误或耗时现象</a:t>
            </a:r>
          </a:p>
          <a:p xmlns:a="http://schemas.openxmlformats.org/drawingml/2006/main">
            <a:r>
              <a:t>输出：可定位的诊断记录</a:t>
            </a:r>
          </a:p>
          <a:p xmlns:a="http://schemas.openxmlformats.org/drawingml/2006/main">
            <a:r>
              <a:t>入口线索：/bug；诊断事件</a:t>
            </a:r>
          </a:p>
          <a:p xmlns:a="http://schemas.openxmlformats.org/drawingml/2006/main">
            <a:r>
              <a:t>职责：诊断数据可能含运行上下文；报告上传与本地记录分别处理。</a:t>
            </a:r>
          </a:p>
          <a:p xmlns:a="http://schemas.openxmlformats.org/drawingml/2006/main">
            <a:r>
              <a:t>源码：packages/coding-agent/src/core/bug-report-upload.ts</a:t>
            </a:r>
          </a:p>
          <a:p xmlns:a="http://schemas.openxmlformats.org/drawingml/2006/main">
            <a:r>
              <a:t>packages/coding-agent/src/core/bug-report.ts</a:t>
            </a:r>
          </a:p>
          <a:p xmlns:a="http://schemas.openxmlformats.org/drawingml/2006/main">
            <a:r>
              <a:t>packages/coding-agent/src/core/crash-log.ts</a:t>
            </a:r>
          </a:p>
          <a:p xmlns:a="http://schemas.openxmlformats.org/drawingml/2006/main">
            <a:r>
              <a:t>packages/coding-agent/src/core/diagnostics.ts</a:t>
            </a:r>
          </a:p>
          <a:p xmlns:a="http://schemas.openxmlformats.org/drawingml/2006/main">
            <a:r>
              <a:t>packages/coding-agent/src/core/telemetry.ts</a:t>
            </a:r>
          </a:p>
          <a:p xmlns:a="http://schemas.openxmlformats.org/drawingml/2006/main">
            <a:r>
              <a:t>packages/coding-agent/src/core/timings.ts</a:t>
            </a:r>
          </a:p>
          <a:p xmlns:a="http://schemas.openxmlformats.org/drawingml/2006/main">
            <a:r>
              <a:t>packages/coding-agent/src/modes/interactive/bug-report.ts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定义类型化 Span</a:t>
            </a:r>
          </a:p>
          <a:p xmlns:a="http://schemas.openxmlformats.org/drawingml/2006/main">
            <a:r>
              <a:t>阅读 schema、属性、事件和 createTypedSpanStarter，把上下文显式传入操作。</a:t>
            </a:r>
          </a:p>
          <a:p xmlns:a="http://schemas.openxmlformats.org/drawingml/2006/main">
            <a:r>
              <a:t>输入：操作边界与字段</a:t>
            </a:r>
          </a:p>
          <a:p xmlns:a="http://schemas.openxmlformats.org/drawingml/2006/main">
            <a:r>
              <a:t>输出：类型约束的观测事件</a:t>
            </a:r>
          </a:p>
          <a:p xmlns:a="http://schemas.openxmlformats.org/drawingml/2006/main">
            <a:r>
              <a:t>入口线索：defineTelemetrySchema / createTypedSpanStarter</a:t>
            </a:r>
          </a:p>
          <a:p xmlns:a="http://schemas.openxmlformats.org/drawingml/2006/main">
            <a:r>
              <a:t>职责：上下文显式传入，没有全局当前 span 或内置 exporter。</a:t>
            </a:r>
          </a:p>
          <a:p xmlns:a="http://schemas.openxmlformats.org/drawingml/2006/main">
            <a:r>
              <a:t>源码：packages/telemetry/src/index.ts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选择记录适配器</a:t>
            </a:r>
          </a:p>
          <a:p xmlns:a="http://schemas.openxmlformats.org/drawingml/2006/main">
            <a:r>
              <a:t>比较 NOOP 与内存 recorder，检查包没有内置全局 current span 或生产 exporter。</a:t>
            </a:r>
          </a:p>
          <a:p xmlns:a="http://schemas.openxmlformats.org/drawingml/2006/main">
            <a:r>
              <a:t>输入：TelemetryContext</a:t>
            </a:r>
          </a:p>
          <a:p xmlns:a="http://schemas.openxmlformats.org/drawingml/2006/main">
            <a:r>
              <a:t>输出：记录或无操作行为</a:t>
            </a:r>
          </a:p>
          <a:p xmlns:a="http://schemas.openxmlformats.org/drawingml/2006/main">
            <a:r>
              <a:t>入口线索：NOOP_TELEMETRY_CONTEXT / InMemoryTelemetryContext</a:t>
            </a:r>
          </a:p>
          <a:p xmlns:a="http://schemas.openxmlformats.org/drawingml/2006/main">
            <a:r>
              <a:t>职责：生产导出后端由应用提供适配。</a:t>
            </a:r>
          </a:p>
          <a:p xmlns:a="http://schemas.openxmlformats.org/drawingml/2006/main">
            <a:r>
              <a:t>源码：packages/telemetry/src/memory.ts</a:t>
            </a:r>
          </a:p>
          <a:p xmlns:a="http://schemas.openxmlformats.org/drawingml/2006/main">
            <a:r>
              <a:t>packages/telemetry/src/noop.ts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验证并分析</a:t>
            </a:r>
          </a:p>
          <a:p xmlns:a="http://schemas.openxmlformats.org/drawingml/2006/main">
            <a:r>
              <a:t>运行适配器一致性用例，再结合工程分析脚本定位热路径，避免从一次测量推出稳定性能结论。</a:t>
            </a:r>
          </a:p>
          <a:p xmlns:a="http://schemas.openxmlformats.org/drawingml/2006/main">
            <a:r>
              <a:t>输入：观测记录与测试</a:t>
            </a:r>
          </a:p>
          <a:p xmlns:a="http://schemas.openxmlformats.org/drawingml/2006/main">
            <a:r>
              <a:t>输出：可解释的耗时和错误位置</a:t>
            </a:r>
          </a:p>
          <a:p xmlns:a="http://schemas.openxmlformats.org/drawingml/2006/main">
            <a:r>
              <a:t>入口线索：testing 子路径</a:t>
            </a:r>
          </a:p>
          <a:p xmlns:a="http://schemas.openxmlformats.org/drawingml/2006/main">
            <a:r>
              <a:t>职责：测试入口不是自动启用的生产监控。</a:t>
            </a:r>
          </a:p>
          <a:p xmlns:a="http://schemas.openxmlformats.org/drawingml/2006/main">
            <a:r>
              <a:t>源码：packages/telemetry/src/testing/conformance.ts</a:t>
            </a:r>
          </a:p>
          <a:p xmlns:a="http://schemas.openxmlformats.org/drawingml/2006/main">
            <a:r>
              <a:t>packages/telemetry/src/testing/index.ts</a:t>
            </a:r>
          </a:p>
          <a:p xmlns:a="http://schemas.openxmlformats.org/drawingml/2006/main">
            <a:r>
              <a:t>packages/telemetry/src/testing/types.ts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失败与恢复：诊断记录不是业务状态；异步操作跨越时遗漏上下文会断开关联，日志存在不代表 span 正确结束。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练习：构造父子操作和一次异常，用内存 recorder 断言事件、结束状态和上下文关联。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参考判断：适配器应满足一致性契约；生产导出需要应用自行接入。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功能编号：UI-24, SES-24, SES-25, TEL-01, TEL-02, TEL-03, TEL-04, TEL-05, TEL-06, TEL-07, TEL-08, TEL-09, TEL-10, TEL-11, OTH-50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packages/telemetry/README.md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packages/coding-agent/test/crash-log.test.ts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>packages/telemetry/test/conformance.test.ts</a:t>
            </a:r>
          </a:p>
          <a:p xmlns:a="http://schemas.openxmlformats.org/drawingml/2006/main">
            <a:r>
              <a:t>packages/telemetry/test/telemetry.test.ts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你想知道文档或实现变化是否改善模型行为。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制定比较计划</a:t>
            </a:r>
          </a:p>
          <a:p xmlns:a="http://schemas.openxmlformats.org/drawingml/2006/main">
            <a:r>
              <a:t>从 plan 读取模型、文档条件、任务和重复次数，确认哪些条件应配对。</a:t>
            </a:r>
          </a:p>
          <a:p xmlns:a="http://schemas.openxmlformats.org/drawingml/2006/main">
            <a:r>
              <a:t>输入：评测问题</a:t>
            </a:r>
          </a:p>
          <a:p xmlns:a="http://schemas.openxmlformats.org/drawingml/2006/main">
            <a:r>
              <a:t>输出：可对照实验计划</a:t>
            </a:r>
          </a:p>
          <a:p xmlns:a="http://schemas.openxmlformats.org/drawingml/2006/main">
            <a:r>
              <a:t>入口线索：eval:docs / eval:host</a:t>
            </a:r>
          </a:p>
          <a:p xmlns:a="http://schemas.openxmlformats.org/drawingml/2006/main">
            <a:r>
              <a:t>职责：可能需要真实模型与网络；本次索引不执行评测。</a:t>
            </a:r>
          </a:p>
          <a:p xmlns:a="http://schemas.openxmlformats.org/drawingml/2006/main">
            <a:r>
              <a:t>源码：packages/evals/src/cli.ts</a:t>
            </a:r>
          </a:p>
          <a:p xmlns:a="http://schemas.openxmlformats.org/drawingml/2006/main">
            <a:r>
              <a:t>packages/evals/src/docker.ts</a:t>
            </a:r>
          </a:p>
          <a:p xmlns:a="http://schemas.openxmlformats.org/drawingml/2006/main">
            <a:r>
              <a:t>packages/evals/src/plan.ts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核对运行前置</a:t>
            </a:r>
          </a:p>
          <a:p xmlns:a="http://schemas.openxmlformats.org/drawingml/2006/main">
            <a:r>
              <a:t>阅读 Docker/host runner 的环境、凭据与工作目录要求；源码学习阶段先检查计划而不发起付费运行。</a:t>
            </a:r>
          </a:p>
          <a:p xmlns:a="http://schemas.openxmlformats.org/drawingml/2006/main">
            <a:r>
              <a:t>输入：计划与运行环境</a:t>
            </a:r>
          </a:p>
          <a:p xmlns:a="http://schemas.openxmlformats.org/drawingml/2006/main">
            <a:r>
              <a:t>输出：可执行实验配置</a:t>
            </a:r>
          </a:p>
          <a:p xmlns:a="http://schemas.openxmlformats.org/drawingml/2006/main">
            <a:r>
              <a:t>入口线索：eval:docs / eval:host</a:t>
            </a:r>
          </a:p>
          <a:p xmlns:a="http://schemas.openxmlformats.org/drawingml/2006/main">
            <a:r>
              <a:t>职责：可能需要真实模型与网络；本次索引不执行评测。</a:t>
            </a:r>
          </a:p>
          <a:p xmlns:a="http://schemas.openxmlformats.org/drawingml/2006/main">
            <a:r>
              <a:t>源码：packages/evals/src/cli.ts</a:t>
            </a:r>
          </a:p>
          <a:p xmlns:a="http://schemas.openxmlformats.org/drawingml/2006/main">
            <a:r>
              <a:t>packages/evals/src/docker.ts</a:t>
            </a:r>
          </a:p>
          <a:p xmlns:a="http://schemas.openxmlformats.org/drawingml/2006/main">
            <a:r>
              <a:t>packages/evals/src/plan.ts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读取单次观测</a:t>
            </a:r>
          </a:p>
          <a:p xmlns:a="http://schemas.openxmlformats.org/drawingml/2006/main">
            <a:r>
              <a:t>区分任务成功、评分、缺失和重复记录，记录每个实验的有效性。</a:t>
            </a:r>
          </a:p>
          <a:p xmlns:a="http://schemas.openxmlformats.org/drawingml/2006/main">
            <a:r>
              <a:t>输入：评测产物</a:t>
            </a:r>
          </a:p>
          <a:p xmlns:a="http://schemas.openxmlformats.org/drawingml/2006/main">
            <a:r>
              <a:t>输出：可信的配对数据</a:t>
            </a:r>
          </a:p>
          <a:p xmlns:a="http://schemas.openxmlformats.org/drawingml/2006/main">
            <a:r>
              <a:t>入口线索：report / harness</a:t>
            </a:r>
          </a:p>
          <a:p xmlns:a="http://schemas.openxmlformats.org/drawingml/2006/main">
            <a:r>
              <a:t>职责：缺失、重复或未计分的实验会阻止总体效果结论。</a:t>
            </a:r>
          </a:p>
          <a:p xmlns:a="http://schemas.openxmlformats.org/drawingml/2006/main">
            <a:r>
              <a:t>源码：packages/evals/src/harness.ts</a:t>
            </a:r>
          </a:p>
          <a:p xmlns:a="http://schemas.openxmlformats.org/drawingml/2006/main">
            <a:r>
              <a:t>packages/evals/src/report.ts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比较并解释限制</a:t>
            </a:r>
          </a:p>
          <a:p xmlns:a="http://schemas.openxmlformats.org/drawingml/2006/main">
            <a:r>
              <a:t>检查报告如何处理未计分和缺失样本，不能把不完整运行合成整体改善结论。</a:t>
            </a:r>
          </a:p>
          <a:p xmlns:a="http://schemas.openxmlformats.org/drawingml/2006/main">
            <a:r>
              <a:t>输入：有效配对观测</a:t>
            </a:r>
          </a:p>
          <a:p xmlns:a="http://schemas.openxmlformats.org/drawingml/2006/main">
            <a:r>
              <a:t>输出：有适用范围的报告</a:t>
            </a:r>
          </a:p>
          <a:p xmlns:a="http://schemas.openxmlformats.org/drawingml/2006/main">
            <a:r>
              <a:t>入口线索：report / harness</a:t>
            </a:r>
          </a:p>
          <a:p xmlns:a="http://schemas.openxmlformats.org/drawingml/2006/main">
            <a:r>
              <a:t>职责：缺失、重复或未计分的实验会阻止总体效果结论。</a:t>
            </a:r>
          </a:p>
          <a:p xmlns:a="http://schemas.openxmlformats.org/drawingml/2006/main">
            <a:r>
              <a:t>源码：packages/evals/src/harness.ts</a:t>
            </a:r>
          </a:p>
          <a:p xmlns:a="http://schemas.openxmlformats.org/drawingml/2006/main">
            <a:r>
              <a:t>packages/evals/src/report.ts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失败与恢复：真实评测需要网络、容器或模型成本；静态验证计划不能宣称模型效果已经改善。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练习：阅读一份报告逻辑，构造一个缺失配对的输入，说明为何不能给总体效果结论。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参考判断：先满足数据有效性和可比性，再计算效果；缺失或重复必须显式报告。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功能编号：EV-01, EV-02, EV-03, EV-04, EV-05, EV-06, EV-07, EV-08, EV-09, EV-10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packages/evals/README.md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packages/evals/test/plan.test.ts</a:t>
            </a:r>
          </a:p>
          <a:p xmlns:a="http://schemas.openxmlformats.org/drawingml/2006/main">
            <a:r>
              <a:t>packages/evals/test/report.test.ts</a:t>
            </a:r>
          </a:p>
          <a:p xmlns:a="http://schemas.openxmlformats.org/drawingml/2006/main">
            <a:r>
              <a:t>packages/evals/test/harness.test.ts</a:t>
            </a:r>
          </a:p>
          <a:p xmlns:a="http://schemas.openxmlformats.org/drawingml/2006/main">
            <a:r>
              <a:t>packages/evals/test/comparison.test.ts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你想知道文档或实现变化是否改善模型行为。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制定比较计划</a:t>
            </a:r>
          </a:p>
          <a:p xmlns:a="http://schemas.openxmlformats.org/drawingml/2006/main">
            <a:r>
              <a:t>从 plan 读取模型、文档条件、任务和重复次数，确认哪些条件应配对。</a:t>
            </a:r>
          </a:p>
          <a:p xmlns:a="http://schemas.openxmlformats.org/drawingml/2006/main">
            <a:r>
              <a:t>输入：评测问题</a:t>
            </a:r>
          </a:p>
          <a:p xmlns:a="http://schemas.openxmlformats.org/drawingml/2006/main">
            <a:r>
              <a:t>输出：可对照实验计划</a:t>
            </a:r>
          </a:p>
          <a:p xmlns:a="http://schemas.openxmlformats.org/drawingml/2006/main">
            <a:r>
              <a:t>入口线索：eval:docs / eval:host</a:t>
            </a:r>
          </a:p>
          <a:p xmlns:a="http://schemas.openxmlformats.org/drawingml/2006/main">
            <a:r>
              <a:t>职责：可能需要真实模型与网络；本次索引不执行评测。</a:t>
            </a:r>
          </a:p>
          <a:p xmlns:a="http://schemas.openxmlformats.org/drawingml/2006/main">
            <a:r>
              <a:t>源码：packages/evals/src/cli.ts</a:t>
            </a:r>
          </a:p>
          <a:p xmlns:a="http://schemas.openxmlformats.org/drawingml/2006/main">
            <a:r>
              <a:t>packages/evals/src/docker.ts</a:t>
            </a:r>
          </a:p>
          <a:p xmlns:a="http://schemas.openxmlformats.org/drawingml/2006/main">
            <a:r>
              <a:t>packages/evals/src/plan.ts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核对运行前置</a:t>
            </a:r>
          </a:p>
          <a:p xmlns:a="http://schemas.openxmlformats.org/drawingml/2006/main">
            <a:r>
              <a:t>阅读 Docker/host runner 的环境、凭据与工作目录要求；源码学习阶段先检查计划而不发起付费运行。</a:t>
            </a:r>
          </a:p>
          <a:p xmlns:a="http://schemas.openxmlformats.org/drawingml/2006/main">
            <a:r>
              <a:t>输入：计划与运行环境</a:t>
            </a:r>
          </a:p>
          <a:p xmlns:a="http://schemas.openxmlformats.org/drawingml/2006/main">
            <a:r>
              <a:t>输出：可执行实验配置</a:t>
            </a:r>
          </a:p>
          <a:p xmlns:a="http://schemas.openxmlformats.org/drawingml/2006/main">
            <a:r>
              <a:t>入口线索：eval:docs / eval:host</a:t>
            </a:r>
          </a:p>
          <a:p xmlns:a="http://schemas.openxmlformats.org/drawingml/2006/main">
            <a:r>
              <a:t>职责：可能需要真实模型与网络；本次索引不执行评测。</a:t>
            </a:r>
          </a:p>
          <a:p xmlns:a="http://schemas.openxmlformats.org/drawingml/2006/main">
            <a:r>
              <a:t>源码：packages/evals/src/cli.ts</a:t>
            </a:r>
          </a:p>
          <a:p xmlns:a="http://schemas.openxmlformats.org/drawingml/2006/main">
            <a:r>
              <a:t>packages/evals/src/docker.ts</a:t>
            </a:r>
          </a:p>
          <a:p xmlns:a="http://schemas.openxmlformats.org/drawingml/2006/main">
            <a:r>
              <a:t>packages/evals/src/plan.ts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读取单次观测</a:t>
            </a:r>
          </a:p>
          <a:p xmlns:a="http://schemas.openxmlformats.org/drawingml/2006/main">
            <a:r>
              <a:t>区分任务成功、评分、缺失和重复记录，记录每个实验的有效性。</a:t>
            </a:r>
          </a:p>
          <a:p xmlns:a="http://schemas.openxmlformats.org/drawingml/2006/main">
            <a:r>
              <a:t>输入：评测产物</a:t>
            </a:r>
          </a:p>
          <a:p xmlns:a="http://schemas.openxmlformats.org/drawingml/2006/main">
            <a:r>
              <a:t>输出：可信的配对数据</a:t>
            </a:r>
          </a:p>
          <a:p xmlns:a="http://schemas.openxmlformats.org/drawingml/2006/main">
            <a:r>
              <a:t>入口线索：report / harness</a:t>
            </a:r>
          </a:p>
          <a:p xmlns:a="http://schemas.openxmlformats.org/drawingml/2006/main">
            <a:r>
              <a:t>职责：缺失、重复或未计分的实验会阻止总体效果结论。</a:t>
            </a:r>
          </a:p>
          <a:p xmlns:a="http://schemas.openxmlformats.org/drawingml/2006/main">
            <a:r>
              <a:t>源码：packages/evals/src/harness.ts</a:t>
            </a:r>
          </a:p>
          <a:p xmlns:a="http://schemas.openxmlformats.org/drawingml/2006/main">
            <a:r>
              <a:t>packages/evals/src/report.ts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比较并解释限制</a:t>
            </a:r>
          </a:p>
          <a:p xmlns:a="http://schemas.openxmlformats.org/drawingml/2006/main">
            <a:r>
              <a:t>检查报告如何处理未计分和缺失样本，不能把不完整运行合成整体改善结论。</a:t>
            </a:r>
          </a:p>
          <a:p xmlns:a="http://schemas.openxmlformats.org/drawingml/2006/main">
            <a:r>
              <a:t>输入：有效配对观测</a:t>
            </a:r>
          </a:p>
          <a:p xmlns:a="http://schemas.openxmlformats.org/drawingml/2006/main">
            <a:r>
              <a:t>输出：有适用范围的报告</a:t>
            </a:r>
          </a:p>
          <a:p xmlns:a="http://schemas.openxmlformats.org/drawingml/2006/main">
            <a:r>
              <a:t>入口线索：report / harness</a:t>
            </a:r>
          </a:p>
          <a:p xmlns:a="http://schemas.openxmlformats.org/drawingml/2006/main">
            <a:r>
              <a:t>职责：缺失、重复或未计分的实验会阻止总体效果结论。</a:t>
            </a:r>
          </a:p>
          <a:p xmlns:a="http://schemas.openxmlformats.org/drawingml/2006/main">
            <a:r>
              <a:t>源码：packages/evals/src/harness.ts</a:t>
            </a:r>
          </a:p>
          <a:p xmlns:a="http://schemas.openxmlformats.org/drawingml/2006/main">
            <a:r>
              <a:t>packages/evals/src/report.ts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失败与恢复：真实评测需要网络、容器或模型成本；静态验证计划不能宣称模型效果已经改善。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练习：阅读一份报告逻辑，构造一个缺失配对的输入，说明为何不能给总体效果结论。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参考判断：先满足数据有效性和可比性，再计算效果；缺失或重复必须显式报告。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功能编号：EV-01, EV-02, EV-03, EV-04, EV-05, EV-06, EV-07, EV-08, EV-09, EV-10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packages/evals/README.md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packages/evals/test/plan.test.ts</a:t>
            </a:r>
          </a:p>
          <a:p xmlns:a="http://schemas.openxmlformats.org/drawingml/2006/main">
            <a:r>
              <a:t>packages/evals/test/report.test.ts</a:t>
            </a:r>
          </a:p>
          <a:p xmlns:a="http://schemas.openxmlformats.org/drawingml/2006/main">
            <a:r>
              <a:t>packages/evals/test/harness.test.ts</a:t>
            </a:r>
          </a:p>
          <a:p xmlns:a="http://schemas.openxmlformats.org/drawingml/2006/main">
            <a:r>
              <a:t>packages/evals/test/comparison.test.ts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你想知道文档或实现变化是否改善模型行为。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制定比较计划</a:t>
            </a:r>
          </a:p>
          <a:p xmlns:a="http://schemas.openxmlformats.org/drawingml/2006/main">
            <a:r>
              <a:t>从 plan 读取模型、文档条件、任务和重复次数，确认哪些条件应配对。</a:t>
            </a:r>
          </a:p>
          <a:p xmlns:a="http://schemas.openxmlformats.org/drawingml/2006/main">
            <a:r>
              <a:t>输入：评测问题</a:t>
            </a:r>
          </a:p>
          <a:p xmlns:a="http://schemas.openxmlformats.org/drawingml/2006/main">
            <a:r>
              <a:t>输出：可对照实验计划</a:t>
            </a:r>
          </a:p>
          <a:p xmlns:a="http://schemas.openxmlformats.org/drawingml/2006/main">
            <a:r>
              <a:t>入口线索：eval:docs / eval:host</a:t>
            </a:r>
          </a:p>
          <a:p xmlns:a="http://schemas.openxmlformats.org/drawingml/2006/main">
            <a:r>
              <a:t>职责：可能需要真实模型与网络；本次索引不执行评测。</a:t>
            </a:r>
          </a:p>
          <a:p xmlns:a="http://schemas.openxmlformats.org/drawingml/2006/main">
            <a:r>
              <a:t>源码：packages/evals/src/cli.ts</a:t>
            </a:r>
          </a:p>
          <a:p xmlns:a="http://schemas.openxmlformats.org/drawingml/2006/main">
            <a:r>
              <a:t>packages/evals/src/docker.ts</a:t>
            </a:r>
          </a:p>
          <a:p xmlns:a="http://schemas.openxmlformats.org/drawingml/2006/main">
            <a:r>
              <a:t>packages/evals/src/plan.ts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核对运行前置</a:t>
            </a:r>
          </a:p>
          <a:p xmlns:a="http://schemas.openxmlformats.org/drawingml/2006/main">
            <a:r>
              <a:t>阅读 Docker/host runner 的环境、凭据与工作目录要求；源码学习阶段先检查计划而不发起付费运行。</a:t>
            </a:r>
          </a:p>
          <a:p xmlns:a="http://schemas.openxmlformats.org/drawingml/2006/main">
            <a:r>
              <a:t>输入：计划与运行环境</a:t>
            </a:r>
          </a:p>
          <a:p xmlns:a="http://schemas.openxmlformats.org/drawingml/2006/main">
            <a:r>
              <a:t>输出：可执行实验配置</a:t>
            </a:r>
          </a:p>
          <a:p xmlns:a="http://schemas.openxmlformats.org/drawingml/2006/main">
            <a:r>
              <a:t>入口线索：eval:docs / eval:host</a:t>
            </a:r>
          </a:p>
          <a:p xmlns:a="http://schemas.openxmlformats.org/drawingml/2006/main">
            <a:r>
              <a:t>职责：可能需要真实模型与网络；本次索引不执行评测。</a:t>
            </a:r>
          </a:p>
          <a:p xmlns:a="http://schemas.openxmlformats.org/drawingml/2006/main">
            <a:r>
              <a:t>源码：packages/evals/src/cli.ts</a:t>
            </a:r>
          </a:p>
          <a:p xmlns:a="http://schemas.openxmlformats.org/drawingml/2006/main">
            <a:r>
              <a:t>packages/evals/src/docker.ts</a:t>
            </a:r>
          </a:p>
          <a:p xmlns:a="http://schemas.openxmlformats.org/drawingml/2006/main">
            <a:r>
              <a:t>packages/evals/src/plan.ts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读取单次观测</a:t>
            </a:r>
          </a:p>
          <a:p xmlns:a="http://schemas.openxmlformats.org/drawingml/2006/main">
            <a:r>
              <a:t>区分任务成功、评分、缺失和重复记录，记录每个实验的有效性。</a:t>
            </a:r>
          </a:p>
          <a:p xmlns:a="http://schemas.openxmlformats.org/drawingml/2006/main">
            <a:r>
              <a:t>输入：评测产物</a:t>
            </a:r>
          </a:p>
          <a:p xmlns:a="http://schemas.openxmlformats.org/drawingml/2006/main">
            <a:r>
              <a:t>输出：可信的配对数据</a:t>
            </a:r>
          </a:p>
          <a:p xmlns:a="http://schemas.openxmlformats.org/drawingml/2006/main">
            <a:r>
              <a:t>入口线索：report / harness</a:t>
            </a:r>
          </a:p>
          <a:p xmlns:a="http://schemas.openxmlformats.org/drawingml/2006/main">
            <a:r>
              <a:t>职责：缺失、重复或未计分的实验会阻止总体效果结论。</a:t>
            </a:r>
          </a:p>
          <a:p xmlns:a="http://schemas.openxmlformats.org/drawingml/2006/main">
            <a:r>
              <a:t>源码：packages/evals/src/harness.ts</a:t>
            </a:r>
          </a:p>
          <a:p xmlns:a="http://schemas.openxmlformats.org/drawingml/2006/main">
            <a:r>
              <a:t>packages/evals/src/report.ts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比较并解释限制</a:t>
            </a:r>
          </a:p>
          <a:p xmlns:a="http://schemas.openxmlformats.org/drawingml/2006/main">
            <a:r>
              <a:t>检查报告如何处理未计分和缺失样本，不能把不完整运行合成整体改善结论。</a:t>
            </a:r>
          </a:p>
          <a:p xmlns:a="http://schemas.openxmlformats.org/drawingml/2006/main">
            <a:r>
              <a:t>输入：有效配对观测</a:t>
            </a:r>
          </a:p>
          <a:p xmlns:a="http://schemas.openxmlformats.org/drawingml/2006/main">
            <a:r>
              <a:t>输出：有适用范围的报告</a:t>
            </a:r>
          </a:p>
          <a:p xmlns:a="http://schemas.openxmlformats.org/drawingml/2006/main">
            <a:r>
              <a:t>入口线索：report / harness</a:t>
            </a:r>
          </a:p>
          <a:p xmlns:a="http://schemas.openxmlformats.org/drawingml/2006/main">
            <a:r>
              <a:t>职责：缺失、重复或未计分的实验会阻止总体效果结论。</a:t>
            </a:r>
          </a:p>
          <a:p xmlns:a="http://schemas.openxmlformats.org/drawingml/2006/main">
            <a:r>
              <a:t>源码：packages/evals/src/harness.ts</a:t>
            </a:r>
          </a:p>
          <a:p xmlns:a="http://schemas.openxmlformats.org/drawingml/2006/main">
            <a:r>
              <a:t>packages/evals/src/report.ts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失败与恢复：真实评测需要网络、容器或模型成本；静态验证计划不能宣称模型效果已经改善。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练习：阅读一份报告逻辑，构造一个缺失配对的输入，说明为何不能给总体效果结论。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参考判断：先满足数据有效性和可比性，再计算效果；缺失或重复必须显式报告。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功能编号：EV-01, EV-02, EV-03, EV-04, EV-05, EV-06, EV-07, EV-08, EV-09, EV-10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packages/evals/README.md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packages/evals/test/plan.test.ts</a:t>
            </a:r>
          </a:p>
          <a:p xmlns:a="http://schemas.openxmlformats.org/drawingml/2006/main">
            <a:r>
              <a:t>packages/evals/test/report.test.ts</a:t>
            </a:r>
          </a:p>
          <a:p xmlns:a="http://schemas.openxmlformats.org/drawingml/2006/main">
            <a:r>
              <a:t>packages/evals/test/harness.test.ts</a:t>
            </a:r>
          </a:p>
          <a:p xmlns:a="http://schemas.openxmlformats.org/drawingml/2006/main">
            <a:r>
              <a:t>packages/evals/test/comparison.test.ts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c44ea2bcc46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32d06d2fcb43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2f28395018485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180f49925341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72df1636de4d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b1977a509a49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69570E-3A7C-472C-BB4D-6DFFC64B45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CFE3CF2-641E-4B02-8DF0-7A4EE306B4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1D7B069-0D99-4162-A8AB-63CCB7AFDE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5D3FC4-279B-4B66-AC45-C975C5A2C1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8C8E65E-8165-4A38-A64F-1DAB3E5367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4531C88-2BB2-48DB-9A20-2E91D7FB3B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75DBB9-3D0F-497A-9928-D3946F5C40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FF7664-2950-4A5A-8280-2170677166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16E129-343C-41C9-B431-530F0FCAA4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81572A-A6B1-42B7-854C-20F00344A7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78cd766c404379" /><Relationship Type="http://schemas.openxmlformats.org/officeDocument/2006/relationships/slideLayout" Target="/ppt/slideLayouts/slideLayout1.xml" Id="Rb92994468dd34334" /><Relationship Type="http://schemas.openxmlformats.org/officeDocument/2006/relationships/slideLayout" Target="/ppt/slideLayouts/slideLayout2.xml" Id="R529c230f2eab4026" /><Relationship Type="http://schemas.openxmlformats.org/officeDocument/2006/relationships/slideLayout" Target="/ppt/slideLayouts/slideLayout3.xml" Id="R456c9370760141d1" /><Relationship Type="http://schemas.openxmlformats.org/officeDocument/2006/relationships/slideLayout" Target="/ppt/slideLayouts/slideLayout4.xml" Id="R13ef2ca70de84f51" /><Relationship Type="http://schemas.openxmlformats.org/officeDocument/2006/relationships/slideLayout" Target="/ppt/slideLayouts/slideLayout5.xml" Id="Rc5bbb04b4b254d69" /><Relationship Type="http://schemas.openxmlformats.org/officeDocument/2006/relationships/slideLayout" Target="/ppt/slideLayouts/slideLayout6.xml" Id="R21066dd6e6d74a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2994468dd34334"/>
    <p:sldLayoutId xmlns:r="http://schemas.openxmlformats.org/officeDocument/2006/relationships" id="2147483650" r:id="R529c230f2eab4026"/>
    <p:sldLayoutId xmlns:r="http://schemas.openxmlformats.org/officeDocument/2006/relationships" id="2147483651" r:id="R456c9370760141d1"/>
    <p:sldLayoutId xmlns:r="http://schemas.openxmlformats.org/officeDocument/2006/relationships" id="2147483652" r:id="R13ef2ca70de84f51"/>
    <p:sldLayoutId xmlns:r="http://schemas.openxmlformats.org/officeDocument/2006/relationships" id="2147483653" r:id="Rc5bbb04b4b254d69"/>
    <p:sldLayoutId xmlns:r="http://schemas.openxmlformats.org/officeDocument/2006/relationships" id="2147483654" r:id="R21066dd6e6d74a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5ee600f2d145c1" /><Relationship Type="http://schemas.openxmlformats.org/officeDocument/2006/relationships/notesSlide" Target="/ppt/notesSlides/notesSlide1.xml" Id="R4206c51bd66440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84d84291644a6e" /><Relationship Type="http://schemas.openxmlformats.org/officeDocument/2006/relationships/notesSlide" Target="/ppt/notesSlides/notesSlide2.xml" Id="R237e5e285cc04f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f4f6758a0e4154" /><Relationship Type="http://schemas.openxmlformats.org/officeDocument/2006/relationships/notesSlide" Target="/ppt/notesSlides/notesSlide3.xml" Id="R00067b7a69e246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4db5b8161145c2" /><Relationship Type="http://schemas.openxmlformats.org/officeDocument/2006/relationships/notesSlide" Target="/ppt/notesSlides/notesSlide4.xml" Id="R5a8e0d4784804d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7285f0d3b74f6b" /><Relationship Type="http://schemas.openxmlformats.org/officeDocument/2006/relationships/notesSlide" Target="/ppt/notesSlides/notesSlide5.xml" Id="Rbca25607c9b948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40b7ce45054cec" /><Relationship Type="http://schemas.openxmlformats.org/officeDocument/2006/relationships/notesSlide" Target="/ppt/notesSlides/notesSlide6.xml" Id="R676974a1f17a41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6c69d6c05d48d5" /><Relationship Type="http://schemas.openxmlformats.org/officeDocument/2006/relationships/notesSlide" Target="/ppt/notesSlides/notesSlide7.xml" Id="Rf2867a2dc1fa4c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6cc3c592514217" /><Relationship Type="http://schemas.openxmlformats.org/officeDocument/2006/relationships/notesSlide" Target="/ppt/notesSlides/notesSlide8.xml" Id="Rd07cd9893e3440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fa9d3bd7804274" /><Relationship Type="http://schemas.openxmlformats.org/officeDocument/2006/relationships/notesSlide" Target="/ppt/notesSlides/notesSlide9.xml" Id="R717c9e976a7143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653EC02-CAB7-4DEE-8C81-DB40E84B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07 测试与排错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E3FB70F-4DEE-4DF5-9C45-6C7DFA21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从复现到 faux 定向回归测试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46FFC23B-336A-4A71-B5F3-2570E3F8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某个对话边界偶发出错，需要可重复的测试，不依赖模型随机输出。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C00EAAE1-A2C8-45EF-BCD8-C4283D70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10098A00-21D4-4D8C-B536-F3E87C61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诊断、错误记录与问题报告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0822E0CD-E047-4BF6-A9FB-D74E1F67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消息、工具与多轮循环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EBBC9FB9-CEFE-48B1-9D9E-366CECF6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SDK 创建与替换运行时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8BCBDD75-43D7-4474-BD3A-62157CF4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依赖、导入与构建边界校验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327A6FF-1751-4510-BAC4-64A8F360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test-faux   /   1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995750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9E18F261-1D9E-4C28-ABF7-266D891F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07 测试与排错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F23EEA-CFC3-43FA-AECB-0A55818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从复现到 faux 定向回归测试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FD711C5D-5E04-4DD3-9D6C-974E0B9A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收缩复现条件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9B9C6742-0224-476E-8CD6-37480BE8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输入：问题现象    输出：最小复现描述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60577B72-97B0-416E-AA3C-E902D1BF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构造确定响应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126E21D6-B558-4835-8875-DE5AA527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输入：确定的模型脚本    输出：可重复事件序列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6460E0DA-DB73-4C33-8350-081DEB60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在产品 harness 验证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AC503236-05DE-405F-BE7D-0CD936EA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输入：最小会话与工具    输出：稳定的断言目标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C1C76C62-6BB6-4943-B4F7-5710F29D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定向运行与复审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001BA0A0-7110-4F19-A86A-1BA9EFDE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输入：修改与测试文件    输出：可复核验证结果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82B4A28F-5B20-43E1-BEE5-D26CA0B3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test-faux   /   2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114124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B8C5D48B-983E-490E-827A-CE4E10B3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07 测试与排错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13E62C0-4E65-4F0C-A428-6FA153CD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从复现到 faux 定向回归测试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DE1CC88E-2377-43D2-B761-4BD24A16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7503E1B3-80B3-4060-A423-9AC4D2BE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只断言内部函数被调用会漏掉实际行为错误；依赖真实模型的测试也难以证明时序边界。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5086AFA4-DE8A-42B8-AEDC-FD5D2359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296B42C1-EA4C-499D-AF8C-1EBD97B2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设计“工具被 hook 阻止时不产生副作用”的回归用例，写出输入、预期事件和最终状态。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90FF9339-7251-4F5F-A17B-6E1F6A62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test-faux   /   3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2995726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D1185A8D-498A-461D-A454-1E35BBC1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07 测试与排错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4FB554A-BC8A-4BB8-B729-8C8C9D40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日志、Span、事件与性能定位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F1CA2E43-3765-4A90-928C-5EDA02AC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请求变慢或失败，但需要知道耗时发生在哪一层。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0A6F420E-EF19-4F11-8F28-6F4F83DE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7B638363-A71F-4515-8366-54B4EB76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诊断、错误记录与问题报告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A0132A13-2410-48EC-B134-65C29B58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Span、事件与类型化 schema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CA167C7D-BA11-4FCE-897F-4A3729FD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空操作与内存参考实现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F1391024-11CB-45ED-B528-6DFD8B84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遥测适配器一致性验证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9330559E-017A-4CE5-B05F-61ECF23D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telemetry-diagnostics   /   4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9912172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77EA4E2-C83E-4D05-A9AA-2F07235D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07 测试与排错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BBADCAB-B2F0-4685-BA40-991478D7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日志、Span、事件与性能定位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ED54CD51-0753-4B31-8A5B-36F1D74A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明确观测数据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BA8690D3-8036-41AE-8DC4-26377E7A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输入：错误或耗时现象    输出：可定位的诊断记录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6C105404-E867-4856-8513-2B54078A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定义类型化 Span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CE3A9D60-7C2B-43AD-88BE-EEDEF34F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输入：操作边界与字段    输出：类型约束的观测事件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425E835F-F5E4-4C3B-8AE8-9C30DA02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选择记录适配器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12611631-1EC4-43BC-8E47-7000A5A0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输入：TelemetryContext    输出：记录或无操作行为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E71E3DE3-62F4-48DC-BCAC-EB50D9F7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验证并分析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2AC3AD1F-95A1-4CEC-ADC1-5FCD8213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输入：观测记录与测试    输出：可解释的耗时和错误位置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12E10E98-F58B-41F7-A6A3-4A0F8E9E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telemetry-diagnostics   /   5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2623962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E52214A8-12EF-4028-A2F3-65797964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07 测试与排错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DCE775D-B506-4E71-B4B1-FB2600BA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日志、Span、事件与性能定位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D8B89D4E-06F9-4885-8299-046E7B57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2A65E659-F0EA-45DC-ACDD-10C71763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诊断记录不是业务状态；异步操作跨越时遗漏上下文会断开关联，日志存在不代表 span 正确结束。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359EA71D-9820-47A4-B29A-60AFDC80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301FCCEA-5541-4892-8DDA-239A971A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构造父子操作和一次异常，用内存 recorder 断言事件、结束状态和上下文关联。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6FA18C9-6238-4786-A18C-2217D64C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telemetry-diagnostics   /   6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0892828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611B13C8-82B7-4CC7-BEDE-984772AF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07 测试与排错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B671E5A-8F2F-4906-B73B-7A4760AC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评测计划、隔离运行与结果比较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11EC5CFD-C950-4BB1-8EF3-9E845D51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你想知道文档或实现变化是否改善模型行为。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26D704AE-3016-4576-A334-3D8E9C87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F5AF3F0B-13E6-401F-A010-0E11C582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评测计划与容器运行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453ACA99-7BFD-4B76-8BAB-A6859609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结果配对与效果报告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FC4CC17-9475-4330-AC4A-39F56A58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eval-quality   /   7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8607075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B7AA9316-DC07-4CEC-9DE0-7E848084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07 测试与排错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97B3440-80A4-46CC-9D06-27E281E8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评测计划、隔离运行与结果比较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D4450D8C-5354-4766-BC17-CD788249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制定比较计划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7F69B100-3CB3-4611-BCB8-FC9707A6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输入：评测问题    输出：可对照实验计划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13CBAD90-B132-476A-8D26-9CF3CDC9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核对运行前置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F224DE54-F637-4BF7-940B-CA0027E4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输入：计划与运行环境    输出：可执行实验配置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FE0B04C8-5216-4713-B172-249841BA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读取单次观测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C3E22157-37B1-4878-A71C-AA15D601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输入：评测产物    输出：可信的配对数据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DFB94409-FBE7-4705-BF7F-6994FFA8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比较并解释限制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40B15795-45EF-48A0-8923-583604EF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输入：有效配对观测    输出：有适用范围的报告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B0D3DBD8-6AB1-4C57-9362-3B42E9CE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eval-quality   /   8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2718393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1AA017CA-2B02-4B89-9228-0B0621A6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07 测试与排错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4258F3F-B97D-4317-A423-82BCBFB5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评测计划、隔离运行与结果比较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4508AD83-5FBD-469B-ABE0-B28E8A81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451D2012-BC0E-44B4-9F84-C3F1C1EF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真实评测需要网络、容器或模型成本；静态验证计划不能宣称模型效果已经改善。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FD32D9C3-4DE8-4A44-B080-3A986A3A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713277A7-292A-4815-893D-A7B9A399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阅读一份报告逻辑，构造一个缺失配对的输入，说明为何不能给总体效果结论。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3CD5427-5EF5-471A-A1FA-51F4B5A1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eval-quality   /   9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431234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2026-10-12T14:55:51.0430000Z</dcterms:created>
  <dcterms:modified xsi:type="dcterms:W3CDTF">2026-10-12T14:55:51.0430000Z</dcterms:modified>
</coreProperties>
</file>