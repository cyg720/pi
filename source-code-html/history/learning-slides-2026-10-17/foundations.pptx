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44a1a0dc4b4cd4" /><Relationship Type="http://schemas.openxmlformats.org/officeDocument/2006/relationships/extended-properties" Target="/docProps/app.xml" Id="Rcdfd07cb17dc4af8" /><Relationship Type="http://schemas.openxmlformats.org/officeDocument/2006/relationships/officeDocument" Target="/ppt/presentation.xml" Id="R96e2415ab611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901a74ea14bb5"/>
  </p:sldMasterIdLst>
  <p:notesMasterIdLst>
    <p:notesMasterId xmlns:r="http://schemas.openxmlformats.org/officeDocument/2006/relationships" r:id="Rb2a7bd8079b74a7c"/>
  </p:notesMasterIdLst>
  <p:sldIdLst>
    <p:sldId xmlns:r="http://schemas.openxmlformats.org/officeDocument/2006/relationships" id="256" r:id="Rbb43148a558b4447"/>
    <p:sldId xmlns:r="http://schemas.openxmlformats.org/officeDocument/2006/relationships" id="257" r:id="R2318a5fada3c418a"/>
    <p:sldId xmlns:r="http://schemas.openxmlformats.org/officeDocument/2006/relationships" id="258" r:id="Rcc73f383faf546e3"/>
    <p:sldId xmlns:r="http://schemas.openxmlformats.org/officeDocument/2006/relationships" id="259" r:id="R5e4ec33a86d84c0c"/>
    <p:sldId xmlns:r="http://schemas.openxmlformats.org/officeDocument/2006/relationships" id="260" r:id="Rc41b0db47ce044cf"/>
    <p:sldId xmlns:r="http://schemas.openxmlformats.org/officeDocument/2006/relationships" id="261" r:id="Rb51ca6547d56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6780754b714965" /><Relationship Type="http://schemas.openxmlformats.org/officeDocument/2006/relationships/slideMaster" Target="/ppt/slideMasters/slideMaster1.xml" Id="R593901a74ea14bb5" /><Relationship Type="http://schemas.openxmlformats.org/officeDocument/2006/relationships/notesMaster" Target="/ppt/notesMasters/notesMaster1.xml" Id="Rb2a7bd8079b74a7c" /><Relationship Type="http://schemas.openxmlformats.org/officeDocument/2006/relationships/presProps" Target="/ppt/presProps.xml" Id="Rc7f7058df93a4ffa" /><Relationship Type="http://schemas.openxmlformats.org/officeDocument/2006/relationships/tableStyles" Target="/ppt/tableStyles.xml" Id="Ra755f2ee946d492c" /><Relationship Type="http://schemas.openxmlformats.org/officeDocument/2006/relationships/slide" Target="/ppt/slides/slide1.xml" Id="Rbb43148a558b4447" /><Relationship Type="http://schemas.openxmlformats.org/officeDocument/2006/relationships/slide" Target="/ppt/slides/slide2.xml" Id="R2318a5fada3c418a" /><Relationship Type="http://schemas.openxmlformats.org/officeDocument/2006/relationships/slide" Target="/ppt/slides/slide3.xml" Id="Rcc73f383faf546e3" /><Relationship Type="http://schemas.openxmlformats.org/officeDocument/2006/relationships/slide" Target="/ppt/slides/slide4.xml" Id="R5e4ec33a86d84c0c" /><Relationship Type="http://schemas.openxmlformats.org/officeDocument/2006/relationships/slide" Target="/ppt/slides/slide5.xml" Id="Rc41b0db47ce044cf" /><Relationship Type="http://schemas.openxmlformats.org/officeDocument/2006/relationships/slide" Target="/ppt/slides/slide6.xml" Id="Rb51ca6547d56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85177987b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3dc83db604d19" /><Relationship Type="http://schemas.openxmlformats.org/officeDocument/2006/relationships/notesMaster" Target="/ppt/notesMasters/notesMaster1.xml" Id="R187e36304bb2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b58b9004749ae" /><Relationship Type="http://schemas.openxmlformats.org/officeDocument/2006/relationships/notesMaster" Target="/ppt/notesMasters/notesMaster1.xml" Id="R69b98c70d366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cf1b5ea8ec477d" /><Relationship Type="http://schemas.openxmlformats.org/officeDocument/2006/relationships/notesMaster" Target="/ppt/notesMasters/notesMaster1.xml" Id="Rdd3e97b5fca8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c3b82cfd2f4897" /><Relationship Type="http://schemas.openxmlformats.org/officeDocument/2006/relationships/notesMaster" Target="/ppt/notesMasters/notesMaster1.xml" Id="R1a0cc3d9a5d4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45a0de48e04bf3" /><Relationship Type="http://schemas.openxmlformats.org/officeDocument/2006/relationships/notesMaster" Target="/ppt/notesMasters/notesMaster1.xml" Id="Refb14f39748f43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00e97c1bf04090" /><Relationship Type="http://schemas.openxmlformats.org/officeDocument/2006/relationships/notesMaster" Target="/ppt/notesMasters/notesMaster1.xml" Id="R000a0e68f0e147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你看到 packages 下许多目录，需要知道改一个功能应从哪个包进入。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识别工作区和包清单</a:t>
            </a:r>
          </a:p>
          <a:p xmlns:a="http://schemas.openxmlformats.org/drawingml/2006/main">
            <a:r>
              <a:t>打开根 package.json 的 workspaces，再看一个子包的 exports。把发布入口和源码实现分别记在笔记中。</a:t>
            </a:r>
          </a:p>
          <a:p xmlns:a="http://schemas.openxmlformats.org/drawingml/2006/main">
            <a:r>
              <a:t>输入：仓库根目录</a:t>
            </a:r>
          </a:p>
          <a:p xmlns:a="http://schemas.openxmlformats.org/drawingml/2006/main">
            <a:r>
              <a:t>输出：工作区、包名和公开入口清单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区分产品装配与执行循环</a:t>
            </a:r>
          </a:p>
          <a:p xmlns:a="http://schemas.openxmlformats.org/drawingml/2006/main">
            <a:r>
              <a:t>从 createAgentSession 看到产品如何创建模型运行时、设置、资源和会话，再辨认 Agent 与 AgentSession 的职责。</a:t>
            </a:r>
          </a:p>
          <a:p xmlns:a="http://schemas.openxmlformats.org/drawingml/2006/main">
            <a:r>
              <a:t>输入：一个 SDK 调用</a:t>
            </a:r>
          </a:p>
          <a:p xmlns:a="http://schemas.openxmlformats.org/drawingml/2006/main">
            <a:r>
              <a:t>输出：产品装配依赖图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沿导入找到下一层</a:t>
            </a:r>
          </a:p>
          <a:p xmlns:a="http://schemas.openxmlformats.org/drawingml/2006/main">
            <a:r>
              <a:t>打开 Agent 的调用和 agent-loop 实现，按一次 prompt 找到模型请求边界与工具处理。先跟成功路径，再看其他分支。</a:t>
            </a:r>
          </a:p>
          <a:p xmlns:a="http://schemas.openxmlformats.org/drawingml/2006/main">
            <a:r>
              <a:t>输入：Agent.prompt</a:t>
            </a:r>
          </a:p>
          <a:p xmlns:a="http://schemas.openxmlformats.org/drawingml/2006/main">
            <a:r>
              <a:t>输出：一轮模型与工具循环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用类型确认数据形状</a:t>
            </a:r>
          </a:p>
          <a:p xmlns:a="http://schemas.openxmlformats.org/drawingml/2006/main">
            <a:r>
              <a:t>对照 Message、Tool 和事件的联合类型。找到 role/type 等判别字段，解释每个分支接收什么数据。</a:t>
            </a:r>
          </a:p>
          <a:p xmlns:a="http://schemas.openxmlformats.org/drawingml/2006/main">
            <a:r>
              <a:t>输入：类型声明和实现</a:t>
            </a:r>
          </a:p>
          <a:p xmlns:a="http://schemas.openxmlformats.org/drawingml/2006/main">
            <a:r>
              <a:t>输出：输入、输出及事件词汇表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失败与恢复：旧目录可能只有 README 或被忽略的 dist。先核对 package.json 与当前 src，不按旧接口推断新实现。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练习：任选一个编号功能，从编号打开专题、源码、依赖和测试，记录至少两个跨文件引用。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参考判断：应能区分源码文件的静态引用与实际运行调用，并说明公开 exports 和内部声明的差别。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AG-01, AG-02, AG-03, AG-04, AG-05, AG-06, AG-07, AG-10, AG-11, AG-12, AG-13, AG-14, AG-15, AG-16, AG-17, AG-18, AI-01, AI-02, AI-03, AI-04, AI-05, AI-20, AI-24, AI-27, AI-31, PROV-39,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你看到 packages 下许多目录，需要知道改一个功能应从哪个包进入。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识别工作区和包清单</a:t>
            </a:r>
          </a:p>
          <a:p xmlns:a="http://schemas.openxmlformats.org/drawingml/2006/main">
            <a:r>
              <a:t>打开根 package.json 的 workspaces，再看一个子包的 exports。把发布入口和源码实现分别记在笔记中。</a:t>
            </a:r>
          </a:p>
          <a:p xmlns:a="http://schemas.openxmlformats.org/drawingml/2006/main">
            <a:r>
              <a:t>输入：仓库根目录</a:t>
            </a:r>
          </a:p>
          <a:p xmlns:a="http://schemas.openxmlformats.org/drawingml/2006/main">
            <a:r>
              <a:t>输出：工作区、包名和公开入口清单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区分产品装配与执行循环</a:t>
            </a:r>
          </a:p>
          <a:p xmlns:a="http://schemas.openxmlformats.org/drawingml/2006/main">
            <a:r>
              <a:t>从 createAgentSession 看到产品如何创建模型运行时、设置、资源和会话，再辨认 Agent 与 AgentSession 的职责。</a:t>
            </a:r>
          </a:p>
          <a:p xmlns:a="http://schemas.openxmlformats.org/drawingml/2006/main">
            <a:r>
              <a:t>输入：一个 SDK 调用</a:t>
            </a:r>
          </a:p>
          <a:p xmlns:a="http://schemas.openxmlformats.org/drawingml/2006/main">
            <a:r>
              <a:t>输出：产品装配依赖图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沿导入找到下一层</a:t>
            </a:r>
          </a:p>
          <a:p xmlns:a="http://schemas.openxmlformats.org/drawingml/2006/main">
            <a:r>
              <a:t>打开 Agent 的调用和 agent-loop 实现，按一次 prompt 找到模型请求边界与工具处理。先跟成功路径，再看其他分支。</a:t>
            </a:r>
          </a:p>
          <a:p xmlns:a="http://schemas.openxmlformats.org/drawingml/2006/main">
            <a:r>
              <a:t>输入：Agent.prompt</a:t>
            </a:r>
          </a:p>
          <a:p xmlns:a="http://schemas.openxmlformats.org/drawingml/2006/main">
            <a:r>
              <a:t>输出：一轮模型与工具循环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用类型确认数据形状</a:t>
            </a:r>
          </a:p>
          <a:p xmlns:a="http://schemas.openxmlformats.org/drawingml/2006/main">
            <a:r>
              <a:t>对照 Message、Tool 和事件的联合类型。找到 role/type 等判别字段，解释每个分支接收什么数据。</a:t>
            </a:r>
          </a:p>
          <a:p xmlns:a="http://schemas.openxmlformats.org/drawingml/2006/main">
            <a:r>
              <a:t>输入：类型声明和实现</a:t>
            </a:r>
          </a:p>
          <a:p xmlns:a="http://schemas.openxmlformats.org/drawingml/2006/main">
            <a:r>
              <a:t>输出：输入、输出及事件词汇表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失败与恢复：旧目录可能只有 README 或被忽略的 dist。先核对 package.json 与当前 src，不按旧接口推断新实现。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练习：任选一个编号功能，从编号打开专题、源码、依赖和测试，记录至少两个跨文件引用。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参考判断：应能区分源码文件的静态引用与实际运行调用，并说明公开 exports 和内部声明的差别。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AG-01, AG-02, AG-03, AG-04, AG-05, AG-06, AG-07, AG-10, AG-11, AG-12, AG-13, AG-14, AG-15, AG-16, AG-17, AG-18, AI-01, AI-02, AI-03, AI-04, AI-05, AI-20, AI-24, AI-27, AI-31, PROV-39,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你看到 packages 下许多目录，需要知道改一个功能应从哪个包进入。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识别工作区和包清单</a:t>
            </a:r>
          </a:p>
          <a:p xmlns:a="http://schemas.openxmlformats.org/drawingml/2006/main">
            <a:r>
              <a:t>打开根 package.json 的 workspaces，再看一个子包的 exports。把发布入口和源码实现分别记在笔记中。</a:t>
            </a:r>
          </a:p>
          <a:p xmlns:a="http://schemas.openxmlformats.org/drawingml/2006/main">
            <a:r>
              <a:t>输入：仓库根目录</a:t>
            </a:r>
          </a:p>
          <a:p xmlns:a="http://schemas.openxmlformats.org/drawingml/2006/main">
            <a:r>
              <a:t>输出：工作区、包名和公开入口清单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区分产品装配与执行循环</a:t>
            </a:r>
          </a:p>
          <a:p xmlns:a="http://schemas.openxmlformats.org/drawingml/2006/main">
            <a:r>
              <a:t>从 createAgentSession 看到产品如何创建模型运行时、设置、资源和会话，再辨认 Agent 与 AgentSession 的职责。</a:t>
            </a:r>
          </a:p>
          <a:p xmlns:a="http://schemas.openxmlformats.org/drawingml/2006/main">
            <a:r>
              <a:t>输入：一个 SDK 调用</a:t>
            </a:r>
          </a:p>
          <a:p xmlns:a="http://schemas.openxmlformats.org/drawingml/2006/main">
            <a:r>
              <a:t>输出：产品装配依赖图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沿导入找到下一层</a:t>
            </a:r>
          </a:p>
          <a:p xmlns:a="http://schemas.openxmlformats.org/drawingml/2006/main">
            <a:r>
              <a:t>打开 Agent 的调用和 agent-loop 实现，按一次 prompt 找到模型请求边界与工具处理。先跟成功路径，再看其他分支。</a:t>
            </a:r>
          </a:p>
          <a:p xmlns:a="http://schemas.openxmlformats.org/drawingml/2006/main">
            <a:r>
              <a:t>输入：Agent.prompt</a:t>
            </a:r>
          </a:p>
          <a:p xmlns:a="http://schemas.openxmlformats.org/drawingml/2006/main">
            <a:r>
              <a:t>输出：一轮模型与工具循环</a:t>
            </a:r>
          </a:p>
          <a:p xmlns:a="http://schemas.openxmlformats.org/drawingml/2006/main">
            <a:r>
              <a:t>入口线索：Agent.prompt / continue / abort</a:t>
            </a:r>
          </a:p>
          <a:p xmlns:a="http://schemas.openxmlformats.org/drawingml/2006/main">
            <a:r>
              <a:t>职责：当前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</a:t>
            </a:r>
          </a:p>
          <a:p xmlns:a="http://schemas.openxmlformats.org/drawingml/2006/main">
            <a:r>
              <a:t>packages/agent/src/agent.ts</a:t>
            </a:r>
          </a:p>
          <a:p xmlns:a="http://schemas.openxmlformats.org/drawingml/2006/main">
            <a:r>
              <a:t>packages/agent/src/stream-fn.ts</a:t>
            </a:r>
          </a:p>
          <a:p xmlns:a="http://schemas.openxmlformats.org/drawingml/2006/main">
            <a:r>
              <a:t>packages/agent/src/types.ts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用类型确认数据形状</a:t>
            </a:r>
          </a:p>
          <a:p xmlns:a="http://schemas.openxmlformats.org/drawingml/2006/main">
            <a:r>
              <a:t>对照 Message、Tool 和事件的联合类型。找到 role/type 等判别字段，解释每个分支接收什么数据。</a:t>
            </a:r>
          </a:p>
          <a:p xmlns:a="http://schemas.openxmlformats.org/drawingml/2006/main">
            <a:r>
              <a:t>输入：类型声明和实现</a:t>
            </a:r>
          </a:p>
          <a:p xmlns:a="http://schemas.openxmlformats.org/drawingml/2006/main">
            <a:r>
              <a:t>输出：输入、输出及事件词汇表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失败与恢复：旧目录可能只有 README 或被忽略的 dist。先核对 package.json 与当前 src，不按旧接口推断新实现。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练习：任选一个编号功能，从编号打开专题、源码、依赖和测试，记录至少两个跨文件引用。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参考判断：应能区分源码文件的静态引用与实际运行调用，并说明公开 exports 和内部声明的差别。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功能编号：EXT-22, INT-01, INT-03, INT-04, INT-05, INT-07, AG-01, AG-02, AG-03, AG-04, AG-05, AG-06, AG-07, AG-10, AG-11, AG-12, AG-13, AG-14, AG-15, AG-16, AG-17, AG-18, AI-01, AI-02, AI-03, AI-04, AI-05, AI-20, AI-24, AI-27, AI-31, PROV-39, OTH-56,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你改了 TypeScript 文件，却发现启动的 pi 没有变化。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检查运行前置条件</a:t>
            </a:r>
          </a:p>
          <a:p xmlns:a="http://schemas.openxmlformats.org/drawingml/2006/main">
            <a:r>
              <a:t>先检查 Node 与依赖版本，再核对模型数据是否齐全。理解 hydrate:model-data 与单纯安装依赖解决的是不同问题。</a:t>
            </a:r>
          </a:p>
          <a:p xmlns:a="http://schemas.openxmlformats.org/drawingml/2006/main">
            <a:r>
              <a:t>输入：源码工作区</a:t>
            </a:r>
          </a:p>
          <a:p xmlns:a="http://schemas.openxmlformats.org/drawingml/2006/main">
            <a:r>
              <a:t>输出：可定位的环境与数据问题</a:t>
            </a:r>
          </a:p>
          <a:p xmlns:a="http://schemas.openxmlformats.org/drawingml/2006/main">
            <a:r>
              <a:t>入口线索：hydrate:model-data；check:model-data；build:offline</a:t>
            </a:r>
          </a:p>
          <a:p xmlns:a="http://schemas.openxmlformats.org/drawingml/2006/main">
            <a:r>
              <a:t>职责：导览生成本身只读本地目录，不执行这些可能联网的维护命令。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packages/ai/scripts/generate-models.ts</a:t>
            </a:r>
          </a:p>
          <a:p xmlns:a="http://schemas.openxmlformats.org/drawingml/2006/main">
            <a:r>
              <a:t>packages/ai/scripts/hydrate-model-catalog.ts</a:t>
            </a:r>
          </a:p>
          <a:p xmlns:a="http://schemas.openxmlformats.org/drawingml/2006/main">
            <a:r>
              <a:t>packages/ai/scripts/model-data.ts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启用源码解析器</a:t>
            </a:r>
          </a:p>
          <a:p xmlns:a="http://schemas.openxmlformats.org/drawingml/2006/main">
            <a:r>
              <a:t>从本地开发说明复制 source-resolver 的启动方式，检查包名导入实际解析到 src。不要把全局 pi 当成当前源码。</a:t>
            </a:r>
          </a:p>
          <a:p xmlns:a="http://schemas.openxmlformats.org/drawingml/2006/main">
            <a:r>
              <a:t>输入：Node 与源码路径</a:t>
            </a:r>
          </a:p>
          <a:p xmlns:a="http://schemas.openxmlformats.org/drawingml/2006/main">
            <a:r>
              <a:t>输出：明确的源码入口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观察启动参数</a:t>
            </a:r>
          </a:p>
          <a:p xmlns:a="http://schemas.openxmlformats.org/drawingml/2006/main">
            <a:r>
              <a:t>在 src/cli.ts 和 main 的参数处理附近下断点，先用 --help 或 --version 观察入口，再进入需要模型的流程。</a:t>
            </a:r>
          </a:p>
          <a:p xmlns:a="http://schemas.openxmlformats.org/drawingml/2006/main">
            <a:r>
              <a:t>输入：process.argv</a:t>
            </a:r>
          </a:p>
          <a:p xmlns:a="http://schemas.openxmlformats.org/drawingml/2006/main">
            <a:r>
              <a:t>输出：解析后的参数与模式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完成一个最小验证</a:t>
            </a:r>
          </a:p>
          <a:p xmlns:a="http://schemas.openxmlformats.org/drawingml/2006/main">
            <a:r>
              <a:t>选择相关定向测试，记录预期与实际。缺依赖时先记录真实报错，不能通过删掉校验绕过。</a:t>
            </a:r>
          </a:p>
          <a:p xmlns:a="http://schemas.openxmlformats.org/drawingml/2006/main">
            <a:r>
              <a:t>输入：一个可复现修改</a:t>
            </a:r>
          </a:p>
          <a:p xmlns:a="http://schemas.openxmlformats.org/drawingml/2006/main">
            <a:r>
              <a:t>输出：测试结果与环境记录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失败与恢复：缺模型数据可能在 CLI 加载阶段报错。断点未命中也可能是启动了 dist 或全局安装，而非这份 src。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练习：让断点停在当前工作区的 cli.ts，记下绝对路径、argv 和调用栈。暂不调用真实模型。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参考判断：应证明运行的是源码路径；仅看到版本字符串不足以证明后续模型调用、工具和断点都可用。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功能编号：UI-05, MOD-12,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packages/ai/test/model-data-validation.test.ts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你改了 TypeScript 文件，却发现启动的 pi 没有变化。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检查运行前置条件</a:t>
            </a:r>
          </a:p>
          <a:p xmlns:a="http://schemas.openxmlformats.org/drawingml/2006/main">
            <a:r>
              <a:t>先检查 Node 与依赖版本，再核对模型数据是否齐全。理解 hydrate:model-data 与单纯安装依赖解决的是不同问题。</a:t>
            </a:r>
          </a:p>
          <a:p xmlns:a="http://schemas.openxmlformats.org/drawingml/2006/main">
            <a:r>
              <a:t>输入：源码工作区</a:t>
            </a:r>
          </a:p>
          <a:p xmlns:a="http://schemas.openxmlformats.org/drawingml/2006/main">
            <a:r>
              <a:t>输出：可定位的环境与数据问题</a:t>
            </a:r>
          </a:p>
          <a:p xmlns:a="http://schemas.openxmlformats.org/drawingml/2006/main">
            <a:r>
              <a:t>入口线索：hydrate:model-data；check:model-data；build:offline</a:t>
            </a:r>
          </a:p>
          <a:p xmlns:a="http://schemas.openxmlformats.org/drawingml/2006/main">
            <a:r>
              <a:t>职责：导览生成本身只读本地目录，不执行这些可能联网的维护命令。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packages/ai/scripts/generate-models.ts</a:t>
            </a:r>
          </a:p>
          <a:p xmlns:a="http://schemas.openxmlformats.org/drawingml/2006/main">
            <a:r>
              <a:t>packages/ai/scripts/hydrate-model-catalog.ts</a:t>
            </a:r>
          </a:p>
          <a:p xmlns:a="http://schemas.openxmlformats.org/drawingml/2006/main">
            <a:r>
              <a:t>packages/ai/scripts/model-data.ts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启用源码解析器</a:t>
            </a:r>
          </a:p>
          <a:p xmlns:a="http://schemas.openxmlformats.org/drawingml/2006/main">
            <a:r>
              <a:t>从本地开发说明复制 source-resolver 的启动方式，检查包名导入实际解析到 src。不要把全局 pi 当成当前源码。</a:t>
            </a:r>
          </a:p>
          <a:p xmlns:a="http://schemas.openxmlformats.org/drawingml/2006/main">
            <a:r>
              <a:t>输入：Node 与源码路径</a:t>
            </a:r>
          </a:p>
          <a:p xmlns:a="http://schemas.openxmlformats.org/drawingml/2006/main">
            <a:r>
              <a:t>输出：明确的源码入口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观察启动参数</a:t>
            </a:r>
          </a:p>
          <a:p xmlns:a="http://schemas.openxmlformats.org/drawingml/2006/main">
            <a:r>
              <a:t>在 src/cli.ts 和 main 的参数处理附近下断点，先用 --help 或 --version 观察入口，再进入需要模型的流程。</a:t>
            </a:r>
          </a:p>
          <a:p xmlns:a="http://schemas.openxmlformats.org/drawingml/2006/main">
            <a:r>
              <a:t>输入：process.argv</a:t>
            </a:r>
          </a:p>
          <a:p xmlns:a="http://schemas.openxmlformats.org/drawingml/2006/main">
            <a:r>
              <a:t>输出：解析后的参数与模式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完成一个最小验证</a:t>
            </a:r>
          </a:p>
          <a:p xmlns:a="http://schemas.openxmlformats.org/drawingml/2006/main">
            <a:r>
              <a:t>选择相关定向测试，记录预期与实际。缺依赖时先记录真实报错，不能通过删掉校验绕过。</a:t>
            </a:r>
          </a:p>
          <a:p xmlns:a="http://schemas.openxmlformats.org/drawingml/2006/main">
            <a:r>
              <a:t>输入：一个可复现修改</a:t>
            </a:r>
          </a:p>
          <a:p xmlns:a="http://schemas.openxmlformats.org/drawingml/2006/main">
            <a:r>
              <a:t>输出：测试结果与环境记录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失败与恢复：缺模型数据可能在 CLI 加载阶段报错。断点未命中也可能是启动了 dist 或全局安装，而非这份 src。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练习：让断点停在当前工作区的 cli.ts，记下绝对路径、argv 和调用栈。暂不调用真实模型。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参考判断：应证明运行的是源码路径；仅看到版本字符串不足以证明后续模型调用、工具和断点都可用。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功能编号：UI-05, MOD-12,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packages/ai/test/model-data-validation.test.ts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你改了 TypeScript 文件，却发现启动的 pi 没有变化。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检查运行前置条件</a:t>
            </a:r>
          </a:p>
          <a:p xmlns:a="http://schemas.openxmlformats.org/drawingml/2006/main">
            <a:r>
              <a:t>先检查 Node 与依赖版本，再核对模型数据是否齐全。理解 hydrate:model-data 与单纯安装依赖解决的是不同问题。</a:t>
            </a:r>
          </a:p>
          <a:p xmlns:a="http://schemas.openxmlformats.org/drawingml/2006/main">
            <a:r>
              <a:t>输入：源码工作区</a:t>
            </a:r>
          </a:p>
          <a:p xmlns:a="http://schemas.openxmlformats.org/drawingml/2006/main">
            <a:r>
              <a:t>输出：可定位的环境与数据问题</a:t>
            </a:r>
          </a:p>
          <a:p xmlns:a="http://schemas.openxmlformats.org/drawingml/2006/main">
            <a:r>
              <a:t>入口线索：hydrate:model-data；check:model-data；build:offline</a:t>
            </a:r>
          </a:p>
          <a:p xmlns:a="http://schemas.openxmlformats.org/drawingml/2006/main">
            <a:r>
              <a:t>职责：导览生成本身只读本地目录，不执行这些可能联网的维护命令。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packages/ai/scripts/generate-models.ts</a:t>
            </a:r>
          </a:p>
          <a:p xmlns:a="http://schemas.openxmlformats.org/drawingml/2006/main">
            <a:r>
              <a:t>packages/ai/scripts/hydrate-model-catalog.ts</a:t>
            </a:r>
          </a:p>
          <a:p xmlns:a="http://schemas.openxmlformats.org/drawingml/2006/main">
            <a:r>
              <a:t>packages/ai/scripts/model-data.ts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启用源码解析器</a:t>
            </a:r>
          </a:p>
          <a:p xmlns:a="http://schemas.openxmlformats.org/drawingml/2006/main">
            <a:r>
              <a:t>从本地开发说明复制 source-resolver 的启动方式，检查包名导入实际解析到 src。不要把全局 pi 当成当前源码。</a:t>
            </a:r>
          </a:p>
          <a:p xmlns:a="http://schemas.openxmlformats.org/drawingml/2006/main">
            <a:r>
              <a:t>输入：Node 与源码路径</a:t>
            </a:r>
          </a:p>
          <a:p xmlns:a="http://schemas.openxmlformats.org/drawingml/2006/main">
            <a:r>
              <a:t>输出：明确的源码入口</a:t>
            </a:r>
          </a:p>
          <a:p xmlns:a="http://schemas.openxmlformats.org/drawingml/2006/main">
            <a:r>
              <a:t>入口线索：node --import source-resolver.ts src/cli.ts</a:t>
            </a:r>
          </a:p>
          <a:p xmlns:a="http://schemas.openxmlformats.org/drawingml/2006/main">
            <a:r>
              <a:t>职责：实验 CLI 与服务栈已移除；experimental 中遗留中文 README 是历史资料，不能作为可运行应用入口。</a:t>
            </a:r>
          </a:p>
          <a:p xmlns:a="http://schemas.openxmlformats.org/drawingml/2006/main">
            <a:r>
              <a:t>源码：packages/coding-agent/src/experimental/source-resolver.ts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观察启动参数</a:t>
            </a:r>
          </a:p>
          <a:p xmlns:a="http://schemas.openxmlformats.org/drawingml/2006/main">
            <a:r>
              <a:t>在 src/cli.ts 和 main 的参数处理附近下断点，先用 --help 或 --version 观察入口，再进入需要模型的流程。</a:t>
            </a:r>
          </a:p>
          <a:p xmlns:a="http://schemas.openxmlformats.org/drawingml/2006/main">
            <a:r>
              <a:t>输入：process.argv</a:t>
            </a:r>
          </a:p>
          <a:p xmlns:a="http://schemas.openxmlformats.org/drawingml/2006/main">
            <a:r>
              <a:t>输出：解析后的参数与模式</a:t>
            </a:r>
          </a:p>
          <a:p xmlns:a="http://schemas.openxmlformats.org/drawingml/2006/main">
            <a:r>
              <a:t>入口线索：pi；--print；--mode json|rpc</a:t>
            </a:r>
          </a:p>
          <a:p xmlns:a="http://schemas.openxmlformats.org/drawingml/2006/main">
            <a:r>
              <a:t>职责：启动装配设置、资源与模型运行时；实际模型循环由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</a:t>
            </a:r>
          </a:p>
          <a:p xmlns:a="http://schemas.openxmlformats.org/drawingml/2006/main">
            <a:r>
              <a:t>packages/coding-agent/src/bun/quickjs-wasm.d.ts</a:t>
            </a:r>
          </a:p>
          <a:p xmlns:a="http://schemas.openxmlformats.org/drawingml/2006/main">
            <a:r>
              <a:t>packages/coding-agent/src/bun/restore-sandbox-env.ts</a:t>
            </a:r>
          </a:p>
          <a:p xmlns:a="http://schemas.openxmlformats.org/drawingml/2006/main">
            <a:r>
              <a:t>packages/coding-agent/src/bun/runtime-setup.ts</a:t>
            </a:r>
          </a:p>
          <a:p xmlns:a="http://schemas.openxmlformats.org/drawingml/2006/main">
            <a:r>
              <a:t>packages/coding-agent/src/bun/sandbox-env-setup.ts</a:t>
            </a:r>
          </a:p>
          <a:p xmlns:a="http://schemas.openxmlformats.org/drawingml/2006/main">
            <a:r>
              <a:t>packages/coding-agent/src/cli.ts</a:t>
            </a:r>
          </a:p>
          <a:p xmlns:a="http://schemas.openxmlformats.org/drawingml/2006/main">
            <a:r>
              <a:t>packages/coding-agent/src/cli/args.ts</a:t>
            </a:r>
          </a:p>
          <a:p xmlns:a="http://schemas.openxmlformats.org/drawingml/2006/main">
            <a:r>
              <a:t>packages/coding-agent/src/cli/setup.ts</a:t>
            </a:r>
          </a:p>
          <a:p xmlns:a="http://schemas.openxmlformats.org/drawingml/2006/main">
            <a:r>
              <a:t>packages/coding-agent/src/main.ts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完成一个最小验证</a:t>
            </a:r>
          </a:p>
          <a:p xmlns:a="http://schemas.openxmlformats.org/drawingml/2006/main">
            <a:r>
              <a:t>选择相关定向测试，记录预期与实际。缺依赖时先记录真实报错，不能通过删掉校验绕过。</a:t>
            </a:r>
          </a:p>
          <a:p xmlns:a="http://schemas.openxmlformats.org/drawingml/2006/main">
            <a:r>
              <a:t>输入：一个可复现修改</a:t>
            </a:r>
          </a:p>
          <a:p xmlns:a="http://schemas.openxmlformats.org/drawingml/2006/main">
            <a:r>
              <a:t>输出：测试结果与环境记录</a:t>
            </a:r>
          </a:p>
          <a:p xmlns:a="http://schemas.openxmlformats.org/drawingml/2006/main">
            <a:r>
              <a:t>入口线索：npm run check</a:t>
            </a:r>
          </a:p>
          <a:p xmlns:a="http://schemas.openxmlformats.org/drawingml/2006/main">
            <a:r>
              <a:t>职责：检查失败不是修改业务代码或降级依赖的理由。</a:t>
            </a:r>
          </a:p>
          <a:p xmlns:a="http://schemas.openxmlformats.org/drawingml/2006/main">
            <a:r>
              <a:t>源码：packages/ai/scripts/check-model-data.ts</a:t>
            </a:r>
          </a:p>
          <a:p xmlns:a="http://schemas.openxmlformats.org/drawingml/2006/main">
            <a:r>
              <a:t>scripts/check-browser-smoke.mjs</a:t>
            </a:r>
          </a:p>
          <a:p xmlns:a="http://schemas.openxmlformats.org/drawingml/2006/main">
            <a:r>
              <a:t>scripts/check-entry-graphs.mjs</a:t>
            </a:r>
          </a:p>
          <a:p xmlns:a="http://schemas.openxmlformats.org/drawingml/2006/main">
            <a:r>
              <a:t>scripts/check-lockfile-commit.mjs</a:t>
            </a:r>
          </a:p>
          <a:p xmlns:a="http://schemas.openxmlformats.org/drawingml/2006/main">
            <a:r>
              <a:t>scripts/check-package-install.mjs</a:t>
            </a:r>
          </a:p>
          <a:p xmlns:a="http://schemas.openxmlformats.org/drawingml/2006/main">
            <a:r>
              <a:t>scripts/check-pinned-deps.mjs</a:t>
            </a:r>
          </a:p>
          <a:p xmlns:a="http://schemas.openxmlformats.org/drawingml/2006/main">
            <a:r>
              <a:t>scripts/check-runtime-deps.mjs</a:t>
            </a:r>
          </a:p>
          <a:p xmlns:a="http://schemas.openxmlformats.org/drawingml/2006/main">
            <a:r>
              <a:t>scripts/check-ts-relative-imports.mjs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失败与恢复：缺模型数据可能在 CLI 加载阶段报错。断点未命中也可能是启动了 dist 或全局安装，而非这份 src。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练习：让断点停在当前工作区的 cli.ts，记下绝对路径、argv 和调用栈。暂不调用真实模型。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参考判断：应证明运行的是源码路径；仅看到版本字符串不足以证明后续模型调用、工具和断点都可用。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功能编号：UI-05, MOD-12, OTH-84, OTH-85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packages/ai/test/model-data-validation.test.ts</a:t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1640ca29348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043e97ac049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a6898c1a343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0182793eb4b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76a3989624a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600c3d512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4133A5-3A79-4FD4-A072-F2DF394FC5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53EDE5-F8B4-4EE5-99F6-E8B11082EA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B7A31A-2E76-4371-92BC-3B665E8AF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BA956D-B7C3-4F1B-A593-40C50F6B2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EB4EF9-4492-4EB9-9429-D9C4C88931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4E49C5-3C5C-4628-8545-C68856080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B18E72-7148-4CD9-B5B6-0B90E230EB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3139E2-C950-4993-98E3-F12DEEAFC3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76A1D3-455D-4D6A-9485-51A0DF1B45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3F7B4F-71FE-480A-8D78-7AD99BBF7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312438ab604ef2" /><Relationship Type="http://schemas.openxmlformats.org/officeDocument/2006/relationships/slideLayout" Target="/ppt/slideLayouts/slideLayout1.xml" Id="Rb21ddb16e3634644" /><Relationship Type="http://schemas.openxmlformats.org/officeDocument/2006/relationships/slideLayout" Target="/ppt/slideLayouts/slideLayout2.xml" Id="R13c69549ccb34043" /><Relationship Type="http://schemas.openxmlformats.org/officeDocument/2006/relationships/slideLayout" Target="/ppt/slideLayouts/slideLayout3.xml" Id="R43436baa9a80418e" /><Relationship Type="http://schemas.openxmlformats.org/officeDocument/2006/relationships/slideLayout" Target="/ppt/slideLayouts/slideLayout4.xml" Id="Racbcf0e82f6b4d56" /><Relationship Type="http://schemas.openxmlformats.org/officeDocument/2006/relationships/slideLayout" Target="/ppt/slideLayouts/slideLayout5.xml" Id="R8246fb31b9ed474d" /><Relationship Type="http://schemas.openxmlformats.org/officeDocument/2006/relationships/slideLayout" Target="/ppt/slideLayouts/slideLayout6.xml" Id="R00dc711b2dca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ddb16e3634644"/>
    <p:sldLayoutId xmlns:r="http://schemas.openxmlformats.org/officeDocument/2006/relationships" id="2147483650" r:id="R13c69549ccb34043"/>
    <p:sldLayoutId xmlns:r="http://schemas.openxmlformats.org/officeDocument/2006/relationships" id="2147483651" r:id="R43436baa9a80418e"/>
    <p:sldLayoutId xmlns:r="http://schemas.openxmlformats.org/officeDocument/2006/relationships" id="2147483652" r:id="Racbcf0e82f6b4d56"/>
    <p:sldLayoutId xmlns:r="http://schemas.openxmlformats.org/officeDocument/2006/relationships" id="2147483653" r:id="R8246fb31b9ed474d"/>
    <p:sldLayoutId xmlns:r="http://schemas.openxmlformats.org/officeDocument/2006/relationships" id="2147483654" r:id="R00dc711b2dca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2075f29f64cf5" /><Relationship Type="http://schemas.openxmlformats.org/officeDocument/2006/relationships/notesSlide" Target="/ppt/notesSlides/notesSlide1.xml" Id="Re12628de67f2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564a3feeb4254" /><Relationship Type="http://schemas.openxmlformats.org/officeDocument/2006/relationships/notesSlide" Target="/ppt/notesSlides/notesSlide2.xml" Id="R7d1b1a3bd599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f5817b0e44bf5" /><Relationship Type="http://schemas.openxmlformats.org/officeDocument/2006/relationships/notesSlide" Target="/ppt/notesSlides/notesSlide3.xml" Id="R7ea83a64a04e4e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af9fc76dd41c2" /><Relationship Type="http://schemas.openxmlformats.org/officeDocument/2006/relationships/notesSlide" Target="/ppt/notesSlides/notesSlide4.xml" Id="R49d48220779c47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46fac9e534295" /><Relationship Type="http://schemas.openxmlformats.org/officeDocument/2006/relationships/notesSlide" Target="/ppt/notesSlides/notesSlide5.xml" Id="Rf4702bb8007b4b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42749a2d146a2" /><Relationship Type="http://schemas.openxmlformats.org/officeDocument/2006/relationships/notesSlide" Target="/ppt/notesSlides/notesSlide6.xml" Id="R2fa6f902f44547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0ED2CF8-7088-4D92-98BE-116854DB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3FB8DD-1212-40E8-B0FB-49C25A39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从目录找到功能与公开入口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91C934C-83CE-445D-AD50-9651308C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你看到 packages 下许多目录，需要知道改一个功能应从哪个包进入。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0A2E8C08-7F02-40D0-AB48-93836E25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E63E2B2-176B-48D2-A8A3-72894B54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依赖、导入与构建边界校验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C26430BE-8034-46FB-ABA9-847B35EB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SDK 创建与替换运行时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0366938-574E-4F00-ADC7-534D7DD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消息、工具与多轮循环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2DFBAC1-28E8-48B1-BE48-38BD0C2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统一消息、模型与工具契约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0C940DD-CF30-474C-BD39-F1E73BF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read-map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46063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7FB5181-6139-41FD-B90E-FFA6C9E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28B10C-5B03-41E3-98F2-6016CD03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从目录找到功能与公开入口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5EAE3200-4EC4-41F9-B3BF-A7E8D2A7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识别工作区和包清单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7CD1EBF1-8056-44AE-BD73-F1A5E6DD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输入：仓库根目录    输出：工作区、包名和公开入口清单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FC83515-6F1F-45E6-A3F0-4CFA8DE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区分产品装配与执行循环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228174E5-2AB4-4158-8270-7C4BC65A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输入：一个 SDK 调用    输出：产品装配依赖图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5307662-2DBA-4313-94C2-AF804D46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沿导入找到下一层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0BC9D99F-FBA6-41C4-A3FD-9D1E9E69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输入：Agent.prompt    输出：一轮模型与工具循环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AD27210C-DD33-41F9-83F2-499027A3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用类型确认数据形状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6984B799-FC02-4D65-9B43-4A820761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输入：类型声明和实现    输出：输入、输出及事件词汇表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38BA49A-6242-4F43-98F8-AA54579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read-map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54117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91CC728-27DB-40F9-9D3B-991E0DD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1A1763-92BC-47EC-BC1E-16A9321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从目录找到功能与公开入口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98EB0D9-8129-480C-8193-048251C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ED9C1F7A-29B8-44B9-ABBE-9BD7F92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旧目录可能只有 README 或被忽略的 dist。先核对 package.json 与当前 src，不按旧接口推断新实现。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072A493-A678-4080-BAC9-BDD8DF3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7D311FB-3166-4C91-82C3-7A8A827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任选一个编号功能，从编号打开专题、源码、依赖和测试，记录至少两个跨文件引用。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8EEF124-B8EE-4393-9388-1369E9F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read-map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829399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264A63F-5D1D-45C1-A43B-F2A6C1AF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520BB9-AD84-41C1-A834-B0F6264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本地源码启动与第一次断点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5044B4A3-0F61-4C5B-8A8D-4B2B816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你改了 TypeScript 文件，却发现启动的 pi 没有变化。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68698DF8-F228-44B0-83F2-3455D656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7021E06-322F-4BE3-B034-860CFB5F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离线模型数据检查与目录水合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110C8CC-77D0-48DF-AF0B-01E4817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源码解析器与历史实验资料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B7CD1105-4272-4501-B81D-0DFEE1B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CLI 启动与模式分派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D83E213D-7AF7-44BC-9459-B92A6C80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依赖、导入与构建边界校验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74DD51F-20C8-4A87-9099-29FCE2A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source-debug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347312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6A865AC-CBC4-416D-820A-B2E1C7C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AC3D11-4F35-4756-8F03-7F8D5B60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本地源码启动与第一次断点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D25692E-DA90-40B9-AE17-0B7763C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检查运行前置条件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38DC377-B78C-4677-9AFC-CA996DFB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输入：源码工作区    输出：可定位的环境与数据问题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53C37DB-A3B9-480F-B96D-D0CA5092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启用源码解析器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E3DCC75-6298-409C-AFEC-B012A4C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输入：Node 与源码路径    输出：明确的源码入口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747B8BF-68F8-4870-98BB-6C8F55C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观察启动参数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EDC1C0F-6F63-4E2B-833A-3C7A991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输入：process.argv    输出：解析后的参数与模式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12BD0308-6AB7-4135-9AC3-3352A1B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完成一个最小验证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B731797-F21F-4014-AC30-40B57EF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输入：一个可复现修改    输出：测试结果与环境记录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E13F336-3B5D-43C9-85BF-D08A5ECB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source-debug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98004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20A1F50-6C33-49B5-B834-E9A96AB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01 读码基础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F866B4-774E-44B2-90D0-C04F93D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本地源码启动与第一次断点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D84B317D-18D4-429B-9183-159AF273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4487F10-A500-4D12-94EC-C7FD581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缺模型数据可能在 CLI 加载阶段报错。断点未命中也可能是启动了 dist 或全局安装，而非这份 src。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14AFF53-C2A7-4B69-AB09-61A4CCF6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2CBB27C-F0BB-4521-90DC-C3153670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让断点停在当前工作区的 cli.ts，记下绝对路径、argv 和调用栈。暂不调用真实模型。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1690DA1-33CF-4AF7-B2BC-5F3E716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source-debug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634423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2026-10-12T14:55:05.3880000Z</dcterms:created>
  <dcterms:modified xsi:type="dcterms:W3CDTF">2026-10-12T14:55:05.3880000Z</dcterms:modified>
</coreProperties>
</file>